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Fira Sans Medium"/>
      <p:regular r:id="rId43"/>
      <p:bold r:id="rId44"/>
      <p:italic r:id="rId45"/>
      <p:boldItalic r:id="rId46"/>
    </p:embeddedFont>
    <p:embeddedFont>
      <p:font typeface="Fira Sans"/>
      <p:regular r:id="rId47"/>
      <p:bold r:id="rId48"/>
      <p:italic r:id="rId49"/>
      <p:boldItalic r:id="rId50"/>
    </p:embeddedFont>
    <p:embeddedFont>
      <p:font typeface="Fira Sans Extra Condensed"/>
      <p:regular r:id="rId51"/>
      <p:bold r:id="rId52"/>
      <p:italic r:id="rId53"/>
      <p:boldItalic r:id="rId54"/>
    </p:embeddedFont>
    <p:embeddedFont>
      <p:font typeface="Fira Sans Extra Condensed SemiBold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2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" orient="horz"/>
        <p:guide pos="288"/>
        <p:guide pos="5472"/>
        <p:guide pos="2984" orient="horz"/>
        <p:guide pos="52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FiraSansMedium-bold.fntdata"/><Relationship Id="rId43" Type="http://schemas.openxmlformats.org/officeDocument/2006/relationships/font" Target="fonts/FiraSansMedium-regular.fntdata"/><Relationship Id="rId46" Type="http://schemas.openxmlformats.org/officeDocument/2006/relationships/font" Target="fonts/FiraSansMedium-boldItalic.fntdata"/><Relationship Id="rId45" Type="http://schemas.openxmlformats.org/officeDocument/2006/relationships/font" Target="fonts/FiraSa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FiraSans-bold.fntdata"/><Relationship Id="rId47" Type="http://schemas.openxmlformats.org/officeDocument/2006/relationships/font" Target="fonts/FiraSans-regular.fntdata"/><Relationship Id="rId49" Type="http://schemas.openxmlformats.org/officeDocument/2006/relationships/font" Target="fonts/Fira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Roboto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FiraSansExtraCondensed-regular.fntdata"/><Relationship Id="rId50" Type="http://schemas.openxmlformats.org/officeDocument/2006/relationships/font" Target="fonts/FiraSans-boldItalic.fntdata"/><Relationship Id="rId53" Type="http://schemas.openxmlformats.org/officeDocument/2006/relationships/font" Target="fonts/FiraSansExtraCondensed-italic.fntdata"/><Relationship Id="rId52" Type="http://schemas.openxmlformats.org/officeDocument/2006/relationships/font" Target="fonts/FiraSansExtraCondensed-bold.fntdata"/><Relationship Id="rId11" Type="http://schemas.openxmlformats.org/officeDocument/2006/relationships/slide" Target="slides/slide6.xml"/><Relationship Id="rId55" Type="http://schemas.openxmlformats.org/officeDocument/2006/relationships/font" Target="fonts/FiraSansExtraCondensedSemiBold-regular.fntdata"/><Relationship Id="rId10" Type="http://schemas.openxmlformats.org/officeDocument/2006/relationships/slide" Target="slides/slide5.xml"/><Relationship Id="rId54" Type="http://schemas.openxmlformats.org/officeDocument/2006/relationships/font" Target="fonts/FiraSansExtraCondensed-boldItalic.fntdata"/><Relationship Id="rId13" Type="http://schemas.openxmlformats.org/officeDocument/2006/relationships/slide" Target="slides/slide8.xml"/><Relationship Id="rId57" Type="http://schemas.openxmlformats.org/officeDocument/2006/relationships/font" Target="fonts/FiraSansExtraCondensedSemiBold-italic.fntdata"/><Relationship Id="rId12" Type="http://schemas.openxmlformats.org/officeDocument/2006/relationships/slide" Target="slides/slide7.xml"/><Relationship Id="rId56" Type="http://schemas.openxmlformats.org/officeDocument/2006/relationships/font" Target="fonts/FiraSansExtraCondensedSemiBo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FiraSansExtraCondensedSemi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62c8e87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62c8e87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93d42c1dd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93d42c1dd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93d42c1dd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93d42c1dd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9703026632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9703026632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9703026632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9703026632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9703026632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9703026632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968c516fe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968c516fe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968c516fe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968c516fe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968c516fe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968c516fe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968c516fe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968c516fe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968c516fe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968c516fe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968c516fe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968c516fe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2" name="Shape 4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" name="Google Shape;4853;g968c516f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4" name="Google Shape;4854;g968c516f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5" name="Shape 4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6" name="Google Shape;4926;g968c516fe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7" name="Google Shape;4927;g968c516fe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4" name="Shape 5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5" name="Google Shape;5005;g968c516fe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6" name="Google Shape;5006;g968c516fe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6" name="Shape 5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7" name="Google Shape;5067;g968c516fe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8" name="Google Shape;5068;g968c516fe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2" name="Shape 5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3" name="Google Shape;5173;g968c516fe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4" name="Google Shape;5174;g968c516fe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5" name="Shape 5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6" name="Google Shape;5236;g968c516fe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7" name="Google Shape;5237;g968c516fe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5" name="Shape 5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6" name="Google Shape;5346;g968c516fe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7" name="Google Shape;5347;g968c516fe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2" name="Shape 5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3" name="Google Shape;5403;g968c516fe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4" name="Google Shape;5404;g968c516fe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8" name="Shape 5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9" name="Google Shape;5549;g968c516fe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0" name="Google Shape;5550;g968c516fe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5" name="Shape 5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6" name="Google Shape;5626;g968c516fe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7" name="Google Shape;5627;g968c516fe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6" name="Shape 5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7" name="Google Shape;5677;g968c516fe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8" name="Google Shape;5678;g968c516fe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2" name="Shape 5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3" name="Google Shape;5723;g968c516fe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4" name="Google Shape;5724;g968c516fe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4" name="Shape 5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5" name="Google Shape;5815;g968c516fe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6" name="Google Shape;5816;g968c516fe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0" name="Shape 5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1" name="Google Shape;5891;g968c516fe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2" name="Google Shape;5892;g968c516fe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7" name="Shape 5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8" name="Google Shape;5988;g968c516fe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9" name="Google Shape;5989;g968c516fe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8" name="Shape 6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9" name="Google Shape;6029;g968c516fe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0" name="Google Shape;6030;g968c516fe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7" name="Shape 6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8" name="Google Shape;6118;g968c516fe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9" name="Google Shape;6119;g968c516fe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3" name="Shape 6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4" name="Google Shape;6334;g968c516fe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5" name="Google Shape;6335;g968c516fe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5" name="Shape 6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6" name="Google Shape;6406;g96ba6cf5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7" name="Google Shape;6407;g96ba6cf5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0" name="Shape 6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" name="Google Shape;6471;g968c516fe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2" name="Google Shape;6472;g968c516fe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7" name="Shape 6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8" name="Google Shape;6478;g968c516fe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9" name="Google Shape;6479;g968c516fe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s://bit.ly/2AB5gGa" TargetMode="External"/><Relationship Id="rId5" Type="http://schemas.openxmlformats.org/officeDocument/2006/relationships/hyperlink" Target="http://bit.ly/33VAFh3" TargetMode="External"/><Relationship Id="rId6" Type="http://schemas.openxmlformats.org/officeDocument/2006/relationships/hyperlink" Target="http://bit.ly/30B07Gq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s://bit.ly/2ZjL1pd" TargetMode="External"/><Relationship Id="rId5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536573" y="813799"/>
            <a:ext cx="3594682" cy="3515903"/>
            <a:chOff x="697325" y="1177825"/>
            <a:chExt cx="3431350" cy="3356150"/>
          </a:xfrm>
        </p:grpSpPr>
        <p:sp>
          <p:nvSpPr>
            <p:cNvPr id="55" name="Google Shape;55;p13"/>
            <p:cNvSpPr/>
            <p:nvPr/>
          </p:nvSpPr>
          <p:spPr>
            <a:xfrm>
              <a:off x="2504025" y="3670175"/>
              <a:ext cx="1495600" cy="863800"/>
            </a:xfrm>
            <a:custGeom>
              <a:rect b="b" l="l" r="r" t="t"/>
              <a:pathLst>
                <a:path extrusionOk="0" h="34552" w="59824">
                  <a:moveTo>
                    <a:pt x="35027" y="1"/>
                  </a:moveTo>
                  <a:lnTo>
                    <a:pt x="1" y="20237"/>
                  </a:lnTo>
                  <a:lnTo>
                    <a:pt x="24766" y="34551"/>
                  </a:lnTo>
                  <a:lnTo>
                    <a:pt x="59824" y="14283"/>
                  </a:lnTo>
                  <a:lnTo>
                    <a:pt x="35027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2504025" y="3661475"/>
              <a:ext cx="1495600" cy="863000"/>
            </a:xfrm>
            <a:custGeom>
              <a:rect b="b" l="l" r="r" t="t"/>
              <a:pathLst>
                <a:path extrusionOk="0" h="34520" w="59824">
                  <a:moveTo>
                    <a:pt x="35027" y="0"/>
                  </a:moveTo>
                  <a:lnTo>
                    <a:pt x="1" y="20237"/>
                  </a:lnTo>
                  <a:lnTo>
                    <a:pt x="24766" y="34519"/>
                  </a:lnTo>
                  <a:lnTo>
                    <a:pt x="59824" y="14283"/>
                  </a:lnTo>
                  <a:lnTo>
                    <a:pt x="35027" y="0"/>
                  </a:lnTo>
                  <a:close/>
                </a:path>
              </a:pathLst>
            </a:custGeom>
            <a:solidFill>
              <a:srgbClr val="F2F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3408175" y="3964700"/>
              <a:ext cx="390350" cy="225675"/>
            </a:xfrm>
            <a:custGeom>
              <a:rect b="b" l="l" r="r" t="t"/>
              <a:pathLst>
                <a:path extrusionOk="0" h="9027" w="15614">
                  <a:moveTo>
                    <a:pt x="7823" y="0"/>
                  </a:moveTo>
                  <a:lnTo>
                    <a:pt x="1" y="4497"/>
                  </a:lnTo>
                  <a:lnTo>
                    <a:pt x="7823" y="9026"/>
                  </a:lnTo>
                  <a:lnTo>
                    <a:pt x="15614" y="4497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266475" y="4077925"/>
              <a:ext cx="189250" cy="109275"/>
            </a:xfrm>
            <a:custGeom>
              <a:rect b="b" l="l" r="r" t="t"/>
              <a:pathLst>
                <a:path extrusionOk="0" h="4371" w="7570">
                  <a:moveTo>
                    <a:pt x="1235" y="0"/>
                  </a:moveTo>
                  <a:lnTo>
                    <a:pt x="0" y="728"/>
                  </a:lnTo>
                  <a:lnTo>
                    <a:pt x="6334" y="4370"/>
                  </a:lnTo>
                  <a:lnTo>
                    <a:pt x="7569" y="3674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169075" y="4021700"/>
              <a:ext cx="108500" cy="62575"/>
            </a:xfrm>
            <a:custGeom>
              <a:rect b="b" l="l" r="r" t="t"/>
              <a:pathLst>
                <a:path extrusionOk="0" h="2503" w="4340">
                  <a:moveTo>
                    <a:pt x="1236" y="1"/>
                  </a:moveTo>
                  <a:lnTo>
                    <a:pt x="1" y="729"/>
                  </a:lnTo>
                  <a:lnTo>
                    <a:pt x="3104" y="2502"/>
                  </a:lnTo>
                  <a:lnTo>
                    <a:pt x="4340" y="1806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996500" y="3921950"/>
              <a:ext cx="183700" cy="106100"/>
            </a:xfrm>
            <a:custGeom>
              <a:rect b="b" l="l" r="r" t="t"/>
              <a:pathLst>
                <a:path extrusionOk="0" h="4244" w="7348">
                  <a:moveTo>
                    <a:pt x="1235" y="0"/>
                  </a:moveTo>
                  <a:lnTo>
                    <a:pt x="0" y="729"/>
                  </a:lnTo>
                  <a:lnTo>
                    <a:pt x="6112" y="4244"/>
                  </a:lnTo>
                  <a:lnTo>
                    <a:pt x="7347" y="3547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444600" y="4180850"/>
              <a:ext cx="102950" cy="59400"/>
            </a:xfrm>
            <a:custGeom>
              <a:rect b="b" l="l" r="r" t="t"/>
              <a:pathLst>
                <a:path extrusionOk="0" h="2376" w="4118">
                  <a:moveTo>
                    <a:pt x="1236" y="0"/>
                  </a:moveTo>
                  <a:lnTo>
                    <a:pt x="1" y="728"/>
                  </a:lnTo>
                  <a:lnTo>
                    <a:pt x="2883" y="2375"/>
                  </a:lnTo>
                  <a:lnTo>
                    <a:pt x="4118" y="164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015500" y="4007450"/>
              <a:ext cx="292950" cy="168675"/>
            </a:xfrm>
            <a:custGeom>
              <a:rect b="b" l="l" r="r" t="t"/>
              <a:pathLst>
                <a:path extrusionOk="0" h="6747" w="11718">
                  <a:moveTo>
                    <a:pt x="1267" y="1"/>
                  </a:moveTo>
                  <a:lnTo>
                    <a:pt x="0" y="697"/>
                  </a:lnTo>
                  <a:lnTo>
                    <a:pt x="10483" y="6746"/>
                  </a:lnTo>
                  <a:lnTo>
                    <a:pt x="11718" y="6018"/>
                  </a:lnTo>
                  <a:lnTo>
                    <a:pt x="1267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297350" y="4169750"/>
              <a:ext cx="186075" cy="107700"/>
            </a:xfrm>
            <a:custGeom>
              <a:rect b="b" l="l" r="r" t="t"/>
              <a:pathLst>
                <a:path extrusionOk="0" h="4308" w="7443">
                  <a:moveTo>
                    <a:pt x="1235" y="1"/>
                  </a:moveTo>
                  <a:lnTo>
                    <a:pt x="0" y="729"/>
                  </a:lnTo>
                  <a:lnTo>
                    <a:pt x="6207" y="4308"/>
                  </a:lnTo>
                  <a:lnTo>
                    <a:pt x="7443" y="3579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932350" y="3959150"/>
              <a:ext cx="94250" cy="54650"/>
            </a:xfrm>
            <a:custGeom>
              <a:rect b="b" l="l" r="r" t="t"/>
              <a:pathLst>
                <a:path extrusionOk="0" h="2186" w="3770">
                  <a:moveTo>
                    <a:pt x="1236" y="1"/>
                  </a:moveTo>
                  <a:lnTo>
                    <a:pt x="1" y="729"/>
                  </a:lnTo>
                  <a:lnTo>
                    <a:pt x="2534" y="2186"/>
                  </a:lnTo>
                  <a:lnTo>
                    <a:pt x="3769" y="1458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3203125" y="4189550"/>
              <a:ext cx="148875" cy="85525"/>
            </a:xfrm>
            <a:custGeom>
              <a:rect b="b" l="l" r="r" t="t"/>
              <a:pathLst>
                <a:path extrusionOk="0" h="3421" w="5955">
                  <a:moveTo>
                    <a:pt x="1236" y="0"/>
                  </a:moveTo>
                  <a:lnTo>
                    <a:pt x="1" y="697"/>
                  </a:lnTo>
                  <a:lnTo>
                    <a:pt x="4719" y="3421"/>
                  </a:lnTo>
                  <a:lnTo>
                    <a:pt x="5954" y="272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013125" y="4079500"/>
              <a:ext cx="201125" cy="116400"/>
            </a:xfrm>
            <a:custGeom>
              <a:rect b="b" l="l" r="r" t="t"/>
              <a:pathLst>
                <a:path extrusionOk="0" h="4656" w="8045">
                  <a:moveTo>
                    <a:pt x="1267" y="0"/>
                  </a:moveTo>
                  <a:lnTo>
                    <a:pt x="0" y="729"/>
                  </a:lnTo>
                  <a:lnTo>
                    <a:pt x="6809" y="4656"/>
                  </a:lnTo>
                  <a:lnTo>
                    <a:pt x="8044" y="3927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340900" y="4268725"/>
              <a:ext cx="78400" cy="45150"/>
            </a:xfrm>
            <a:custGeom>
              <a:rect b="b" l="l" r="r" t="t"/>
              <a:pathLst>
                <a:path extrusionOk="0" h="1806" w="3136">
                  <a:moveTo>
                    <a:pt x="1235" y="0"/>
                  </a:moveTo>
                  <a:lnTo>
                    <a:pt x="0" y="729"/>
                  </a:lnTo>
                  <a:lnTo>
                    <a:pt x="1900" y="1805"/>
                  </a:lnTo>
                  <a:lnTo>
                    <a:pt x="3135" y="1109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2869025" y="3996375"/>
              <a:ext cx="155200" cy="89475"/>
            </a:xfrm>
            <a:custGeom>
              <a:rect b="b" l="l" r="r" t="t"/>
              <a:pathLst>
                <a:path extrusionOk="0" h="3579" w="6208">
                  <a:moveTo>
                    <a:pt x="1235" y="0"/>
                  </a:moveTo>
                  <a:lnTo>
                    <a:pt x="0" y="697"/>
                  </a:lnTo>
                  <a:lnTo>
                    <a:pt x="4972" y="3579"/>
                  </a:lnTo>
                  <a:lnTo>
                    <a:pt x="6207" y="2882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334550" y="3727175"/>
              <a:ext cx="429150" cy="247850"/>
            </a:xfrm>
            <a:custGeom>
              <a:rect b="b" l="l" r="r" t="t"/>
              <a:pathLst>
                <a:path extrusionOk="0" h="9914" w="17166">
                  <a:moveTo>
                    <a:pt x="1267" y="1"/>
                  </a:moveTo>
                  <a:lnTo>
                    <a:pt x="1" y="729"/>
                  </a:lnTo>
                  <a:lnTo>
                    <a:pt x="15930" y="9913"/>
                  </a:lnTo>
                  <a:lnTo>
                    <a:pt x="17165" y="9185"/>
                  </a:lnTo>
                  <a:lnTo>
                    <a:pt x="1267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752600" y="3968650"/>
              <a:ext cx="133025" cy="76825"/>
            </a:xfrm>
            <a:custGeom>
              <a:rect b="b" l="l" r="r" t="t"/>
              <a:pathLst>
                <a:path extrusionOk="0" h="3073" w="5321">
                  <a:moveTo>
                    <a:pt x="1267" y="1"/>
                  </a:moveTo>
                  <a:lnTo>
                    <a:pt x="0" y="698"/>
                  </a:lnTo>
                  <a:lnTo>
                    <a:pt x="4085" y="3073"/>
                  </a:lnTo>
                  <a:lnTo>
                    <a:pt x="5320" y="2344"/>
                  </a:lnTo>
                  <a:lnTo>
                    <a:pt x="1267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254600" y="3777050"/>
              <a:ext cx="226450" cy="131450"/>
            </a:xfrm>
            <a:custGeom>
              <a:rect b="b" l="l" r="r" t="t"/>
              <a:pathLst>
                <a:path extrusionOk="0" h="5258" w="9058">
                  <a:moveTo>
                    <a:pt x="950" y="1"/>
                  </a:moveTo>
                  <a:lnTo>
                    <a:pt x="0" y="571"/>
                  </a:lnTo>
                  <a:lnTo>
                    <a:pt x="8107" y="5258"/>
                  </a:lnTo>
                  <a:lnTo>
                    <a:pt x="9058" y="4720"/>
                  </a:lnTo>
                  <a:lnTo>
                    <a:pt x="950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477075" y="3906100"/>
              <a:ext cx="80775" cy="46750"/>
            </a:xfrm>
            <a:custGeom>
              <a:rect b="b" l="l" r="r" t="t"/>
              <a:pathLst>
                <a:path extrusionOk="0" h="1870" w="3231">
                  <a:moveTo>
                    <a:pt x="982" y="1"/>
                  </a:moveTo>
                  <a:lnTo>
                    <a:pt x="0" y="571"/>
                  </a:lnTo>
                  <a:lnTo>
                    <a:pt x="2249" y="1869"/>
                  </a:lnTo>
                  <a:lnTo>
                    <a:pt x="3230" y="1299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197575" y="3810325"/>
              <a:ext cx="138600" cy="79975"/>
            </a:xfrm>
            <a:custGeom>
              <a:rect b="b" l="l" r="r" t="t"/>
              <a:pathLst>
                <a:path extrusionOk="0" h="3199" w="5544">
                  <a:moveTo>
                    <a:pt x="951" y="0"/>
                  </a:moveTo>
                  <a:lnTo>
                    <a:pt x="1" y="570"/>
                  </a:lnTo>
                  <a:lnTo>
                    <a:pt x="4593" y="3199"/>
                  </a:lnTo>
                  <a:lnTo>
                    <a:pt x="5543" y="2660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332175" y="3887900"/>
              <a:ext cx="168675" cy="97400"/>
            </a:xfrm>
            <a:custGeom>
              <a:rect b="b" l="l" r="r" t="t"/>
              <a:pathLst>
                <a:path extrusionOk="0" h="3896" w="6747">
                  <a:moveTo>
                    <a:pt x="951" y="1"/>
                  </a:moveTo>
                  <a:lnTo>
                    <a:pt x="1" y="571"/>
                  </a:lnTo>
                  <a:lnTo>
                    <a:pt x="5764" y="3896"/>
                  </a:lnTo>
                  <a:lnTo>
                    <a:pt x="6746" y="3357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3140575" y="3843575"/>
              <a:ext cx="176575" cy="102150"/>
            </a:xfrm>
            <a:custGeom>
              <a:rect b="b" l="l" r="r" t="t"/>
              <a:pathLst>
                <a:path extrusionOk="0" h="4086" w="7063">
                  <a:moveTo>
                    <a:pt x="951" y="0"/>
                  </a:moveTo>
                  <a:lnTo>
                    <a:pt x="1" y="538"/>
                  </a:lnTo>
                  <a:lnTo>
                    <a:pt x="6113" y="4085"/>
                  </a:lnTo>
                  <a:lnTo>
                    <a:pt x="7063" y="351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313175" y="3943325"/>
              <a:ext cx="130675" cy="75225"/>
            </a:xfrm>
            <a:custGeom>
              <a:rect b="b" l="l" r="r" t="t"/>
              <a:pathLst>
                <a:path extrusionOk="0" h="3009" w="5227">
                  <a:moveTo>
                    <a:pt x="951" y="0"/>
                  </a:moveTo>
                  <a:lnTo>
                    <a:pt x="1" y="539"/>
                  </a:lnTo>
                  <a:lnTo>
                    <a:pt x="4244" y="3009"/>
                  </a:lnTo>
                  <a:lnTo>
                    <a:pt x="5226" y="2439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083575" y="3876025"/>
              <a:ext cx="87125" cy="50700"/>
            </a:xfrm>
            <a:custGeom>
              <a:rect b="b" l="l" r="r" t="t"/>
              <a:pathLst>
                <a:path extrusionOk="0" h="2028" w="3485">
                  <a:moveTo>
                    <a:pt x="951" y="1"/>
                  </a:moveTo>
                  <a:lnTo>
                    <a:pt x="1" y="571"/>
                  </a:lnTo>
                  <a:lnTo>
                    <a:pt x="2534" y="2027"/>
                  </a:lnTo>
                  <a:lnTo>
                    <a:pt x="3484" y="1457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166700" y="3924325"/>
              <a:ext cx="147300" cy="84725"/>
            </a:xfrm>
            <a:custGeom>
              <a:rect b="b" l="l" r="r" t="t"/>
              <a:pathLst>
                <a:path extrusionOk="0" h="3389" w="5892">
                  <a:moveTo>
                    <a:pt x="951" y="0"/>
                  </a:moveTo>
                  <a:lnTo>
                    <a:pt x="1" y="539"/>
                  </a:lnTo>
                  <a:lnTo>
                    <a:pt x="4941" y="3389"/>
                  </a:lnTo>
                  <a:lnTo>
                    <a:pt x="5891" y="2851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310000" y="4006650"/>
              <a:ext cx="76825" cy="45175"/>
            </a:xfrm>
            <a:custGeom>
              <a:rect b="b" l="l" r="r" t="t"/>
              <a:pathLst>
                <a:path extrusionOk="0" h="1807" w="3073">
                  <a:moveTo>
                    <a:pt x="951" y="1"/>
                  </a:moveTo>
                  <a:lnTo>
                    <a:pt x="1" y="571"/>
                  </a:lnTo>
                  <a:lnTo>
                    <a:pt x="2091" y="1806"/>
                  </a:lnTo>
                  <a:lnTo>
                    <a:pt x="3073" y="1236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237175" y="4282975"/>
              <a:ext cx="118000" cy="68100"/>
            </a:xfrm>
            <a:custGeom>
              <a:rect b="b" l="l" r="r" t="t"/>
              <a:pathLst>
                <a:path extrusionOk="0" h="2724" w="4720">
                  <a:moveTo>
                    <a:pt x="1236" y="0"/>
                  </a:moveTo>
                  <a:lnTo>
                    <a:pt x="0" y="697"/>
                  </a:lnTo>
                  <a:lnTo>
                    <a:pt x="3484" y="2724"/>
                  </a:lnTo>
                  <a:lnTo>
                    <a:pt x="4719" y="1995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031325" y="4164225"/>
              <a:ext cx="216950" cy="125100"/>
            </a:xfrm>
            <a:custGeom>
              <a:rect b="b" l="l" r="r" t="t"/>
              <a:pathLst>
                <a:path extrusionOk="0" h="5004" w="8678">
                  <a:moveTo>
                    <a:pt x="1236" y="0"/>
                  </a:moveTo>
                  <a:lnTo>
                    <a:pt x="0" y="697"/>
                  </a:lnTo>
                  <a:lnTo>
                    <a:pt x="7411" y="5004"/>
                  </a:lnTo>
                  <a:lnTo>
                    <a:pt x="8678" y="4275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2804900" y="4032775"/>
              <a:ext cx="237525" cy="137800"/>
            </a:xfrm>
            <a:custGeom>
              <a:rect b="b" l="l" r="r" t="t"/>
              <a:pathLst>
                <a:path extrusionOk="0" h="5512" w="9501">
                  <a:moveTo>
                    <a:pt x="1235" y="1"/>
                  </a:moveTo>
                  <a:lnTo>
                    <a:pt x="0" y="729"/>
                  </a:lnTo>
                  <a:lnTo>
                    <a:pt x="8266" y="5511"/>
                  </a:lnTo>
                  <a:lnTo>
                    <a:pt x="9501" y="4783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2847650" y="4131750"/>
              <a:ext cx="189250" cy="109275"/>
            </a:xfrm>
            <a:custGeom>
              <a:rect b="b" l="l" r="r" t="t"/>
              <a:pathLst>
                <a:path extrusionOk="0" h="4371" w="7570">
                  <a:moveTo>
                    <a:pt x="1235" y="1"/>
                  </a:moveTo>
                  <a:lnTo>
                    <a:pt x="0" y="729"/>
                  </a:lnTo>
                  <a:lnTo>
                    <a:pt x="6334" y="4371"/>
                  </a:lnTo>
                  <a:lnTo>
                    <a:pt x="7569" y="3674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2740750" y="4070000"/>
              <a:ext cx="118000" cy="68100"/>
            </a:xfrm>
            <a:custGeom>
              <a:rect b="b" l="l" r="r" t="t"/>
              <a:pathLst>
                <a:path extrusionOk="0" h="2724" w="4720">
                  <a:moveTo>
                    <a:pt x="1236" y="0"/>
                  </a:moveTo>
                  <a:lnTo>
                    <a:pt x="1" y="729"/>
                  </a:lnTo>
                  <a:lnTo>
                    <a:pt x="3485" y="2724"/>
                  </a:lnTo>
                  <a:lnTo>
                    <a:pt x="4720" y="202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025775" y="4234675"/>
              <a:ext cx="266050" cy="153625"/>
            </a:xfrm>
            <a:custGeom>
              <a:rect b="b" l="l" r="r" t="t"/>
              <a:pathLst>
                <a:path extrusionOk="0" h="6145" w="10642">
                  <a:moveTo>
                    <a:pt x="1236" y="1"/>
                  </a:moveTo>
                  <a:lnTo>
                    <a:pt x="1" y="729"/>
                  </a:lnTo>
                  <a:lnTo>
                    <a:pt x="9375" y="6144"/>
                  </a:lnTo>
                  <a:lnTo>
                    <a:pt x="10642" y="5416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2676625" y="4107200"/>
              <a:ext cx="209050" cy="120375"/>
            </a:xfrm>
            <a:custGeom>
              <a:rect b="b" l="l" r="r" t="t"/>
              <a:pathLst>
                <a:path extrusionOk="0" h="4815" w="8362">
                  <a:moveTo>
                    <a:pt x="1236" y="1"/>
                  </a:moveTo>
                  <a:lnTo>
                    <a:pt x="1" y="698"/>
                  </a:lnTo>
                  <a:lnTo>
                    <a:pt x="7126" y="4815"/>
                  </a:lnTo>
                  <a:lnTo>
                    <a:pt x="8361" y="4118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2874575" y="4221225"/>
              <a:ext cx="251000" cy="144900"/>
            </a:xfrm>
            <a:custGeom>
              <a:rect b="b" l="l" r="r" t="t"/>
              <a:pathLst>
                <a:path extrusionOk="0" h="5796" w="10040">
                  <a:moveTo>
                    <a:pt x="1235" y="0"/>
                  </a:moveTo>
                  <a:lnTo>
                    <a:pt x="0" y="729"/>
                  </a:lnTo>
                  <a:lnTo>
                    <a:pt x="8804" y="5796"/>
                  </a:lnTo>
                  <a:lnTo>
                    <a:pt x="10039" y="5099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3114450" y="4359775"/>
              <a:ext cx="113250" cy="64950"/>
            </a:xfrm>
            <a:custGeom>
              <a:rect b="b" l="l" r="r" t="t"/>
              <a:pathLst>
                <a:path extrusionOk="0" h="2598" w="4530">
                  <a:moveTo>
                    <a:pt x="1267" y="0"/>
                  </a:moveTo>
                  <a:lnTo>
                    <a:pt x="1" y="729"/>
                  </a:lnTo>
                  <a:lnTo>
                    <a:pt x="3294" y="2597"/>
                  </a:lnTo>
                  <a:lnTo>
                    <a:pt x="4529" y="1900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3659175" y="4210925"/>
              <a:ext cx="218525" cy="125900"/>
            </a:xfrm>
            <a:custGeom>
              <a:rect b="b" l="l" r="r" t="t"/>
              <a:pathLst>
                <a:path extrusionOk="0" h="5036" w="8741">
                  <a:moveTo>
                    <a:pt x="1584" y="0"/>
                  </a:moveTo>
                  <a:lnTo>
                    <a:pt x="0" y="919"/>
                  </a:lnTo>
                  <a:lnTo>
                    <a:pt x="7157" y="5036"/>
                  </a:lnTo>
                  <a:lnTo>
                    <a:pt x="8741" y="4117"/>
                  </a:lnTo>
                  <a:lnTo>
                    <a:pt x="1584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3750200" y="4268125"/>
              <a:ext cx="378475" cy="214975"/>
            </a:xfrm>
            <a:custGeom>
              <a:rect b="b" l="l" r="r" t="t"/>
              <a:pathLst>
                <a:path extrusionOk="0" h="8599" w="15139">
                  <a:moveTo>
                    <a:pt x="3580" y="1"/>
                  </a:moveTo>
                  <a:cubicBezTo>
                    <a:pt x="3271" y="1"/>
                    <a:pt x="2962" y="72"/>
                    <a:pt x="2725" y="214"/>
                  </a:cubicBezTo>
                  <a:lnTo>
                    <a:pt x="476" y="1513"/>
                  </a:lnTo>
                  <a:cubicBezTo>
                    <a:pt x="1" y="1766"/>
                    <a:pt x="1" y="2209"/>
                    <a:pt x="476" y="2494"/>
                  </a:cubicBezTo>
                  <a:lnTo>
                    <a:pt x="10705" y="8385"/>
                  </a:lnTo>
                  <a:cubicBezTo>
                    <a:pt x="10943" y="8527"/>
                    <a:pt x="11259" y="8599"/>
                    <a:pt x="11572" y="8599"/>
                  </a:cubicBezTo>
                  <a:cubicBezTo>
                    <a:pt x="11885" y="8599"/>
                    <a:pt x="12194" y="8527"/>
                    <a:pt x="12415" y="8385"/>
                  </a:cubicBezTo>
                  <a:lnTo>
                    <a:pt x="14664" y="7086"/>
                  </a:lnTo>
                  <a:cubicBezTo>
                    <a:pt x="15139" y="6801"/>
                    <a:pt x="15139" y="6358"/>
                    <a:pt x="14664" y="6105"/>
                  </a:cubicBezTo>
                  <a:lnTo>
                    <a:pt x="4435" y="214"/>
                  </a:lnTo>
                  <a:cubicBezTo>
                    <a:pt x="4197" y="72"/>
                    <a:pt x="3888" y="1"/>
                    <a:pt x="3580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188875" y="4016950"/>
              <a:ext cx="572450" cy="256550"/>
            </a:xfrm>
            <a:custGeom>
              <a:rect b="b" l="l" r="r" t="t"/>
              <a:pathLst>
                <a:path extrusionOk="0" h="10262" w="22898">
                  <a:moveTo>
                    <a:pt x="3168" y="1"/>
                  </a:moveTo>
                  <a:cubicBezTo>
                    <a:pt x="1" y="2534"/>
                    <a:pt x="381" y="6113"/>
                    <a:pt x="4339" y="8361"/>
                  </a:cubicBezTo>
                  <a:cubicBezTo>
                    <a:pt x="6540" y="9628"/>
                    <a:pt x="9414" y="10261"/>
                    <a:pt x="12288" y="10261"/>
                  </a:cubicBezTo>
                  <a:cubicBezTo>
                    <a:pt x="15162" y="10261"/>
                    <a:pt x="18036" y="9628"/>
                    <a:pt x="20237" y="8361"/>
                  </a:cubicBezTo>
                  <a:cubicBezTo>
                    <a:pt x="21472" y="7664"/>
                    <a:pt x="22359" y="6809"/>
                    <a:pt x="22897" y="5923"/>
                  </a:cubicBezTo>
                  <a:lnTo>
                    <a:pt x="22897" y="5923"/>
                  </a:lnTo>
                  <a:cubicBezTo>
                    <a:pt x="22549" y="6208"/>
                    <a:pt x="22169" y="6461"/>
                    <a:pt x="21726" y="6714"/>
                  </a:cubicBezTo>
                  <a:cubicBezTo>
                    <a:pt x="19525" y="7981"/>
                    <a:pt x="16651" y="8615"/>
                    <a:pt x="13777" y="8615"/>
                  </a:cubicBezTo>
                  <a:cubicBezTo>
                    <a:pt x="10903" y="8615"/>
                    <a:pt x="8029" y="7981"/>
                    <a:pt x="5828" y="6714"/>
                  </a:cubicBezTo>
                  <a:cubicBezTo>
                    <a:pt x="2692" y="4909"/>
                    <a:pt x="1806" y="2281"/>
                    <a:pt x="3168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3273600" y="3887100"/>
              <a:ext cx="485350" cy="174225"/>
            </a:xfrm>
            <a:custGeom>
              <a:rect b="b" l="l" r="r" t="t"/>
              <a:pathLst>
                <a:path extrusionOk="0" h="6969" w="19414">
                  <a:moveTo>
                    <a:pt x="10483" y="1"/>
                  </a:moveTo>
                  <a:lnTo>
                    <a:pt x="6302" y="254"/>
                  </a:lnTo>
                  <a:lnTo>
                    <a:pt x="1552" y="2123"/>
                  </a:lnTo>
                  <a:lnTo>
                    <a:pt x="159" y="4371"/>
                  </a:lnTo>
                  <a:lnTo>
                    <a:pt x="159" y="4371"/>
                  </a:lnTo>
                  <a:lnTo>
                    <a:pt x="824" y="4055"/>
                  </a:lnTo>
                  <a:lnTo>
                    <a:pt x="824" y="4055"/>
                  </a:lnTo>
                  <a:cubicBezTo>
                    <a:pt x="190" y="4973"/>
                    <a:pt x="0" y="5986"/>
                    <a:pt x="254" y="6968"/>
                  </a:cubicBezTo>
                  <a:cubicBezTo>
                    <a:pt x="412" y="6303"/>
                    <a:pt x="792" y="5670"/>
                    <a:pt x="1362" y="5100"/>
                  </a:cubicBezTo>
                  <a:cubicBezTo>
                    <a:pt x="1774" y="4656"/>
                    <a:pt x="2312" y="4245"/>
                    <a:pt x="2945" y="3865"/>
                  </a:cubicBezTo>
                  <a:cubicBezTo>
                    <a:pt x="4814" y="2788"/>
                    <a:pt x="7268" y="2249"/>
                    <a:pt x="9723" y="2249"/>
                  </a:cubicBezTo>
                  <a:cubicBezTo>
                    <a:pt x="12177" y="2249"/>
                    <a:pt x="14631" y="2788"/>
                    <a:pt x="16500" y="3865"/>
                  </a:cubicBezTo>
                  <a:cubicBezTo>
                    <a:pt x="17133" y="4245"/>
                    <a:pt x="17672" y="4656"/>
                    <a:pt x="18083" y="5100"/>
                  </a:cubicBezTo>
                  <a:cubicBezTo>
                    <a:pt x="18653" y="5670"/>
                    <a:pt x="19002" y="6303"/>
                    <a:pt x="19192" y="6968"/>
                  </a:cubicBezTo>
                  <a:cubicBezTo>
                    <a:pt x="19413" y="6081"/>
                    <a:pt x="19255" y="5163"/>
                    <a:pt x="18748" y="4308"/>
                  </a:cubicBezTo>
                  <a:lnTo>
                    <a:pt x="18748" y="4308"/>
                  </a:lnTo>
                  <a:lnTo>
                    <a:pt x="19128" y="4466"/>
                  </a:lnTo>
                  <a:lnTo>
                    <a:pt x="19128" y="4466"/>
                  </a:lnTo>
                  <a:lnTo>
                    <a:pt x="17133" y="1774"/>
                  </a:lnTo>
                  <a:lnTo>
                    <a:pt x="10483" y="1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3234800" y="3972625"/>
              <a:ext cx="563725" cy="271575"/>
            </a:xfrm>
            <a:custGeom>
              <a:rect b="b" l="l" r="r" t="t"/>
              <a:pathLst>
                <a:path extrusionOk="0" h="10863" w="22549">
                  <a:moveTo>
                    <a:pt x="2914" y="0"/>
                  </a:moveTo>
                  <a:cubicBezTo>
                    <a:pt x="1647" y="824"/>
                    <a:pt x="792" y="1774"/>
                    <a:pt x="349" y="2787"/>
                  </a:cubicBezTo>
                  <a:lnTo>
                    <a:pt x="32" y="2407"/>
                  </a:lnTo>
                  <a:lnTo>
                    <a:pt x="32" y="2977"/>
                  </a:lnTo>
                  <a:lnTo>
                    <a:pt x="0" y="4339"/>
                  </a:lnTo>
                  <a:lnTo>
                    <a:pt x="0" y="4402"/>
                  </a:lnTo>
                  <a:cubicBezTo>
                    <a:pt x="32" y="5226"/>
                    <a:pt x="285" y="6049"/>
                    <a:pt x="855" y="6841"/>
                  </a:cubicBezTo>
                  <a:cubicBezTo>
                    <a:pt x="1394" y="7601"/>
                    <a:pt x="2217" y="8329"/>
                    <a:pt x="3294" y="8962"/>
                  </a:cubicBezTo>
                  <a:cubicBezTo>
                    <a:pt x="5495" y="10229"/>
                    <a:pt x="8377" y="10863"/>
                    <a:pt x="11259" y="10863"/>
                  </a:cubicBezTo>
                  <a:cubicBezTo>
                    <a:pt x="14141" y="10863"/>
                    <a:pt x="17023" y="10229"/>
                    <a:pt x="19224" y="8962"/>
                  </a:cubicBezTo>
                  <a:cubicBezTo>
                    <a:pt x="21440" y="7696"/>
                    <a:pt x="22517" y="6017"/>
                    <a:pt x="22517" y="4370"/>
                  </a:cubicBezTo>
                  <a:lnTo>
                    <a:pt x="22549" y="2660"/>
                  </a:lnTo>
                  <a:lnTo>
                    <a:pt x="22517" y="2692"/>
                  </a:lnTo>
                  <a:lnTo>
                    <a:pt x="22295" y="3040"/>
                  </a:lnTo>
                  <a:cubicBezTo>
                    <a:pt x="21915" y="1964"/>
                    <a:pt x="21029" y="887"/>
                    <a:pt x="19635" y="32"/>
                  </a:cubicBezTo>
                  <a:lnTo>
                    <a:pt x="19635" y="32"/>
                  </a:lnTo>
                  <a:cubicBezTo>
                    <a:pt x="21662" y="2122"/>
                    <a:pt x="21124" y="4814"/>
                    <a:pt x="18052" y="6619"/>
                  </a:cubicBezTo>
                  <a:cubicBezTo>
                    <a:pt x="16183" y="7696"/>
                    <a:pt x="13729" y="8234"/>
                    <a:pt x="11275" y="8234"/>
                  </a:cubicBezTo>
                  <a:cubicBezTo>
                    <a:pt x="8820" y="8234"/>
                    <a:pt x="6366" y="7696"/>
                    <a:pt x="4497" y="6619"/>
                  </a:cubicBezTo>
                  <a:cubicBezTo>
                    <a:pt x="1394" y="4814"/>
                    <a:pt x="887" y="2122"/>
                    <a:pt x="2914" y="0"/>
                  </a:cubicBez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3234800" y="3877600"/>
              <a:ext cx="563725" cy="325425"/>
            </a:xfrm>
            <a:custGeom>
              <a:rect b="b" l="l" r="r" t="t"/>
              <a:pathLst>
                <a:path extrusionOk="0" h="13017" w="22549">
                  <a:moveTo>
                    <a:pt x="11275" y="983"/>
                  </a:moveTo>
                  <a:cubicBezTo>
                    <a:pt x="13729" y="983"/>
                    <a:pt x="16183" y="1521"/>
                    <a:pt x="18052" y="2598"/>
                  </a:cubicBezTo>
                  <a:cubicBezTo>
                    <a:pt x="18685" y="2978"/>
                    <a:pt x="19224" y="3389"/>
                    <a:pt x="19635" y="3801"/>
                  </a:cubicBezTo>
                  <a:cubicBezTo>
                    <a:pt x="21662" y="5923"/>
                    <a:pt x="21124" y="8615"/>
                    <a:pt x="18052" y="10420"/>
                  </a:cubicBezTo>
                  <a:cubicBezTo>
                    <a:pt x="16183" y="11497"/>
                    <a:pt x="13729" y="12035"/>
                    <a:pt x="11275" y="12035"/>
                  </a:cubicBezTo>
                  <a:cubicBezTo>
                    <a:pt x="8820" y="12035"/>
                    <a:pt x="6366" y="11497"/>
                    <a:pt x="4497" y="10420"/>
                  </a:cubicBezTo>
                  <a:cubicBezTo>
                    <a:pt x="1394" y="8615"/>
                    <a:pt x="887" y="5923"/>
                    <a:pt x="2914" y="3801"/>
                  </a:cubicBezTo>
                  <a:cubicBezTo>
                    <a:pt x="3326" y="3389"/>
                    <a:pt x="3864" y="2978"/>
                    <a:pt x="4497" y="2598"/>
                  </a:cubicBezTo>
                  <a:cubicBezTo>
                    <a:pt x="6366" y="1521"/>
                    <a:pt x="8820" y="983"/>
                    <a:pt x="11275" y="983"/>
                  </a:cubicBezTo>
                  <a:close/>
                  <a:moveTo>
                    <a:pt x="11259" y="1"/>
                  </a:moveTo>
                  <a:cubicBezTo>
                    <a:pt x="8377" y="1"/>
                    <a:pt x="5495" y="634"/>
                    <a:pt x="3294" y="1901"/>
                  </a:cubicBezTo>
                  <a:cubicBezTo>
                    <a:pt x="1236" y="3104"/>
                    <a:pt x="159" y="4625"/>
                    <a:pt x="32" y="6208"/>
                  </a:cubicBezTo>
                  <a:cubicBezTo>
                    <a:pt x="0" y="6398"/>
                    <a:pt x="0" y="6588"/>
                    <a:pt x="0" y="6778"/>
                  </a:cubicBezTo>
                  <a:cubicBezTo>
                    <a:pt x="127" y="8330"/>
                    <a:pt x="1236" y="9913"/>
                    <a:pt x="3294" y="11117"/>
                  </a:cubicBezTo>
                  <a:cubicBezTo>
                    <a:pt x="5495" y="12383"/>
                    <a:pt x="8377" y="13017"/>
                    <a:pt x="11259" y="13017"/>
                  </a:cubicBezTo>
                  <a:cubicBezTo>
                    <a:pt x="14141" y="13017"/>
                    <a:pt x="17023" y="12383"/>
                    <a:pt x="19224" y="11117"/>
                  </a:cubicBezTo>
                  <a:cubicBezTo>
                    <a:pt x="21440" y="9818"/>
                    <a:pt x="22549" y="8140"/>
                    <a:pt x="22517" y="6461"/>
                  </a:cubicBezTo>
                  <a:cubicBezTo>
                    <a:pt x="22517" y="4815"/>
                    <a:pt x="21409" y="3168"/>
                    <a:pt x="19224" y="1901"/>
                  </a:cubicBezTo>
                  <a:cubicBezTo>
                    <a:pt x="17023" y="634"/>
                    <a:pt x="14141" y="1"/>
                    <a:pt x="11259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3277550" y="3902150"/>
              <a:ext cx="478225" cy="275550"/>
            </a:xfrm>
            <a:custGeom>
              <a:rect b="b" l="l" r="r" t="t"/>
              <a:pathLst>
                <a:path extrusionOk="0" h="11022" w="19129">
                  <a:moveTo>
                    <a:pt x="9565" y="1"/>
                  </a:moveTo>
                  <a:cubicBezTo>
                    <a:pt x="4276" y="1"/>
                    <a:pt x="1" y="2471"/>
                    <a:pt x="1" y="5511"/>
                  </a:cubicBezTo>
                  <a:cubicBezTo>
                    <a:pt x="1" y="7284"/>
                    <a:pt x="1426" y="8868"/>
                    <a:pt x="3674" y="9850"/>
                  </a:cubicBezTo>
                  <a:cubicBezTo>
                    <a:pt x="5289" y="10578"/>
                    <a:pt x="7348" y="11021"/>
                    <a:pt x="9565" y="11021"/>
                  </a:cubicBezTo>
                  <a:cubicBezTo>
                    <a:pt x="14853" y="11021"/>
                    <a:pt x="19129" y="8551"/>
                    <a:pt x="19129" y="5511"/>
                  </a:cubicBezTo>
                  <a:cubicBezTo>
                    <a:pt x="19129" y="4086"/>
                    <a:pt x="18179" y="2756"/>
                    <a:pt x="16595" y="1774"/>
                  </a:cubicBezTo>
                  <a:cubicBezTo>
                    <a:pt x="14853" y="697"/>
                    <a:pt x="12351" y="1"/>
                    <a:pt x="9565" y="1"/>
                  </a:cubicBezTo>
                  <a:close/>
                </a:path>
              </a:pathLst>
            </a:custGeom>
            <a:solidFill>
              <a:srgbClr val="D9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3277550" y="3902150"/>
              <a:ext cx="414900" cy="246250"/>
            </a:xfrm>
            <a:custGeom>
              <a:rect b="b" l="l" r="r" t="t"/>
              <a:pathLst>
                <a:path extrusionOk="0" h="9850" w="16596">
                  <a:moveTo>
                    <a:pt x="9565" y="1"/>
                  </a:moveTo>
                  <a:cubicBezTo>
                    <a:pt x="4276" y="1"/>
                    <a:pt x="1" y="2471"/>
                    <a:pt x="1" y="5511"/>
                  </a:cubicBezTo>
                  <a:cubicBezTo>
                    <a:pt x="1" y="7284"/>
                    <a:pt x="1426" y="8868"/>
                    <a:pt x="3674" y="9850"/>
                  </a:cubicBezTo>
                  <a:cubicBezTo>
                    <a:pt x="6398" y="7348"/>
                    <a:pt x="11116" y="3611"/>
                    <a:pt x="16595" y="1774"/>
                  </a:cubicBezTo>
                  <a:cubicBezTo>
                    <a:pt x="14853" y="697"/>
                    <a:pt x="12351" y="1"/>
                    <a:pt x="9565" y="1"/>
                  </a:cubicBezTo>
                  <a:close/>
                </a:path>
              </a:pathLst>
            </a:custGeom>
            <a:solidFill>
              <a:srgbClr val="D9E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3276750" y="3901350"/>
              <a:ext cx="239925" cy="139375"/>
            </a:xfrm>
            <a:custGeom>
              <a:rect b="b" l="l" r="r" t="t"/>
              <a:pathLst>
                <a:path extrusionOk="0" h="5575" w="9597">
                  <a:moveTo>
                    <a:pt x="9597" y="1"/>
                  </a:moveTo>
                  <a:cubicBezTo>
                    <a:pt x="9090" y="1"/>
                    <a:pt x="8583" y="1"/>
                    <a:pt x="8077" y="33"/>
                  </a:cubicBezTo>
                  <a:cubicBezTo>
                    <a:pt x="7570" y="64"/>
                    <a:pt x="7063" y="128"/>
                    <a:pt x="6556" y="191"/>
                  </a:cubicBezTo>
                  <a:cubicBezTo>
                    <a:pt x="5575" y="381"/>
                    <a:pt x="4593" y="666"/>
                    <a:pt x="3643" y="1078"/>
                  </a:cubicBezTo>
                  <a:cubicBezTo>
                    <a:pt x="2724" y="1489"/>
                    <a:pt x="1838" y="2028"/>
                    <a:pt x="1141" y="2788"/>
                  </a:cubicBezTo>
                  <a:cubicBezTo>
                    <a:pt x="793" y="3168"/>
                    <a:pt x="508" y="3580"/>
                    <a:pt x="286" y="4055"/>
                  </a:cubicBezTo>
                  <a:cubicBezTo>
                    <a:pt x="96" y="4530"/>
                    <a:pt x="1" y="5036"/>
                    <a:pt x="1" y="5543"/>
                  </a:cubicBezTo>
                  <a:cubicBezTo>
                    <a:pt x="1" y="5543"/>
                    <a:pt x="1" y="5575"/>
                    <a:pt x="33" y="5575"/>
                  </a:cubicBezTo>
                  <a:cubicBezTo>
                    <a:pt x="33" y="5575"/>
                    <a:pt x="33" y="5543"/>
                    <a:pt x="33" y="5543"/>
                  </a:cubicBezTo>
                  <a:cubicBezTo>
                    <a:pt x="64" y="5036"/>
                    <a:pt x="191" y="4561"/>
                    <a:pt x="444" y="4118"/>
                  </a:cubicBezTo>
                  <a:cubicBezTo>
                    <a:pt x="666" y="3675"/>
                    <a:pt x="951" y="3295"/>
                    <a:pt x="1299" y="2946"/>
                  </a:cubicBezTo>
                  <a:cubicBezTo>
                    <a:pt x="1996" y="2249"/>
                    <a:pt x="2883" y="1711"/>
                    <a:pt x="3770" y="1299"/>
                  </a:cubicBezTo>
                  <a:cubicBezTo>
                    <a:pt x="4688" y="919"/>
                    <a:pt x="5638" y="603"/>
                    <a:pt x="6620" y="413"/>
                  </a:cubicBezTo>
                  <a:cubicBezTo>
                    <a:pt x="7570" y="191"/>
                    <a:pt x="8583" y="96"/>
                    <a:pt x="9597" y="33"/>
                  </a:cubicBezTo>
                  <a:cubicBezTo>
                    <a:pt x="9597" y="33"/>
                    <a:pt x="9597" y="1"/>
                    <a:pt x="9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358300" y="3932425"/>
              <a:ext cx="268425" cy="52100"/>
            </a:xfrm>
            <a:custGeom>
              <a:rect b="b" l="l" r="r" t="t"/>
              <a:pathLst>
                <a:path extrusionOk="0" h="2084" w="10737">
                  <a:moveTo>
                    <a:pt x="7421" y="1"/>
                  </a:moveTo>
                  <a:cubicBezTo>
                    <a:pt x="2582" y="1"/>
                    <a:pt x="1" y="2083"/>
                    <a:pt x="1" y="2083"/>
                  </a:cubicBezTo>
                  <a:cubicBezTo>
                    <a:pt x="3548" y="468"/>
                    <a:pt x="10737" y="310"/>
                    <a:pt x="10737" y="310"/>
                  </a:cubicBezTo>
                  <a:cubicBezTo>
                    <a:pt x="9535" y="91"/>
                    <a:pt x="8429" y="1"/>
                    <a:pt x="74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3683700" y="4165000"/>
              <a:ext cx="140175" cy="91875"/>
            </a:xfrm>
            <a:custGeom>
              <a:rect b="b" l="l" r="r" t="t"/>
              <a:pathLst>
                <a:path extrusionOk="0" h="3675" w="5607">
                  <a:moveTo>
                    <a:pt x="698" y="1"/>
                  </a:moveTo>
                  <a:cubicBezTo>
                    <a:pt x="666" y="32"/>
                    <a:pt x="634" y="32"/>
                    <a:pt x="603" y="64"/>
                  </a:cubicBezTo>
                  <a:cubicBezTo>
                    <a:pt x="349" y="191"/>
                    <a:pt x="159" y="444"/>
                    <a:pt x="1" y="729"/>
                  </a:cubicBezTo>
                  <a:lnTo>
                    <a:pt x="5131" y="3674"/>
                  </a:lnTo>
                  <a:lnTo>
                    <a:pt x="5606" y="2851"/>
                  </a:lnTo>
                  <a:lnTo>
                    <a:pt x="698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3678175" y="4182425"/>
              <a:ext cx="133825" cy="91075"/>
            </a:xfrm>
            <a:custGeom>
              <a:rect b="b" l="l" r="r" t="t"/>
              <a:pathLst>
                <a:path extrusionOk="0" h="3643" w="5353">
                  <a:moveTo>
                    <a:pt x="222" y="0"/>
                  </a:moveTo>
                  <a:cubicBezTo>
                    <a:pt x="95" y="254"/>
                    <a:pt x="0" y="507"/>
                    <a:pt x="0" y="760"/>
                  </a:cubicBezTo>
                  <a:lnTo>
                    <a:pt x="0" y="792"/>
                  </a:lnTo>
                  <a:lnTo>
                    <a:pt x="4972" y="3642"/>
                  </a:lnTo>
                  <a:lnTo>
                    <a:pt x="5352" y="297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3701125" y="4163500"/>
              <a:ext cx="125900" cy="72775"/>
            </a:xfrm>
            <a:custGeom>
              <a:rect b="b" l="l" r="r" t="t"/>
              <a:pathLst>
                <a:path extrusionOk="0" h="2911" w="5036">
                  <a:moveTo>
                    <a:pt x="238" y="1"/>
                  </a:moveTo>
                  <a:cubicBezTo>
                    <a:pt x="166" y="1"/>
                    <a:pt x="86" y="18"/>
                    <a:pt x="1" y="61"/>
                  </a:cubicBezTo>
                  <a:lnTo>
                    <a:pt x="4909" y="2911"/>
                  </a:lnTo>
                  <a:lnTo>
                    <a:pt x="5036" y="2689"/>
                  </a:lnTo>
                  <a:lnTo>
                    <a:pt x="476" y="61"/>
                  </a:lnTo>
                  <a:cubicBezTo>
                    <a:pt x="406" y="26"/>
                    <a:pt x="327" y="1"/>
                    <a:pt x="238" y="1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3678175" y="4202225"/>
              <a:ext cx="124325" cy="78400"/>
            </a:xfrm>
            <a:custGeom>
              <a:rect b="b" l="l" r="r" t="t"/>
              <a:pathLst>
                <a:path extrusionOk="0" h="3136" w="4973">
                  <a:moveTo>
                    <a:pt x="0" y="0"/>
                  </a:moveTo>
                  <a:lnTo>
                    <a:pt x="0" y="0"/>
                  </a:lnTo>
                  <a:cubicBezTo>
                    <a:pt x="32" y="222"/>
                    <a:pt x="95" y="412"/>
                    <a:pt x="253" y="475"/>
                  </a:cubicBezTo>
                  <a:lnTo>
                    <a:pt x="4814" y="3135"/>
                  </a:lnTo>
                  <a:lnTo>
                    <a:pt x="4972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3792975" y="4229525"/>
              <a:ext cx="40400" cy="52150"/>
            </a:xfrm>
            <a:custGeom>
              <a:rect b="b" l="l" r="r" t="t"/>
              <a:pathLst>
                <a:path extrusionOk="0" h="2086" w="1616">
                  <a:moveTo>
                    <a:pt x="1160" y="1"/>
                  </a:moveTo>
                  <a:cubicBezTo>
                    <a:pt x="1048" y="1"/>
                    <a:pt x="923" y="37"/>
                    <a:pt x="792" y="112"/>
                  </a:cubicBezTo>
                  <a:cubicBezTo>
                    <a:pt x="348" y="365"/>
                    <a:pt x="0" y="998"/>
                    <a:pt x="0" y="1505"/>
                  </a:cubicBezTo>
                  <a:cubicBezTo>
                    <a:pt x="0" y="1868"/>
                    <a:pt x="179" y="2085"/>
                    <a:pt x="444" y="2085"/>
                  </a:cubicBezTo>
                  <a:cubicBezTo>
                    <a:pt x="549" y="2085"/>
                    <a:pt x="667" y="2052"/>
                    <a:pt x="792" y="1980"/>
                  </a:cubicBezTo>
                  <a:cubicBezTo>
                    <a:pt x="1235" y="1727"/>
                    <a:pt x="1615" y="1093"/>
                    <a:pt x="1615" y="587"/>
                  </a:cubicBezTo>
                  <a:cubicBezTo>
                    <a:pt x="1615" y="207"/>
                    <a:pt x="1426" y="1"/>
                    <a:pt x="1160" y="1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792975" y="4229525"/>
              <a:ext cx="40400" cy="52150"/>
            </a:xfrm>
            <a:custGeom>
              <a:rect b="b" l="l" r="r" t="t"/>
              <a:pathLst>
                <a:path extrusionOk="0" h="2086" w="1616">
                  <a:moveTo>
                    <a:pt x="1160" y="1"/>
                  </a:moveTo>
                  <a:cubicBezTo>
                    <a:pt x="1048" y="1"/>
                    <a:pt x="923" y="37"/>
                    <a:pt x="792" y="112"/>
                  </a:cubicBezTo>
                  <a:cubicBezTo>
                    <a:pt x="348" y="365"/>
                    <a:pt x="0" y="998"/>
                    <a:pt x="0" y="1505"/>
                  </a:cubicBezTo>
                  <a:cubicBezTo>
                    <a:pt x="0" y="1868"/>
                    <a:pt x="179" y="2085"/>
                    <a:pt x="444" y="2085"/>
                  </a:cubicBezTo>
                  <a:cubicBezTo>
                    <a:pt x="549" y="2085"/>
                    <a:pt x="667" y="2052"/>
                    <a:pt x="792" y="1980"/>
                  </a:cubicBezTo>
                  <a:cubicBezTo>
                    <a:pt x="1235" y="1727"/>
                    <a:pt x="1615" y="1093"/>
                    <a:pt x="1615" y="587"/>
                  </a:cubicBezTo>
                  <a:cubicBezTo>
                    <a:pt x="1615" y="207"/>
                    <a:pt x="1426" y="1"/>
                    <a:pt x="1160" y="1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3792175" y="4229125"/>
              <a:ext cx="30900" cy="47525"/>
            </a:xfrm>
            <a:custGeom>
              <a:rect b="b" l="l" r="r" t="t"/>
              <a:pathLst>
                <a:path extrusionOk="0" h="1901" w="1236">
                  <a:moveTo>
                    <a:pt x="1204" y="1"/>
                  </a:moveTo>
                  <a:cubicBezTo>
                    <a:pt x="982" y="1"/>
                    <a:pt x="792" y="96"/>
                    <a:pt x="634" y="254"/>
                  </a:cubicBezTo>
                  <a:cubicBezTo>
                    <a:pt x="475" y="381"/>
                    <a:pt x="349" y="539"/>
                    <a:pt x="254" y="729"/>
                  </a:cubicBezTo>
                  <a:cubicBezTo>
                    <a:pt x="159" y="888"/>
                    <a:pt x="64" y="1078"/>
                    <a:pt x="32" y="1299"/>
                  </a:cubicBezTo>
                  <a:cubicBezTo>
                    <a:pt x="0" y="1489"/>
                    <a:pt x="0" y="1711"/>
                    <a:pt x="95" y="1901"/>
                  </a:cubicBezTo>
                  <a:cubicBezTo>
                    <a:pt x="0" y="1711"/>
                    <a:pt x="0" y="1489"/>
                    <a:pt x="64" y="1299"/>
                  </a:cubicBezTo>
                  <a:cubicBezTo>
                    <a:pt x="95" y="1109"/>
                    <a:pt x="159" y="919"/>
                    <a:pt x="285" y="729"/>
                  </a:cubicBezTo>
                  <a:cubicBezTo>
                    <a:pt x="380" y="571"/>
                    <a:pt x="507" y="413"/>
                    <a:pt x="666" y="286"/>
                  </a:cubicBezTo>
                  <a:cubicBezTo>
                    <a:pt x="824" y="159"/>
                    <a:pt x="1014" y="33"/>
                    <a:pt x="1204" y="33"/>
                  </a:cubicBezTo>
                  <a:lnTo>
                    <a:pt x="1236" y="33"/>
                  </a:lnTo>
                  <a:cubicBezTo>
                    <a:pt x="1236" y="1"/>
                    <a:pt x="1204" y="1"/>
                    <a:pt x="1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3791375" y="4214100"/>
              <a:ext cx="297725" cy="194000"/>
            </a:xfrm>
            <a:custGeom>
              <a:rect b="b" l="l" r="r" t="t"/>
              <a:pathLst>
                <a:path extrusionOk="0" h="7760" w="11909">
                  <a:moveTo>
                    <a:pt x="1394" y="0"/>
                  </a:moveTo>
                  <a:cubicBezTo>
                    <a:pt x="1331" y="32"/>
                    <a:pt x="1268" y="63"/>
                    <a:pt x="1204" y="95"/>
                  </a:cubicBezTo>
                  <a:cubicBezTo>
                    <a:pt x="729" y="380"/>
                    <a:pt x="286" y="887"/>
                    <a:pt x="1" y="1425"/>
                  </a:cubicBezTo>
                  <a:lnTo>
                    <a:pt x="10958" y="7759"/>
                  </a:lnTo>
                  <a:lnTo>
                    <a:pt x="11908" y="6081"/>
                  </a:lnTo>
                  <a:lnTo>
                    <a:pt x="1394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3781100" y="4249725"/>
              <a:ext cx="284250" cy="192400"/>
            </a:xfrm>
            <a:custGeom>
              <a:rect b="b" l="l" r="r" t="t"/>
              <a:pathLst>
                <a:path extrusionOk="0" h="7696" w="11370">
                  <a:moveTo>
                    <a:pt x="412" y="0"/>
                  </a:moveTo>
                  <a:cubicBezTo>
                    <a:pt x="158" y="475"/>
                    <a:pt x="0" y="1014"/>
                    <a:pt x="0" y="1489"/>
                  </a:cubicBezTo>
                  <a:cubicBezTo>
                    <a:pt x="0" y="1520"/>
                    <a:pt x="0" y="1552"/>
                    <a:pt x="0" y="1584"/>
                  </a:cubicBezTo>
                  <a:lnTo>
                    <a:pt x="10578" y="7696"/>
                  </a:lnTo>
                  <a:lnTo>
                    <a:pt x="11369" y="6334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3826225" y="4211125"/>
              <a:ext cx="269200" cy="155000"/>
            </a:xfrm>
            <a:custGeom>
              <a:rect b="b" l="l" r="r" t="t"/>
              <a:pathLst>
                <a:path extrusionOk="0" h="6200" w="10768">
                  <a:moveTo>
                    <a:pt x="554" y="0"/>
                  </a:moveTo>
                  <a:cubicBezTo>
                    <a:pt x="388" y="0"/>
                    <a:pt x="206" y="40"/>
                    <a:pt x="0" y="119"/>
                  </a:cubicBezTo>
                  <a:lnTo>
                    <a:pt x="10514" y="6200"/>
                  </a:lnTo>
                  <a:lnTo>
                    <a:pt x="10768" y="5756"/>
                  </a:lnTo>
                  <a:lnTo>
                    <a:pt x="1014" y="119"/>
                  </a:lnTo>
                  <a:cubicBezTo>
                    <a:pt x="871" y="40"/>
                    <a:pt x="721" y="0"/>
                    <a:pt x="554" y="0"/>
                  </a:cubicBez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3781100" y="4289300"/>
              <a:ext cx="264450" cy="165500"/>
            </a:xfrm>
            <a:custGeom>
              <a:rect b="b" l="l" r="r" t="t"/>
              <a:pathLst>
                <a:path extrusionOk="0" h="6620" w="10578">
                  <a:moveTo>
                    <a:pt x="0" y="1"/>
                  </a:moveTo>
                  <a:lnTo>
                    <a:pt x="0" y="1"/>
                  </a:lnTo>
                  <a:cubicBezTo>
                    <a:pt x="32" y="444"/>
                    <a:pt x="190" y="792"/>
                    <a:pt x="443" y="951"/>
                  </a:cubicBezTo>
                  <a:lnTo>
                    <a:pt x="475" y="951"/>
                  </a:lnTo>
                  <a:lnTo>
                    <a:pt x="10293" y="6619"/>
                  </a:lnTo>
                  <a:lnTo>
                    <a:pt x="10578" y="611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4026525" y="4352775"/>
              <a:ext cx="80775" cy="105050"/>
            </a:xfrm>
            <a:custGeom>
              <a:rect b="b" l="l" r="r" t="t"/>
              <a:pathLst>
                <a:path extrusionOk="0" h="4202" w="3231">
                  <a:moveTo>
                    <a:pt x="2331" y="1"/>
                  </a:moveTo>
                  <a:cubicBezTo>
                    <a:pt x="2115" y="1"/>
                    <a:pt x="1872" y="71"/>
                    <a:pt x="1616" y="217"/>
                  </a:cubicBezTo>
                  <a:cubicBezTo>
                    <a:pt x="729" y="724"/>
                    <a:pt x="0" y="1990"/>
                    <a:pt x="0" y="3035"/>
                  </a:cubicBezTo>
                  <a:cubicBezTo>
                    <a:pt x="0" y="3779"/>
                    <a:pt x="369" y="4202"/>
                    <a:pt x="901" y="4202"/>
                  </a:cubicBezTo>
                  <a:cubicBezTo>
                    <a:pt x="1117" y="4202"/>
                    <a:pt x="1360" y="4132"/>
                    <a:pt x="1616" y="3985"/>
                  </a:cubicBezTo>
                  <a:cubicBezTo>
                    <a:pt x="2502" y="3447"/>
                    <a:pt x="3231" y="2180"/>
                    <a:pt x="3231" y="1167"/>
                  </a:cubicBezTo>
                  <a:cubicBezTo>
                    <a:pt x="3231" y="424"/>
                    <a:pt x="2862" y="1"/>
                    <a:pt x="2331" y="1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4026525" y="4352775"/>
              <a:ext cx="80775" cy="105050"/>
            </a:xfrm>
            <a:custGeom>
              <a:rect b="b" l="l" r="r" t="t"/>
              <a:pathLst>
                <a:path extrusionOk="0" h="4202" w="3231">
                  <a:moveTo>
                    <a:pt x="2331" y="1"/>
                  </a:moveTo>
                  <a:cubicBezTo>
                    <a:pt x="2115" y="1"/>
                    <a:pt x="1872" y="71"/>
                    <a:pt x="1616" y="217"/>
                  </a:cubicBezTo>
                  <a:cubicBezTo>
                    <a:pt x="729" y="724"/>
                    <a:pt x="0" y="1990"/>
                    <a:pt x="0" y="3035"/>
                  </a:cubicBezTo>
                  <a:cubicBezTo>
                    <a:pt x="0" y="3779"/>
                    <a:pt x="369" y="4202"/>
                    <a:pt x="901" y="4202"/>
                  </a:cubicBezTo>
                  <a:cubicBezTo>
                    <a:pt x="1117" y="4202"/>
                    <a:pt x="1360" y="4132"/>
                    <a:pt x="1616" y="3985"/>
                  </a:cubicBezTo>
                  <a:cubicBezTo>
                    <a:pt x="2502" y="3447"/>
                    <a:pt x="3231" y="2180"/>
                    <a:pt x="3231" y="1167"/>
                  </a:cubicBezTo>
                  <a:cubicBezTo>
                    <a:pt x="3231" y="424"/>
                    <a:pt x="2862" y="1"/>
                    <a:pt x="2331" y="1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4024950" y="4350275"/>
              <a:ext cx="63350" cy="96600"/>
            </a:xfrm>
            <a:custGeom>
              <a:rect b="b" l="l" r="r" t="t"/>
              <a:pathLst>
                <a:path extrusionOk="0" h="3864" w="2534">
                  <a:moveTo>
                    <a:pt x="2439" y="0"/>
                  </a:moveTo>
                  <a:cubicBezTo>
                    <a:pt x="1995" y="0"/>
                    <a:pt x="1615" y="254"/>
                    <a:pt x="1299" y="507"/>
                  </a:cubicBezTo>
                  <a:cubicBezTo>
                    <a:pt x="950" y="792"/>
                    <a:pt x="697" y="1140"/>
                    <a:pt x="507" y="1489"/>
                  </a:cubicBezTo>
                  <a:cubicBezTo>
                    <a:pt x="285" y="1837"/>
                    <a:pt x="159" y="2249"/>
                    <a:pt x="63" y="2660"/>
                  </a:cubicBezTo>
                  <a:cubicBezTo>
                    <a:pt x="0" y="3072"/>
                    <a:pt x="0" y="3515"/>
                    <a:pt x="222" y="3864"/>
                  </a:cubicBezTo>
                  <a:cubicBezTo>
                    <a:pt x="32" y="3484"/>
                    <a:pt x="63" y="3072"/>
                    <a:pt x="127" y="2660"/>
                  </a:cubicBezTo>
                  <a:cubicBezTo>
                    <a:pt x="222" y="2280"/>
                    <a:pt x="380" y="1900"/>
                    <a:pt x="570" y="1552"/>
                  </a:cubicBezTo>
                  <a:cubicBezTo>
                    <a:pt x="792" y="1204"/>
                    <a:pt x="1045" y="887"/>
                    <a:pt x="1362" y="634"/>
                  </a:cubicBezTo>
                  <a:cubicBezTo>
                    <a:pt x="1658" y="397"/>
                    <a:pt x="2010" y="187"/>
                    <a:pt x="2365" y="187"/>
                  </a:cubicBezTo>
                  <a:cubicBezTo>
                    <a:pt x="2390" y="187"/>
                    <a:pt x="2414" y="188"/>
                    <a:pt x="2439" y="190"/>
                  </a:cubicBezTo>
                  <a:cubicBezTo>
                    <a:pt x="2502" y="190"/>
                    <a:pt x="2534" y="127"/>
                    <a:pt x="2534" y="95"/>
                  </a:cubicBezTo>
                  <a:cubicBezTo>
                    <a:pt x="2534" y="32"/>
                    <a:pt x="2502" y="0"/>
                    <a:pt x="24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713950" y="2442625"/>
              <a:ext cx="3313400" cy="1872425"/>
            </a:xfrm>
            <a:custGeom>
              <a:rect b="b" l="l" r="r" t="t"/>
              <a:pathLst>
                <a:path extrusionOk="0" h="74897" w="132536">
                  <a:moveTo>
                    <a:pt x="89196" y="0"/>
                  </a:moveTo>
                  <a:cubicBezTo>
                    <a:pt x="87399" y="0"/>
                    <a:pt x="85602" y="396"/>
                    <a:pt x="84240" y="1188"/>
                  </a:cubicBezTo>
                  <a:lnTo>
                    <a:pt x="4972" y="46949"/>
                  </a:lnTo>
                  <a:lnTo>
                    <a:pt x="4972" y="44986"/>
                  </a:lnTo>
                  <a:lnTo>
                    <a:pt x="0" y="44986"/>
                  </a:lnTo>
                  <a:lnTo>
                    <a:pt x="0" y="49831"/>
                  </a:lnTo>
                  <a:lnTo>
                    <a:pt x="0" y="49926"/>
                  </a:lnTo>
                  <a:lnTo>
                    <a:pt x="0" y="49958"/>
                  </a:lnTo>
                  <a:cubicBezTo>
                    <a:pt x="63" y="50971"/>
                    <a:pt x="728" y="51984"/>
                    <a:pt x="2059" y="52745"/>
                  </a:cubicBezTo>
                  <a:lnTo>
                    <a:pt x="38383" y="73709"/>
                  </a:lnTo>
                  <a:cubicBezTo>
                    <a:pt x="39761" y="74501"/>
                    <a:pt x="41558" y="74897"/>
                    <a:pt x="43355" y="74897"/>
                  </a:cubicBezTo>
                  <a:cubicBezTo>
                    <a:pt x="45152" y="74897"/>
                    <a:pt x="46950" y="74501"/>
                    <a:pt x="48327" y="73709"/>
                  </a:cubicBezTo>
                  <a:lnTo>
                    <a:pt x="130477" y="26269"/>
                  </a:lnTo>
                  <a:cubicBezTo>
                    <a:pt x="131838" y="25509"/>
                    <a:pt x="132503" y="24496"/>
                    <a:pt x="132535" y="23482"/>
                  </a:cubicBezTo>
                  <a:lnTo>
                    <a:pt x="132535" y="18574"/>
                  </a:lnTo>
                  <a:lnTo>
                    <a:pt x="126645" y="18574"/>
                  </a:lnTo>
                  <a:lnTo>
                    <a:pt x="126645" y="19936"/>
                  </a:lnTo>
                  <a:lnTo>
                    <a:pt x="94152" y="1188"/>
                  </a:lnTo>
                  <a:cubicBezTo>
                    <a:pt x="92790" y="396"/>
                    <a:pt x="90993" y="0"/>
                    <a:pt x="89196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97325" y="2281900"/>
              <a:ext cx="3347425" cy="1912825"/>
            </a:xfrm>
            <a:custGeom>
              <a:rect b="b" l="l" r="r" t="t"/>
              <a:pathLst>
                <a:path extrusionOk="0" h="76513" w="133897">
                  <a:moveTo>
                    <a:pt x="89861" y="0"/>
                  </a:moveTo>
                  <a:cubicBezTo>
                    <a:pt x="88064" y="0"/>
                    <a:pt x="86267" y="396"/>
                    <a:pt x="84905" y="1188"/>
                  </a:cubicBezTo>
                  <a:lnTo>
                    <a:pt x="2724" y="48628"/>
                  </a:lnTo>
                  <a:cubicBezTo>
                    <a:pt x="0" y="50211"/>
                    <a:pt x="0" y="52776"/>
                    <a:pt x="2724" y="54360"/>
                  </a:cubicBezTo>
                  <a:lnTo>
                    <a:pt x="39048" y="75325"/>
                  </a:lnTo>
                  <a:cubicBezTo>
                    <a:pt x="40426" y="76116"/>
                    <a:pt x="42223" y="76512"/>
                    <a:pt x="44020" y="76512"/>
                  </a:cubicBezTo>
                  <a:cubicBezTo>
                    <a:pt x="45817" y="76512"/>
                    <a:pt x="47615" y="76116"/>
                    <a:pt x="48992" y="75325"/>
                  </a:cubicBezTo>
                  <a:lnTo>
                    <a:pt x="131142" y="27885"/>
                  </a:lnTo>
                  <a:cubicBezTo>
                    <a:pt x="133897" y="26301"/>
                    <a:pt x="133897" y="23736"/>
                    <a:pt x="131142" y="22153"/>
                  </a:cubicBezTo>
                  <a:lnTo>
                    <a:pt x="94817" y="1188"/>
                  </a:lnTo>
                  <a:cubicBezTo>
                    <a:pt x="93455" y="396"/>
                    <a:pt x="91658" y="0"/>
                    <a:pt x="89861" y="0"/>
                  </a:cubicBez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781225" y="2325825"/>
              <a:ext cx="3179600" cy="1824750"/>
            </a:xfrm>
            <a:custGeom>
              <a:rect b="b" l="l" r="r" t="t"/>
              <a:pathLst>
                <a:path extrusionOk="0" h="72990" w="127184">
                  <a:moveTo>
                    <a:pt x="86505" y="1"/>
                  </a:moveTo>
                  <a:cubicBezTo>
                    <a:pt x="85492" y="1"/>
                    <a:pt x="84478" y="223"/>
                    <a:pt x="83702" y="666"/>
                  </a:cubicBezTo>
                  <a:lnTo>
                    <a:pt x="1553" y="48106"/>
                  </a:lnTo>
                  <a:cubicBezTo>
                    <a:pt x="1" y="48993"/>
                    <a:pt x="1" y="50449"/>
                    <a:pt x="1553" y="51336"/>
                  </a:cubicBezTo>
                  <a:lnTo>
                    <a:pt x="37846" y="72301"/>
                  </a:lnTo>
                  <a:cubicBezTo>
                    <a:pt x="38621" y="72760"/>
                    <a:pt x="39643" y="72990"/>
                    <a:pt x="40660" y="72990"/>
                  </a:cubicBezTo>
                  <a:cubicBezTo>
                    <a:pt x="41677" y="72990"/>
                    <a:pt x="42691" y="72760"/>
                    <a:pt x="43451" y="72301"/>
                  </a:cubicBezTo>
                  <a:lnTo>
                    <a:pt x="125632" y="24861"/>
                  </a:lnTo>
                  <a:cubicBezTo>
                    <a:pt x="127184" y="23974"/>
                    <a:pt x="127184" y="22517"/>
                    <a:pt x="125632" y="21631"/>
                  </a:cubicBezTo>
                  <a:lnTo>
                    <a:pt x="117240" y="16785"/>
                  </a:lnTo>
                  <a:cubicBezTo>
                    <a:pt x="116828" y="16548"/>
                    <a:pt x="116274" y="16429"/>
                    <a:pt x="115720" y="16429"/>
                  </a:cubicBezTo>
                  <a:cubicBezTo>
                    <a:pt x="115166" y="16429"/>
                    <a:pt x="114611" y="16548"/>
                    <a:pt x="114200" y="16785"/>
                  </a:cubicBezTo>
                  <a:lnTo>
                    <a:pt x="113693" y="17102"/>
                  </a:lnTo>
                  <a:cubicBezTo>
                    <a:pt x="113265" y="17340"/>
                    <a:pt x="112711" y="17458"/>
                    <a:pt x="112157" y="17458"/>
                  </a:cubicBezTo>
                  <a:cubicBezTo>
                    <a:pt x="111603" y="17458"/>
                    <a:pt x="111049" y="17340"/>
                    <a:pt x="110621" y="17102"/>
                  </a:cubicBezTo>
                  <a:lnTo>
                    <a:pt x="97193" y="9343"/>
                  </a:lnTo>
                  <a:cubicBezTo>
                    <a:pt x="96370" y="8836"/>
                    <a:pt x="96370" y="8045"/>
                    <a:pt x="97193" y="7570"/>
                  </a:cubicBezTo>
                  <a:lnTo>
                    <a:pt x="97700" y="7285"/>
                  </a:lnTo>
                  <a:cubicBezTo>
                    <a:pt x="98555" y="6778"/>
                    <a:pt x="98555" y="6018"/>
                    <a:pt x="97700" y="5511"/>
                  </a:cubicBezTo>
                  <a:lnTo>
                    <a:pt x="89308" y="666"/>
                  </a:lnTo>
                  <a:cubicBezTo>
                    <a:pt x="88532" y="223"/>
                    <a:pt x="87518" y="1"/>
                    <a:pt x="86505" y="1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317925" y="2549075"/>
              <a:ext cx="249425" cy="140600"/>
            </a:xfrm>
            <a:custGeom>
              <a:rect b="b" l="l" r="r" t="t"/>
              <a:pathLst>
                <a:path extrusionOk="0" h="5624" w="9977">
                  <a:moveTo>
                    <a:pt x="1109" y="0"/>
                  </a:moveTo>
                  <a:cubicBezTo>
                    <a:pt x="870" y="0"/>
                    <a:pt x="618" y="57"/>
                    <a:pt x="412" y="160"/>
                  </a:cubicBezTo>
                  <a:cubicBezTo>
                    <a:pt x="64" y="381"/>
                    <a:pt x="1" y="698"/>
                    <a:pt x="317" y="888"/>
                  </a:cubicBezTo>
                  <a:lnTo>
                    <a:pt x="8330" y="5512"/>
                  </a:lnTo>
                  <a:cubicBezTo>
                    <a:pt x="8475" y="5584"/>
                    <a:pt x="8673" y="5624"/>
                    <a:pt x="8879" y="5624"/>
                  </a:cubicBezTo>
                  <a:cubicBezTo>
                    <a:pt x="9122" y="5624"/>
                    <a:pt x="9376" y="5569"/>
                    <a:pt x="9565" y="5449"/>
                  </a:cubicBezTo>
                  <a:cubicBezTo>
                    <a:pt x="9913" y="5227"/>
                    <a:pt x="9976" y="4942"/>
                    <a:pt x="9660" y="4752"/>
                  </a:cubicBezTo>
                  <a:lnTo>
                    <a:pt x="1647" y="128"/>
                  </a:lnTo>
                  <a:cubicBezTo>
                    <a:pt x="1502" y="41"/>
                    <a:pt x="1310" y="0"/>
                    <a:pt x="1109" y="0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1697275" y="2132650"/>
              <a:ext cx="777500" cy="448925"/>
            </a:xfrm>
            <a:custGeom>
              <a:rect b="b" l="l" r="r" t="t"/>
              <a:pathLst>
                <a:path extrusionOk="0" h="17957" w="31100">
                  <a:moveTo>
                    <a:pt x="15550" y="1"/>
                  </a:moveTo>
                  <a:lnTo>
                    <a:pt x="0" y="8963"/>
                  </a:lnTo>
                  <a:lnTo>
                    <a:pt x="15550" y="17957"/>
                  </a:lnTo>
                  <a:lnTo>
                    <a:pt x="31099" y="8963"/>
                  </a:lnTo>
                  <a:lnTo>
                    <a:pt x="15550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1759800" y="1177825"/>
              <a:ext cx="652425" cy="376900"/>
            </a:xfrm>
            <a:custGeom>
              <a:rect b="b" l="l" r="r" t="t"/>
              <a:pathLst>
                <a:path extrusionOk="0" h="15076" w="26097">
                  <a:moveTo>
                    <a:pt x="13049" y="1"/>
                  </a:moveTo>
                  <a:lnTo>
                    <a:pt x="1" y="7538"/>
                  </a:lnTo>
                  <a:lnTo>
                    <a:pt x="13049" y="15075"/>
                  </a:lnTo>
                  <a:lnTo>
                    <a:pt x="26096" y="7538"/>
                  </a:lnTo>
                  <a:lnTo>
                    <a:pt x="13049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2086000" y="1366275"/>
              <a:ext cx="326225" cy="1179675"/>
            </a:xfrm>
            <a:custGeom>
              <a:rect b="b" l="l" r="r" t="t"/>
              <a:pathLst>
                <a:path extrusionOk="0" h="47187" w="13049">
                  <a:moveTo>
                    <a:pt x="13048" y="0"/>
                  </a:moveTo>
                  <a:lnTo>
                    <a:pt x="1" y="7537"/>
                  </a:lnTo>
                  <a:lnTo>
                    <a:pt x="1" y="47187"/>
                  </a:lnTo>
                  <a:lnTo>
                    <a:pt x="13048" y="39618"/>
                  </a:lnTo>
                  <a:lnTo>
                    <a:pt x="13048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1759800" y="1366275"/>
              <a:ext cx="326225" cy="1179675"/>
            </a:xfrm>
            <a:custGeom>
              <a:rect b="b" l="l" r="r" t="t"/>
              <a:pathLst>
                <a:path extrusionOk="0" h="47187" w="13049">
                  <a:moveTo>
                    <a:pt x="1" y="0"/>
                  </a:moveTo>
                  <a:lnTo>
                    <a:pt x="1" y="39618"/>
                  </a:lnTo>
                  <a:lnTo>
                    <a:pt x="13049" y="47187"/>
                  </a:lnTo>
                  <a:lnTo>
                    <a:pt x="13049" y="75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200850" y="2416100"/>
              <a:ext cx="778300" cy="448925"/>
            </a:xfrm>
            <a:custGeom>
              <a:rect b="b" l="l" r="r" t="t"/>
              <a:pathLst>
                <a:path extrusionOk="0" h="17957" w="31132">
                  <a:moveTo>
                    <a:pt x="15550" y="0"/>
                  </a:moveTo>
                  <a:lnTo>
                    <a:pt x="1" y="8994"/>
                  </a:lnTo>
                  <a:lnTo>
                    <a:pt x="15550" y="17956"/>
                  </a:lnTo>
                  <a:lnTo>
                    <a:pt x="31131" y="8994"/>
                  </a:lnTo>
                  <a:lnTo>
                    <a:pt x="15550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1263400" y="1721750"/>
              <a:ext cx="653200" cy="376875"/>
            </a:xfrm>
            <a:custGeom>
              <a:rect b="b" l="l" r="r" t="t"/>
              <a:pathLst>
                <a:path extrusionOk="0" h="15075" w="26128">
                  <a:moveTo>
                    <a:pt x="13048" y="0"/>
                  </a:moveTo>
                  <a:lnTo>
                    <a:pt x="0" y="7538"/>
                  </a:lnTo>
                  <a:lnTo>
                    <a:pt x="13048" y="15075"/>
                  </a:lnTo>
                  <a:lnTo>
                    <a:pt x="26127" y="7538"/>
                  </a:lnTo>
                  <a:lnTo>
                    <a:pt x="13048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1589600" y="1910175"/>
              <a:ext cx="327000" cy="919225"/>
            </a:xfrm>
            <a:custGeom>
              <a:rect b="b" l="l" r="r" t="t"/>
              <a:pathLst>
                <a:path extrusionOk="0" h="36769" w="13080">
                  <a:moveTo>
                    <a:pt x="13079" y="1"/>
                  </a:moveTo>
                  <a:lnTo>
                    <a:pt x="0" y="7538"/>
                  </a:lnTo>
                  <a:lnTo>
                    <a:pt x="0" y="36768"/>
                  </a:lnTo>
                  <a:lnTo>
                    <a:pt x="13079" y="29231"/>
                  </a:lnTo>
                  <a:lnTo>
                    <a:pt x="13079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1263400" y="1910175"/>
              <a:ext cx="326225" cy="919225"/>
            </a:xfrm>
            <a:custGeom>
              <a:rect b="b" l="l" r="r" t="t"/>
              <a:pathLst>
                <a:path extrusionOk="0" h="36769" w="13049">
                  <a:moveTo>
                    <a:pt x="0" y="1"/>
                  </a:moveTo>
                  <a:lnTo>
                    <a:pt x="0" y="29231"/>
                  </a:lnTo>
                  <a:lnTo>
                    <a:pt x="13048" y="36768"/>
                  </a:lnTo>
                  <a:lnTo>
                    <a:pt x="13048" y="75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704450" y="2699525"/>
              <a:ext cx="778275" cy="448925"/>
            </a:xfrm>
            <a:custGeom>
              <a:rect b="b" l="l" r="r" t="t"/>
              <a:pathLst>
                <a:path extrusionOk="0" h="17957" w="31131">
                  <a:moveTo>
                    <a:pt x="15581" y="1"/>
                  </a:moveTo>
                  <a:lnTo>
                    <a:pt x="0" y="8995"/>
                  </a:lnTo>
                  <a:lnTo>
                    <a:pt x="15581" y="17957"/>
                  </a:lnTo>
                  <a:lnTo>
                    <a:pt x="31131" y="8995"/>
                  </a:lnTo>
                  <a:lnTo>
                    <a:pt x="15581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766975" y="2266450"/>
              <a:ext cx="653200" cy="376900"/>
            </a:xfrm>
            <a:custGeom>
              <a:rect b="b" l="l" r="r" t="t"/>
              <a:pathLst>
                <a:path extrusionOk="0" h="15076" w="26128">
                  <a:moveTo>
                    <a:pt x="13080" y="1"/>
                  </a:moveTo>
                  <a:lnTo>
                    <a:pt x="1" y="7538"/>
                  </a:lnTo>
                  <a:lnTo>
                    <a:pt x="13080" y="15075"/>
                  </a:lnTo>
                  <a:lnTo>
                    <a:pt x="26128" y="7538"/>
                  </a:lnTo>
                  <a:lnTo>
                    <a:pt x="13080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1093975" y="2454875"/>
              <a:ext cx="326200" cy="657950"/>
            </a:xfrm>
            <a:custGeom>
              <a:rect b="b" l="l" r="r" t="t"/>
              <a:pathLst>
                <a:path extrusionOk="0" h="26318" w="13048">
                  <a:moveTo>
                    <a:pt x="13048" y="1"/>
                  </a:moveTo>
                  <a:lnTo>
                    <a:pt x="0" y="7538"/>
                  </a:lnTo>
                  <a:lnTo>
                    <a:pt x="0" y="26318"/>
                  </a:lnTo>
                  <a:lnTo>
                    <a:pt x="13048" y="18781"/>
                  </a:lnTo>
                  <a:lnTo>
                    <a:pt x="13048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766975" y="2454875"/>
              <a:ext cx="327025" cy="657950"/>
            </a:xfrm>
            <a:custGeom>
              <a:rect b="b" l="l" r="r" t="t"/>
              <a:pathLst>
                <a:path extrusionOk="0" h="26318" w="13081">
                  <a:moveTo>
                    <a:pt x="1" y="1"/>
                  </a:moveTo>
                  <a:lnTo>
                    <a:pt x="1" y="18781"/>
                  </a:lnTo>
                  <a:lnTo>
                    <a:pt x="13080" y="26318"/>
                  </a:lnTo>
                  <a:lnTo>
                    <a:pt x="13080" y="75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1085250" y="3230775"/>
              <a:ext cx="1486100" cy="850325"/>
            </a:xfrm>
            <a:custGeom>
              <a:rect b="b" l="l" r="r" t="t"/>
              <a:pathLst>
                <a:path extrusionOk="0" h="34013" w="59444">
                  <a:moveTo>
                    <a:pt x="29865" y="0"/>
                  </a:moveTo>
                  <a:lnTo>
                    <a:pt x="1" y="17798"/>
                  </a:lnTo>
                  <a:lnTo>
                    <a:pt x="28218" y="34013"/>
                  </a:lnTo>
                  <a:lnTo>
                    <a:pt x="59444" y="15962"/>
                  </a:lnTo>
                  <a:lnTo>
                    <a:pt x="29865" y="0"/>
                  </a:lnTo>
                  <a:close/>
                </a:path>
              </a:pathLst>
            </a:custGeom>
            <a:solidFill>
              <a:srgbClr val="B1BE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1916575" y="2680525"/>
              <a:ext cx="1680850" cy="903375"/>
            </a:xfrm>
            <a:custGeom>
              <a:rect b="b" l="l" r="r" t="t"/>
              <a:pathLst>
                <a:path extrusionOk="0" h="36135" w="67234">
                  <a:moveTo>
                    <a:pt x="29199" y="1"/>
                  </a:moveTo>
                  <a:lnTo>
                    <a:pt x="0" y="15360"/>
                  </a:lnTo>
                  <a:lnTo>
                    <a:pt x="35976" y="36135"/>
                  </a:lnTo>
                  <a:lnTo>
                    <a:pt x="67234" y="18178"/>
                  </a:lnTo>
                  <a:lnTo>
                    <a:pt x="29199" y="1"/>
                  </a:lnTo>
                  <a:close/>
                </a:path>
              </a:pathLst>
            </a:custGeom>
            <a:solidFill>
              <a:srgbClr val="B1BE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1997325" y="2846000"/>
              <a:ext cx="394300" cy="448125"/>
            </a:xfrm>
            <a:custGeom>
              <a:rect b="b" l="l" r="r" t="t"/>
              <a:pathLst>
                <a:path extrusionOk="0" h="17925" w="15772">
                  <a:moveTo>
                    <a:pt x="2978" y="0"/>
                  </a:moveTo>
                  <a:lnTo>
                    <a:pt x="1" y="8804"/>
                  </a:lnTo>
                  <a:lnTo>
                    <a:pt x="15772" y="17925"/>
                  </a:lnTo>
                  <a:lnTo>
                    <a:pt x="15012" y="6967"/>
                  </a:lnTo>
                  <a:lnTo>
                    <a:pt x="2978" y="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2557875" y="2480225"/>
              <a:ext cx="532050" cy="413300"/>
            </a:xfrm>
            <a:custGeom>
              <a:rect b="b" l="l" r="r" t="t"/>
              <a:pathLst>
                <a:path extrusionOk="0" h="16532" w="21282">
                  <a:moveTo>
                    <a:pt x="6081" y="0"/>
                  </a:moveTo>
                  <a:lnTo>
                    <a:pt x="0" y="10483"/>
                  </a:lnTo>
                  <a:lnTo>
                    <a:pt x="7981" y="12763"/>
                  </a:lnTo>
                  <a:lnTo>
                    <a:pt x="21282" y="16531"/>
                  </a:lnTo>
                  <a:lnTo>
                    <a:pt x="18115" y="6936"/>
                  </a:lnTo>
                  <a:lnTo>
                    <a:pt x="13365" y="4212"/>
                  </a:lnTo>
                  <a:lnTo>
                    <a:pt x="11465" y="3104"/>
                  </a:lnTo>
                  <a:lnTo>
                    <a:pt x="6081" y="0"/>
                  </a:lnTo>
                  <a:close/>
                </a:path>
              </a:pathLst>
            </a:custGeom>
            <a:solidFill>
              <a:srgbClr val="FDD3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2071750" y="2480225"/>
              <a:ext cx="939025" cy="539975"/>
            </a:xfrm>
            <a:custGeom>
              <a:rect b="b" l="l" r="r" t="t"/>
              <a:pathLst>
                <a:path extrusionOk="0" h="21599" w="37561">
                  <a:moveTo>
                    <a:pt x="25526" y="0"/>
                  </a:moveTo>
                  <a:lnTo>
                    <a:pt x="16754" y="4972"/>
                  </a:lnTo>
                  <a:lnTo>
                    <a:pt x="13238" y="6999"/>
                  </a:lnTo>
                  <a:lnTo>
                    <a:pt x="11053" y="8266"/>
                  </a:lnTo>
                  <a:lnTo>
                    <a:pt x="8868" y="9533"/>
                  </a:lnTo>
                  <a:lnTo>
                    <a:pt x="1" y="14631"/>
                  </a:lnTo>
                  <a:lnTo>
                    <a:pt x="64" y="14695"/>
                  </a:lnTo>
                  <a:lnTo>
                    <a:pt x="8868" y="19762"/>
                  </a:lnTo>
                  <a:lnTo>
                    <a:pt x="11053" y="21028"/>
                  </a:lnTo>
                  <a:lnTo>
                    <a:pt x="12035" y="21598"/>
                  </a:lnTo>
                  <a:lnTo>
                    <a:pt x="13238" y="20902"/>
                  </a:lnTo>
                  <a:lnTo>
                    <a:pt x="13460" y="20775"/>
                  </a:lnTo>
                  <a:lnTo>
                    <a:pt x="16754" y="18875"/>
                  </a:lnTo>
                  <a:lnTo>
                    <a:pt x="27426" y="12763"/>
                  </a:lnTo>
                  <a:lnTo>
                    <a:pt x="28851" y="11939"/>
                  </a:lnTo>
                  <a:lnTo>
                    <a:pt x="30910" y="10736"/>
                  </a:lnTo>
                  <a:lnTo>
                    <a:pt x="32810" y="9659"/>
                  </a:lnTo>
                  <a:lnTo>
                    <a:pt x="37560" y="6936"/>
                  </a:lnTo>
                  <a:lnTo>
                    <a:pt x="32810" y="4212"/>
                  </a:lnTo>
                  <a:lnTo>
                    <a:pt x="30910" y="3104"/>
                  </a:lnTo>
                  <a:lnTo>
                    <a:pt x="25526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2372600" y="2653600"/>
              <a:ext cx="717325" cy="640525"/>
            </a:xfrm>
            <a:custGeom>
              <a:rect b="b" l="l" r="r" t="t"/>
              <a:pathLst>
                <a:path extrusionOk="0" h="25621" w="28693">
                  <a:moveTo>
                    <a:pt x="25526" y="1"/>
                  </a:moveTo>
                  <a:lnTo>
                    <a:pt x="1" y="14663"/>
                  </a:lnTo>
                  <a:lnTo>
                    <a:pt x="761" y="25621"/>
                  </a:lnTo>
                  <a:lnTo>
                    <a:pt x="28693" y="9596"/>
                  </a:lnTo>
                  <a:lnTo>
                    <a:pt x="25526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2072550" y="2846775"/>
              <a:ext cx="306425" cy="178975"/>
            </a:xfrm>
            <a:custGeom>
              <a:rect b="b" l="l" r="r" t="t"/>
              <a:pathLst>
                <a:path extrusionOk="0" h="7159" w="12257">
                  <a:moveTo>
                    <a:pt x="32" y="1"/>
                  </a:moveTo>
                  <a:cubicBezTo>
                    <a:pt x="0" y="33"/>
                    <a:pt x="0" y="33"/>
                    <a:pt x="32" y="33"/>
                  </a:cubicBezTo>
                  <a:lnTo>
                    <a:pt x="11908" y="7126"/>
                  </a:lnTo>
                  <a:cubicBezTo>
                    <a:pt x="11939" y="7148"/>
                    <a:pt x="11975" y="7158"/>
                    <a:pt x="12010" y="7158"/>
                  </a:cubicBezTo>
                  <a:cubicBezTo>
                    <a:pt x="12080" y="7158"/>
                    <a:pt x="12151" y="7116"/>
                    <a:pt x="12193" y="7031"/>
                  </a:cubicBezTo>
                  <a:cubicBezTo>
                    <a:pt x="12256" y="6936"/>
                    <a:pt x="12224" y="6810"/>
                    <a:pt x="12098" y="6746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2366275" y="2660725"/>
              <a:ext cx="631025" cy="365025"/>
            </a:xfrm>
            <a:custGeom>
              <a:rect b="b" l="l" r="r" t="t"/>
              <a:pathLst>
                <a:path extrusionOk="0" h="14601" w="25241">
                  <a:moveTo>
                    <a:pt x="25209" y="1"/>
                  </a:moveTo>
                  <a:lnTo>
                    <a:pt x="127" y="14188"/>
                  </a:lnTo>
                  <a:cubicBezTo>
                    <a:pt x="32" y="14252"/>
                    <a:pt x="0" y="14378"/>
                    <a:pt x="64" y="14473"/>
                  </a:cubicBezTo>
                  <a:cubicBezTo>
                    <a:pt x="106" y="14558"/>
                    <a:pt x="176" y="14600"/>
                    <a:pt x="247" y="14600"/>
                  </a:cubicBezTo>
                  <a:cubicBezTo>
                    <a:pt x="282" y="14600"/>
                    <a:pt x="317" y="14590"/>
                    <a:pt x="349" y="14568"/>
                  </a:cubicBezTo>
                  <a:lnTo>
                    <a:pt x="25241" y="32"/>
                  </a:lnTo>
                  <a:cubicBezTo>
                    <a:pt x="25241" y="32"/>
                    <a:pt x="25241" y="32"/>
                    <a:pt x="25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2367075" y="3014625"/>
              <a:ext cx="25350" cy="277925"/>
            </a:xfrm>
            <a:custGeom>
              <a:rect b="b" l="l" r="r" t="t"/>
              <a:pathLst>
                <a:path extrusionOk="0" h="11117" w="1014">
                  <a:moveTo>
                    <a:pt x="190" y="1"/>
                  </a:moveTo>
                  <a:cubicBezTo>
                    <a:pt x="95" y="1"/>
                    <a:pt x="0" y="127"/>
                    <a:pt x="0" y="222"/>
                  </a:cubicBezTo>
                  <a:lnTo>
                    <a:pt x="950" y="11085"/>
                  </a:lnTo>
                  <a:cubicBezTo>
                    <a:pt x="950" y="11117"/>
                    <a:pt x="982" y="11117"/>
                    <a:pt x="982" y="11117"/>
                  </a:cubicBezTo>
                  <a:cubicBezTo>
                    <a:pt x="1014" y="11117"/>
                    <a:pt x="1014" y="11117"/>
                    <a:pt x="1014" y="11085"/>
                  </a:cubicBezTo>
                  <a:lnTo>
                    <a:pt x="443" y="191"/>
                  </a:lnTo>
                  <a:cubicBezTo>
                    <a:pt x="412" y="64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2293425" y="2686850"/>
              <a:ext cx="54675" cy="319100"/>
            </a:xfrm>
            <a:custGeom>
              <a:rect b="b" l="l" r="r" t="t"/>
              <a:pathLst>
                <a:path extrusionOk="0" h="12764" w="2187">
                  <a:moveTo>
                    <a:pt x="2186" y="1"/>
                  </a:moveTo>
                  <a:lnTo>
                    <a:pt x="1" y="1268"/>
                  </a:lnTo>
                  <a:lnTo>
                    <a:pt x="1" y="11497"/>
                  </a:lnTo>
                  <a:lnTo>
                    <a:pt x="2186" y="1276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2402700" y="2604525"/>
              <a:ext cx="87900" cy="398250"/>
            </a:xfrm>
            <a:custGeom>
              <a:rect b="b" l="l" r="r" t="t"/>
              <a:pathLst>
                <a:path extrusionOk="0" h="15930" w="3516">
                  <a:moveTo>
                    <a:pt x="3516" y="0"/>
                  </a:moveTo>
                  <a:lnTo>
                    <a:pt x="0" y="2027"/>
                  </a:lnTo>
                  <a:lnTo>
                    <a:pt x="0" y="15930"/>
                  </a:lnTo>
                  <a:lnTo>
                    <a:pt x="3516" y="13903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2844475" y="2557800"/>
              <a:ext cx="47525" cy="190850"/>
            </a:xfrm>
            <a:custGeom>
              <a:rect b="b" l="l" r="r" t="t"/>
              <a:pathLst>
                <a:path extrusionOk="0" h="7634" w="1901">
                  <a:moveTo>
                    <a:pt x="1" y="1"/>
                  </a:moveTo>
                  <a:lnTo>
                    <a:pt x="1" y="7633"/>
                  </a:lnTo>
                  <a:lnTo>
                    <a:pt x="1901" y="6556"/>
                  </a:lnTo>
                  <a:lnTo>
                    <a:pt x="1901" y="110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2420900" y="3090625"/>
              <a:ext cx="395100" cy="448150"/>
            </a:xfrm>
            <a:custGeom>
              <a:rect b="b" l="l" r="r" t="t"/>
              <a:pathLst>
                <a:path extrusionOk="0" h="17926" w="15804">
                  <a:moveTo>
                    <a:pt x="2978" y="1"/>
                  </a:moveTo>
                  <a:lnTo>
                    <a:pt x="1" y="8805"/>
                  </a:lnTo>
                  <a:lnTo>
                    <a:pt x="15803" y="17926"/>
                  </a:lnTo>
                  <a:lnTo>
                    <a:pt x="15012" y="6968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2981450" y="2724850"/>
              <a:ext cx="532050" cy="413325"/>
            </a:xfrm>
            <a:custGeom>
              <a:rect b="b" l="l" r="r" t="t"/>
              <a:pathLst>
                <a:path extrusionOk="0" h="16533" w="21282">
                  <a:moveTo>
                    <a:pt x="6081" y="1"/>
                  </a:moveTo>
                  <a:lnTo>
                    <a:pt x="0" y="10483"/>
                  </a:lnTo>
                  <a:lnTo>
                    <a:pt x="7981" y="12764"/>
                  </a:lnTo>
                  <a:lnTo>
                    <a:pt x="21282" y="16532"/>
                  </a:lnTo>
                  <a:lnTo>
                    <a:pt x="21282" y="16532"/>
                  </a:lnTo>
                  <a:lnTo>
                    <a:pt x="18115" y="6936"/>
                  </a:lnTo>
                  <a:lnTo>
                    <a:pt x="13365" y="4213"/>
                  </a:lnTo>
                  <a:lnTo>
                    <a:pt x="11496" y="3105"/>
                  </a:lnTo>
                  <a:lnTo>
                    <a:pt x="6081" y="1"/>
                  </a:lnTo>
                  <a:close/>
                </a:path>
              </a:pathLst>
            </a:custGeom>
            <a:solidFill>
              <a:srgbClr val="FDD3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2495325" y="2724850"/>
              <a:ext cx="939025" cy="540000"/>
            </a:xfrm>
            <a:custGeom>
              <a:rect b="b" l="l" r="r" t="t"/>
              <a:pathLst>
                <a:path extrusionOk="0" h="21600" w="37561">
                  <a:moveTo>
                    <a:pt x="25526" y="1"/>
                  </a:moveTo>
                  <a:lnTo>
                    <a:pt x="16785" y="4973"/>
                  </a:lnTo>
                  <a:lnTo>
                    <a:pt x="13238" y="7000"/>
                  </a:lnTo>
                  <a:lnTo>
                    <a:pt x="11085" y="8267"/>
                  </a:lnTo>
                  <a:lnTo>
                    <a:pt x="8868" y="9533"/>
                  </a:lnTo>
                  <a:lnTo>
                    <a:pt x="1" y="14632"/>
                  </a:lnTo>
                  <a:lnTo>
                    <a:pt x="64" y="14695"/>
                  </a:lnTo>
                  <a:lnTo>
                    <a:pt x="8868" y="19762"/>
                  </a:lnTo>
                  <a:lnTo>
                    <a:pt x="11085" y="21029"/>
                  </a:lnTo>
                  <a:lnTo>
                    <a:pt x="12035" y="21599"/>
                  </a:lnTo>
                  <a:lnTo>
                    <a:pt x="13238" y="20902"/>
                  </a:lnTo>
                  <a:lnTo>
                    <a:pt x="13460" y="20776"/>
                  </a:lnTo>
                  <a:lnTo>
                    <a:pt x="16785" y="18876"/>
                  </a:lnTo>
                  <a:lnTo>
                    <a:pt x="27426" y="12764"/>
                  </a:lnTo>
                  <a:lnTo>
                    <a:pt x="28851" y="11940"/>
                  </a:lnTo>
                  <a:lnTo>
                    <a:pt x="30941" y="10737"/>
                  </a:lnTo>
                  <a:lnTo>
                    <a:pt x="32810" y="9660"/>
                  </a:lnTo>
                  <a:lnTo>
                    <a:pt x="37560" y="6936"/>
                  </a:lnTo>
                  <a:lnTo>
                    <a:pt x="32810" y="4213"/>
                  </a:lnTo>
                  <a:lnTo>
                    <a:pt x="30941" y="3105"/>
                  </a:lnTo>
                  <a:lnTo>
                    <a:pt x="25526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2796175" y="2898250"/>
              <a:ext cx="717325" cy="640525"/>
            </a:xfrm>
            <a:custGeom>
              <a:rect b="b" l="l" r="r" t="t"/>
              <a:pathLst>
                <a:path extrusionOk="0" h="25621" w="28693">
                  <a:moveTo>
                    <a:pt x="25526" y="0"/>
                  </a:moveTo>
                  <a:lnTo>
                    <a:pt x="1" y="14663"/>
                  </a:lnTo>
                  <a:lnTo>
                    <a:pt x="792" y="25621"/>
                  </a:lnTo>
                  <a:lnTo>
                    <a:pt x="28693" y="9596"/>
                  </a:lnTo>
                  <a:lnTo>
                    <a:pt x="25526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2496900" y="3091425"/>
              <a:ext cx="305650" cy="178950"/>
            </a:xfrm>
            <a:custGeom>
              <a:rect b="b" l="l" r="r" t="t"/>
              <a:pathLst>
                <a:path extrusionOk="0" h="7158" w="12226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lnTo>
                    <a:pt x="11877" y="7126"/>
                  </a:lnTo>
                  <a:cubicBezTo>
                    <a:pt x="11908" y="7147"/>
                    <a:pt x="11944" y="7158"/>
                    <a:pt x="11979" y="7158"/>
                  </a:cubicBezTo>
                  <a:cubicBezTo>
                    <a:pt x="12049" y="7158"/>
                    <a:pt x="12120" y="7116"/>
                    <a:pt x="12162" y="7031"/>
                  </a:cubicBezTo>
                  <a:cubicBezTo>
                    <a:pt x="12225" y="6936"/>
                    <a:pt x="12193" y="6809"/>
                    <a:pt x="12098" y="6746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2789850" y="2905375"/>
              <a:ext cx="631825" cy="365000"/>
            </a:xfrm>
            <a:custGeom>
              <a:rect b="b" l="l" r="r" t="t"/>
              <a:pathLst>
                <a:path extrusionOk="0" h="14600" w="25273">
                  <a:moveTo>
                    <a:pt x="25241" y="0"/>
                  </a:moveTo>
                  <a:lnTo>
                    <a:pt x="159" y="14188"/>
                  </a:lnTo>
                  <a:cubicBezTo>
                    <a:pt x="32" y="14251"/>
                    <a:pt x="0" y="14378"/>
                    <a:pt x="64" y="14473"/>
                  </a:cubicBezTo>
                  <a:cubicBezTo>
                    <a:pt x="106" y="14558"/>
                    <a:pt x="176" y="14600"/>
                    <a:pt x="256" y="14600"/>
                  </a:cubicBezTo>
                  <a:cubicBezTo>
                    <a:pt x="296" y="14600"/>
                    <a:pt x="338" y="14589"/>
                    <a:pt x="380" y="14568"/>
                  </a:cubicBezTo>
                  <a:lnTo>
                    <a:pt x="25241" y="32"/>
                  </a:lnTo>
                  <a:cubicBezTo>
                    <a:pt x="25272" y="32"/>
                    <a:pt x="25272" y="32"/>
                    <a:pt x="252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795400" y="3264025"/>
              <a:ext cx="26150" cy="277925"/>
            </a:xfrm>
            <a:custGeom>
              <a:rect b="b" l="l" r="r" t="t"/>
              <a:pathLst>
                <a:path extrusionOk="0" h="11117" w="1046">
                  <a:moveTo>
                    <a:pt x="32" y="0"/>
                  </a:moveTo>
                  <a:cubicBezTo>
                    <a:pt x="32" y="0"/>
                    <a:pt x="0" y="0"/>
                    <a:pt x="0" y="32"/>
                  </a:cubicBezTo>
                  <a:lnTo>
                    <a:pt x="602" y="10926"/>
                  </a:lnTo>
                  <a:cubicBezTo>
                    <a:pt x="602" y="11053"/>
                    <a:pt x="697" y="11116"/>
                    <a:pt x="823" y="11116"/>
                  </a:cubicBezTo>
                  <a:cubicBezTo>
                    <a:pt x="950" y="11116"/>
                    <a:pt x="1045" y="10990"/>
                    <a:pt x="1014" y="10895"/>
                  </a:cubicBezTo>
                  <a:lnTo>
                    <a:pt x="63" y="32"/>
                  </a:lnTo>
                  <a:cubicBezTo>
                    <a:pt x="63" y="0"/>
                    <a:pt x="63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198425" y="2730400"/>
              <a:ext cx="394300" cy="448150"/>
            </a:xfrm>
            <a:custGeom>
              <a:rect b="b" l="l" r="r" t="t"/>
              <a:pathLst>
                <a:path extrusionOk="0" h="17926" w="15772">
                  <a:moveTo>
                    <a:pt x="2978" y="1"/>
                  </a:moveTo>
                  <a:lnTo>
                    <a:pt x="1" y="8805"/>
                  </a:lnTo>
                  <a:lnTo>
                    <a:pt x="15772" y="17925"/>
                  </a:lnTo>
                  <a:lnTo>
                    <a:pt x="15012" y="6936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58975" y="2363825"/>
              <a:ext cx="532050" cy="413325"/>
            </a:xfrm>
            <a:custGeom>
              <a:rect b="b" l="l" r="r" t="t"/>
              <a:pathLst>
                <a:path extrusionOk="0" h="16533" w="21282">
                  <a:moveTo>
                    <a:pt x="6081" y="1"/>
                  </a:moveTo>
                  <a:lnTo>
                    <a:pt x="0" y="10515"/>
                  </a:lnTo>
                  <a:lnTo>
                    <a:pt x="7981" y="12764"/>
                  </a:lnTo>
                  <a:lnTo>
                    <a:pt x="21282" y="16532"/>
                  </a:lnTo>
                  <a:lnTo>
                    <a:pt x="21282" y="16532"/>
                  </a:lnTo>
                  <a:lnTo>
                    <a:pt x="18115" y="6968"/>
                  </a:lnTo>
                  <a:lnTo>
                    <a:pt x="13365" y="4213"/>
                  </a:lnTo>
                  <a:lnTo>
                    <a:pt x="11496" y="3136"/>
                  </a:lnTo>
                  <a:lnTo>
                    <a:pt x="6081" y="1"/>
                  </a:lnTo>
                  <a:close/>
                </a:path>
              </a:pathLst>
            </a:custGeom>
            <a:solidFill>
              <a:srgbClr val="FDD3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2272850" y="2363825"/>
              <a:ext cx="939025" cy="540000"/>
            </a:xfrm>
            <a:custGeom>
              <a:rect b="b" l="l" r="r" t="t"/>
              <a:pathLst>
                <a:path extrusionOk="0" h="21600" w="37561">
                  <a:moveTo>
                    <a:pt x="25526" y="1"/>
                  </a:moveTo>
                  <a:lnTo>
                    <a:pt x="16753" y="5005"/>
                  </a:lnTo>
                  <a:lnTo>
                    <a:pt x="13238" y="7031"/>
                  </a:lnTo>
                  <a:lnTo>
                    <a:pt x="11053" y="8267"/>
                  </a:lnTo>
                  <a:lnTo>
                    <a:pt x="8868" y="9565"/>
                  </a:lnTo>
                  <a:lnTo>
                    <a:pt x="1" y="14664"/>
                  </a:lnTo>
                  <a:lnTo>
                    <a:pt x="64" y="14695"/>
                  </a:lnTo>
                  <a:lnTo>
                    <a:pt x="8868" y="19794"/>
                  </a:lnTo>
                  <a:lnTo>
                    <a:pt x="11053" y="21061"/>
                  </a:lnTo>
                  <a:lnTo>
                    <a:pt x="12035" y="21599"/>
                  </a:lnTo>
                  <a:lnTo>
                    <a:pt x="13238" y="20934"/>
                  </a:lnTo>
                  <a:lnTo>
                    <a:pt x="13460" y="20807"/>
                  </a:lnTo>
                  <a:lnTo>
                    <a:pt x="16753" y="18876"/>
                  </a:lnTo>
                  <a:lnTo>
                    <a:pt x="27426" y="12764"/>
                  </a:lnTo>
                  <a:lnTo>
                    <a:pt x="28851" y="11972"/>
                  </a:lnTo>
                  <a:lnTo>
                    <a:pt x="30941" y="10768"/>
                  </a:lnTo>
                  <a:lnTo>
                    <a:pt x="32810" y="9692"/>
                  </a:lnTo>
                  <a:lnTo>
                    <a:pt x="37560" y="6968"/>
                  </a:lnTo>
                  <a:lnTo>
                    <a:pt x="32810" y="4213"/>
                  </a:lnTo>
                  <a:lnTo>
                    <a:pt x="30941" y="3136"/>
                  </a:lnTo>
                  <a:lnTo>
                    <a:pt x="25526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73700" y="2538025"/>
              <a:ext cx="717325" cy="640525"/>
            </a:xfrm>
            <a:custGeom>
              <a:rect b="b" l="l" r="r" t="t"/>
              <a:pathLst>
                <a:path extrusionOk="0" h="25621" w="28693">
                  <a:moveTo>
                    <a:pt x="25526" y="0"/>
                  </a:moveTo>
                  <a:lnTo>
                    <a:pt x="1" y="14631"/>
                  </a:lnTo>
                  <a:lnTo>
                    <a:pt x="761" y="25620"/>
                  </a:lnTo>
                  <a:lnTo>
                    <a:pt x="28693" y="9564"/>
                  </a:lnTo>
                  <a:lnTo>
                    <a:pt x="25526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2273650" y="2731200"/>
              <a:ext cx="306425" cy="178450"/>
            </a:xfrm>
            <a:custGeom>
              <a:rect b="b" l="l" r="r" t="t"/>
              <a:pathLst>
                <a:path extrusionOk="0" h="7138" w="12257">
                  <a:moveTo>
                    <a:pt x="32" y="0"/>
                  </a:moveTo>
                  <a:cubicBezTo>
                    <a:pt x="0" y="0"/>
                    <a:pt x="0" y="32"/>
                    <a:pt x="32" y="32"/>
                  </a:cubicBezTo>
                  <a:lnTo>
                    <a:pt x="11908" y="7094"/>
                  </a:lnTo>
                  <a:lnTo>
                    <a:pt x="11908" y="7126"/>
                  </a:lnTo>
                  <a:cubicBezTo>
                    <a:pt x="11931" y="7134"/>
                    <a:pt x="11957" y="7138"/>
                    <a:pt x="11983" y="7138"/>
                  </a:cubicBezTo>
                  <a:cubicBezTo>
                    <a:pt x="12062" y="7138"/>
                    <a:pt x="12145" y="7102"/>
                    <a:pt x="12193" y="7031"/>
                  </a:cubicBezTo>
                  <a:cubicBezTo>
                    <a:pt x="12256" y="6936"/>
                    <a:pt x="12224" y="6777"/>
                    <a:pt x="12098" y="6746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2567375" y="2545150"/>
              <a:ext cx="631025" cy="364500"/>
            </a:xfrm>
            <a:custGeom>
              <a:rect b="b" l="l" r="r" t="t"/>
              <a:pathLst>
                <a:path extrusionOk="0" h="14580" w="25241">
                  <a:moveTo>
                    <a:pt x="25209" y="0"/>
                  </a:moveTo>
                  <a:lnTo>
                    <a:pt x="127" y="14188"/>
                  </a:lnTo>
                  <a:cubicBezTo>
                    <a:pt x="32" y="14251"/>
                    <a:pt x="0" y="14378"/>
                    <a:pt x="64" y="14473"/>
                  </a:cubicBezTo>
                  <a:cubicBezTo>
                    <a:pt x="111" y="14544"/>
                    <a:pt x="194" y="14580"/>
                    <a:pt x="273" y="14580"/>
                  </a:cubicBezTo>
                  <a:cubicBezTo>
                    <a:pt x="299" y="14580"/>
                    <a:pt x="325" y="14576"/>
                    <a:pt x="349" y="14568"/>
                  </a:cubicBezTo>
                  <a:lnTo>
                    <a:pt x="25241" y="32"/>
                  </a:lnTo>
                  <a:cubicBezTo>
                    <a:pt x="25241" y="32"/>
                    <a:pt x="25241" y="0"/>
                    <a:pt x="252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2568175" y="2898875"/>
              <a:ext cx="25350" cy="278075"/>
            </a:xfrm>
            <a:custGeom>
              <a:rect b="b" l="l" r="r" t="t"/>
              <a:pathLst>
                <a:path extrusionOk="0" h="11123" w="1014">
                  <a:moveTo>
                    <a:pt x="238" y="1"/>
                  </a:moveTo>
                  <a:cubicBezTo>
                    <a:pt x="223" y="1"/>
                    <a:pt x="207" y="3"/>
                    <a:pt x="190" y="7"/>
                  </a:cubicBezTo>
                  <a:cubicBezTo>
                    <a:pt x="95" y="7"/>
                    <a:pt x="0" y="102"/>
                    <a:pt x="0" y="229"/>
                  </a:cubicBezTo>
                  <a:lnTo>
                    <a:pt x="950" y="11091"/>
                  </a:lnTo>
                  <a:cubicBezTo>
                    <a:pt x="950" y="11091"/>
                    <a:pt x="982" y="11123"/>
                    <a:pt x="982" y="11123"/>
                  </a:cubicBezTo>
                  <a:cubicBezTo>
                    <a:pt x="1013" y="11123"/>
                    <a:pt x="1013" y="11091"/>
                    <a:pt x="1013" y="11091"/>
                  </a:cubicBezTo>
                  <a:lnTo>
                    <a:pt x="443" y="197"/>
                  </a:lnTo>
                  <a:cubicBezTo>
                    <a:pt x="416" y="87"/>
                    <a:pt x="341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1162850" y="3602875"/>
              <a:ext cx="301675" cy="246250"/>
            </a:xfrm>
            <a:custGeom>
              <a:rect b="b" l="l" r="r" t="t"/>
              <a:pathLst>
                <a:path extrusionOk="0" h="9850" w="12067">
                  <a:moveTo>
                    <a:pt x="0" y="1"/>
                  </a:moveTo>
                  <a:lnTo>
                    <a:pt x="0" y="2883"/>
                  </a:lnTo>
                  <a:lnTo>
                    <a:pt x="12066" y="9850"/>
                  </a:lnTo>
                  <a:lnTo>
                    <a:pt x="12066" y="69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1464500" y="3372500"/>
              <a:ext cx="701500" cy="476625"/>
            </a:xfrm>
            <a:custGeom>
              <a:rect b="b" l="l" r="r" t="t"/>
              <a:pathLst>
                <a:path extrusionOk="0" h="19065" w="28060">
                  <a:moveTo>
                    <a:pt x="28059" y="0"/>
                  </a:moveTo>
                  <a:lnTo>
                    <a:pt x="0" y="16183"/>
                  </a:lnTo>
                  <a:lnTo>
                    <a:pt x="0" y="19065"/>
                  </a:lnTo>
                  <a:lnTo>
                    <a:pt x="28059" y="2882"/>
                  </a:lnTo>
                  <a:lnTo>
                    <a:pt x="28059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1162850" y="3198300"/>
              <a:ext cx="1003150" cy="578775"/>
            </a:xfrm>
            <a:custGeom>
              <a:rect b="b" l="l" r="r" t="t"/>
              <a:pathLst>
                <a:path extrusionOk="0" h="23151" w="40126">
                  <a:moveTo>
                    <a:pt x="28028" y="1"/>
                  </a:moveTo>
                  <a:lnTo>
                    <a:pt x="0" y="16184"/>
                  </a:lnTo>
                  <a:lnTo>
                    <a:pt x="12066" y="23151"/>
                  </a:lnTo>
                  <a:lnTo>
                    <a:pt x="40125" y="6968"/>
                  </a:lnTo>
                  <a:lnTo>
                    <a:pt x="28028" y="1"/>
                  </a:ln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1183425" y="3210175"/>
              <a:ext cx="961975" cy="555025"/>
            </a:xfrm>
            <a:custGeom>
              <a:rect b="b" l="l" r="r" t="t"/>
              <a:pathLst>
                <a:path extrusionOk="0" h="22201" w="38479">
                  <a:moveTo>
                    <a:pt x="27205" y="1"/>
                  </a:moveTo>
                  <a:lnTo>
                    <a:pt x="1" y="15709"/>
                  </a:lnTo>
                  <a:lnTo>
                    <a:pt x="11243" y="22201"/>
                  </a:lnTo>
                  <a:lnTo>
                    <a:pt x="38479" y="6493"/>
                  </a:lnTo>
                  <a:lnTo>
                    <a:pt x="27205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1196900" y="3217325"/>
              <a:ext cx="909700" cy="525725"/>
            </a:xfrm>
            <a:custGeom>
              <a:rect b="b" l="l" r="r" t="t"/>
              <a:pathLst>
                <a:path extrusionOk="0" h="21029" w="36388">
                  <a:moveTo>
                    <a:pt x="26697" y="0"/>
                  </a:moveTo>
                  <a:lnTo>
                    <a:pt x="0" y="15423"/>
                  </a:lnTo>
                  <a:lnTo>
                    <a:pt x="9659" y="21028"/>
                  </a:lnTo>
                  <a:lnTo>
                    <a:pt x="36388" y="5605"/>
                  </a:lnTo>
                  <a:lnTo>
                    <a:pt x="26697" y="0"/>
                  </a:ln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1847700" y="3305800"/>
              <a:ext cx="110850" cy="58200"/>
            </a:xfrm>
            <a:custGeom>
              <a:rect b="b" l="l" r="r" t="t"/>
              <a:pathLst>
                <a:path extrusionOk="0" h="2328" w="4434">
                  <a:moveTo>
                    <a:pt x="2217" y="0"/>
                  </a:moveTo>
                  <a:cubicBezTo>
                    <a:pt x="1702" y="0"/>
                    <a:pt x="1188" y="119"/>
                    <a:pt x="792" y="356"/>
                  </a:cubicBezTo>
                  <a:cubicBezTo>
                    <a:pt x="0" y="800"/>
                    <a:pt x="0" y="1528"/>
                    <a:pt x="792" y="1971"/>
                  </a:cubicBezTo>
                  <a:cubicBezTo>
                    <a:pt x="1188" y="2209"/>
                    <a:pt x="1702" y="2328"/>
                    <a:pt x="2217" y="2328"/>
                  </a:cubicBezTo>
                  <a:cubicBezTo>
                    <a:pt x="2732" y="2328"/>
                    <a:pt x="3246" y="2209"/>
                    <a:pt x="3642" y="1971"/>
                  </a:cubicBezTo>
                  <a:cubicBezTo>
                    <a:pt x="4434" y="1528"/>
                    <a:pt x="4434" y="800"/>
                    <a:pt x="3642" y="356"/>
                  </a:cubicBezTo>
                  <a:cubicBezTo>
                    <a:pt x="3246" y="119"/>
                    <a:pt x="2732" y="0"/>
                    <a:pt x="2217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1344950" y="3596350"/>
              <a:ext cx="110075" cy="58225"/>
            </a:xfrm>
            <a:custGeom>
              <a:rect b="b" l="l" r="r" t="t"/>
              <a:pathLst>
                <a:path extrusionOk="0" h="2329" w="4403">
                  <a:moveTo>
                    <a:pt x="2186" y="0"/>
                  </a:moveTo>
                  <a:cubicBezTo>
                    <a:pt x="1671" y="0"/>
                    <a:pt x="1156" y="119"/>
                    <a:pt x="760" y="357"/>
                  </a:cubicBezTo>
                  <a:cubicBezTo>
                    <a:pt x="0" y="800"/>
                    <a:pt x="0" y="1529"/>
                    <a:pt x="760" y="1972"/>
                  </a:cubicBezTo>
                  <a:cubicBezTo>
                    <a:pt x="1156" y="2209"/>
                    <a:pt x="1671" y="2328"/>
                    <a:pt x="2186" y="2328"/>
                  </a:cubicBezTo>
                  <a:cubicBezTo>
                    <a:pt x="2700" y="2328"/>
                    <a:pt x="3215" y="2209"/>
                    <a:pt x="3611" y="1972"/>
                  </a:cubicBezTo>
                  <a:cubicBezTo>
                    <a:pt x="4402" y="1529"/>
                    <a:pt x="4402" y="800"/>
                    <a:pt x="3611" y="357"/>
                  </a:cubicBezTo>
                  <a:cubicBezTo>
                    <a:pt x="3215" y="119"/>
                    <a:pt x="2700" y="0"/>
                    <a:pt x="2186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1481125" y="3383575"/>
              <a:ext cx="366600" cy="208250"/>
            </a:xfrm>
            <a:custGeom>
              <a:rect b="b" l="l" r="r" t="t"/>
              <a:pathLst>
                <a:path extrusionOk="0" h="8330" w="14664">
                  <a:moveTo>
                    <a:pt x="6334" y="0"/>
                  </a:moveTo>
                  <a:cubicBezTo>
                    <a:pt x="4561" y="0"/>
                    <a:pt x="2946" y="381"/>
                    <a:pt x="1774" y="1046"/>
                  </a:cubicBezTo>
                  <a:cubicBezTo>
                    <a:pt x="634" y="1711"/>
                    <a:pt x="0" y="2597"/>
                    <a:pt x="0" y="3579"/>
                  </a:cubicBezTo>
                  <a:cubicBezTo>
                    <a:pt x="0" y="4782"/>
                    <a:pt x="919" y="5954"/>
                    <a:pt x="2471" y="6873"/>
                  </a:cubicBezTo>
                  <a:cubicBezTo>
                    <a:pt x="4086" y="7791"/>
                    <a:pt x="6208" y="8329"/>
                    <a:pt x="8329" y="8329"/>
                  </a:cubicBezTo>
                  <a:cubicBezTo>
                    <a:pt x="10103" y="8329"/>
                    <a:pt x="11718" y="7949"/>
                    <a:pt x="12890" y="7284"/>
                  </a:cubicBezTo>
                  <a:cubicBezTo>
                    <a:pt x="14030" y="6619"/>
                    <a:pt x="14663" y="5701"/>
                    <a:pt x="14663" y="4719"/>
                  </a:cubicBezTo>
                  <a:cubicBezTo>
                    <a:pt x="14663" y="3547"/>
                    <a:pt x="13745" y="2344"/>
                    <a:pt x="12193" y="1457"/>
                  </a:cubicBezTo>
                  <a:cubicBezTo>
                    <a:pt x="10578" y="539"/>
                    <a:pt x="8456" y="0"/>
                    <a:pt x="6334" y="0"/>
                  </a:cubicBez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1455800" y="3379625"/>
              <a:ext cx="417250" cy="216150"/>
            </a:xfrm>
            <a:custGeom>
              <a:rect b="b" l="l" r="r" t="t"/>
              <a:pathLst>
                <a:path extrusionOk="0" h="8646" w="16690">
                  <a:moveTo>
                    <a:pt x="7347" y="285"/>
                  </a:moveTo>
                  <a:cubicBezTo>
                    <a:pt x="9437" y="285"/>
                    <a:pt x="11528" y="824"/>
                    <a:pt x="13111" y="1742"/>
                  </a:cubicBezTo>
                  <a:cubicBezTo>
                    <a:pt x="14631" y="2629"/>
                    <a:pt x="15518" y="3769"/>
                    <a:pt x="15518" y="4877"/>
                  </a:cubicBezTo>
                  <a:cubicBezTo>
                    <a:pt x="15518" y="5827"/>
                    <a:pt x="14916" y="6682"/>
                    <a:pt x="13808" y="7316"/>
                  </a:cubicBezTo>
                  <a:cubicBezTo>
                    <a:pt x="12668" y="7981"/>
                    <a:pt x="11084" y="8329"/>
                    <a:pt x="9342" y="8329"/>
                  </a:cubicBezTo>
                  <a:cubicBezTo>
                    <a:pt x="7252" y="8329"/>
                    <a:pt x="5130" y="7822"/>
                    <a:pt x="3547" y="6904"/>
                  </a:cubicBezTo>
                  <a:cubicBezTo>
                    <a:pt x="2027" y="6017"/>
                    <a:pt x="1172" y="4877"/>
                    <a:pt x="1172" y="3737"/>
                  </a:cubicBezTo>
                  <a:cubicBezTo>
                    <a:pt x="1172" y="2819"/>
                    <a:pt x="1773" y="1964"/>
                    <a:pt x="2850" y="1330"/>
                  </a:cubicBezTo>
                  <a:cubicBezTo>
                    <a:pt x="4022" y="665"/>
                    <a:pt x="5605" y="285"/>
                    <a:pt x="7347" y="285"/>
                  </a:cubicBezTo>
                  <a:close/>
                  <a:moveTo>
                    <a:pt x="7347" y="0"/>
                  </a:moveTo>
                  <a:cubicBezTo>
                    <a:pt x="5605" y="0"/>
                    <a:pt x="3959" y="348"/>
                    <a:pt x="2724" y="1077"/>
                  </a:cubicBezTo>
                  <a:cubicBezTo>
                    <a:pt x="0" y="2629"/>
                    <a:pt x="317" y="5384"/>
                    <a:pt x="3420" y="7157"/>
                  </a:cubicBezTo>
                  <a:cubicBezTo>
                    <a:pt x="5099" y="8139"/>
                    <a:pt x="7284" y="8646"/>
                    <a:pt x="9342" y="8646"/>
                  </a:cubicBezTo>
                  <a:cubicBezTo>
                    <a:pt x="11084" y="8646"/>
                    <a:pt x="12731" y="8297"/>
                    <a:pt x="13966" y="7569"/>
                  </a:cubicBezTo>
                  <a:cubicBezTo>
                    <a:pt x="16690" y="5986"/>
                    <a:pt x="16373" y="3262"/>
                    <a:pt x="13269" y="1489"/>
                  </a:cubicBezTo>
                  <a:cubicBezTo>
                    <a:pt x="11591" y="507"/>
                    <a:pt x="9406" y="0"/>
                    <a:pt x="7347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1549200" y="3416025"/>
              <a:ext cx="235175" cy="144125"/>
            </a:xfrm>
            <a:custGeom>
              <a:rect b="b" l="l" r="r" t="t"/>
              <a:pathLst>
                <a:path extrusionOk="0" h="5765" w="9407">
                  <a:moveTo>
                    <a:pt x="2123" y="1869"/>
                  </a:moveTo>
                  <a:lnTo>
                    <a:pt x="3295" y="2534"/>
                  </a:lnTo>
                  <a:cubicBezTo>
                    <a:pt x="2953" y="2648"/>
                    <a:pt x="2668" y="2705"/>
                    <a:pt x="2439" y="2705"/>
                  </a:cubicBezTo>
                  <a:cubicBezTo>
                    <a:pt x="2287" y="2705"/>
                    <a:pt x="2161" y="2680"/>
                    <a:pt x="2059" y="2629"/>
                  </a:cubicBezTo>
                  <a:cubicBezTo>
                    <a:pt x="1901" y="2503"/>
                    <a:pt x="1806" y="2408"/>
                    <a:pt x="1838" y="2281"/>
                  </a:cubicBezTo>
                  <a:cubicBezTo>
                    <a:pt x="1838" y="2123"/>
                    <a:pt x="1933" y="1996"/>
                    <a:pt x="2123" y="1869"/>
                  </a:cubicBezTo>
                  <a:close/>
                  <a:moveTo>
                    <a:pt x="6860" y="2858"/>
                  </a:moveTo>
                  <a:cubicBezTo>
                    <a:pt x="7050" y="2858"/>
                    <a:pt x="7203" y="2889"/>
                    <a:pt x="7317" y="2946"/>
                  </a:cubicBezTo>
                  <a:cubicBezTo>
                    <a:pt x="7475" y="3041"/>
                    <a:pt x="7538" y="3168"/>
                    <a:pt x="7538" y="3294"/>
                  </a:cubicBezTo>
                  <a:cubicBezTo>
                    <a:pt x="7538" y="3453"/>
                    <a:pt x="7443" y="3611"/>
                    <a:pt x="7285" y="3770"/>
                  </a:cubicBezTo>
                  <a:lnTo>
                    <a:pt x="5986" y="3009"/>
                  </a:lnTo>
                  <a:cubicBezTo>
                    <a:pt x="6335" y="2905"/>
                    <a:pt x="6626" y="2858"/>
                    <a:pt x="6860" y="2858"/>
                  </a:cubicBezTo>
                  <a:close/>
                  <a:moveTo>
                    <a:pt x="4688" y="1"/>
                  </a:moveTo>
                  <a:cubicBezTo>
                    <a:pt x="3675" y="33"/>
                    <a:pt x="2725" y="223"/>
                    <a:pt x="1869" y="634"/>
                  </a:cubicBezTo>
                  <a:lnTo>
                    <a:pt x="919" y="96"/>
                  </a:lnTo>
                  <a:lnTo>
                    <a:pt x="1" y="634"/>
                  </a:lnTo>
                  <a:lnTo>
                    <a:pt x="919" y="1141"/>
                  </a:lnTo>
                  <a:cubicBezTo>
                    <a:pt x="349" y="1553"/>
                    <a:pt x="33" y="1996"/>
                    <a:pt x="33" y="2408"/>
                  </a:cubicBezTo>
                  <a:cubicBezTo>
                    <a:pt x="33" y="2851"/>
                    <a:pt x="254" y="3199"/>
                    <a:pt x="761" y="3484"/>
                  </a:cubicBezTo>
                  <a:cubicBezTo>
                    <a:pt x="1014" y="3643"/>
                    <a:pt x="1299" y="3738"/>
                    <a:pt x="1584" y="3833"/>
                  </a:cubicBezTo>
                  <a:cubicBezTo>
                    <a:pt x="1869" y="3896"/>
                    <a:pt x="2154" y="3928"/>
                    <a:pt x="2408" y="3928"/>
                  </a:cubicBezTo>
                  <a:cubicBezTo>
                    <a:pt x="2630" y="3928"/>
                    <a:pt x="2915" y="3896"/>
                    <a:pt x="3231" y="3833"/>
                  </a:cubicBezTo>
                  <a:cubicBezTo>
                    <a:pt x="3548" y="3801"/>
                    <a:pt x="3801" y="3738"/>
                    <a:pt x="4023" y="3674"/>
                  </a:cubicBezTo>
                  <a:cubicBezTo>
                    <a:pt x="4245" y="3611"/>
                    <a:pt x="4530" y="3516"/>
                    <a:pt x="4815" y="3421"/>
                  </a:cubicBezTo>
                  <a:lnTo>
                    <a:pt x="6366" y="4308"/>
                  </a:lnTo>
                  <a:cubicBezTo>
                    <a:pt x="5638" y="4593"/>
                    <a:pt x="4846" y="4720"/>
                    <a:pt x="3960" y="4720"/>
                  </a:cubicBezTo>
                  <a:lnTo>
                    <a:pt x="4276" y="5765"/>
                  </a:lnTo>
                  <a:cubicBezTo>
                    <a:pt x="5448" y="5765"/>
                    <a:pt x="6556" y="5511"/>
                    <a:pt x="7570" y="5005"/>
                  </a:cubicBezTo>
                  <a:lnTo>
                    <a:pt x="8457" y="5511"/>
                  </a:lnTo>
                  <a:lnTo>
                    <a:pt x="9375" y="4973"/>
                  </a:lnTo>
                  <a:lnTo>
                    <a:pt x="8488" y="4466"/>
                  </a:lnTo>
                  <a:cubicBezTo>
                    <a:pt x="9122" y="4023"/>
                    <a:pt x="9407" y="3611"/>
                    <a:pt x="9407" y="3168"/>
                  </a:cubicBezTo>
                  <a:cubicBezTo>
                    <a:pt x="9407" y="2756"/>
                    <a:pt x="9122" y="2376"/>
                    <a:pt x="8552" y="2059"/>
                  </a:cubicBezTo>
                  <a:cubicBezTo>
                    <a:pt x="8298" y="1901"/>
                    <a:pt x="8045" y="1806"/>
                    <a:pt x="7728" y="1743"/>
                  </a:cubicBezTo>
                  <a:cubicBezTo>
                    <a:pt x="7443" y="1679"/>
                    <a:pt x="7190" y="1648"/>
                    <a:pt x="6905" y="1648"/>
                  </a:cubicBezTo>
                  <a:cubicBezTo>
                    <a:pt x="6651" y="1648"/>
                    <a:pt x="6366" y="1648"/>
                    <a:pt x="6081" y="1711"/>
                  </a:cubicBezTo>
                  <a:cubicBezTo>
                    <a:pt x="5765" y="1774"/>
                    <a:pt x="5480" y="1838"/>
                    <a:pt x="5258" y="1901"/>
                  </a:cubicBezTo>
                  <a:cubicBezTo>
                    <a:pt x="5036" y="1964"/>
                    <a:pt x="4783" y="2059"/>
                    <a:pt x="4466" y="2154"/>
                  </a:cubicBezTo>
                  <a:lnTo>
                    <a:pt x="3105" y="1363"/>
                  </a:lnTo>
                  <a:cubicBezTo>
                    <a:pt x="3675" y="1141"/>
                    <a:pt x="4308" y="1046"/>
                    <a:pt x="4941" y="1014"/>
                  </a:cubicBezTo>
                  <a:lnTo>
                    <a:pt x="4688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1461325" y="3613175"/>
              <a:ext cx="169450" cy="98200"/>
            </a:xfrm>
            <a:custGeom>
              <a:rect b="b" l="l" r="r" t="t"/>
              <a:pathLst>
                <a:path extrusionOk="0" h="3928" w="6778">
                  <a:moveTo>
                    <a:pt x="6145" y="0"/>
                  </a:moveTo>
                  <a:lnTo>
                    <a:pt x="1" y="3547"/>
                  </a:lnTo>
                  <a:lnTo>
                    <a:pt x="634" y="3927"/>
                  </a:lnTo>
                  <a:lnTo>
                    <a:pt x="6778" y="380"/>
                  </a:lnTo>
                  <a:lnTo>
                    <a:pt x="6145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1882525" y="3370125"/>
              <a:ext cx="169450" cy="98200"/>
            </a:xfrm>
            <a:custGeom>
              <a:rect b="b" l="l" r="r" t="t"/>
              <a:pathLst>
                <a:path extrusionOk="0" h="3928" w="6778">
                  <a:moveTo>
                    <a:pt x="6144" y="0"/>
                  </a:moveTo>
                  <a:lnTo>
                    <a:pt x="1" y="3547"/>
                  </a:lnTo>
                  <a:lnTo>
                    <a:pt x="634" y="3927"/>
                  </a:lnTo>
                  <a:lnTo>
                    <a:pt x="6778" y="380"/>
                  </a:lnTo>
                  <a:lnTo>
                    <a:pt x="6144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1519925" y="3332125"/>
              <a:ext cx="414100" cy="239100"/>
            </a:xfrm>
            <a:custGeom>
              <a:rect b="b" l="l" r="r" t="t"/>
              <a:pathLst>
                <a:path extrusionOk="0" h="9564" w="16564">
                  <a:moveTo>
                    <a:pt x="4466" y="0"/>
                  </a:moveTo>
                  <a:lnTo>
                    <a:pt x="0" y="2597"/>
                  </a:lnTo>
                  <a:lnTo>
                    <a:pt x="12066" y="9564"/>
                  </a:lnTo>
                  <a:lnTo>
                    <a:pt x="16563" y="6967"/>
                  </a:lnTo>
                  <a:lnTo>
                    <a:pt x="4466" y="0"/>
                  </a:lnTo>
                  <a:close/>
                </a:path>
              </a:pathLst>
            </a:custGeom>
            <a:solidFill>
              <a:srgbClr val="F2F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1527825" y="3385950"/>
              <a:ext cx="312775" cy="180525"/>
            </a:xfrm>
            <a:custGeom>
              <a:rect b="b" l="l" r="r" t="t"/>
              <a:pathLst>
                <a:path extrusionOk="0" h="7221" w="12511">
                  <a:moveTo>
                    <a:pt x="413" y="0"/>
                  </a:moveTo>
                  <a:lnTo>
                    <a:pt x="1" y="254"/>
                  </a:lnTo>
                  <a:lnTo>
                    <a:pt x="12098" y="7221"/>
                  </a:lnTo>
                  <a:lnTo>
                    <a:pt x="12510" y="6999"/>
                  </a:lnTo>
                  <a:lnTo>
                    <a:pt x="413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1613350" y="3336875"/>
              <a:ext cx="311950" cy="180525"/>
            </a:xfrm>
            <a:custGeom>
              <a:rect b="b" l="l" r="r" t="t"/>
              <a:pathLst>
                <a:path extrusionOk="0" h="7221" w="12478">
                  <a:moveTo>
                    <a:pt x="412" y="0"/>
                  </a:moveTo>
                  <a:lnTo>
                    <a:pt x="0" y="253"/>
                  </a:lnTo>
                  <a:lnTo>
                    <a:pt x="12066" y="7221"/>
                  </a:lnTo>
                  <a:lnTo>
                    <a:pt x="12478" y="6999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1821575" y="3506300"/>
              <a:ext cx="112450" cy="136975"/>
            </a:xfrm>
            <a:custGeom>
              <a:rect b="b" l="l" r="r" t="t"/>
              <a:pathLst>
                <a:path extrusionOk="0" h="5479" w="4498">
                  <a:moveTo>
                    <a:pt x="4497" y="0"/>
                  </a:moveTo>
                  <a:lnTo>
                    <a:pt x="4149" y="222"/>
                  </a:lnTo>
                  <a:lnTo>
                    <a:pt x="3737" y="444"/>
                  </a:lnTo>
                  <a:lnTo>
                    <a:pt x="0" y="2597"/>
                  </a:lnTo>
                  <a:lnTo>
                    <a:pt x="0" y="5479"/>
                  </a:lnTo>
                  <a:lnTo>
                    <a:pt x="3737" y="3325"/>
                  </a:lnTo>
                  <a:lnTo>
                    <a:pt x="4149" y="3072"/>
                  </a:lnTo>
                  <a:lnTo>
                    <a:pt x="4497" y="2914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1915000" y="3511825"/>
              <a:ext cx="10300" cy="77625"/>
            </a:xfrm>
            <a:custGeom>
              <a:rect b="b" l="l" r="r" t="t"/>
              <a:pathLst>
                <a:path extrusionOk="0" h="3105" w="412">
                  <a:moveTo>
                    <a:pt x="412" y="1"/>
                  </a:moveTo>
                  <a:lnTo>
                    <a:pt x="0" y="223"/>
                  </a:lnTo>
                  <a:lnTo>
                    <a:pt x="0" y="3104"/>
                  </a:lnTo>
                  <a:lnTo>
                    <a:pt x="412" y="2851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1830275" y="3560925"/>
              <a:ext cx="10325" cy="77600"/>
            </a:xfrm>
            <a:custGeom>
              <a:rect b="b" l="l" r="r" t="t"/>
              <a:pathLst>
                <a:path extrusionOk="0" h="3104" w="413">
                  <a:moveTo>
                    <a:pt x="412" y="0"/>
                  </a:moveTo>
                  <a:lnTo>
                    <a:pt x="0" y="222"/>
                  </a:lnTo>
                  <a:lnTo>
                    <a:pt x="0" y="3104"/>
                  </a:lnTo>
                  <a:lnTo>
                    <a:pt x="412" y="2882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1488250" y="3789725"/>
              <a:ext cx="302475" cy="246250"/>
            </a:xfrm>
            <a:custGeom>
              <a:rect b="b" l="l" r="r" t="t"/>
              <a:pathLst>
                <a:path extrusionOk="0" h="9850" w="12099">
                  <a:moveTo>
                    <a:pt x="0" y="1"/>
                  </a:moveTo>
                  <a:lnTo>
                    <a:pt x="0" y="2882"/>
                  </a:lnTo>
                  <a:lnTo>
                    <a:pt x="12098" y="9850"/>
                  </a:lnTo>
                  <a:lnTo>
                    <a:pt x="12098" y="69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1790700" y="3559325"/>
              <a:ext cx="700700" cy="476650"/>
            </a:xfrm>
            <a:custGeom>
              <a:rect b="b" l="l" r="r" t="t"/>
              <a:pathLst>
                <a:path extrusionOk="0" h="19066" w="28028">
                  <a:moveTo>
                    <a:pt x="28027" y="1"/>
                  </a:moveTo>
                  <a:lnTo>
                    <a:pt x="0" y="16184"/>
                  </a:lnTo>
                  <a:lnTo>
                    <a:pt x="0" y="19066"/>
                  </a:lnTo>
                  <a:lnTo>
                    <a:pt x="28027" y="2883"/>
                  </a:lnTo>
                  <a:lnTo>
                    <a:pt x="28027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1488250" y="3384375"/>
              <a:ext cx="1003150" cy="579550"/>
            </a:xfrm>
            <a:custGeom>
              <a:rect b="b" l="l" r="r" t="t"/>
              <a:pathLst>
                <a:path extrusionOk="0" h="23182" w="40126">
                  <a:moveTo>
                    <a:pt x="28059" y="0"/>
                  </a:moveTo>
                  <a:lnTo>
                    <a:pt x="0" y="16215"/>
                  </a:lnTo>
                  <a:lnTo>
                    <a:pt x="12098" y="23182"/>
                  </a:lnTo>
                  <a:lnTo>
                    <a:pt x="40125" y="6999"/>
                  </a:lnTo>
                  <a:lnTo>
                    <a:pt x="28059" y="0"/>
                  </a:ln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>
              <a:off x="1509625" y="3396250"/>
              <a:ext cx="961175" cy="555800"/>
            </a:xfrm>
            <a:custGeom>
              <a:rect b="b" l="l" r="r" t="t"/>
              <a:pathLst>
                <a:path extrusionOk="0" h="22232" w="38447">
                  <a:moveTo>
                    <a:pt x="27204" y="0"/>
                  </a:moveTo>
                  <a:lnTo>
                    <a:pt x="1" y="15740"/>
                  </a:lnTo>
                  <a:lnTo>
                    <a:pt x="11243" y="22232"/>
                  </a:lnTo>
                  <a:lnTo>
                    <a:pt x="38447" y="6524"/>
                  </a:lnTo>
                  <a:lnTo>
                    <a:pt x="27204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1522300" y="3404150"/>
              <a:ext cx="909700" cy="524950"/>
            </a:xfrm>
            <a:custGeom>
              <a:rect b="b" l="l" r="r" t="t"/>
              <a:pathLst>
                <a:path extrusionOk="0" h="20998" w="36388">
                  <a:moveTo>
                    <a:pt x="26729" y="1"/>
                  </a:moveTo>
                  <a:lnTo>
                    <a:pt x="0" y="15424"/>
                  </a:lnTo>
                  <a:lnTo>
                    <a:pt x="9659" y="20997"/>
                  </a:lnTo>
                  <a:lnTo>
                    <a:pt x="36388" y="5575"/>
                  </a:lnTo>
                  <a:lnTo>
                    <a:pt x="26729" y="1"/>
                  </a:ln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2173875" y="3492425"/>
              <a:ext cx="110075" cy="57825"/>
            </a:xfrm>
            <a:custGeom>
              <a:rect b="b" l="l" r="r" t="t"/>
              <a:pathLst>
                <a:path extrusionOk="0" h="2313" w="4403">
                  <a:moveTo>
                    <a:pt x="2202" y="1"/>
                  </a:moveTo>
                  <a:cubicBezTo>
                    <a:pt x="1687" y="1"/>
                    <a:pt x="1173" y="112"/>
                    <a:pt x="793" y="333"/>
                  </a:cubicBezTo>
                  <a:cubicBezTo>
                    <a:pt x="1" y="809"/>
                    <a:pt x="1" y="1537"/>
                    <a:pt x="793" y="1980"/>
                  </a:cubicBezTo>
                  <a:cubicBezTo>
                    <a:pt x="1173" y="2202"/>
                    <a:pt x="1687" y="2313"/>
                    <a:pt x="2202" y="2313"/>
                  </a:cubicBezTo>
                  <a:cubicBezTo>
                    <a:pt x="2716" y="2313"/>
                    <a:pt x="3231" y="2202"/>
                    <a:pt x="3611" y="1980"/>
                  </a:cubicBezTo>
                  <a:cubicBezTo>
                    <a:pt x="4403" y="1537"/>
                    <a:pt x="4403" y="809"/>
                    <a:pt x="3611" y="333"/>
                  </a:cubicBezTo>
                  <a:cubicBezTo>
                    <a:pt x="3231" y="112"/>
                    <a:pt x="2716" y="1"/>
                    <a:pt x="2202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1670350" y="3783000"/>
              <a:ext cx="110875" cy="57825"/>
            </a:xfrm>
            <a:custGeom>
              <a:rect b="b" l="l" r="r" t="t"/>
              <a:pathLst>
                <a:path extrusionOk="0" h="2313" w="4435">
                  <a:moveTo>
                    <a:pt x="2217" y="0"/>
                  </a:moveTo>
                  <a:cubicBezTo>
                    <a:pt x="1703" y="0"/>
                    <a:pt x="1188" y="111"/>
                    <a:pt x="792" y="333"/>
                  </a:cubicBezTo>
                  <a:cubicBezTo>
                    <a:pt x="0" y="808"/>
                    <a:pt x="0" y="1536"/>
                    <a:pt x="792" y="1980"/>
                  </a:cubicBezTo>
                  <a:cubicBezTo>
                    <a:pt x="1188" y="2201"/>
                    <a:pt x="1703" y="2312"/>
                    <a:pt x="2217" y="2312"/>
                  </a:cubicBezTo>
                  <a:cubicBezTo>
                    <a:pt x="2732" y="2312"/>
                    <a:pt x="3246" y="2201"/>
                    <a:pt x="3642" y="1980"/>
                  </a:cubicBezTo>
                  <a:cubicBezTo>
                    <a:pt x="4434" y="1536"/>
                    <a:pt x="4434" y="808"/>
                    <a:pt x="3642" y="333"/>
                  </a:cubicBezTo>
                  <a:cubicBezTo>
                    <a:pt x="3246" y="111"/>
                    <a:pt x="2732" y="0"/>
                    <a:pt x="2217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1806525" y="3569625"/>
              <a:ext cx="366600" cy="209050"/>
            </a:xfrm>
            <a:custGeom>
              <a:rect b="b" l="l" r="r" t="t"/>
              <a:pathLst>
                <a:path extrusionOk="0" h="8362" w="14664">
                  <a:moveTo>
                    <a:pt x="6366" y="1"/>
                  </a:moveTo>
                  <a:cubicBezTo>
                    <a:pt x="4592" y="1"/>
                    <a:pt x="2977" y="381"/>
                    <a:pt x="1806" y="1077"/>
                  </a:cubicBezTo>
                  <a:cubicBezTo>
                    <a:pt x="634" y="1711"/>
                    <a:pt x="0" y="2629"/>
                    <a:pt x="0" y="3611"/>
                  </a:cubicBezTo>
                  <a:cubicBezTo>
                    <a:pt x="0" y="4783"/>
                    <a:pt x="919" y="5986"/>
                    <a:pt x="2502" y="6904"/>
                  </a:cubicBezTo>
                  <a:cubicBezTo>
                    <a:pt x="4086" y="7823"/>
                    <a:pt x="6208" y="8361"/>
                    <a:pt x="8329" y="8361"/>
                  </a:cubicBezTo>
                  <a:cubicBezTo>
                    <a:pt x="10103" y="8361"/>
                    <a:pt x="11718" y="7981"/>
                    <a:pt x="12890" y="7316"/>
                  </a:cubicBezTo>
                  <a:cubicBezTo>
                    <a:pt x="14030" y="6651"/>
                    <a:pt x="14663" y="5733"/>
                    <a:pt x="14663" y="4751"/>
                  </a:cubicBezTo>
                  <a:cubicBezTo>
                    <a:pt x="14663" y="3579"/>
                    <a:pt x="13776" y="2376"/>
                    <a:pt x="12193" y="1457"/>
                  </a:cubicBezTo>
                  <a:cubicBezTo>
                    <a:pt x="10610" y="539"/>
                    <a:pt x="8456" y="1"/>
                    <a:pt x="6366" y="1"/>
                  </a:cubicBez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1781200" y="3566450"/>
              <a:ext cx="417250" cy="215375"/>
            </a:xfrm>
            <a:custGeom>
              <a:rect b="b" l="l" r="r" t="t"/>
              <a:pathLst>
                <a:path extrusionOk="0" h="8615" w="16690">
                  <a:moveTo>
                    <a:pt x="7379" y="286"/>
                  </a:moveTo>
                  <a:cubicBezTo>
                    <a:pt x="9437" y="286"/>
                    <a:pt x="11559" y="793"/>
                    <a:pt x="13143" y="1711"/>
                  </a:cubicBezTo>
                  <a:cubicBezTo>
                    <a:pt x="14663" y="2598"/>
                    <a:pt x="15550" y="3738"/>
                    <a:pt x="15550" y="4878"/>
                  </a:cubicBezTo>
                  <a:cubicBezTo>
                    <a:pt x="15550" y="5796"/>
                    <a:pt x="14916" y="6651"/>
                    <a:pt x="13839" y="7285"/>
                  </a:cubicBezTo>
                  <a:cubicBezTo>
                    <a:pt x="12668" y="7950"/>
                    <a:pt x="11084" y="8330"/>
                    <a:pt x="9342" y="8330"/>
                  </a:cubicBezTo>
                  <a:cubicBezTo>
                    <a:pt x="7252" y="8330"/>
                    <a:pt x="5162" y="7792"/>
                    <a:pt x="3579" y="6905"/>
                  </a:cubicBezTo>
                  <a:cubicBezTo>
                    <a:pt x="2059" y="6018"/>
                    <a:pt x="1172" y="4846"/>
                    <a:pt x="1172" y="3738"/>
                  </a:cubicBezTo>
                  <a:cubicBezTo>
                    <a:pt x="1172" y="2820"/>
                    <a:pt x="1773" y="1964"/>
                    <a:pt x="2882" y="1331"/>
                  </a:cubicBezTo>
                  <a:cubicBezTo>
                    <a:pt x="4022" y="666"/>
                    <a:pt x="5637" y="286"/>
                    <a:pt x="7379" y="286"/>
                  </a:cubicBezTo>
                  <a:close/>
                  <a:moveTo>
                    <a:pt x="7347" y="1"/>
                  </a:moveTo>
                  <a:cubicBezTo>
                    <a:pt x="5637" y="1"/>
                    <a:pt x="3959" y="349"/>
                    <a:pt x="2724" y="1046"/>
                  </a:cubicBezTo>
                  <a:cubicBezTo>
                    <a:pt x="0" y="2630"/>
                    <a:pt x="317" y="5353"/>
                    <a:pt x="3420" y="7158"/>
                  </a:cubicBezTo>
                  <a:cubicBezTo>
                    <a:pt x="5130" y="8108"/>
                    <a:pt x="7284" y="8615"/>
                    <a:pt x="9342" y="8615"/>
                  </a:cubicBezTo>
                  <a:cubicBezTo>
                    <a:pt x="11084" y="8615"/>
                    <a:pt x="12731" y="8267"/>
                    <a:pt x="13966" y="7570"/>
                  </a:cubicBezTo>
                  <a:cubicBezTo>
                    <a:pt x="16690" y="5986"/>
                    <a:pt x="16373" y="3263"/>
                    <a:pt x="13269" y="1458"/>
                  </a:cubicBezTo>
                  <a:cubicBezTo>
                    <a:pt x="11591" y="476"/>
                    <a:pt x="9437" y="1"/>
                    <a:pt x="7347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1874600" y="3602100"/>
              <a:ext cx="235975" cy="144100"/>
            </a:xfrm>
            <a:custGeom>
              <a:rect b="b" l="l" r="r" t="t"/>
              <a:pathLst>
                <a:path extrusionOk="0" h="5764" w="9439">
                  <a:moveTo>
                    <a:pt x="2123" y="1869"/>
                  </a:moveTo>
                  <a:lnTo>
                    <a:pt x="3326" y="2565"/>
                  </a:lnTo>
                  <a:cubicBezTo>
                    <a:pt x="2985" y="2673"/>
                    <a:pt x="2704" y="2730"/>
                    <a:pt x="2485" y="2730"/>
                  </a:cubicBezTo>
                  <a:cubicBezTo>
                    <a:pt x="2318" y="2730"/>
                    <a:pt x="2187" y="2697"/>
                    <a:pt x="2091" y="2629"/>
                  </a:cubicBezTo>
                  <a:cubicBezTo>
                    <a:pt x="1901" y="2534"/>
                    <a:pt x="1838" y="2407"/>
                    <a:pt x="1838" y="2280"/>
                  </a:cubicBezTo>
                  <a:cubicBezTo>
                    <a:pt x="1838" y="2154"/>
                    <a:pt x="1933" y="2027"/>
                    <a:pt x="2123" y="1869"/>
                  </a:cubicBezTo>
                  <a:close/>
                  <a:moveTo>
                    <a:pt x="6881" y="2876"/>
                  </a:moveTo>
                  <a:cubicBezTo>
                    <a:pt x="7062" y="2876"/>
                    <a:pt x="7207" y="2909"/>
                    <a:pt x="7317" y="2977"/>
                  </a:cubicBezTo>
                  <a:cubicBezTo>
                    <a:pt x="7475" y="3072"/>
                    <a:pt x="7570" y="3199"/>
                    <a:pt x="7570" y="3325"/>
                  </a:cubicBezTo>
                  <a:cubicBezTo>
                    <a:pt x="7570" y="3484"/>
                    <a:pt x="7475" y="3642"/>
                    <a:pt x="7285" y="3800"/>
                  </a:cubicBezTo>
                  <a:lnTo>
                    <a:pt x="5986" y="3040"/>
                  </a:lnTo>
                  <a:cubicBezTo>
                    <a:pt x="6346" y="2932"/>
                    <a:pt x="6644" y="2876"/>
                    <a:pt x="6881" y="2876"/>
                  </a:cubicBezTo>
                  <a:close/>
                  <a:moveTo>
                    <a:pt x="4720" y="0"/>
                  </a:moveTo>
                  <a:cubicBezTo>
                    <a:pt x="3675" y="32"/>
                    <a:pt x="2725" y="253"/>
                    <a:pt x="1869" y="665"/>
                  </a:cubicBezTo>
                  <a:lnTo>
                    <a:pt x="951" y="127"/>
                  </a:lnTo>
                  <a:lnTo>
                    <a:pt x="1" y="665"/>
                  </a:lnTo>
                  <a:lnTo>
                    <a:pt x="919" y="1172"/>
                  </a:lnTo>
                  <a:cubicBezTo>
                    <a:pt x="349" y="1584"/>
                    <a:pt x="64" y="1995"/>
                    <a:pt x="33" y="2439"/>
                  </a:cubicBezTo>
                  <a:cubicBezTo>
                    <a:pt x="33" y="2850"/>
                    <a:pt x="286" y="3230"/>
                    <a:pt x="793" y="3515"/>
                  </a:cubicBezTo>
                  <a:cubicBezTo>
                    <a:pt x="1046" y="3674"/>
                    <a:pt x="1299" y="3769"/>
                    <a:pt x="1584" y="3832"/>
                  </a:cubicBezTo>
                  <a:cubicBezTo>
                    <a:pt x="1901" y="3895"/>
                    <a:pt x="2154" y="3927"/>
                    <a:pt x="2408" y="3927"/>
                  </a:cubicBezTo>
                  <a:cubicBezTo>
                    <a:pt x="2661" y="3927"/>
                    <a:pt x="2946" y="3927"/>
                    <a:pt x="3263" y="3864"/>
                  </a:cubicBezTo>
                  <a:cubicBezTo>
                    <a:pt x="3548" y="3800"/>
                    <a:pt x="3833" y="3737"/>
                    <a:pt x="4055" y="3674"/>
                  </a:cubicBezTo>
                  <a:cubicBezTo>
                    <a:pt x="4276" y="3610"/>
                    <a:pt x="4530" y="3547"/>
                    <a:pt x="4815" y="3420"/>
                  </a:cubicBezTo>
                  <a:lnTo>
                    <a:pt x="6366" y="4307"/>
                  </a:lnTo>
                  <a:cubicBezTo>
                    <a:pt x="5729" y="4568"/>
                    <a:pt x="5011" y="4723"/>
                    <a:pt x="4214" y="4723"/>
                  </a:cubicBezTo>
                  <a:cubicBezTo>
                    <a:pt x="4140" y="4723"/>
                    <a:pt x="4066" y="4721"/>
                    <a:pt x="3991" y="4719"/>
                  </a:cubicBezTo>
                  <a:lnTo>
                    <a:pt x="3991" y="4719"/>
                  </a:lnTo>
                  <a:lnTo>
                    <a:pt x="4276" y="5764"/>
                  </a:lnTo>
                  <a:cubicBezTo>
                    <a:pt x="5448" y="5764"/>
                    <a:pt x="6556" y="5542"/>
                    <a:pt x="7602" y="5035"/>
                  </a:cubicBezTo>
                  <a:lnTo>
                    <a:pt x="8457" y="5542"/>
                  </a:lnTo>
                  <a:lnTo>
                    <a:pt x="9375" y="5004"/>
                  </a:lnTo>
                  <a:lnTo>
                    <a:pt x="8488" y="4465"/>
                  </a:lnTo>
                  <a:cubicBezTo>
                    <a:pt x="9122" y="4054"/>
                    <a:pt x="9438" y="3610"/>
                    <a:pt x="9407" y="3199"/>
                  </a:cubicBezTo>
                  <a:cubicBezTo>
                    <a:pt x="9407" y="2755"/>
                    <a:pt x="9122" y="2407"/>
                    <a:pt x="8583" y="2090"/>
                  </a:cubicBezTo>
                  <a:cubicBezTo>
                    <a:pt x="8330" y="1932"/>
                    <a:pt x="8045" y="1837"/>
                    <a:pt x="7760" y="1742"/>
                  </a:cubicBezTo>
                  <a:cubicBezTo>
                    <a:pt x="7475" y="1679"/>
                    <a:pt x="7190" y="1647"/>
                    <a:pt x="6936" y="1647"/>
                  </a:cubicBezTo>
                  <a:cubicBezTo>
                    <a:pt x="6683" y="1647"/>
                    <a:pt x="6398" y="1679"/>
                    <a:pt x="6081" y="1742"/>
                  </a:cubicBezTo>
                  <a:cubicBezTo>
                    <a:pt x="5765" y="1774"/>
                    <a:pt x="5511" y="1837"/>
                    <a:pt x="5258" y="1900"/>
                  </a:cubicBezTo>
                  <a:cubicBezTo>
                    <a:pt x="5036" y="1964"/>
                    <a:pt x="4783" y="2059"/>
                    <a:pt x="4498" y="2154"/>
                  </a:cubicBezTo>
                  <a:lnTo>
                    <a:pt x="3105" y="1362"/>
                  </a:lnTo>
                  <a:cubicBezTo>
                    <a:pt x="3706" y="1172"/>
                    <a:pt x="4308" y="1045"/>
                    <a:pt x="4941" y="1045"/>
                  </a:cubicBezTo>
                  <a:lnTo>
                    <a:pt x="4720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1786725" y="3800025"/>
              <a:ext cx="170250" cy="98200"/>
            </a:xfrm>
            <a:custGeom>
              <a:rect b="b" l="l" r="r" t="t"/>
              <a:pathLst>
                <a:path extrusionOk="0" h="3928" w="6810">
                  <a:moveTo>
                    <a:pt x="6144" y="0"/>
                  </a:moveTo>
                  <a:lnTo>
                    <a:pt x="1" y="3547"/>
                  </a:lnTo>
                  <a:lnTo>
                    <a:pt x="666" y="3927"/>
                  </a:lnTo>
                  <a:lnTo>
                    <a:pt x="6810" y="380"/>
                  </a:lnTo>
                  <a:lnTo>
                    <a:pt x="6144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2207925" y="3556950"/>
              <a:ext cx="169450" cy="98200"/>
            </a:xfrm>
            <a:custGeom>
              <a:rect b="b" l="l" r="r" t="t"/>
              <a:pathLst>
                <a:path extrusionOk="0" h="3928" w="6778">
                  <a:moveTo>
                    <a:pt x="6144" y="1"/>
                  </a:moveTo>
                  <a:lnTo>
                    <a:pt x="1" y="3548"/>
                  </a:lnTo>
                  <a:lnTo>
                    <a:pt x="634" y="3928"/>
                  </a:lnTo>
                  <a:lnTo>
                    <a:pt x="6778" y="3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1845325" y="3518950"/>
              <a:ext cx="414100" cy="239125"/>
            </a:xfrm>
            <a:custGeom>
              <a:rect b="b" l="l" r="r" t="t"/>
              <a:pathLst>
                <a:path extrusionOk="0" h="9565" w="16564">
                  <a:moveTo>
                    <a:pt x="4497" y="1"/>
                  </a:moveTo>
                  <a:lnTo>
                    <a:pt x="0" y="2566"/>
                  </a:lnTo>
                  <a:lnTo>
                    <a:pt x="12098" y="9565"/>
                  </a:lnTo>
                  <a:lnTo>
                    <a:pt x="16563" y="6968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F2F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1854025" y="3572800"/>
              <a:ext cx="311975" cy="180525"/>
            </a:xfrm>
            <a:custGeom>
              <a:rect b="b" l="l" r="r" t="t"/>
              <a:pathLst>
                <a:path extrusionOk="0" h="7221" w="12479">
                  <a:moveTo>
                    <a:pt x="381" y="0"/>
                  </a:moveTo>
                  <a:lnTo>
                    <a:pt x="1" y="222"/>
                  </a:lnTo>
                  <a:lnTo>
                    <a:pt x="12066" y="7221"/>
                  </a:lnTo>
                  <a:lnTo>
                    <a:pt x="12478" y="696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1938750" y="3523700"/>
              <a:ext cx="311950" cy="180550"/>
            </a:xfrm>
            <a:custGeom>
              <a:rect b="b" l="l" r="r" t="t"/>
              <a:pathLst>
                <a:path extrusionOk="0" h="7222" w="12478">
                  <a:moveTo>
                    <a:pt x="412" y="1"/>
                  </a:moveTo>
                  <a:lnTo>
                    <a:pt x="0" y="223"/>
                  </a:lnTo>
                  <a:lnTo>
                    <a:pt x="12098" y="7221"/>
                  </a:lnTo>
                  <a:lnTo>
                    <a:pt x="12478" y="6968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2147750" y="3693150"/>
              <a:ext cx="111675" cy="136975"/>
            </a:xfrm>
            <a:custGeom>
              <a:rect b="b" l="l" r="r" t="t"/>
              <a:pathLst>
                <a:path extrusionOk="0" h="5479" w="4467">
                  <a:moveTo>
                    <a:pt x="4466" y="0"/>
                  </a:moveTo>
                  <a:lnTo>
                    <a:pt x="4118" y="190"/>
                  </a:lnTo>
                  <a:lnTo>
                    <a:pt x="3738" y="412"/>
                  </a:lnTo>
                  <a:lnTo>
                    <a:pt x="1" y="2597"/>
                  </a:lnTo>
                  <a:lnTo>
                    <a:pt x="1" y="5479"/>
                  </a:lnTo>
                  <a:lnTo>
                    <a:pt x="3738" y="3294"/>
                  </a:lnTo>
                  <a:lnTo>
                    <a:pt x="4118" y="3072"/>
                  </a:lnTo>
                  <a:lnTo>
                    <a:pt x="4466" y="2882"/>
                  </a:lnTo>
                  <a:lnTo>
                    <a:pt x="4466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2241175" y="3697900"/>
              <a:ext cx="9525" cy="77600"/>
            </a:xfrm>
            <a:custGeom>
              <a:rect b="b" l="l" r="r" t="t"/>
              <a:pathLst>
                <a:path extrusionOk="0" h="3104" w="381">
                  <a:moveTo>
                    <a:pt x="381" y="0"/>
                  </a:moveTo>
                  <a:lnTo>
                    <a:pt x="1" y="222"/>
                  </a:lnTo>
                  <a:lnTo>
                    <a:pt x="1" y="3104"/>
                  </a:lnTo>
                  <a:lnTo>
                    <a:pt x="381" y="288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2155675" y="3746975"/>
              <a:ext cx="10325" cy="78400"/>
            </a:xfrm>
            <a:custGeom>
              <a:rect b="b" l="l" r="r" t="t"/>
              <a:pathLst>
                <a:path extrusionOk="0" h="3136" w="413">
                  <a:moveTo>
                    <a:pt x="412" y="1"/>
                  </a:moveTo>
                  <a:lnTo>
                    <a:pt x="0" y="254"/>
                  </a:lnTo>
                  <a:lnTo>
                    <a:pt x="0" y="3136"/>
                  </a:lnTo>
                  <a:lnTo>
                    <a:pt x="412" y="2882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2174675" y="3524500"/>
              <a:ext cx="302475" cy="246250"/>
            </a:xfrm>
            <a:custGeom>
              <a:rect b="b" l="l" r="r" t="t"/>
              <a:pathLst>
                <a:path extrusionOk="0" h="9850" w="12099">
                  <a:moveTo>
                    <a:pt x="12098" y="1"/>
                  </a:moveTo>
                  <a:lnTo>
                    <a:pt x="1" y="6968"/>
                  </a:lnTo>
                  <a:lnTo>
                    <a:pt x="1" y="9850"/>
                  </a:lnTo>
                  <a:lnTo>
                    <a:pt x="12098" y="2882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1474000" y="3294100"/>
              <a:ext cx="700700" cy="476650"/>
            </a:xfrm>
            <a:custGeom>
              <a:rect b="b" l="l" r="r" t="t"/>
              <a:pathLst>
                <a:path extrusionOk="0" h="19066" w="28028">
                  <a:moveTo>
                    <a:pt x="0" y="1"/>
                  </a:moveTo>
                  <a:lnTo>
                    <a:pt x="0" y="2883"/>
                  </a:lnTo>
                  <a:lnTo>
                    <a:pt x="28028" y="19066"/>
                  </a:lnTo>
                  <a:lnTo>
                    <a:pt x="28028" y="1618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1474000" y="3119150"/>
              <a:ext cx="1003150" cy="579550"/>
            </a:xfrm>
            <a:custGeom>
              <a:rect b="b" l="l" r="r" t="t"/>
              <a:pathLst>
                <a:path extrusionOk="0" h="23182" w="40126">
                  <a:moveTo>
                    <a:pt x="12066" y="0"/>
                  </a:moveTo>
                  <a:lnTo>
                    <a:pt x="0" y="6999"/>
                  </a:lnTo>
                  <a:lnTo>
                    <a:pt x="28028" y="23182"/>
                  </a:lnTo>
                  <a:lnTo>
                    <a:pt x="40125" y="16215"/>
                  </a:lnTo>
                  <a:lnTo>
                    <a:pt x="12066" y="0"/>
                  </a:ln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1494575" y="3131800"/>
              <a:ext cx="961200" cy="555025"/>
            </a:xfrm>
            <a:custGeom>
              <a:rect b="b" l="l" r="r" t="t"/>
              <a:pathLst>
                <a:path extrusionOk="0" h="22201" w="38448">
                  <a:moveTo>
                    <a:pt x="11243" y="1"/>
                  </a:moveTo>
                  <a:lnTo>
                    <a:pt x="1" y="6493"/>
                  </a:lnTo>
                  <a:lnTo>
                    <a:pt x="27205" y="22201"/>
                  </a:lnTo>
                  <a:lnTo>
                    <a:pt x="38447" y="15709"/>
                  </a:lnTo>
                  <a:lnTo>
                    <a:pt x="11243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1533375" y="3138925"/>
              <a:ext cx="909725" cy="525725"/>
            </a:xfrm>
            <a:custGeom>
              <a:rect b="b" l="l" r="r" t="t"/>
              <a:pathLst>
                <a:path extrusionOk="0" h="21029" w="36389">
                  <a:moveTo>
                    <a:pt x="9660" y="1"/>
                  </a:moveTo>
                  <a:lnTo>
                    <a:pt x="1" y="5606"/>
                  </a:lnTo>
                  <a:lnTo>
                    <a:pt x="26698" y="21029"/>
                  </a:lnTo>
                  <a:lnTo>
                    <a:pt x="36388" y="15424"/>
                  </a:lnTo>
                  <a:lnTo>
                    <a:pt x="9660" y="1"/>
                  </a:ln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1681425" y="3227200"/>
              <a:ext cx="110075" cy="58425"/>
            </a:xfrm>
            <a:custGeom>
              <a:rect b="b" l="l" r="r" t="t"/>
              <a:pathLst>
                <a:path extrusionOk="0" h="2337" w="4403">
                  <a:moveTo>
                    <a:pt x="2202" y="1"/>
                  </a:moveTo>
                  <a:cubicBezTo>
                    <a:pt x="1687" y="1"/>
                    <a:pt x="1172" y="112"/>
                    <a:pt x="792" y="333"/>
                  </a:cubicBezTo>
                  <a:cubicBezTo>
                    <a:pt x="1" y="808"/>
                    <a:pt x="1" y="1537"/>
                    <a:pt x="792" y="1980"/>
                  </a:cubicBezTo>
                  <a:cubicBezTo>
                    <a:pt x="1172" y="2218"/>
                    <a:pt x="1687" y="2336"/>
                    <a:pt x="2202" y="2336"/>
                  </a:cubicBezTo>
                  <a:cubicBezTo>
                    <a:pt x="2716" y="2336"/>
                    <a:pt x="3231" y="2218"/>
                    <a:pt x="3611" y="1980"/>
                  </a:cubicBezTo>
                  <a:cubicBezTo>
                    <a:pt x="4403" y="1537"/>
                    <a:pt x="4403" y="808"/>
                    <a:pt x="3611" y="333"/>
                  </a:cubicBezTo>
                  <a:cubicBezTo>
                    <a:pt x="3231" y="112"/>
                    <a:pt x="2716" y="1"/>
                    <a:pt x="2202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2184175" y="3517975"/>
              <a:ext cx="110875" cy="58200"/>
            </a:xfrm>
            <a:custGeom>
              <a:rect b="b" l="l" r="r" t="t"/>
              <a:pathLst>
                <a:path extrusionOk="0" h="2328" w="4435">
                  <a:moveTo>
                    <a:pt x="2217" y="0"/>
                  </a:moveTo>
                  <a:cubicBezTo>
                    <a:pt x="1703" y="0"/>
                    <a:pt x="1188" y="119"/>
                    <a:pt x="792" y="357"/>
                  </a:cubicBezTo>
                  <a:cubicBezTo>
                    <a:pt x="1" y="800"/>
                    <a:pt x="1" y="1528"/>
                    <a:pt x="792" y="1972"/>
                  </a:cubicBezTo>
                  <a:cubicBezTo>
                    <a:pt x="1188" y="2209"/>
                    <a:pt x="1703" y="2328"/>
                    <a:pt x="2217" y="2328"/>
                  </a:cubicBezTo>
                  <a:cubicBezTo>
                    <a:pt x="2732" y="2328"/>
                    <a:pt x="3247" y="2209"/>
                    <a:pt x="3643" y="1972"/>
                  </a:cubicBezTo>
                  <a:cubicBezTo>
                    <a:pt x="4434" y="1528"/>
                    <a:pt x="4434" y="800"/>
                    <a:pt x="3643" y="357"/>
                  </a:cubicBezTo>
                  <a:cubicBezTo>
                    <a:pt x="3247" y="119"/>
                    <a:pt x="2732" y="0"/>
                    <a:pt x="2217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1792275" y="3305200"/>
              <a:ext cx="366600" cy="208250"/>
            </a:xfrm>
            <a:custGeom>
              <a:rect b="b" l="l" r="r" t="t"/>
              <a:pathLst>
                <a:path extrusionOk="0" h="8330" w="14664">
                  <a:moveTo>
                    <a:pt x="8298" y="0"/>
                  </a:moveTo>
                  <a:cubicBezTo>
                    <a:pt x="6208" y="0"/>
                    <a:pt x="4054" y="507"/>
                    <a:pt x="2471" y="1457"/>
                  </a:cubicBezTo>
                  <a:cubicBezTo>
                    <a:pt x="887" y="2344"/>
                    <a:pt x="0" y="3547"/>
                    <a:pt x="0" y="4719"/>
                  </a:cubicBezTo>
                  <a:cubicBezTo>
                    <a:pt x="0" y="5701"/>
                    <a:pt x="634" y="6619"/>
                    <a:pt x="1774" y="7284"/>
                  </a:cubicBezTo>
                  <a:cubicBezTo>
                    <a:pt x="2946" y="7949"/>
                    <a:pt x="4561" y="8329"/>
                    <a:pt x="6334" y="8329"/>
                  </a:cubicBezTo>
                  <a:cubicBezTo>
                    <a:pt x="8456" y="8329"/>
                    <a:pt x="10578" y="7791"/>
                    <a:pt x="12161" y="6872"/>
                  </a:cubicBezTo>
                  <a:cubicBezTo>
                    <a:pt x="13745" y="5954"/>
                    <a:pt x="14663" y="4751"/>
                    <a:pt x="14663" y="3579"/>
                  </a:cubicBezTo>
                  <a:cubicBezTo>
                    <a:pt x="14663" y="2597"/>
                    <a:pt x="13998" y="1710"/>
                    <a:pt x="12858" y="1045"/>
                  </a:cubicBezTo>
                  <a:cubicBezTo>
                    <a:pt x="11686" y="349"/>
                    <a:pt x="10071" y="0"/>
                    <a:pt x="8298" y="0"/>
                  </a:cubicBez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1766925" y="3301225"/>
              <a:ext cx="416475" cy="216175"/>
            </a:xfrm>
            <a:custGeom>
              <a:rect b="b" l="l" r="r" t="t"/>
              <a:pathLst>
                <a:path extrusionOk="0" h="8647" w="16659">
                  <a:moveTo>
                    <a:pt x="9312" y="286"/>
                  </a:moveTo>
                  <a:cubicBezTo>
                    <a:pt x="11053" y="286"/>
                    <a:pt x="12669" y="666"/>
                    <a:pt x="13809" y="1331"/>
                  </a:cubicBezTo>
                  <a:cubicBezTo>
                    <a:pt x="14917" y="1964"/>
                    <a:pt x="15519" y="2819"/>
                    <a:pt x="15519" y="3738"/>
                  </a:cubicBezTo>
                  <a:cubicBezTo>
                    <a:pt x="15519" y="4878"/>
                    <a:pt x="14632" y="6018"/>
                    <a:pt x="13112" y="6905"/>
                  </a:cubicBezTo>
                  <a:cubicBezTo>
                    <a:pt x="11529" y="7823"/>
                    <a:pt x="9438" y="8330"/>
                    <a:pt x="7348" y="8330"/>
                  </a:cubicBezTo>
                  <a:cubicBezTo>
                    <a:pt x="5606" y="8330"/>
                    <a:pt x="3991" y="7981"/>
                    <a:pt x="2851" y="7316"/>
                  </a:cubicBezTo>
                  <a:cubicBezTo>
                    <a:pt x="1774" y="6683"/>
                    <a:pt x="1141" y="5828"/>
                    <a:pt x="1141" y="4878"/>
                  </a:cubicBezTo>
                  <a:cubicBezTo>
                    <a:pt x="1141" y="3770"/>
                    <a:pt x="2028" y="2598"/>
                    <a:pt x="3548" y="1711"/>
                  </a:cubicBezTo>
                  <a:cubicBezTo>
                    <a:pt x="5131" y="824"/>
                    <a:pt x="7253" y="286"/>
                    <a:pt x="9312" y="286"/>
                  </a:cubicBezTo>
                  <a:close/>
                  <a:moveTo>
                    <a:pt x="9312" y="1"/>
                  </a:moveTo>
                  <a:cubicBezTo>
                    <a:pt x="7253" y="1"/>
                    <a:pt x="5100" y="508"/>
                    <a:pt x="3421" y="1458"/>
                  </a:cubicBezTo>
                  <a:cubicBezTo>
                    <a:pt x="286" y="3263"/>
                    <a:pt x="1" y="5986"/>
                    <a:pt x="2693" y="7570"/>
                  </a:cubicBezTo>
                  <a:cubicBezTo>
                    <a:pt x="3960" y="8266"/>
                    <a:pt x="5606" y="8647"/>
                    <a:pt x="7348" y="8647"/>
                  </a:cubicBezTo>
                  <a:cubicBezTo>
                    <a:pt x="9407" y="8647"/>
                    <a:pt x="11560" y="8140"/>
                    <a:pt x="13239" y="7158"/>
                  </a:cubicBezTo>
                  <a:cubicBezTo>
                    <a:pt x="16374" y="5353"/>
                    <a:pt x="16659" y="2629"/>
                    <a:pt x="13967" y="1078"/>
                  </a:cubicBezTo>
                  <a:cubicBezTo>
                    <a:pt x="12732" y="349"/>
                    <a:pt x="11053" y="1"/>
                    <a:pt x="9312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1854825" y="3337650"/>
              <a:ext cx="235150" cy="144125"/>
            </a:xfrm>
            <a:custGeom>
              <a:rect b="b" l="l" r="r" t="t"/>
              <a:pathLst>
                <a:path extrusionOk="0" h="5765" w="9406">
                  <a:moveTo>
                    <a:pt x="7316" y="1837"/>
                  </a:moveTo>
                  <a:cubicBezTo>
                    <a:pt x="7506" y="1996"/>
                    <a:pt x="7601" y="2123"/>
                    <a:pt x="7601" y="2249"/>
                  </a:cubicBezTo>
                  <a:cubicBezTo>
                    <a:pt x="7601" y="2408"/>
                    <a:pt x="7537" y="2503"/>
                    <a:pt x="7347" y="2598"/>
                  </a:cubicBezTo>
                  <a:cubicBezTo>
                    <a:pt x="7252" y="2666"/>
                    <a:pt x="7120" y="2699"/>
                    <a:pt x="6954" y="2699"/>
                  </a:cubicBezTo>
                  <a:cubicBezTo>
                    <a:pt x="6734" y="2699"/>
                    <a:pt x="6454" y="2642"/>
                    <a:pt x="6112" y="2534"/>
                  </a:cubicBezTo>
                  <a:lnTo>
                    <a:pt x="7316" y="1837"/>
                  </a:lnTo>
                  <a:close/>
                  <a:moveTo>
                    <a:pt x="2579" y="2858"/>
                  </a:moveTo>
                  <a:cubicBezTo>
                    <a:pt x="2812" y="2858"/>
                    <a:pt x="3103" y="2905"/>
                    <a:pt x="3452" y="3009"/>
                  </a:cubicBezTo>
                  <a:lnTo>
                    <a:pt x="2154" y="3769"/>
                  </a:lnTo>
                  <a:cubicBezTo>
                    <a:pt x="1964" y="3611"/>
                    <a:pt x="1869" y="3453"/>
                    <a:pt x="1869" y="3326"/>
                  </a:cubicBezTo>
                  <a:cubicBezTo>
                    <a:pt x="1869" y="3168"/>
                    <a:pt x="1964" y="3041"/>
                    <a:pt x="2122" y="2946"/>
                  </a:cubicBezTo>
                  <a:cubicBezTo>
                    <a:pt x="2236" y="2889"/>
                    <a:pt x="2388" y="2858"/>
                    <a:pt x="2579" y="2858"/>
                  </a:cubicBezTo>
                  <a:close/>
                  <a:moveTo>
                    <a:pt x="4719" y="1"/>
                  </a:moveTo>
                  <a:lnTo>
                    <a:pt x="4497" y="1014"/>
                  </a:lnTo>
                  <a:cubicBezTo>
                    <a:pt x="5131" y="1046"/>
                    <a:pt x="5732" y="1141"/>
                    <a:pt x="6334" y="1362"/>
                  </a:cubicBezTo>
                  <a:lnTo>
                    <a:pt x="4941" y="2154"/>
                  </a:lnTo>
                  <a:cubicBezTo>
                    <a:pt x="4656" y="2027"/>
                    <a:pt x="4402" y="1964"/>
                    <a:pt x="4149" y="1901"/>
                  </a:cubicBezTo>
                  <a:cubicBezTo>
                    <a:pt x="3927" y="1837"/>
                    <a:pt x="3674" y="1774"/>
                    <a:pt x="3357" y="1711"/>
                  </a:cubicBezTo>
                  <a:cubicBezTo>
                    <a:pt x="3040" y="1647"/>
                    <a:pt x="2755" y="1647"/>
                    <a:pt x="2502" y="1647"/>
                  </a:cubicBezTo>
                  <a:cubicBezTo>
                    <a:pt x="2249" y="1647"/>
                    <a:pt x="1964" y="1679"/>
                    <a:pt x="1679" y="1742"/>
                  </a:cubicBezTo>
                  <a:cubicBezTo>
                    <a:pt x="1394" y="1806"/>
                    <a:pt x="1109" y="1901"/>
                    <a:pt x="855" y="2059"/>
                  </a:cubicBezTo>
                  <a:cubicBezTo>
                    <a:pt x="317" y="2376"/>
                    <a:pt x="32" y="2756"/>
                    <a:pt x="32" y="3168"/>
                  </a:cubicBezTo>
                  <a:cubicBezTo>
                    <a:pt x="0" y="3611"/>
                    <a:pt x="317" y="4023"/>
                    <a:pt x="919" y="4466"/>
                  </a:cubicBezTo>
                  <a:lnTo>
                    <a:pt x="32" y="4973"/>
                  </a:lnTo>
                  <a:lnTo>
                    <a:pt x="982" y="5511"/>
                  </a:lnTo>
                  <a:lnTo>
                    <a:pt x="1837" y="5004"/>
                  </a:lnTo>
                  <a:cubicBezTo>
                    <a:pt x="2882" y="5511"/>
                    <a:pt x="3991" y="5764"/>
                    <a:pt x="5162" y="5764"/>
                  </a:cubicBezTo>
                  <a:lnTo>
                    <a:pt x="5447" y="4719"/>
                  </a:lnTo>
                  <a:cubicBezTo>
                    <a:pt x="4561" y="4719"/>
                    <a:pt x="3769" y="4593"/>
                    <a:pt x="3072" y="4308"/>
                  </a:cubicBezTo>
                  <a:lnTo>
                    <a:pt x="4592" y="3421"/>
                  </a:lnTo>
                  <a:cubicBezTo>
                    <a:pt x="4909" y="3516"/>
                    <a:pt x="5162" y="3611"/>
                    <a:pt x="5384" y="3674"/>
                  </a:cubicBezTo>
                  <a:cubicBezTo>
                    <a:pt x="5606" y="3738"/>
                    <a:pt x="5859" y="3801"/>
                    <a:pt x="6176" y="3833"/>
                  </a:cubicBezTo>
                  <a:cubicBezTo>
                    <a:pt x="6492" y="3896"/>
                    <a:pt x="6777" y="3928"/>
                    <a:pt x="7031" y="3928"/>
                  </a:cubicBezTo>
                  <a:cubicBezTo>
                    <a:pt x="7284" y="3928"/>
                    <a:pt x="7537" y="3896"/>
                    <a:pt x="7823" y="3833"/>
                  </a:cubicBezTo>
                  <a:cubicBezTo>
                    <a:pt x="8139" y="3738"/>
                    <a:pt x="8393" y="3643"/>
                    <a:pt x="8646" y="3484"/>
                  </a:cubicBezTo>
                  <a:cubicBezTo>
                    <a:pt x="9153" y="3199"/>
                    <a:pt x="9406" y="2851"/>
                    <a:pt x="9406" y="2408"/>
                  </a:cubicBezTo>
                  <a:cubicBezTo>
                    <a:pt x="9374" y="1996"/>
                    <a:pt x="9089" y="1552"/>
                    <a:pt x="8519" y="1172"/>
                  </a:cubicBezTo>
                  <a:lnTo>
                    <a:pt x="9406" y="634"/>
                  </a:lnTo>
                  <a:lnTo>
                    <a:pt x="8488" y="96"/>
                  </a:lnTo>
                  <a:lnTo>
                    <a:pt x="7569" y="634"/>
                  </a:lnTo>
                  <a:cubicBezTo>
                    <a:pt x="6714" y="222"/>
                    <a:pt x="5764" y="32"/>
                    <a:pt x="4719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2008425" y="3534800"/>
              <a:ext cx="170225" cy="98200"/>
            </a:xfrm>
            <a:custGeom>
              <a:rect b="b" l="l" r="r" t="t"/>
              <a:pathLst>
                <a:path extrusionOk="0" h="3928" w="6809">
                  <a:moveTo>
                    <a:pt x="665" y="0"/>
                  </a:moveTo>
                  <a:lnTo>
                    <a:pt x="0" y="380"/>
                  </a:lnTo>
                  <a:lnTo>
                    <a:pt x="6144" y="3927"/>
                  </a:lnTo>
                  <a:lnTo>
                    <a:pt x="6809" y="3547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1588000" y="3291725"/>
              <a:ext cx="169450" cy="98200"/>
            </a:xfrm>
            <a:custGeom>
              <a:rect b="b" l="l" r="r" t="t"/>
              <a:pathLst>
                <a:path extrusionOk="0" h="3928" w="6778">
                  <a:moveTo>
                    <a:pt x="634" y="1"/>
                  </a:moveTo>
                  <a:lnTo>
                    <a:pt x="1" y="381"/>
                  </a:lnTo>
                  <a:lnTo>
                    <a:pt x="6145" y="3928"/>
                  </a:lnTo>
                  <a:lnTo>
                    <a:pt x="6778" y="3548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1705975" y="3253725"/>
              <a:ext cx="414100" cy="239125"/>
            </a:xfrm>
            <a:custGeom>
              <a:rect b="b" l="l" r="r" t="t"/>
              <a:pathLst>
                <a:path extrusionOk="0" h="9565" w="16564">
                  <a:moveTo>
                    <a:pt x="12066" y="1"/>
                  </a:moveTo>
                  <a:lnTo>
                    <a:pt x="0" y="6968"/>
                  </a:lnTo>
                  <a:lnTo>
                    <a:pt x="4466" y="9565"/>
                  </a:lnTo>
                  <a:lnTo>
                    <a:pt x="16563" y="2598"/>
                  </a:lnTo>
                  <a:lnTo>
                    <a:pt x="12066" y="1"/>
                  </a:lnTo>
                  <a:close/>
                </a:path>
              </a:pathLst>
            </a:custGeom>
            <a:solidFill>
              <a:srgbClr val="F2F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1799400" y="3307575"/>
              <a:ext cx="311975" cy="180525"/>
            </a:xfrm>
            <a:custGeom>
              <a:rect b="b" l="l" r="r" t="t"/>
              <a:pathLst>
                <a:path extrusionOk="0" h="7221" w="12479">
                  <a:moveTo>
                    <a:pt x="12098" y="0"/>
                  </a:moveTo>
                  <a:lnTo>
                    <a:pt x="0" y="6999"/>
                  </a:lnTo>
                  <a:lnTo>
                    <a:pt x="412" y="7221"/>
                  </a:lnTo>
                  <a:lnTo>
                    <a:pt x="12478" y="254"/>
                  </a:lnTo>
                  <a:lnTo>
                    <a:pt x="12098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1714675" y="3258475"/>
              <a:ext cx="311975" cy="180550"/>
            </a:xfrm>
            <a:custGeom>
              <a:rect b="b" l="l" r="r" t="t"/>
              <a:pathLst>
                <a:path extrusionOk="0" h="7222" w="12479">
                  <a:moveTo>
                    <a:pt x="12067" y="1"/>
                  </a:moveTo>
                  <a:lnTo>
                    <a:pt x="1" y="6968"/>
                  </a:lnTo>
                  <a:lnTo>
                    <a:pt x="381" y="7221"/>
                  </a:lnTo>
                  <a:lnTo>
                    <a:pt x="12478" y="254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1705975" y="3427900"/>
              <a:ext cx="111650" cy="137000"/>
            </a:xfrm>
            <a:custGeom>
              <a:rect b="b" l="l" r="r" t="t"/>
              <a:pathLst>
                <a:path extrusionOk="0" h="5480" w="4466">
                  <a:moveTo>
                    <a:pt x="0" y="1"/>
                  </a:moveTo>
                  <a:lnTo>
                    <a:pt x="0" y="2883"/>
                  </a:lnTo>
                  <a:lnTo>
                    <a:pt x="349" y="3073"/>
                  </a:lnTo>
                  <a:lnTo>
                    <a:pt x="729" y="3326"/>
                  </a:lnTo>
                  <a:lnTo>
                    <a:pt x="4466" y="5480"/>
                  </a:lnTo>
                  <a:lnTo>
                    <a:pt x="4466" y="2598"/>
                  </a:lnTo>
                  <a:lnTo>
                    <a:pt x="729" y="444"/>
                  </a:lnTo>
                  <a:lnTo>
                    <a:pt x="349" y="1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1714675" y="3432650"/>
              <a:ext cx="9525" cy="78425"/>
            </a:xfrm>
            <a:custGeom>
              <a:rect b="b" l="l" r="r" t="t"/>
              <a:pathLst>
                <a:path extrusionOk="0" h="3137" w="381">
                  <a:moveTo>
                    <a:pt x="1" y="1"/>
                  </a:moveTo>
                  <a:lnTo>
                    <a:pt x="1" y="2883"/>
                  </a:lnTo>
                  <a:lnTo>
                    <a:pt x="381" y="3136"/>
                  </a:lnTo>
                  <a:lnTo>
                    <a:pt x="381" y="2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1799400" y="3482550"/>
              <a:ext cx="10325" cy="77600"/>
            </a:xfrm>
            <a:custGeom>
              <a:rect b="b" l="l" r="r" t="t"/>
              <a:pathLst>
                <a:path extrusionOk="0" h="3104" w="413">
                  <a:moveTo>
                    <a:pt x="0" y="0"/>
                  </a:moveTo>
                  <a:lnTo>
                    <a:pt x="0" y="2882"/>
                  </a:lnTo>
                  <a:lnTo>
                    <a:pt x="412" y="3104"/>
                  </a:lnTo>
                  <a:lnTo>
                    <a:pt x="412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1845325" y="3712150"/>
              <a:ext cx="302450" cy="246250"/>
            </a:xfrm>
            <a:custGeom>
              <a:rect b="b" l="l" r="r" t="t"/>
              <a:pathLst>
                <a:path extrusionOk="0" h="9850" w="12098">
                  <a:moveTo>
                    <a:pt x="12098" y="0"/>
                  </a:moveTo>
                  <a:lnTo>
                    <a:pt x="0" y="6967"/>
                  </a:lnTo>
                  <a:lnTo>
                    <a:pt x="0" y="9849"/>
                  </a:lnTo>
                  <a:lnTo>
                    <a:pt x="12098" y="2882"/>
                  </a:lnTo>
                  <a:lnTo>
                    <a:pt x="12098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1144650" y="3481750"/>
              <a:ext cx="700700" cy="476650"/>
            </a:xfrm>
            <a:custGeom>
              <a:rect b="b" l="l" r="r" t="t"/>
              <a:pathLst>
                <a:path extrusionOk="0" h="19066" w="28028">
                  <a:moveTo>
                    <a:pt x="0" y="0"/>
                  </a:moveTo>
                  <a:lnTo>
                    <a:pt x="0" y="2882"/>
                  </a:lnTo>
                  <a:lnTo>
                    <a:pt x="28027" y="19065"/>
                  </a:lnTo>
                  <a:lnTo>
                    <a:pt x="28027" y="161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1144650" y="3306775"/>
              <a:ext cx="1003125" cy="579575"/>
            </a:xfrm>
            <a:custGeom>
              <a:rect b="b" l="l" r="r" t="t"/>
              <a:pathLst>
                <a:path extrusionOk="0" h="23183" w="40125">
                  <a:moveTo>
                    <a:pt x="12066" y="1"/>
                  </a:moveTo>
                  <a:lnTo>
                    <a:pt x="0" y="6999"/>
                  </a:lnTo>
                  <a:lnTo>
                    <a:pt x="28027" y="23182"/>
                  </a:lnTo>
                  <a:lnTo>
                    <a:pt x="40125" y="16215"/>
                  </a:lnTo>
                  <a:lnTo>
                    <a:pt x="12066" y="1"/>
                  </a:ln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1165225" y="3319450"/>
              <a:ext cx="961175" cy="555025"/>
            </a:xfrm>
            <a:custGeom>
              <a:rect b="b" l="l" r="r" t="t"/>
              <a:pathLst>
                <a:path extrusionOk="0" h="22201" w="38447">
                  <a:moveTo>
                    <a:pt x="11243" y="0"/>
                  </a:moveTo>
                  <a:lnTo>
                    <a:pt x="0" y="6492"/>
                  </a:lnTo>
                  <a:lnTo>
                    <a:pt x="27204" y="22200"/>
                  </a:lnTo>
                  <a:lnTo>
                    <a:pt x="38447" y="15708"/>
                  </a:lnTo>
                  <a:lnTo>
                    <a:pt x="11243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1204025" y="3326575"/>
              <a:ext cx="909725" cy="525725"/>
            </a:xfrm>
            <a:custGeom>
              <a:rect b="b" l="l" r="r" t="t"/>
              <a:pathLst>
                <a:path extrusionOk="0" h="21029" w="36389">
                  <a:moveTo>
                    <a:pt x="9659" y="0"/>
                  </a:moveTo>
                  <a:lnTo>
                    <a:pt x="0" y="5606"/>
                  </a:lnTo>
                  <a:lnTo>
                    <a:pt x="26697" y="21028"/>
                  </a:lnTo>
                  <a:lnTo>
                    <a:pt x="36388" y="15423"/>
                  </a:lnTo>
                  <a:lnTo>
                    <a:pt x="9659" y="0"/>
                  </a:ln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1352075" y="3414850"/>
              <a:ext cx="110075" cy="58400"/>
            </a:xfrm>
            <a:custGeom>
              <a:rect b="b" l="l" r="r" t="t"/>
              <a:pathLst>
                <a:path extrusionOk="0" h="2336" w="4403">
                  <a:moveTo>
                    <a:pt x="2186" y="0"/>
                  </a:moveTo>
                  <a:cubicBezTo>
                    <a:pt x="1671" y="0"/>
                    <a:pt x="1156" y="111"/>
                    <a:pt x="760" y="333"/>
                  </a:cubicBezTo>
                  <a:cubicBezTo>
                    <a:pt x="0" y="808"/>
                    <a:pt x="0" y="1536"/>
                    <a:pt x="760" y="1980"/>
                  </a:cubicBezTo>
                  <a:cubicBezTo>
                    <a:pt x="1156" y="2217"/>
                    <a:pt x="1671" y="2336"/>
                    <a:pt x="2186" y="2336"/>
                  </a:cubicBezTo>
                  <a:cubicBezTo>
                    <a:pt x="2700" y="2336"/>
                    <a:pt x="3215" y="2217"/>
                    <a:pt x="3611" y="1980"/>
                  </a:cubicBezTo>
                  <a:cubicBezTo>
                    <a:pt x="4402" y="1536"/>
                    <a:pt x="4402" y="808"/>
                    <a:pt x="3611" y="333"/>
                  </a:cubicBezTo>
                  <a:cubicBezTo>
                    <a:pt x="3215" y="111"/>
                    <a:pt x="2700" y="0"/>
                    <a:pt x="2186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1854825" y="3705400"/>
              <a:ext cx="110850" cy="58425"/>
            </a:xfrm>
            <a:custGeom>
              <a:rect b="b" l="l" r="r" t="t"/>
              <a:pathLst>
                <a:path extrusionOk="0" h="2337" w="4434">
                  <a:moveTo>
                    <a:pt x="2217" y="1"/>
                  </a:moveTo>
                  <a:cubicBezTo>
                    <a:pt x="1702" y="1"/>
                    <a:pt x="1188" y="112"/>
                    <a:pt x="792" y="333"/>
                  </a:cubicBezTo>
                  <a:cubicBezTo>
                    <a:pt x="0" y="808"/>
                    <a:pt x="0" y="1537"/>
                    <a:pt x="792" y="1980"/>
                  </a:cubicBezTo>
                  <a:cubicBezTo>
                    <a:pt x="1188" y="2218"/>
                    <a:pt x="1702" y="2336"/>
                    <a:pt x="2217" y="2336"/>
                  </a:cubicBezTo>
                  <a:cubicBezTo>
                    <a:pt x="2732" y="2336"/>
                    <a:pt x="3246" y="2218"/>
                    <a:pt x="3642" y="1980"/>
                  </a:cubicBezTo>
                  <a:cubicBezTo>
                    <a:pt x="4434" y="1537"/>
                    <a:pt x="4434" y="808"/>
                    <a:pt x="3642" y="333"/>
                  </a:cubicBezTo>
                  <a:cubicBezTo>
                    <a:pt x="3246" y="112"/>
                    <a:pt x="2732" y="1"/>
                    <a:pt x="2217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1462125" y="3492825"/>
              <a:ext cx="366600" cy="208250"/>
            </a:xfrm>
            <a:custGeom>
              <a:rect b="b" l="l" r="r" t="t"/>
              <a:pathLst>
                <a:path extrusionOk="0" h="8330" w="14664">
                  <a:moveTo>
                    <a:pt x="8329" y="1"/>
                  </a:moveTo>
                  <a:cubicBezTo>
                    <a:pt x="6208" y="1"/>
                    <a:pt x="4086" y="507"/>
                    <a:pt x="2502" y="1458"/>
                  </a:cubicBezTo>
                  <a:cubicBezTo>
                    <a:pt x="919" y="2344"/>
                    <a:pt x="0" y="3548"/>
                    <a:pt x="0" y="4719"/>
                  </a:cubicBezTo>
                  <a:cubicBezTo>
                    <a:pt x="0" y="5701"/>
                    <a:pt x="634" y="6620"/>
                    <a:pt x="1806" y="7285"/>
                  </a:cubicBezTo>
                  <a:cubicBezTo>
                    <a:pt x="2977" y="7950"/>
                    <a:pt x="4592" y="8330"/>
                    <a:pt x="6366" y="8330"/>
                  </a:cubicBezTo>
                  <a:cubicBezTo>
                    <a:pt x="8456" y="8330"/>
                    <a:pt x="10610" y="7791"/>
                    <a:pt x="12193" y="6873"/>
                  </a:cubicBezTo>
                  <a:cubicBezTo>
                    <a:pt x="13776" y="5955"/>
                    <a:pt x="14663" y="4751"/>
                    <a:pt x="14663" y="3579"/>
                  </a:cubicBezTo>
                  <a:cubicBezTo>
                    <a:pt x="14663" y="2598"/>
                    <a:pt x="14030" y="1711"/>
                    <a:pt x="12890" y="1046"/>
                  </a:cubicBezTo>
                  <a:cubicBezTo>
                    <a:pt x="11718" y="349"/>
                    <a:pt x="10103" y="1"/>
                    <a:pt x="8329" y="1"/>
                  </a:cubicBez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1437575" y="3488875"/>
              <a:ext cx="417275" cy="216175"/>
            </a:xfrm>
            <a:custGeom>
              <a:rect b="b" l="l" r="r" t="t"/>
              <a:pathLst>
                <a:path extrusionOk="0" h="8647" w="16691">
                  <a:moveTo>
                    <a:pt x="9311" y="285"/>
                  </a:moveTo>
                  <a:cubicBezTo>
                    <a:pt x="11053" y="285"/>
                    <a:pt x="12668" y="665"/>
                    <a:pt x="13808" y="1331"/>
                  </a:cubicBezTo>
                  <a:cubicBezTo>
                    <a:pt x="14917" y="1964"/>
                    <a:pt x="15518" y="2819"/>
                    <a:pt x="15518" y="3737"/>
                  </a:cubicBezTo>
                  <a:cubicBezTo>
                    <a:pt x="15518" y="4877"/>
                    <a:pt x="14632" y="6018"/>
                    <a:pt x="13112" y="6904"/>
                  </a:cubicBezTo>
                  <a:cubicBezTo>
                    <a:pt x="11528" y="7823"/>
                    <a:pt x="9438" y="8329"/>
                    <a:pt x="7348" y="8329"/>
                  </a:cubicBezTo>
                  <a:cubicBezTo>
                    <a:pt x="5606" y="8329"/>
                    <a:pt x="3991" y="7981"/>
                    <a:pt x="2851" y="7316"/>
                  </a:cubicBezTo>
                  <a:cubicBezTo>
                    <a:pt x="1774" y="6683"/>
                    <a:pt x="1141" y="5828"/>
                    <a:pt x="1141" y="4877"/>
                  </a:cubicBezTo>
                  <a:cubicBezTo>
                    <a:pt x="1141" y="3769"/>
                    <a:pt x="2027" y="2597"/>
                    <a:pt x="3548" y="1742"/>
                  </a:cubicBezTo>
                  <a:cubicBezTo>
                    <a:pt x="5131" y="824"/>
                    <a:pt x="7221" y="285"/>
                    <a:pt x="9311" y="285"/>
                  </a:cubicBezTo>
                  <a:close/>
                  <a:moveTo>
                    <a:pt x="9311" y="0"/>
                  </a:moveTo>
                  <a:cubicBezTo>
                    <a:pt x="7253" y="0"/>
                    <a:pt x="5099" y="507"/>
                    <a:pt x="3421" y="1457"/>
                  </a:cubicBezTo>
                  <a:cubicBezTo>
                    <a:pt x="286" y="3262"/>
                    <a:pt x="1" y="5986"/>
                    <a:pt x="2693" y="7569"/>
                  </a:cubicBezTo>
                  <a:cubicBezTo>
                    <a:pt x="3959" y="8266"/>
                    <a:pt x="5606" y="8646"/>
                    <a:pt x="7348" y="8646"/>
                  </a:cubicBezTo>
                  <a:cubicBezTo>
                    <a:pt x="9406" y="8646"/>
                    <a:pt x="11560" y="8139"/>
                    <a:pt x="13238" y="7158"/>
                  </a:cubicBezTo>
                  <a:cubicBezTo>
                    <a:pt x="16374" y="5352"/>
                    <a:pt x="16690" y="2629"/>
                    <a:pt x="13967" y="1077"/>
                  </a:cubicBezTo>
                  <a:cubicBezTo>
                    <a:pt x="12700" y="349"/>
                    <a:pt x="11053" y="0"/>
                    <a:pt x="9311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1525450" y="3525300"/>
              <a:ext cx="235175" cy="144100"/>
            </a:xfrm>
            <a:custGeom>
              <a:rect b="b" l="l" r="r" t="t"/>
              <a:pathLst>
                <a:path extrusionOk="0" h="5764" w="9407">
                  <a:moveTo>
                    <a:pt x="7285" y="1837"/>
                  </a:moveTo>
                  <a:cubicBezTo>
                    <a:pt x="7506" y="1995"/>
                    <a:pt x="7570" y="2122"/>
                    <a:pt x="7601" y="2249"/>
                  </a:cubicBezTo>
                  <a:cubicBezTo>
                    <a:pt x="7601" y="2407"/>
                    <a:pt x="7506" y="2502"/>
                    <a:pt x="7348" y="2597"/>
                  </a:cubicBezTo>
                  <a:cubicBezTo>
                    <a:pt x="7252" y="2666"/>
                    <a:pt x="7115" y="2698"/>
                    <a:pt x="6944" y="2698"/>
                  </a:cubicBezTo>
                  <a:cubicBezTo>
                    <a:pt x="6720" y="2698"/>
                    <a:pt x="6437" y="2642"/>
                    <a:pt x="6113" y="2534"/>
                  </a:cubicBezTo>
                  <a:lnTo>
                    <a:pt x="7285" y="1837"/>
                  </a:lnTo>
                  <a:close/>
                  <a:moveTo>
                    <a:pt x="2574" y="2857"/>
                  </a:moveTo>
                  <a:cubicBezTo>
                    <a:pt x="2813" y="2857"/>
                    <a:pt x="3104" y="2904"/>
                    <a:pt x="3453" y="3009"/>
                  </a:cubicBezTo>
                  <a:lnTo>
                    <a:pt x="2154" y="3769"/>
                  </a:lnTo>
                  <a:cubicBezTo>
                    <a:pt x="1964" y="3610"/>
                    <a:pt x="1869" y="3452"/>
                    <a:pt x="1869" y="3294"/>
                  </a:cubicBezTo>
                  <a:cubicBezTo>
                    <a:pt x="1869" y="3167"/>
                    <a:pt x="1964" y="3040"/>
                    <a:pt x="2091" y="2945"/>
                  </a:cubicBezTo>
                  <a:cubicBezTo>
                    <a:pt x="2219" y="2888"/>
                    <a:pt x="2379" y="2857"/>
                    <a:pt x="2574" y="2857"/>
                  </a:cubicBezTo>
                  <a:close/>
                  <a:moveTo>
                    <a:pt x="4720" y="0"/>
                  </a:moveTo>
                  <a:lnTo>
                    <a:pt x="4466" y="1014"/>
                  </a:lnTo>
                  <a:cubicBezTo>
                    <a:pt x="5131" y="1045"/>
                    <a:pt x="5733" y="1140"/>
                    <a:pt x="6335" y="1362"/>
                  </a:cubicBezTo>
                  <a:lnTo>
                    <a:pt x="4941" y="2154"/>
                  </a:lnTo>
                  <a:cubicBezTo>
                    <a:pt x="4656" y="2027"/>
                    <a:pt x="4371" y="1964"/>
                    <a:pt x="4150" y="1900"/>
                  </a:cubicBezTo>
                  <a:cubicBezTo>
                    <a:pt x="3928" y="1837"/>
                    <a:pt x="3675" y="1774"/>
                    <a:pt x="3358" y="1710"/>
                  </a:cubicBezTo>
                  <a:cubicBezTo>
                    <a:pt x="3041" y="1647"/>
                    <a:pt x="2756" y="1647"/>
                    <a:pt x="2503" y="1647"/>
                  </a:cubicBezTo>
                  <a:cubicBezTo>
                    <a:pt x="2249" y="1647"/>
                    <a:pt x="1964" y="1679"/>
                    <a:pt x="1679" y="1742"/>
                  </a:cubicBezTo>
                  <a:cubicBezTo>
                    <a:pt x="1394" y="1805"/>
                    <a:pt x="1109" y="1900"/>
                    <a:pt x="856" y="2059"/>
                  </a:cubicBezTo>
                  <a:cubicBezTo>
                    <a:pt x="318" y="2375"/>
                    <a:pt x="33" y="2755"/>
                    <a:pt x="1" y="3167"/>
                  </a:cubicBezTo>
                  <a:cubicBezTo>
                    <a:pt x="1" y="3579"/>
                    <a:pt x="318" y="4022"/>
                    <a:pt x="919" y="4466"/>
                  </a:cubicBezTo>
                  <a:lnTo>
                    <a:pt x="33" y="4972"/>
                  </a:lnTo>
                  <a:lnTo>
                    <a:pt x="951" y="5511"/>
                  </a:lnTo>
                  <a:lnTo>
                    <a:pt x="1838" y="5004"/>
                  </a:lnTo>
                  <a:cubicBezTo>
                    <a:pt x="2883" y="5511"/>
                    <a:pt x="3960" y="5764"/>
                    <a:pt x="5163" y="5764"/>
                  </a:cubicBezTo>
                  <a:lnTo>
                    <a:pt x="5448" y="4719"/>
                  </a:lnTo>
                  <a:cubicBezTo>
                    <a:pt x="4561" y="4719"/>
                    <a:pt x="3770" y="4592"/>
                    <a:pt x="3073" y="4307"/>
                  </a:cubicBezTo>
                  <a:lnTo>
                    <a:pt x="4593" y="3420"/>
                  </a:lnTo>
                  <a:cubicBezTo>
                    <a:pt x="4910" y="3515"/>
                    <a:pt x="5163" y="3610"/>
                    <a:pt x="5385" y="3674"/>
                  </a:cubicBezTo>
                  <a:cubicBezTo>
                    <a:pt x="5606" y="3737"/>
                    <a:pt x="5860" y="3800"/>
                    <a:pt x="6176" y="3832"/>
                  </a:cubicBezTo>
                  <a:cubicBezTo>
                    <a:pt x="6493" y="3895"/>
                    <a:pt x="6778" y="3927"/>
                    <a:pt x="7031" y="3927"/>
                  </a:cubicBezTo>
                  <a:cubicBezTo>
                    <a:pt x="7285" y="3927"/>
                    <a:pt x="7538" y="3895"/>
                    <a:pt x="7823" y="3832"/>
                  </a:cubicBezTo>
                  <a:cubicBezTo>
                    <a:pt x="8108" y="3737"/>
                    <a:pt x="8393" y="3642"/>
                    <a:pt x="8647" y="3484"/>
                  </a:cubicBezTo>
                  <a:cubicBezTo>
                    <a:pt x="9153" y="3199"/>
                    <a:pt x="9407" y="2850"/>
                    <a:pt x="9375" y="2407"/>
                  </a:cubicBezTo>
                  <a:cubicBezTo>
                    <a:pt x="9375" y="1995"/>
                    <a:pt x="9090" y="1552"/>
                    <a:pt x="8520" y="1172"/>
                  </a:cubicBezTo>
                  <a:lnTo>
                    <a:pt x="9407" y="634"/>
                  </a:lnTo>
                  <a:lnTo>
                    <a:pt x="8488" y="95"/>
                  </a:lnTo>
                  <a:lnTo>
                    <a:pt x="7570" y="634"/>
                  </a:lnTo>
                  <a:cubicBezTo>
                    <a:pt x="6715" y="222"/>
                    <a:pt x="5765" y="32"/>
                    <a:pt x="4720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1679050" y="3722425"/>
              <a:ext cx="170250" cy="98200"/>
            </a:xfrm>
            <a:custGeom>
              <a:rect b="b" l="l" r="r" t="t"/>
              <a:pathLst>
                <a:path extrusionOk="0" h="3928" w="6810">
                  <a:moveTo>
                    <a:pt x="666" y="1"/>
                  </a:moveTo>
                  <a:lnTo>
                    <a:pt x="1" y="381"/>
                  </a:lnTo>
                  <a:lnTo>
                    <a:pt x="6145" y="3928"/>
                  </a:lnTo>
                  <a:lnTo>
                    <a:pt x="6810" y="3548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1258650" y="3479375"/>
              <a:ext cx="169450" cy="98200"/>
            </a:xfrm>
            <a:custGeom>
              <a:rect b="b" l="l" r="r" t="t"/>
              <a:pathLst>
                <a:path extrusionOk="0" h="3928" w="6778">
                  <a:moveTo>
                    <a:pt x="634" y="0"/>
                  </a:moveTo>
                  <a:lnTo>
                    <a:pt x="0" y="380"/>
                  </a:lnTo>
                  <a:lnTo>
                    <a:pt x="6113" y="3927"/>
                  </a:lnTo>
                  <a:lnTo>
                    <a:pt x="6778" y="3547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1376625" y="3441375"/>
              <a:ext cx="414100" cy="239125"/>
            </a:xfrm>
            <a:custGeom>
              <a:rect b="b" l="l" r="r" t="t"/>
              <a:pathLst>
                <a:path extrusionOk="0" h="9565" w="16564">
                  <a:moveTo>
                    <a:pt x="12066" y="0"/>
                  </a:moveTo>
                  <a:lnTo>
                    <a:pt x="0" y="6967"/>
                  </a:lnTo>
                  <a:lnTo>
                    <a:pt x="4465" y="9564"/>
                  </a:lnTo>
                  <a:lnTo>
                    <a:pt x="16563" y="2597"/>
                  </a:lnTo>
                  <a:lnTo>
                    <a:pt x="12066" y="0"/>
                  </a:lnTo>
                  <a:close/>
                </a:path>
              </a:pathLst>
            </a:custGeom>
            <a:solidFill>
              <a:srgbClr val="F2F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1470050" y="3495200"/>
              <a:ext cx="311950" cy="180550"/>
            </a:xfrm>
            <a:custGeom>
              <a:rect b="b" l="l" r="r" t="t"/>
              <a:pathLst>
                <a:path extrusionOk="0" h="7222" w="12478">
                  <a:moveTo>
                    <a:pt x="12066" y="1"/>
                  </a:moveTo>
                  <a:lnTo>
                    <a:pt x="0" y="6968"/>
                  </a:lnTo>
                  <a:lnTo>
                    <a:pt x="412" y="7221"/>
                  </a:lnTo>
                  <a:lnTo>
                    <a:pt x="12478" y="254"/>
                  </a:lnTo>
                  <a:lnTo>
                    <a:pt x="12066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1385325" y="3446125"/>
              <a:ext cx="311975" cy="180525"/>
            </a:xfrm>
            <a:custGeom>
              <a:rect b="b" l="l" r="r" t="t"/>
              <a:pathLst>
                <a:path extrusionOk="0" h="7221" w="12479">
                  <a:moveTo>
                    <a:pt x="12066" y="0"/>
                  </a:moveTo>
                  <a:lnTo>
                    <a:pt x="0" y="6967"/>
                  </a:lnTo>
                  <a:lnTo>
                    <a:pt x="381" y="7221"/>
                  </a:lnTo>
                  <a:lnTo>
                    <a:pt x="12478" y="254"/>
                  </a:lnTo>
                  <a:lnTo>
                    <a:pt x="12066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1376625" y="3615550"/>
              <a:ext cx="111650" cy="137000"/>
            </a:xfrm>
            <a:custGeom>
              <a:rect b="b" l="l" r="r" t="t"/>
              <a:pathLst>
                <a:path extrusionOk="0" h="5480" w="4466">
                  <a:moveTo>
                    <a:pt x="0" y="0"/>
                  </a:moveTo>
                  <a:lnTo>
                    <a:pt x="0" y="2882"/>
                  </a:lnTo>
                  <a:lnTo>
                    <a:pt x="317" y="3072"/>
                  </a:lnTo>
                  <a:lnTo>
                    <a:pt x="729" y="3326"/>
                  </a:lnTo>
                  <a:lnTo>
                    <a:pt x="4465" y="5479"/>
                  </a:lnTo>
                  <a:lnTo>
                    <a:pt x="4465" y="2597"/>
                  </a:lnTo>
                  <a:lnTo>
                    <a:pt x="729" y="444"/>
                  </a:lnTo>
                  <a:lnTo>
                    <a:pt x="317" y="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1384525" y="3620300"/>
              <a:ext cx="10325" cy="78400"/>
            </a:xfrm>
            <a:custGeom>
              <a:rect b="b" l="l" r="r" t="t"/>
              <a:pathLst>
                <a:path extrusionOk="0" h="3136" w="413">
                  <a:moveTo>
                    <a:pt x="1" y="0"/>
                  </a:moveTo>
                  <a:lnTo>
                    <a:pt x="1" y="2882"/>
                  </a:lnTo>
                  <a:lnTo>
                    <a:pt x="413" y="3136"/>
                  </a:lnTo>
                  <a:lnTo>
                    <a:pt x="413" y="2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1470050" y="3670175"/>
              <a:ext cx="10300" cy="77625"/>
            </a:xfrm>
            <a:custGeom>
              <a:rect b="b" l="l" r="r" t="t"/>
              <a:pathLst>
                <a:path extrusionOk="0" h="3105" w="412">
                  <a:moveTo>
                    <a:pt x="0" y="1"/>
                  </a:moveTo>
                  <a:lnTo>
                    <a:pt x="0" y="2851"/>
                  </a:lnTo>
                  <a:lnTo>
                    <a:pt x="412" y="3104"/>
                  </a:lnTo>
                  <a:lnTo>
                    <a:pt x="412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1314075" y="3458800"/>
              <a:ext cx="301675" cy="246250"/>
            </a:xfrm>
            <a:custGeom>
              <a:rect b="b" l="l" r="r" t="t"/>
              <a:pathLst>
                <a:path extrusionOk="0" h="9850" w="12067">
                  <a:moveTo>
                    <a:pt x="0" y="0"/>
                  </a:moveTo>
                  <a:lnTo>
                    <a:pt x="0" y="2882"/>
                  </a:lnTo>
                  <a:lnTo>
                    <a:pt x="12066" y="9849"/>
                  </a:lnTo>
                  <a:lnTo>
                    <a:pt x="12066" y="69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1615725" y="3228400"/>
              <a:ext cx="701475" cy="476650"/>
            </a:xfrm>
            <a:custGeom>
              <a:rect b="b" l="l" r="r" t="t"/>
              <a:pathLst>
                <a:path extrusionOk="0" h="19066" w="28059">
                  <a:moveTo>
                    <a:pt x="28059" y="0"/>
                  </a:moveTo>
                  <a:lnTo>
                    <a:pt x="0" y="16183"/>
                  </a:lnTo>
                  <a:lnTo>
                    <a:pt x="0" y="19065"/>
                  </a:lnTo>
                  <a:lnTo>
                    <a:pt x="28059" y="2882"/>
                  </a:lnTo>
                  <a:lnTo>
                    <a:pt x="28059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1314075" y="3054225"/>
              <a:ext cx="1003125" cy="578775"/>
            </a:xfrm>
            <a:custGeom>
              <a:rect b="b" l="l" r="r" t="t"/>
              <a:pathLst>
                <a:path extrusionOk="0" h="23151" w="40125">
                  <a:moveTo>
                    <a:pt x="28027" y="0"/>
                  </a:moveTo>
                  <a:lnTo>
                    <a:pt x="0" y="16183"/>
                  </a:lnTo>
                  <a:lnTo>
                    <a:pt x="12066" y="23150"/>
                  </a:lnTo>
                  <a:lnTo>
                    <a:pt x="40125" y="6967"/>
                  </a:lnTo>
                  <a:lnTo>
                    <a:pt x="28027" y="0"/>
                  </a:ln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1334650" y="3066100"/>
              <a:ext cx="961175" cy="555025"/>
            </a:xfrm>
            <a:custGeom>
              <a:rect b="b" l="l" r="r" t="t"/>
              <a:pathLst>
                <a:path extrusionOk="0" h="22201" w="38447">
                  <a:moveTo>
                    <a:pt x="27204" y="0"/>
                  </a:moveTo>
                  <a:lnTo>
                    <a:pt x="1" y="15708"/>
                  </a:lnTo>
                  <a:lnTo>
                    <a:pt x="11243" y="22200"/>
                  </a:lnTo>
                  <a:lnTo>
                    <a:pt x="38447" y="6492"/>
                  </a:lnTo>
                  <a:lnTo>
                    <a:pt x="27204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1347325" y="3073225"/>
              <a:ext cx="910500" cy="525725"/>
            </a:xfrm>
            <a:custGeom>
              <a:rect b="b" l="l" r="r" t="t"/>
              <a:pathLst>
                <a:path extrusionOk="0" h="21029" w="36420">
                  <a:moveTo>
                    <a:pt x="26729" y="0"/>
                  </a:moveTo>
                  <a:lnTo>
                    <a:pt x="0" y="15423"/>
                  </a:lnTo>
                  <a:lnTo>
                    <a:pt x="9691" y="21028"/>
                  </a:lnTo>
                  <a:lnTo>
                    <a:pt x="36420" y="5606"/>
                  </a:lnTo>
                  <a:lnTo>
                    <a:pt x="26729" y="0"/>
                  </a:ln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1998925" y="3161700"/>
              <a:ext cx="110850" cy="58200"/>
            </a:xfrm>
            <a:custGeom>
              <a:rect b="b" l="l" r="r" t="t"/>
              <a:pathLst>
                <a:path extrusionOk="0" h="2328" w="4434">
                  <a:moveTo>
                    <a:pt x="2217" y="0"/>
                  </a:moveTo>
                  <a:cubicBezTo>
                    <a:pt x="1702" y="0"/>
                    <a:pt x="1188" y="119"/>
                    <a:pt x="792" y="357"/>
                  </a:cubicBezTo>
                  <a:cubicBezTo>
                    <a:pt x="0" y="800"/>
                    <a:pt x="0" y="1528"/>
                    <a:pt x="792" y="1972"/>
                  </a:cubicBezTo>
                  <a:cubicBezTo>
                    <a:pt x="1188" y="2209"/>
                    <a:pt x="1702" y="2328"/>
                    <a:pt x="2217" y="2328"/>
                  </a:cubicBezTo>
                  <a:cubicBezTo>
                    <a:pt x="2731" y="2328"/>
                    <a:pt x="3246" y="2209"/>
                    <a:pt x="3642" y="1972"/>
                  </a:cubicBezTo>
                  <a:cubicBezTo>
                    <a:pt x="4434" y="1528"/>
                    <a:pt x="4434" y="800"/>
                    <a:pt x="3642" y="357"/>
                  </a:cubicBezTo>
                  <a:cubicBezTo>
                    <a:pt x="3246" y="119"/>
                    <a:pt x="2731" y="0"/>
                    <a:pt x="2217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1495375" y="3452250"/>
              <a:ext cx="110875" cy="58225"/>
            </a:xfrm>
            <a:custGeom>
              <a:rect b="b" l="l" r="r" t="t"/>
              <a:pathLst>
                <a:path extrusionOk="0" h="2329" w="4435">
                  <a:moveTo>
                    <a:pt x="2217" y="1"/>
                  </a:moveTo>
                  <a:cubicBezTo>
                    <a:pt x="1703" y="1"/>
                    <a:pt x="1188" y="120"/>
                    <a:pt x="792" y="357"/>
                  </a:cubicBezTo>
                  <a:cubicBezTo>
                    <a:pt x="0" y="800"/>
                    <a:pt x="0" y="1529"/>
                    <a:pt x="792" y="1972"/>
                  </a:cubicBezTo>
                  <a:cubicBezTo>
                    <a:pt x="1188" y="2210"/>
                    <a:pt x="1703" y="2328"/>
                    <a:pt x="2217" y="2328"/>
                  </a:cubicBezTo>
                  <a:cubicBezTo>
                    <a:pt x="2732" y="2328"/>
                    <a:pt x="3247" y="2210"/>
                    <a:pt x="3642" y="1972"/>
                  </a:cubicBezTo>
                  <a:cubicBezTo>
                    <a:pt x="4434" y="1529"/>
                    <a:pt x="4434" y="800"/>
                    <a:pt x="3642" y="357"/>
                  </a:cubicBezTo>
                  <a:cubicBezTo>
                    <a:pt x="3247" y="120"/>
                    <a:pt x="2732" y="1"/>
                    <a:pt x="2217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1632350" y="3239475"/>
              <a:ext cx="366600" cy="208250"/>
            </a:xfrm>
            <a:custGeom>
              <a:rect b="b" l="l" r="r" t="t"/>
              <a:pathLst>
                <a:path extrusionOk="0" h="8330" w="14664">
                  <a:moveTo>
                    <a:pt x="6334" y="1"/>
                  </a:moveTo>
                  <a:cubicBezTo>
                    <a:pt x="4561" y="1"/>
                    <a:pt x="2945" y="381"/>
                    <a:pt x="1774" y="1046"/>
                  </a:cubicBezTo>
                  <a:cubicBezTo>
                    <a:pt x="634" y="1711"/>
                    <a:pt x="0" y="2598"/>
                    <a:pt x="0" y="3579"/>
                  </a:cubicBezTo>
                  <a:cubicBezTo>
                    <a:pt x="0" y="4783"/>
                    <a:pt x="887" y="5954"/>
                    <a:pt x="2470" y="6873"/>
                  </a:cubicBezTo>
                  <a:cubicBezTo>
                    <a:pt x="4054" y="7791"/>
                    <a:pt x="6207" y="8330"/>
                    <a:pt x="8298" y="8330"/>
                  </a:cubicBezTo>
                  <a:cubicBezTo>
                    <a:pt x="10071" y="8330"/>
                    <a:pt x="11686" y="7950"/>
                    <a:pt x="12858" y="7285"/>
                  </a:cubicBezTo>
                  <a:cubicBezTo>
                    <a:pt x="14030" y="6620"/>
                    <a:pt x="14663" y="5733"/>
                    <a:pt x="14663" y="4719"/>
                  </a:cubicBezTo>
                  <a:cubicBezTo>
                    <a:pt x="14663" y="3548"/>
                    <a:pt x="13745" y="2344"/>
                    <a:pt x="12161" y="1458"/>
                  </a:cubicBezTo>
                  <a:cubicBezTo>
                    <a:pt x="10578" y="539"/>
                    <a:pt x="8456" y="1"/>
                    <a:pt x="6334" y="1"/>
                  </a:cubicBez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1607000" y="3235525"/>
              <a:ext cx="417275" cy="216150"/>
            </a:xfrm>
            <a:custGeom>
              <a:rect b="b" l="l" r="r" t="t"/>
              <a:pathLst>
                <a:path extrusionOk="0" h="8646" w="16691">
                  <a:moveTo>
                    <a:pt x="7348" y="317"/>
                  </a:moveTo>
                  <a:cubicBezTo>
                    <a:pt x="9438" y="317"/>
                    <a:pt x="11528" y="824"/>
                    <a:pt x="13112" y="1742"/>
                  </a:cubicBezTo>
                  <a:cubicBezTo>
                    <a:pt x="14632" y="2629"/>
                    <a:pt x="15519" y="3769"/>
                    <a:pt x="15519" y="4909"/>
                  </a:cubicBezTo>
                  <a:cubicBezTo>
                    <a:pt x="15519" y="5827"/>
                    <a:pt x="14917" y="6683"/>
                    <a:pt x="13809" y="7316"/>
                  </a:cubicBezTo>
                  <a:cubicBezTo>
                    <a:pt x="12668" y="7981"/>
                    <a:pt x="11053" y="8329"/>
                    <a:pt x="9312" y="8329"/>
                  </a:cubicBezTo>
                  <a:cubicBezTo>
                    <a:pt x="7221" y="8329"/>
                    <a:pt x="5131" y="7823"/>
                    <a:pt x="3548" y="6904"/>
                  </a:cubicBezTo>
                  <a:cubicBezTo>
                    <a:pt x="2028" y="6017"/>
                    <a:pt x="1141" y="4877"/>
                    <a:pt x="1141" y="3737"/>
                  </a:cubicBezTo>
                  <a:cubicBezTo>
                    <a:pt x="1141" y="2819"/>
                    <a:pt x="1774" y="1964"/>
                    <a:pt x="2851" y="1330"/>
                  </a:cubicBezTo>
                  <a:cubicBezTo>
                    <a:pt x="3991" y="665"/>
                    <a:pt x="5606" y="317"/>
                    <a:pt x="7348" y="317"/>
                  </a:cubicBezTo>
                  <a:close/>
                  <a:moveTo>
                    <a:pt x="7348" y="0"/>
                  </a:moveTo>
                  <a:cubicBezTo>
                    <a:pt x="5606" y="0"/>
                    <a:pt x="3959" y="349"/>
                    <a:pt x="2724" y="1077"/>
                  </a:cubicBezTo>
                  <a:cubicBezTo>
                    <a:pt x="1" y="2661"/>
                    <a:pt x="318" y="5384"/>
                    <a:pt x="3421" y="7158"/>
                  </a:cubicBezTo>
                  <a:cubicBezTo>
                    <a:pt x="5100" y="8139"/>
                    <a:pt x="7253" y="8646"/>
                    <a:pt x="9343" y="8646"/>
                  </a:cubicBezTo>
                  <a:cubicBezTo>
                    <a:pt x="11053" y="8646"/>
                    <a:pt x="12732" y="8298"/>
                    <a:pt x="13967" y="7569"/>
                  </a:cubicBezTo>
                  <a:cubicBezTo>
                    <a:pt x="16690" y="5986"/>
                    <a:pt x="16374" y="3262"/>
                    <a:pt x="13270" y="1489"/>
                  </a:cubicBezTo>
                  <a:cubicBezTo>
                    <a:pt x="11560" y="507"/>
                    <a:pt x="9407" y="0"/>
                    <a:pt x="7348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1700425" y="3271950"/>
              <a:ext cx="235175" cy="144100"/>
            </a:xfrm>
            <a:custGeom>
              <a:rect b="b" l="l" r="r" t="t"/>
              <a:pathLst>
                <a:path extrusionOk="0" h="5764" w="9407">
                  <a:moveTo>
                    <a:pt x="2123" y="1869"/>
                  </a:moveTo>
                  <a:lnTo>
                    <a:pt x="3294" y="2534"/>
                  </a:lnTo>
                  <a:cubicBezTo>
                    <a:pt x="2952" y="2648"/>
                    <a:pt x="2667" y="2705"/>
                    <a:pt x="2439" y="2705"/>
                  </a:cubicBezTo>
                  <a:cubicBezTo>
                    <a:pt x="2287" y="2705"/>
                    <a:pt x="2161" y="2679"/>
                    <a:pt x="2059" y="2629"/>
                  </a:cubicBezTo>
                  <a:cubicBezTo>
                    <a:pt x="1901" y="2534"/>
                    <a:pt x="1806" y="2407"/>
                    <a:pt x="1806" y="2280"/>
                  </a:cubicBezTo>
                  <a:cubicBezTo>
                    <a:pt x="1838" y="2154"/>
                    <a:pt x="1933" y="1995"/>
                    <a:pt x="2123" y="1869"/>
                  </a:cubicBezTo>
                  <a:close/>
                  <a:moveTo>
                    <a:pt x="6797" y="2862"/>
                  </a:moveTo>
                  <a:cubicBezTo>
                    <a:pt x="7008" y="2862"/>
                    <a:pt x="7180" y="2901"/>
                    <a:pt x="7316" y="2977"/>
                  </a:cubicBezTo>
                  <a:cubicBezTo>
                    <a:pt x="7475" y="3040"/>
                    <a:pt x="7538" y="3167"/>
                    <a:pt x="7538" y="3325"/>
                  </a:cubicBezTo>
                  <a:cubicBezTo>
                    <a:pt x="7538" y="3452"/>
                    <a:pt x="7443" y="3610"/>
                    <a:pt x="7253" y="3769"/>
                  </a:cubicBezTo>
                  <a:lnTo>
                    <a:pt x="5955" y="3009"/>
                  </a:lnTo>
                  <a:cubicBezTo>
                    <a:pt x="6286" y="2909"/>
                    <a:pt x="6565" y="2862"/>
                    <a:pt x="6797" y="2862"/>
                  </a:cubicBezTo>
                  <a:close/>
                  <a:moveTo>
                    <a:pt x="4688" y="0"/>
                  </a:moveTo>
                  <a:cubicBezTo>
                    <a:pt x="3643" y="32"/>
                    <a:pt x="2724" y="254"/>
                    <a:pt x="1838" y="634"/>
                  </a:cubicBezTo>
                  <a:lnTo>
                    <a:pt x="919" y="95"/>
                  </a:lnTo>
                  <a:lnTo>
                    <a:pt x="1" y="634"/>
                  </a:lnTo>
                  <a:lnTo>
                    <a:pt x="888" y="1172"/>
                  </a:lnTo>
                  <a:cubicBezTo>
                    <a:pt x="317" y="1584"/>
                    <a:pt x="32" y="1995"/>
                    <a:pt x="32" y="2407"/>
                  </a:cubicBezTo>
                  <a:cubicBezTo>
                    <a:pt x="1" y="2850"/>
                    <a:pt x="254" y="3199"/>
                    <a:pt x="761" y="3484"/>
                  </a:cubicBezTo>
                  <a:cubicBezTo>
                    <a:pt x="1014" y="3642"/>
                    <a:pt x="1299" y="3737"/>
                    <a:pt x="1584" y="3832"/>
                  </a:cubicBezTo>
                  <a:cubicBezTo>
                    <a:pt x="1869" y="3895"/>
                    <a:pt x="2123" y="3927"/>
                    <a:pt x="2376" y="3927"/>
                  </a:cubicBezTo>
                  <a:cubicBezTo>
                    <a:pt x="2629" y="3927"/>
                    <a:pt x="2914" y="3895"/>
                    <a:pt x="3231" y="3832"/>
                  </a:cubicBezTo>
                  <a:cubicBezTo>
                    <a:pt x="3548" y="3800"/>
                    <a:pt x="3801" y="3737"/>
                    <a:pt x="4023" y="3674"/>
                  </a:cubicBezTo>
                  <a:cubicBezTo>
                    <a:pt x="4244" y="3610"/>
                    <a:pt x="4498" y="3515"/>
                    <a:pt x="4814" y="3420"/>
                  </a:cubicBezTo>
                  <a:lnTo>
                    <a:pt x="6335" y="4307"/>
                  </a:lnTo>
                  <a:cubicBezTo>
                    <a:pt x="5638" y="4592"/>
                    <a:pt x="4846" y="4719"/>
                    <a:pt x="3959" y="4719"/>
                  </a:cubicBezTo>
                  <a:lnTo>
                    <a:pt x="4244" y="5764"/>
                  </a:lnTo>
                  <a:cubicBezTo>
                    <a:pt x="5448" y="5764"/>
                    <a:pt x="6525" y="5511"/>
                    <a:pt x="7570" y="5004"/>
                  </a:cubicBezTo>
                  <a:lnTo>
                    <a:pt x="8456" y="5511"/>
                  </a:lnTo>
                  <a:lnTo>
                    <a:pt x="9375" y="4972"/>
                  </a:lnTo>
                  <a:lnTo>
                    <a:pt x="8488" y="4465"/>
                  </a:lnTo>
                  <a:cubicBezTo>
                    <a:pt x="9090" y="4022"/>
                    <a:pt x="9406" y="3610"/>
                    <a:pt x="9406" y="3167"/>
                  </a:cubicBezTo>
                  <a:cubicBezTo>
                    <a:pt x="9375" y="2755"/>
                    <a:pt x="9121" y="2375"/>
                    <a:pt x="8551" y="2059"/>
                  </a:cubicBezTo>
                  <a:cubicBezTo>
                    <a:pt x="8298" y="1900"/>
                    <a:pt x="8013" y="1805"/>
                    <a:pt x="7728" y="1742"/>
                  </a:cubicBezTo>
                  <a:cubicBezTo>
                    <a:pt x="7443" y="1679"/>
                    <a:pt x="7158" y="1647"/>
                    <a:pt x="6905" y="1647"/>
                  </a:cubicBezTo>
                  <a:cubicBezTo>
                    <a:pt x="6651" y="1647"/>
                    <a:pt x="6366" y="1679"/>
                    <a:pt x="6050" y="1710"/>
                  </a:cubicBezTo>
                  <a:cubicBezTo>
                    <a:pt x="5733" y="1774"/>
                    <a:pt x="5480" y="1837"/>
                    <a:pt x="5258" y="1900"/>
                  </a:cubicBezTo>
                  <a:cubicBezTo>
                    <a:pt x="5036" y="1964"/>
                    <a:pt x="4751" y="2059"/>
                    <a:pt x="4466" y="2154"/>
                  </a:cubicBezTo>
                  <a:lnTo>
                    <a:pt x="3104" y="1362"/>
                  </a:lnTo>
                  <a:cubicBezTo>
                    <a:pt x="3674" y="1172"/>
                    <a:pt x="4276" y="1045"/>
                    <a:pt x="4941" y="1014"/>
                  </a:cubicBezTo>
                  <a:lnTo>
                    <a:pt x="4688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1612550" y="3469075"/>
              <a:ext cx="169450" cy="98200"/>
            </a:xfrm>
            <a:custGeom>
              <a:rect b="b" l="l" r="r" t="t"/>
              <a:pathLst>
                <a:path extrusionOk="0" h="3928" w="6778">
                  <a:moveTo>
                    <a:pt x="6113" y="1"/>
                  </a:moveTo>
                  <a:lnTo>
                    <a:pt x="1" y="3548"/>
                  </a:lnTo>
                  <a:lnTo>
                    <a:pt x="634" y="3928"/>
                  </a:lnTo>
                  <a:lnTo>
                    <a:pt x="6778" y="381"/>
                  </a:lnTo>
                  <a:lnTo>
                    <a:pt x="6113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2032950" y="3226025"/>
              <a:ext cx="170250" cy="98200"/>
            </a:xfrm>
            <a:custGeom>
              <a:rect b="b" l="l" r="r" t="t"/>
              <a:pathLst>
                <a:path extrusionOk="0" h="3928" w="6810">
                  <a:moveTo>
                    <a:pt x="6145" y="0"/>
                  </a:moveTo>
                  <a:lnTo>
                    <a:pt x="1" y="3547"/>
                  </a:lnTo>
                  <a:lnTo>
                    <a:pt x="666" y="3927"/>
                  </a:lnTo>
                  <a:lnTo>
                    <a:pt x="6810" y="380"/>
                  </a:lnTo>
                  <a:lnTo>
                    <a:pt x="6145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1670350" y="3188025"/>
              <a:ext cx="414100" cy="239125"/>
            </a:xfrm>
            <a:custGeom>
              <a:rect b="b" l="l" r="r" t="t"/>
              <a:pathLst>
                <a:path extrusionOk="0" h="9565" w="16564">
                  <a:moveTo>
                    <a:pt x="4497" y="0"/>
                  </a:moveTo>
                  <a:lnTo>
                    <a:pt x="0" y="2597"/>
                  </a:lnTo>
                  <a:lnTo>
                    <a:pt x="12098" y="9564"/>
                  </a:lnTo>
                  <a:lnTo>
                    <a:pt x="16563" y="699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F2F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1679050" y="3241850"/>
              <a:ext cx="311975" cy="180550"/>
            </a:xfrm>
            <a:custGeom>
              <a:rect b="b" l="l" r="r" t="t"/>
              <a:pathLst>
                <a:path extrusionOk="0" h="7222" w="12479">
                  <a:moveTo>
                    <a:pt x="412" y="1"/>
                  </a:moveTo>
                  <a:lnTo>
                    <a:pt x="1" y="254"/>
                  </a:lnTo>
                  <a:lnTo>
                    <a:pt x="12067" y="7221"/>
                  </a:lnTo>
                  <a:lnTo>
                    <a:pt x="12478" y="7000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1763775" y="3192775"/>
              <a:ext cx="312750" cy="180525"/>
            </a:xfrm>
            <a:custGeom>
              <a:rect b="b" l="l" r="r" t="t"/>
              <a:pathLst>
                <a:path extrusionOk="0" h="7221" w="12510">
                  <a:moveTo>
                    <a:pt x="412" y="0"/>
                  </a:moveTo>
                  <a:lnTo>
                    <a:pt x="0" y="254"/>
                  </a:lnTo>
                  <a:lnTo>
                    <a:pt x="12098" y="7221"/>
                  </a:lnTo>
                  <a:lnTo>
                    <a:pt x="12510" y="6999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1972775" y="3363000"/>
              <a:ext cx="111675" cy="136200"/>
            </a:xfrm>
            <a:custGeom>
              <a:rect b="b" l="l" r="r" t="t"/>
              <a:pathLst>
                <a:path extrusionOk="0" h="5448" w="4467">
                  <a:moveTo>
                    <a:pt x="4466" y="0"/>
                  </a:moveTo>
                  <a:lnTo>
                    <a:pt x="4150" y="190"/>
                  </a:lnTo>
                  <a:lnTo>
                    <a:pt x="3738" y="412"/>
                  </a:lnTo>
                  <a:lnTo>
                    <a:pt x="1" y="2565"/>
                  </a:lnTo>
                  <a:lnTo>
                    <a:pt x="1" y="5447"/>
                  </a:lnTo>
                  <a:lnTo>
                    <a:pt x="3738" y="3294"/>
                  </a:lnTo>
                  <a:lnTo>
                    <a:pt x="4150" y="3072"/>
                  </a:lnTo>
                  <a:lnTo>
                    <a:pt x="4466" y="2882"/>
                  </a:lnTo>
                  <a:lnTo>
                    <a:pt x="4466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2066200" y="3367750"/>
              <a:ext cx="10325" cy="77600"/>
            </a:xfrm>
            <a:custGeom>
              <a:rect b="b" l="l" r="r" t="t"/>
              <a:pathLst>
                <a:path extrusionOk="0" h="3104" w="413">
                  <a:moveTo>
                    <a:pt x="413" y="0"/>
                  </a:moveTo>
                  <a:lnTo>
                    <a:pt x="1" y="222"/>
                  </a:lnTo>
                  <a:lnTo>
                    <a:pt x="1" y="3104"/>
                  </a:lnTo>
                  <a:lnTo>
                    <a:pt x="413" y="2882"/>
                  </a:lnTo>
                  <a:lnTo>
                    <a:pt x="413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1981500" y="3416825"/>
              <a:ext cx="9525" cy="77625"/>
            </a:xfrm>
            <a:custGeom>
              <a:rect b="b" l="l" r="r" t="t"/>
              <a:pathLst>
                <a:path extrusionOk="0" h="3105" w="381">
                  <a:moveTo>
                    <a:pt x="380" y="1"/>
                  </a:moveTo>
                  <a:lnTo>
                    <a:pt x="0" y="222"/>
                  </a:lnTo>
                  <a:lnTo>
                    <a:pt x="0" y="3104"/>
                  </a:lnTo>
                  <a:lnTo>
                    <a:pt x="380" y="288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1280825" y="3313900"/>
              <a:ext cx="301675" cy="247050"/>
            </a:xfrm>
            <a:custGeom>
              <a:rect b="b" l="l" r="r" t="t"/>
              <a:pathLst>
                <a:path extrusionOk="0" h="9882" w="12067">
                  <a:moveTo>
                    <a:pt x="0" y="1"/>
                  </a:moveTo>
                  <a:lnTo>
                    <a:pt x="0" y="2914"/>
                  </a:lnTo>
                  <a:lnTo>
                    <a:pt x="12066" y="9881"/>
                  </a:lnTo>
                  <a:lnTo>
                    <a:pt x="12066" y="69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1582475" y="3083500"/>
              <a:ext cx="701475" cy="477450"/>
            </a:xfrm>
            <a:custGeom>
              <a:rect b="b" l="l" r="r" t="t"/>
              <a:pathLst>
                <a:path extrusionOk="0" h="19098" w="28059">
                  <a:moveTo>
                    <a:pt x="28059" y="1"/>
                  </a:moveTo>
                  <a:lnTo>
                    <a:pt x="0" y="16215"/>
                  </a:lnTo>
                  <a:lnTo>
                    <a:pt x="0" y="19097"/>
                  </a:lnTo>
                  <a:lnTo>
                    <a:pt x="28059" y="2915"/>
                  </a:lnTo>
                  <a:lnTo>
                    <a:pt x="28059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1280825" y="2909325"/>
              <a:ext cx="1003125" cy="579575"/>
            </a:xfrm>
            <a:custGeom>
              <a:rect b="b" l="l" r="r" t="t"/>
              <a:pathLst>
                <a:path extrusionOk="0" h="23183" w="40125">
                  <a:moveTo>
                    <a:pt x="28027" y="1"/>
                  </a:moveTo>
                  <a:lnTo>
                    <a:pt x="0" y="16184"/>
                  </a:lnTo>
                  <a:lnTo>
                    <a:pt x="12066" y="23182"/>
                  </a:lnTo>
                  <a:lnTo>
                    <a:pt x="40125" y="6968"/>
                  </a:lnTo>
                  <a:lnTo>
                    <a:pt x="28027" y="1"/>
                  </a:ln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1301400" y="2921200"/>
              <a:ext cx="961975" cy="555025"/>
            </a:xfrm>
            <a:custGeom>
              <a:rect b="b" l="l" r="r" t="t"/>
              <a:pathLst>
                <a:path extrusionOk="0" h="22201" w="38479">
                  <a:moveTo>
                    <a:pt x="27204" y="1"/>
                  </a:moveTo>
                  <a:lnTo>
                    <a:pt x="1" y="15709"/>
                  </a:lnTo>
                  <a:lnTo>
                    <a:pt x="11243" y="22201"/>
                  </a:lnTo>
                  <a:lnTo>
                    <a:pt x="38478" y="6493"/>
                  </a:lnTo>
                  <a:lnTo>
                    <a:pt x="27204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1314075" y="2929125"/>
              <a:ext cx="910500" cy="524925"/>
            </a:xfrm>
            <a:custGeom>
              <a:rect b="b" l="l" r="r" t="t"/>
              <a:pathLst>
                <a:path extrusionOk="0" h="20997" w="36420">
                  <a:moveTo>
                    <a:pt x="26729" y="1"/>
                  </a:moveTo>
                  <a:lnTo>
                    <a:pt x="0" y="15423"/>
                  </a:lnTo>
                  <a:lnTo>
                    <a:pt x="9691" y="20997"/>
                  </a:lnTo>
                  <a:lnTo>
                    <a:pt x="36420" y="5574"/>
                  </a:lnTo>
                  <a:lnTo>
                    <a:pt x="26729" y="1"/>
                  </a:ln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1965650" y="3017400"/>
              <a:ext cx="110875" cy="57825"/>
            </a:xfrm>
            <a:custGeom>
              <a:rect b="b" l="l" r="r" t="t"/>
              <a:pathLst>
                <a:path extrusionOk="0" h="2313" w="4435">
                  <a:moveTo>
                    <a:pt x="2218" y="1"/>
                  </a:moveTo>
                  <a:cubicBezTo>
                    <a:pt x="1703" y="1"/>
                    <a:pt x="1189" y="111"/>
                    <a:pt x="793" y="333"/>
                  </a:cubicBezTo>
                  <a:cubicBezTo>
                    <a:pt x="1" y="777"/>
                    <a:pt x="1" y="1505"/>
                    <a:pt x="793" y="1980"/>
                  </a:cubicBezTo>
                  <a:cubicBezTo>
                    <a:pt x="1189" y="2202"/>
                    <a:pt x="1703" y="2312"/>
                    <a:pt x="2218" y="2312"/>
                  </a:cubicBezTo>
                  <a:cubicBezTo>
                    <a:pt x="2732" y="2312"/>
                    <a:pt x="3247" y="2202"/>
                    <a:pt x="3643" y="1980"/>
                  </a:cubicBezTo>
                  <a:cubicBezTo>
                    <a:pt x="4435" y="1505"/>
                    <a:pt x="4435" y="777"/>
                    <a:pt x="3643" y="333"/>
                  </a:cubicBezTo>
                  <a:cubicBezTo>
                    <a:pt x="3247" y="111"/>
                    <a:pt x="2732" y="1"/>
                    <a:pt x="2218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1462125" y="3307975"/>
              <a:ext cx="110875" cy="57800"/>
            </a:xfrm>
            <a:custGeom>
              <a:rect b="b" l="l" r="r" t="t"/>
              <a:pathLst>
                <a:path extrusionOk="0" h="2312" w="4435">
                  <a:moveTo>
                    <a:pt x="2217" y="0"/>
                  </a:moveTo>
                  <a:cubicBezTo>
                    <a:pt x="1703" y="0"/>
                    <a:pt x="1188" y="111"/>
                    <a:pt x="792" y="333"/>
                  </a:cubicBezTo>
                  <a:cubicBezTo>
                    <a:pt x="0" y="776"/>
                    <a:pt x="0" y="1536"/>
                    <a:pt x="792" y="1979"/>
                  </a:cubicBezTo>
                  <a:cubicBezTo>
                    <a:pt x="1188" y="2201"/>
                    <a:pt x="1703" y="2312"/>
                    <a:pt x="2217" y="2312"/>
                  </a:cubicBezTo>
                  <a:cubicBezTo>
                    <a:pt x="2732" y="2312"/>
                    <a:pt x="3246" y="2201"/>
                    <a:pt x="3642" y="1979"/>
                  </a:cubicBezTo>
                  <a:cubicBezTo>
                    <a:pt x="4434" y="1536"/>
                    <a:pt x="4434" y="776"/>
                    <a:pt x="3642" y="333"/>
                  </a:cubicBezTo>
                  <a:cubicBezTo>
                    <a:pt x="3246" y="111"/>
                    <a:pt x="2732" y="0"/>
                    <a:pt x="2217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1599100" y="3094600"/>
              <a:ext cx="366575" cy="208250"/>
            </a:xfrm>
            <a:custGeom>
              <a:rect b="b" l="l" r="r" t="t"/>
              <a:pathLst>
                <a:path extrusionOk="0" h="8330" w="14663">
                  <a:moveTo>
                    <a:pt x="6334" y="0"/>
                  </a:moveTo>
                  <a:cubicBezTo>
                    <a:pt x="4560" y="0"/>
                    <a:pt x="2945" y="380"/>
                    <a:pt x="1774" y="1045"/>
                  </a:cubicBezTo>
                  <a:cubicBezTo>
                    <a:pt x="634" y="1710"/>
                    <a:pt x="0" y="2629"/>
                    <a:pt x="0" y="3611"/>
                  </a:cubicBezTo>
                  <a:cubicBezTo>
                    <a:pt x="0" y="4782"/>
                    <a:pt x="887" y="5986"/>
                    <a:pt x="2470" y="6872"/>
                  </a:cubicBezTo>
                  <a:cubicBezTo>
                    <a:pt x="4085" y="7823"/>
                    <a:pt x="6207" y="8329"/>
                    <a:pt x="8329" y="8329"/>
                  </a:cubicBezTo>
                  <a:cubicBezTo>
                    <a:pt x="10071" y="8329"/>
                    <a:pt x="11718" y="7981"/>
                    <a:pt x="12889" y="7284"/>
                  </a:cubicBezTo>
                  <a:cubicBezTo>
                    <a:pt x="14030" y="6619"/>
                    <a:pt x="14663" y="5732"/>
                    <a:pt x="14663" y="4751"/>
                  </a:cubicBezTo>
                  <a:cubicBezTo>
                    <a:pt x="14663" y="3547"/>
                    <a:pt x="13745" y="2376"/>
                    <a:pt x="12161" y="1457"/>
                  </a:cubicBezTo>
                  <a:cubicBezTo>
                    <a:pt x="10578" y="539"/>
                    <a:pt x="8456" y="0"/>
                    <a:pt x="6334" y="0"/>
                  </a:cubicBez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1573750" y="3090625"/>
              <a:ext cx="417275" cy="216175"/>
            </a:xfrm>
            <a:custGeom>
              <a:rect b="b" l="l" r="r" t="t"/>
              <a:pathLst>
                <a:path extrusionOk="0" h="8647" w="16691">
                  <a:moveTo>
                    <a:pt x="7348" y="318"/>
                  </a:moveTo>
                  <a:cubicBezTo>
                    <a:pt x="9438" y="318"/>
                    <a:pt x="11528" y="824"/>
                    <a:pt x="13112" y="1743"/>
                  </a:cubicBezTo>
                  <a:cubicBezTo>
                    <a:pt x="14632" y="2630"/>
                    <a:pt x="15519" y="3770"/>
                    <a:pt x="15519" y="4910"/>
                  </a:cubicBezTo>
                  <a:cubicBezTo>
                    <a:pt x="15519" y="5828"/>
                    <a:pt x="14917" y="6683"/>
                    <a:pt x="13808" y="7317"/>
                  </a:cubicBezTo>
                  <a:cubicBezTo>
                    <a:pt x="12668" y="7982"/>
                    <a:pt x="11053" y="8362"/>
                    <a:pt x="9311" y="8362"/>
                  </a:cubicBezTo>
                  <a:cubicBezTo>
                    <a:pt x="7253" y="8362"/>
                    <a:pt x="5131" y="7823"/>
                    <a:pt x="3548" y="6905"/>
                  </a:cubicBezTo>
                  <a:cubicBezTo>
                    <a:pt x="2028" y="6050"/>
                    <a:pt x="1141" y="4878"/>
                    <a:pt x="1141" y="3770"/>
                  </a:cubicBezTo>
                  <a:cubicBezTo>
                    <a:pt x="1141" y="2820"/>
                    <a:pt x="1774" y="1964"/>
                    <a:pt x="2851" y="1331"/>
                  </a:cubicBezTo>
                  <a:cubicBezTo>
                    <a:pt x="3991" y="666"/>
                    <a:pt x="5606" y="318"/>
                    <a:pt x="7348" y="318"/>
                  </a:cubicBezTo>
                  <a:close/>
                  <a:moveTo>
                    <a:pt x="7348" y="1"/>
                  </a:moveTo>
                  <a:cubicBezTo>
                    <a:pt x="5606" y="1"/>
                    <a:pt x="3959" y="381"/>
                    <a:pt x="2724" y="1078"/>
                  </a:cubicBezTo>
                  <a:cubicBezTo>
                    <a:pt x="1" y="2661"/>
                    <a:pt x="317" y="5385"/>
                    <a:pt x="3421" y="7158"/>
                  </a:cubicBezTo>
                  <a:cubicBezTo>
                    <a:pt x="5099" y="8140"/>
                    <a:pt x="7253" y="8647"/>
                    <a:pt x="9343" y="8647"/>
                  </a:cubicBezTo>
                  <a:cubicBezTo>
                    <a:pt x="11053" y="8647"/>
                    <a:pt x="12732" y="8298"/>
                    <a:pt x="13967" y="7570"/>
                  </a:cubicBezTo>
                  <a:cubicBezTo>
                    <a:pt x="16690" y="6018"/>
                    <a:pt x="16374" y="3295"/>
                    <a:pt x="13270" y="1489"/>
                  </a:cubicBezTo>
                  <a:cubicBezTo>
                    <a:pt x="11560" y="508"/>
                    <a:pt x="9406" y="1"/>
                    <a:pt x="7348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1667175" y="3127050"/>
              <a:ext cx="235175" cy="144125"/>
            </a:xfrm>
            <a:custGeom>
              <a:rect b="b" l="l" r="r" t="t"/>
              <a:pathLst>
                <a:path extrusionOk="0" h="5765" w="9407">
                  <a:moveTo>
                    <a:pt x="2122" y="1869"/>
                  </a:moveTo>
                  <a:lnTo>
                    <a:pt x="3294" y="2566"/>
                  </a:lnTo>
                  <a:cubicBezTo>
                    <a:pt x="2980" y="2671"/>
                    <a:pt x="2715" y="2718"/>
                    <a:pt x="2497" y="2718"/>
                  </a:cubicBezTo>
                  <a:cubicBezTo>
                    <a:pt x="2319" y="2718"/>
                    <a:pt x="2173" y="2686"/>
                    <a:pt x="2059" y="2629"/>
                  </a:cubicBezTo>
                  <a:cubicBezTo>
                    <a:pt x="1901" y="2534"/>
                    <a:pt x="1806" y="2408"/>
                    <a:pt x="1806" y="2281"/>
                  </a:cubicBezTo>
                  <a:cubicBezTo>
                    <a:pt x="1837" y="2154"/>
                    <a:pt x="1932" y="2028"/>
                    <a:pt x="2122" y="1869"/>
                  </a:cubicBezTo>
                  <a:close/>
                  <a:moveTo>
                    <a:pt x="6869" y="2876"/>
                  </a:moveTo>
                  <a:cubicBezTo>
                    <a:pt x="7056" y="2876"/>
                    <a:pt x="7207" y="2909"/>
                    <a:pt x="7316" y="2978"/>
                  </a:cubicBezTo>
                  <a:cubicBezTo>
                    <a:pt x="7475" y="3073"/>
                    <a:pt x="7538" y="3168"/>
                    <a:pt x="7538" y="3326"/>
                  </a:cubicBezTo>
                  <a:cubicBezTo>
                    <a:pt x="7538" y="3484"/>
                    <a:pt x="7443" y="3611"/>
                    <a:pt x="7285" y="3769"/>
                  </a:cubicBezTo>
                  <a:lnTo>
                    <a:pt x="5954" y="3041"/>
                  </a:lnTo>
                  <a:cubicBezTo>
                    <a:pt x="6314" y="2933"/>
                    <a:pt x="6623" y="2876"/>
                    <a:pt x="6869" y="2876"/>
                  </a:cubicBezTo>
                  <a:close/>
                  <a:moveTo>
                    <a:pt x="4688" y="1"/>
                  </a:moveTo>
                  <a:cubicBezTo>
                    <a:pt x="3643" y="32"/>
                    <a:pt x="2724" y="254"/>
                    <a:pt x="1837" y="634"/>
                  </a:cubicBezTo>
                  <a:lnTo>
                    <a:pt x="919" y="127"/>
                  </a:lnTo>
                  <a:lnTo>
                    <a:pt x="1" y="634"/>
                  </a:lnTo>
                  <a:lnTo>
                    <a:pt x="887" y="1173"/>
                  </a:lnTo>
                  <a:cubicBezTo>
                    <a:pt x="317" y="1584"/>
                    <a:pt x="32" y="1996"/>
                    <a:pt x="32" y="2439"/>
                  </a:cubicBezTo>
                  <a:cubicBezTo>
                    <a:pt x="1" y="2851"/>
                    <a:pt x="254" y="3199"/>
                    <a:pt x="761" y="3516"/>
                  </a:cubicBezTo>
                  <a:cubicBezTo>
                    <a:pt x="1014" y="3643"/>
                    <a:pt x="1299" y="3769"/>
                    <a:pt x="1584" y="3833"/>
                  </a:cubicBezTo>
                  <a:cubicBezTo>
                    <a:pt x="1869" y="3896"/>
                    <a:pt x="2122" y="3928"/>
                    <a:pt x="2376" y="3928"/>
                  </a:cubicBezTo>
                  <a:cubicBezTo>
                    <a:pt x="2629" y="3928"/>
                    <a:pt x="2914" y="3896"/>
                    <a:pt x="3231" y="3864"/>
                  </a:cubicBezTo>
                  <a:cubicBezTo>
                    <a:pt x="3548" y="3801"/>
                    <a:pt x="3801" y="3738"/>
                    <a:pt x="4023" y="3674"/>
                  </a:cubicBezTo>
                  <a:cubicBezTo>
                    <a:pt x="4244" y="3611"/>
                    <a:pt x="4498" y="3516"/>
                    <a:pt x="4814" y="3421"/>
                  </a:cubicBezTo>
                  <a:lnTo>
                    <a:pt x="6334" y="4308"/>
                  </a:lnTo>
                  <a:cubicBezTo>
                    <a:pt x="5697" y="4569"/>
                    <a:pt x="4979" y="4723"/>
                    <a:pt x="4182" y="4723"/>
                  </a:cubicBezTo>
                  <a:cubicBezTo>
                    <a:pt x="4109" y="4723"/>
                    <a:pt x="4034" y="4722"/>
                    <a:pt x="3959" y="4719"/>
                  </a:cubicBezTo>
                  <a:lnTo>
                    <a:pt x="3959" y="4719"/>
                  </a:lnTo>
                  <a:lnTo>
                    <a:pt x="4244" y="5764"/>
                  </a:lnTo>
                  <a:cubicBezTo>
                    <a:pt x="5448" y="5764"/>
                    <a:pt x="6524" y="5511"/>
                    <a:pt x="7570" y="5036"/>
                  </a:cubicBezTo>
                  <a:lnTo>
                    <a:pt x="8456" y="5543"/>
                  </a:lnTo>
                  <a:lnTo>
                    <a:pt x="9375" y="4973"/>
                  </a:lnTo>
                  <a:lnTo>
                    <a:pt x="8488" y="4466"/>
                  </a:lnTo>
                  <a:cubicBezTo>
                    <a:pt x="9090" y="4054"/>
                    <a:pt x="9406" y="3611"/>
                    <a:pt x="9406" y="3199"/>
                  </a:cubicBezTo>
                  <a:cubicBezTo>
                    <a:pt x="9375" y="2756"/>
                    <a:pt x="9121" y="2376"/>
                    <a:pt x="8551" y="2059"/>
                  </a:cubicBezTo>
                  <a:cubicBezTo>
                    <a:pt x="8298" y="1933"/>
                    <a:pt x="8013" y="1806"/>
                    <a:pt x="7728" y="1743"/>
                  </a:cubicBezTo>
                  <a:cubicBezTo>
                    <a:pt x="7443" y="1679"/>
                    <a:pt x="7158" y="1648"/>
                    <a:pt x="6905" y="1648"/>
                  </a:cubicBezTo>
                  <a:cubicBezTo>
                    <a:pt x="6651" y="1648"/>
                    <a:pt x="6366" y="1679"/>
                    <a:pt x="6049" y="1743"/>
                  </a:cubicBezTo>
                  <a:cubicBezTo>
                    <a:pt x="5733" y="1774"/>
                    <a:pt x="5479" y="1838"/>
                    <a:pt x="5258" y="1901"/>
                  </a:cubicBezTo>
                  <a:cubicBezTo>
                    <a:pt x="5036" y="1964"/>
                    <a:pt x="4751" y="2059"/>
                    <a:pt x="4466" y="2154"/>
                  </a:cubicBezTo>
                  <a:lnTo>
                    <a:pt x="3104" y="1363"/>
                  </a:lnTo>
                  <a:cubicBezTo>
                    <a:pt x="3674" y="1173"/>
                    <a:pt x="4276" y="1046"/>
                    <a:pt x="4941" y="1046"/>
                  </a:cubicBezTo>
                  <a:lnTo>
                    <a:pt x="4688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1579300" y="3324975"/>
              <a:ext cx="169450" cy="97425"/>
            </a:xfrm>
            <a:custGeom>
              <a:rect b="b" l="l" r="r" t="t"/>
              <a:pathLst>
                <a:path extrusionOk="0" h="3897" w="6778">
                  <a:moveTo>
                    <a:pt x="6144" y="1"/>
                  </a:moveTo>
                  <a:lnTo>
                    <a:pt x="0" y="3548"/>
                  </a:lnTo>
                  <a:lnTo>
                    <a:pt x="634" y="3896"/>
                  </a:lnTo>
                  <a:lnTo>
                    <a:pt x="6778" y="349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1999700" y="3081925"/>
              <a:ext cx="170250" cy="97400"/>
            </a:xfrm>
            <a:custGeom>
              <a:rect b="b" l="l" r="r" t="t"/>
              <a:pathLst>
                <a:path extrusionOk="0" h="3896" w="6810">
                  <a:moveTo>
                    <a:pt x="6144" y="1"/>
                  </a:moveTo>
                  <a:lnTo>
                    <a:pt x="1" y="3548"/>
                  </a:lnTo>
                  <a:lnTo>
                    <a:pt x="666" y="3896"/>
                  </a:lnTo>
                  <a:lnTo>
                    <a:pt x="6810" y="349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1637100" y="3043925"/>
              <a:ext cx="414100" cy="239125"/>
            </a:xfrm>
            <a:custGeom>
              <a:rect b="b" l="l" r="r" t="t"/>
              <a:pathLst>
                <a:path extrusionOk="0" h="9565" w="16564">
                  <a:moveTo>
                    <a:pt x="4497" y="1"/>
                  </a:moveTo>
                  <a:lnTo>
                    <a:pt x="0" y="2566"/>
                  </a:lnTo>
                  <a:lnTo>
                    <a:pt x="12098" y="9565"/>
                  </a:lnTo>
                  <a:lnTo>
                    <a:pt x="16563" y="6968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F2F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1645800" y="3097775"/>
              <a:ext cx="311975" cy="179725"/>
            </a:xfrm>
            <a:custGeom>
              <a:rect b="b" l="l" r="r" t="t"/>
              <a:pathLst>
                <a:path extrusionOk="0" h="7189" w="12479">
                  <a:moveTo>
                    <a:pt x="412" y="0"/>
                  </a:moveTo>
                  <a:lnTo>
                    <a:pt x="1" y="222"/>
                  </a:lnTo>
                  <a:lnTo>
                    <a:pt x="12098" y="7189"/>
                  </a:lnTo>
                  <a:lnTo>
                    <a:pt x="12478" y="6967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1731300" y="3048675"/>
              <a:ext cx="311975" cy="179750"/>
            </a:xfrm>
            <a:custGeom>
              <a:rect b="b" l="l" r="r" t="t"/>
              <a:pathLst>
                <a:path extrusionOk="0" h="7190" w="12479">
                  <a:moveTo>
                    <a:pt x="381" y="1"/>
                  </a:moveTo>
                  <a:lnTo>
                    <a:pt x="1" y="222"/>
                  </a:lnTo>
                  <a:lnTo>
                    <a:pt x="12067" y="7189"/>
                  </a:lnTo>
                  <a:lnTo>
                    <a:pt x="12478" y="6968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1939525" y="3218100"/>
              <a:ext cx="111675" cy="137000"/>
            </a:xfrm>
            <a:custGeom>
              <a:rect b="b" l="l" r="r" t="t"/>
              <a:pathLst>
                <a:path extrusionOk="0" h="5480" w="4467">
                  <a:moveTo>
                    <a:pt x="4466" y="1"/>
                  </a:moveTo>
                  <a:lnTo>
                    <a:pt x="4149" y="191"/>
                  </a:lnTo>
                  <a:lnTo>
                    <a:pt x="3738" y="412"/>
                  </a:lnTo>
                  <a:lnTo>
                    <a:pt x="1" y="2598"/>
                  </a:lnTo>
                  <a:lnTo>
                    <a:pt x="1" y="5479"/>
                  </a:lnTo>
                  <a:lnTo>
                    <a:pt x="3738" y="3294"/>
                  </a:lnTo>
                  <a:lnTo>
                    <a:pt x="4149" y="3073"/>
                  </a:lnTo>
                  <a:lnTo>
                    <a:pt x="4466" y="2883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2032950" y="3222850"/>
              <a:ext cx="10325" cy="77625"/>
            </a:xfrm>
            <a:custGeom>
              <a:rect b="b" l="l" r="r" t="t"/>
              <a:pathLst>
                <a:path extrusionOk="0" h="3105" w="413">
                  <a:moveTo>
                    <a:pt x="412" y="1"/>
                  </a:moveTo>
                  <a:lnTo>
                    <a:pt x="1" y="222"/>
                  </a:lnTo>
                  <a:lnTo>
                    <a:pt x="1" y="3104"/>
                  </a:lnTo>
                  <a:lnTo>
                    <a:pt x="412" y="2883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1948250" y="3271950"/>
              <a:ext cx="9525" cy="77600"/>
            </a:xfrm>
            <a:custGeom>
              <a:rect b="b" l="l" r="r" t="t"/>
              <a:pathLst>
                <a:path extrusionOk="0" h="3104" w="381">
                  <a:moveTo>
                    <a:pt x="380" y="0"/>
                  </a:moveTo>
                  <a:lnTo>
                    <a:pt x="0" y="222"/>
                  </a:lnTo>
                  <a:lnTo>
                    <a:pt x="0" y="3104"/>
                  </a:lnTo>
                  <a:lnTo>
                    <a:pt x="380" y="288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13"/>
          <p:cNvSpPr txBox="1"/>
          <p:nvPr/>
        </p:nvSpPr>
        <p:spPr>
          <a:xfrm>
            <a:off x="1012745" y="1271750"/>
            <a:ext cx="3847200" cy="21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</a:t>
            </a:r>
            <a:r>
              <a:rPr lang="en" sz="49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</a:t>
            </a:r>
            <a:endParaRPr sz="4800">
              <a:solidFill>
                <a:srgbClr val="00002A"/>
              </a:solidFill>
              <a:highlight>
                <a:srgbClr val="FFFFFF"/>
              </a:highlight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1012745" y="3521050"/>
            <a:ext cx="3553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Here is where this template begins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4"/>
          <p:cNvGrpSpPr/>
          <p:nvPr/>
        </p:nvGrpSpPr>
        <p:grpSpPr>
          <a:xfrm>
            <a:off x="978633" y="1181059"/>
            <a:ext cx="7186750" cy="3460216"/>
            <a:chOff x="691775" y="1513525"/>
            <a:chExt cx="6217450" cy="2993525"/>
          </a:xfrm>
        </p:grpSpPr>
        <p:sp>
          <p:nvSpPr>
            <p:cNvPr id="270" name="Google Shape;270;p14"/>
            <p:cNvSpPr/>
            <p:nvPr/>
          </p:nvSpPr>
          <p:spPr>
            <a:xfrm>
              <a:off x="3063775" y="3218050"/>
              <a:ext cx="1531225" cy="380900"/>
            </a:xfrm>
            <a:custGeom>
              <a:rect b="b" l="l" r="r" t="t"/>
              <a:pathLst>
                <a:path extrusionOk="0" h="15236" w="61249">
                  <a:moveTo>
                    <a:pt x="31451" y="0"/>
                  </a:moveTo>
                  <a:cubicBezTo>
                    <a:pt x="31239" y="0"/>
                    <a:pt x="31027" y="1"/>
                    <a:pt x="30815" y="3"/>
                  </a:cubicBezTo>
                  <a:cubicBezTo>
                    <a:pt x="19256" y="98"/>
                    <a:pt x="8330" y="2790"/>
                    <a:pt x="1" y="7603"/>
                  </a:cubicBezTo>
                  <a:lnTo>
                    <a:pt x="13270" y="15235"/>
                  </a:lnTo>
                  <a:cubicBezTo>
                    <a:pt x="18159" y="12412"/>
                    <a:pt x="24559" y="10994"/>
                    <a:pt x="30893" y="10994"/>
                  </a:cubicBezTo>
                  <a:cubicBezTo>
                    <a:pt x="36993" y="10994"/>
                    <a:pt x="43032" y="12309"/>
                    <a:pt x="47600" y="14950"/>
                  </a:cubicBezTo>
                  <a:lnTo>
                    <a:pt x="61249" y="7065"/>
                  </a:lnTo>
                  <a:cubicBezTo>
                    <a:pt x="53352" y="2495"/>
                    <a:pt x="42801" y="0"/>
                    <a:pt x="31451" y="0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269575" y="3411275"/>
              <a:ext cx="665075" cy="883600"/>
            </a:xfrm>
            <a:custGeom>
              <a:rect b="b" l="l" r="r" t="t"/>
              <a:pathLst>
                <a:path extrusionOk="0" h="35344" w="26603">
                  <a:moveTo>
                    <a:pt x="14189" y="1"/>
                  </a:moveTo>
                  <a:lnTo>
                    <a:pt x="508" y="7886"/>
                  </a:lnTo>
                  <a:cubicBezTo>
                    <a:pt x="9818" y="13270"/>
                    <a:pt x="9597" y="22137"/>
                    <a:pt x="1" y="27680"/>
                  </a:cubicBezTo>
                  <a:lnTo>
                    <a:pt x="13270" y="35343"/>
                  </a:lnTo>
                  <a:cubicBezTo>
                    <a:pt x="21568" y="30561"/>
                    <a:pt x="26223" y="24228"/>
                    <a:pt x="26413" y="17545"/>
                  </a:cubicBezTo>
                  <a:cubicBezTo>
                    <a:pt x="26603" y="10863"/>
                    <a:pt x="22233" y="4625"/>
                    <a:pt x="14189" y="1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2701175" y="3424750"/>
              <a:ext cx="664275" cy="884375"/>
            </a:xfrm>
            <a:custGeom>
              <a:rect b="b" l="l" r="r" t="t"/>
              <a:pathLst>
                <a:path extrusionOk="0" h="35375" w="26571">
                  <a:moveTo>
                    <a:pt x="13333" y="0"/>
                  </a:moveTo>
                  <a:cubicBezTo>
                    <a:pt x="5004" y="4814"/>
                    <a:pt x="349" y="11116"/>
                    <a:pt x="159" y="17798"/>
                  </a:cubicBezTo>
                  <a:cubicBezTo>
                    <a:pt x="0" y="24480"/>
                    <a:pt x="4339" y="30719"/>
                    <a:pt x="12383" y="35374"/>
                  </a:cubicBezTo>
                  <a:lnTo>
                    <a:pt x="26064" y="27489"/>
                  </a:lnTo>
                  <a:cubicBezTo>
                    <a:pt x="16753" y="22105"/>
                    <a:pt x="16975" y="13206"/>
                    <a:pt x="26571" y="7664"/>
                  </a:cubicBezTo>
                  <a:lnTo>
                    <a:pt x="13333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4269575" y="3990825"/>
              <a:ext cx="331775" cy="304050"/>
            </a:xfrm>
            <a:custGeom>
              <a:rect b="b" l="l" r="r" t="t"/>
              <a:pathLst>
                <a:path extrusionOk="0" h="12162" w="13271">
                  <a:moveTo>
                    <a:pt x="1" y="1"/>
                  </a:moveTo>
                  <a:lnTo>
                    <a:pt x="1" y="4498"/>
                  </a:lnTo>
                  <a:lnTo>
                    <a:pt x="13270" y="12161"/>
                  </a:lnTo>
                  <a:lnTo>
                    <a:pt x="13270" y="7506"/>
                  </a:lnTo>
                  <a:lnTo>
                    <a:pt x="381" y="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4899000" y="3730350"/>
              <a:ext cx="30900" cy="119575"/>
            </a:xfrm>
            <a:custGeom>
              <a:rect b="b" l="l" r="r" t="t"/>
              <a:pathLst>
                <a:path extrusionOk="0" h="4783" w="1236">
                  <a:moveTo>
                    <a:pt x="1236" y="0"/>
                  </a:moveTo>
                  <a:lnTo>
                    <a:pt x="1" y="4782"/>
                  </a:lnTo>
                  <a:lnTo>
                    <a:pt x="1236" y="4782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4253750" y="3281450"/>
              <a:ext cx="341250" cy="310375"/>
            </a:xfrm>
            <a:custGeom>
              <a:rect b="b" l="l" r="r" t="t"/>
              <a:pathLst>
                <a:path extrusionOk="0" h="12415" w="13650">
                  <a:moveTo>
                    <a:pt x="13650" y="0"/>
                  </a:moveTo>
                  <a:lnTo>
                    <a:pt x="11433" y="634"/>
                  </a:lnTo>
                  <a:lnTo>
                    <a:pt x="1" y="7886"/>
                  </a:lnTo>
                  <a:lnTo>
                    <a:pt x="1" y="12414"/>
                  </a:lnTo>
                  <a:lnTo>
                    <a:pt x="13650" y="4497"/>
                  </a:lnTo>
                  <a:lnTo>
                    <a:pt x="13650" y="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3063775" y="3294900"/>
              <a:ext cx="331775" cy="304050"/>
            </a:xfrm>
            <a:custGeom>
              <a:rect b="b" l="l" r="r" t="t"/>
              <a:pathLst>
                <a:path extrusionOk="0" h="12162" w="13271">
                  <a:moveTo>
                    <a:pt x="1" y="1"/>
                  </a:moveTo>
                  <a:lnTo>
                    <a:pt x="1" y="4529"/>
                  </a:lnTo>
                  <a:lnTo>
                    <a:pt x="13270" y="12161"/>
                  </a:lnTo>
                  <a:lnTo>
                    <a:pt x="13270" y="7633"/>
                  </a:lnTo>
                  <a:lnTo>
                    <a:pt x="2756" y="9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3395525" y="3379625"/>
              <a:ext cx="858250" cy="219325"/>
            </a:xfrm>
            <a:custGeom>
              <a:rect b="b" l="l" r="r" t="t"/>
              <a:pathLst>
                <a:path extrusionOk="0" h="8773" w="34330">
                  <a:moveTo>
                    <a:pt x="17355" y="0"/>
                  </a:moveTo>
                  <a:cubicBezTo>
                    <a:pt x="6081" y="0"/>
                    <a:pt x="0" y="4244"/>
                    <a:pt x="0" y="4244"/>
                  </a:cubicBezTo>
                  <a:lnTo>
                    <a:pt x="0" y="8772"/>
                  </a:lnTo>
                  <a:cubicBezTo>
                    <a:pt x="0" y="8772"/>
                    <a:pt x="6556" y="4529"/>
                    <a:pt x="17355" y="4529"/>
                  </a:cubicBezTo>
                  <a:cubicBezTo>
                    <a:pt x="28186" y="4529"/>
                    <a:pt x="34330" y="8487"/>
                    <a:pt x="34330" y="8487"/>
                  </a:cubicBezTo>
                  <a:lnTo>
                    <a:pt x="34330" y="3959"/>
                  </a:lnTo>
                  <a:cubicBezTo>
                    <a:pt x="34330" y="3959"/>
                    <a:pt x="28661" y="0"/>
                    <a:pt x="17355" y="0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3103250" y="3495200"/>
              <a:ext cx="262200" cy="369000"/>
            </a:xfrm>
            <a:custGeom>
              <a:rect b="b" l="l" r="r" t="t"/>
              <a:pathLst>
                <a:path extrusionOk="0" h="14760" w="10488">
                  <a:moveTo>
                    <a:pt x="10488" y="1"/>
                  </a:moveTo>
                  <a:cubicBezTo>
                    <a:pt x="10488" y="1"/>
                    <a:pt x="1652" y="3263"/>
                    <a:pt x="480" y="10832"/>
                  </a:cubicBezTo>
                  <a:cubicBezTo>
                    <a:pt x="0" y="13852"/>
                    <a:pt x="382" y="14759"/>
                    <a:pt x="1015" y="14759"/>
                  </a:cubicBezTo>
                  <a:cubicBezTo>
                    <a:pt x="1968" y="14759"/>
                    <a:pt x="3489" y="12700"/>
                    <a:pt x="3489" y="12700"/>
                  </a:cubicBezTo>
                  <a:cubicBezTo>
                    <a:pt x="3489" y="12700"/>
                    <a:pt x="4344" y="8330"/>
                    <a:pt x="10488" y="4846"/>
                  </a:cubicBezTo>
                  <a:lnTo>
                    <a:pt x="10488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3010750" y="3998750"/>
              <a:ext cx="342050" cy="310375"/>
            </a:xfrm>
            <a:custGeom>
              <a:rect b="b" l="l" r="r" t="t"/>
              <a:pathLst>
                <a:path extrusionOk="0" h="12415" w="13682">
                  <a:moveTo>
                    <a:pt x="13681" y="0"/>
                  </a:moveTo>
                  <a:lnTo>
                    <a:pt x="0" y="7886"/>
                  </a:lnTo>
                  <a:lnTo>
                    <a:pt x="0" y="12414"/>
                  </a:lnTo>
                  <a:lnTo>
                    <a:pt x="13681" y="4529"/>
                  </a:lnTo>
                  <a:lnTo>
                    <a:pt x="13681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2705125" y="3778650"/>
              <a:ext cx="72075" cy="105325"/>
            </a:xfrm>
            <a:custGeom>
              <a:rect b="b" l="l" r="r" t="t"/>
              <a:pathLst>
                <a:path extrusionOk="0" h="4213" w="2883">
                  <a:moveTo>
                    <a:pt x="1" y="0"/>
                  </a:moveTo>
                  <a:lnTo>
                    <a:pt x="1" y="4212"/>
                  </a:lnTo>
                  <a:lnTo>
                    <a:pt x="2883" y="8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4282250" y="3495200"/>
              <a:ext cx="299300" cy="433100"/>
            </a:xfrm>
            <a:custGeom>
              <a:rect b="b" l="l" r="r" t="t"/>
              <a:pathLst>
                <a:path extrusionOk="0" h="17324" w="11972">
                  <a:moveTo>
                    <a:pt x="1" y="1"/>
                  </a:moveTo>
                  <a:lnTo>
                    <a:pt x="1" y="4529"/>
                  </a:lnTo>
                  <a:cubicBezTo>
                    <a:pt x="9850" y="10388"/>
                    <a:pt x="6208" y="17324"/>
                    <a:pt x="6208" y="17324"/>
                  </a:cubicBezTo>
                  <a:cubicBezTo>
                    <a:pt x="6208" y="17324"/>
                    <a:pt x="11972" y="11528"/>
                    <a:pt x="10578" y="7348"/>
                  </a:cubicBezTo>
                  <a:cubicBezTo>
                    <a:pt x="9153" y="319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4269575" y="3298075"/>
              <a:ext cx="665075" cy="883575"/>
            </a:xfrm>
            <a:custGeom>
              <a:rect b="b" l="l" r="r" t="t"/>
              <a:pathLst>
                <a:path extrusionOk="0" h="35343" w="26603">
                  <a:moveTo>
                    <a:pt x="14189" y="0"/>
                  </a:moveTo>
                  <a:lnTo>
                    <a:pt x="508" y="7886"/>
                  </a:lnTo>
                  <a:cubicBezTo>
                    <a:pt x="9818" y="13270"/>
                    <a:pt x="9597" y="22137"/>
                    <a:pt x="1" y="27679"/>
                  </a:cubicBezTo>
                  <a:lnTo>
                    <a:pt x="13270" y="35343"/>
                  </a:lnTo>
                  <a:cubicBezTo>
                    <a:pt x="21568" y="30561"/>
                    <a:pt x="26223" y="24227"/>
                    <a:pt x="26413" y="17545"/>
                  </a:cubicBezTo>
                  <a:cubicBezTo>
                    <a:pt x="26603" y="10863"/>
                    <a:pt x="22233" y="4624"/>
                    <a:pt x="14189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3063775" y="3104825"/>
              <a:ext cx="1531225" cy="380900"/>
            </a:xfrm>
            <a:custGeom>
              <a:rect b="b" l="l" r="r" t="t"/>
              <a:pathLst>
                <a:path extrusionOk="0" h="15236" w="61249">
                  <a:moveTo>
                    <a:pt x="31451" y="0"/>
                  </a:moveTo>
                  <a:cubicBezTo>
                    <a:pt x="31239" y="0"/>
                    <a:pt x="31027" y="1"/>
                    <a:pt x="30815" y="3"/>
                  </a:cubicBezTo>
                  <a:cubicBezTo>
                    <a:pt x="19256" y="98"/>
                    <a:pt x="8330" y="2790"/>
                    <a:pt x="1" y="7604"/>
                  </a:cubicBezTo>
                  <a:lnTo>
                    <a:pt x="13270" y="15236"/>
                  </a:lnTo>
                  <a:cubicBezTo>
                    <a:pt x="18159" y="12413"/>
                    <a:pt x="24559" y="10995"/>
                    <a:pt x="30893" y="10995"/>
                  </a:cubicBezTo>
                  <a:cubicBezTo>
                    <a:pt x="36993" y="10995"/>
                    <a:pt x="43032" y="12310"/>
                    <a:pt x="47600" y="14951"/>
                  </a:cubicBezTo>
                  <a:lnTo>
                    <a:pt x="61249" y="7034"/>
                  </a:lnTo>
                  <a:cubicBezTo>
                    <a:pt x="53352" y="2495"/>
                    <a:pt x="42801" y="0"/>
                    <a:pt x="31451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2701175" y="3311525"/>
              <a:ext cx="664275" cy="884375"/>
            </a:xfrm>
            <a:custGeom>
              <a:rect b="b" l="l" r="r" t="t"/>
              <a:pathLst>
                <a:path extrusionOk="0" h="35375" w="26571">
                  <a:moveTo>
                    <a:pt x="13333" y="1"/>
                  </a:moveTo>
                  <a:cubicBezTo>
                    <a:pt x="5004" y="4814"/>
                    <a:pt x="349" y="11116"/>
                    <a:pt x="159" y="17799"/>
                  </a:cubicBezTo>
                  <a:cubicBezTo>
                    <a:pt x="0" y="24481"/>
                    <a:pt x="4339" y="30719"/>
                    <a:pt x="12383" y="35375"/>
                  </a:cubicBezTo>
                  <a:lnTo>
                    <a:pt x="26064" y="27489"/>
                  </a:lnTo>
                  <a:cubicBezTo>
                    <a:pt x="16753" y="22105"/>
                    <a:pt x="16975" y="13207"/>
                    <a:pt x="26571" y="7664"/>
                  </a:cubicBezTo>
                  <a:lnTo>
                    <a:pt x="13333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3428775" y="3424700"/>
              <a:ext cx="789375" cy="114875"/>
            </a:xfrm>
            <a:custGeom>
              <a:rect b="b" l="l" r="r" t="t"/>
              <a:pathLst>
                <a:path extrusionOk="0" h="4595" w="31575">
                  <a:moveTo>
                    <a:pt x="16314" y="0"/>
                  </a:moveTo>
                  <a:cubicBezTo>
                    <a:pt x="16176" y="0"/>
                    <a:pt x="16037" y="1"/>
                    <a:pt x="15898" y="2"/>
                  </a:cubicBezTo>
                  <a:cubicBezTo>
                    <a:pt x="9944" y="66"/>
                    <a:pt x="4276" y="1427"/>
                    <a:pt x="0" y="3898"/>
                  </a:cubicBezTo>
                  <a:lnTo>
                    <a:pt x="1172" y="4594"/>
                  </a:lnTo>
                  <a:cubicBezTo>
                    <a:pt x="5348" y="2183"/>
                    <a:pt x="10814" y="970"/>
                    <a:pt x="16218" y="970"/>
                  </a:cubicBezTo>
                  <a:cubicBezTo>
                    <a:pt x="21388" y="970"/>
                    <a:pt x="26500" y="2080"/>
                    <a:pt x="30371" y="4309"/>
                  </a:cubicBezTo>
                  <a:lnTo>
                    <a:pt x="31574" y="3644"/>
                  </a:lnTo>
                  <a:cubicBezTo>
                    <a:pt x="27522" y="1293"/>
                    <a:pt x="22111" y="0"/>
                    <a:pt x="16314" y="0"/>
                  </a:cubicBezTo>
                  <a:close/>
                </a:path>
              </a:pathLst>
            </a:custGeom>
            <a:solidFill>
              <a:srgbClr val="FFC7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3511900" y="2060600"/>
              <a:ext cx="240700" cy="1559725"/>
            </a:xfrm>
            <a:custGeom>
              <a:rect b="b" l="l" r="r" t="t"/>
              <a:pathLst>
                <a:path extrusionOk="0" h="62389" w="9628">
                  <a:moveTo>
                    <a:pt x="1" y="1"/>
                  </a:moveTo>
                  <a:lnTo>
                    <a:pt x="1" y="57480"/>
                  </a:lnTo>
                  <a:lnTo>
                    <a:pt x="8551" y="62388"/>
                  </a:lnTo>
                  <a:lnTo>
                    <a:pt x="9628" y="6968"/>
                  </a:lnTo>
                  <a:lnTo>
                    <a:pt x="8551" y="4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3889550" y="2055850"/>
              <a:ext cx="243100" cy="1562900"/>
            </a:xfrm>
            <a:custGeom>
              <a:rect b="b" l="l" r="r" t="t"/>
              <a:pathLst>
                <a:path extrusionOk="0" h="62516" w="9724">
                  <a:moveTo>
                    <a:pt x="9723" y="1"/>
                  </a:moveTo>
                  <a:lnTo>
                    <a:pt x="919" y="5068"/>
                  </a:lnTo>
                  <a:lnTo>
                    <a:pt x="1" y="7506"/>
                  </a:lnTo>
                  <a:lnTo>
                    <a:pt x="919" y="62515"/>
                  </a:lnTo>
                  <a:lnTo>
                    <a:pt x="9723" y="57448"/>
                  </a:lnTo>
                  <a:lnTo>
                    <a:pt x="9723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511900" y="3420550"/>
              <a:ext cx="620750" cy="199775"/>
            </a:xfrm>
            <a:custGeom>
              <a:rect b="b" l="l" r="r" t="t"/>
              <a:pathLst>
                <a:path extrusionOk="0" h="7991" w="24830">
                  <a:moveTo>
                    <a:pt x="12768" y="1"/>
                  </a:moveTo>
                  <a:cubicBezTo>
                    <a:pt x="8186" y="1"/>
                    <a:pt x="3554" y="1031"/>
                    <a:pt x="1" y="3082"/>
                  </a:cubicBezTo>
                  <a:lnTo>
                    <a:pt x="8551" y="7990"/>
                  </a:lnTo>
                  <a:cubicBezTo>
                    <a:pt x="9617" y="7377"/>
                    <a:pt x="11013" y="7068"/>
                    <a:pt x="12393" y="7068"/>
                  </a:cubicBezTo>
                  <a:cubicBezTo>
                    <a:pt x="13720" y="7068"/>
                    <a:pt x="15032" y="7353"/>
                    <a:pt x="16025" y="7927"/>
                  </a:cubicBezTo>
                  <a:lnTo>
                    <a:pt x="24829" y="2860"/>
                  </a:lnTo>
                  <a:cubicBezTo>
                    <a:pt x="21524" y="951"/>
                    <a:pt x="17169" y="1"/>
                    <a:pt x="12768" y="1"/>
                  </a:cubicBezTo>
                  <a:close/>
                </a:path>
              </a:pathLst>
            </a:custGeom>
            <a:solidFill>
              <a:srgbClr val="FFD5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3725675" y="2161150"/>
              <a:ext cx="186875" cy="1459175"/>
            </a:xfrm>
            <a:custGeom>
              <a:rect b="b" l="l" r="r" t="t"/>
              <a:pathLst>
                <a:path extrusionOk="0" h="58367" w="7475">
                  <a:moveTo>
                    <a:pt x="3864" y="1"/>
                  </a:moveTo>
                  <a:cubicBezTo>
                    <a:pt x="1584" y="1"/>
                    <a:pt x="0" y="571"/>
                    <a:pt x="0" y="571"/>
                  </a:cubicBezTo>
                  <a:lnTo>
                    <a:pt x="0" y="58366"/>
                  </a:lnTo>
                  <a:cubicBezTo>
                    <a:pt x="0" y="58366"/>
                    <a:pt x="1394" y="57448"/>
                    <a:pt x="3769" y="57448"/>
                  </a:cubicBezTo>
                  <a:cubicBezTo>
                    <a:pt x="6144" y="57448"/>
                    <a:pt x="7474" y="58303"/>
                    <a:pt x="7474" y="58303"/>
                  </a:cubicBezTo>
                  <a:lnTo>
                    <a:pt x="7474" y="507"/>
                  </a:lnTo>
                  <a:cubicBezTo>
                    <a:pt x="7474" y="507"/>
                    <a:pt x="6144" y="1"/>
                    <a:pt x="3864" y="1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3511900" y="1984275"/>
              <a:ext cx="620750" cy="199875"/>
            </a:xfrm>
            <a:custGeom>
              <a:rect b="b" l="l" r="r" t="t"/>
              <a:pathLst>
                <a:path extrusionOk="0" h="7995" w="24830">
                  <a:moveTo>
                    <a:pt x="12742" y="1"/>
                  </a:moveTo>
                  <a:cubicBezTo>
                    <a:pt x="8169" y="1"/>
                    <a:pt x="3547" y="1023"/>
                    <a:pt x="1" y="3054"/>
                  </a:cubicBezTo>
                  <a:lnTo>
                    <a:pt x="8551" y="7994"/>
                  </a:lnTo>
                  <a:cubicBezTo>
                    <a:pt x="9617" y="7380"/>
                    <a:pt x="11013" y="7071"/>
                    <a:pt x="12393" y="7071"/>
                  </a:cubicBezTo>
                  <a:cubicBezTo>
                    <a:pt x="13720" y="7071"/>
                    <a:pt x="15032" y="7357"/>
                    <a:pt x="16025" y="7931"/>
                  </a:cubicBezTo>
                  <a:lnTo>
                    <a:pt x="24829" y="2864"/>
                  </a:lnTo>
                  <a:cubicBezTo>
                    <a:pt x="21517" y="951"/>
                    <a:pt x="17152" y="1"/>
                    <a:pt x="12742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3690825" y="3666700"/>
              <a:ext cx="253375" cy="132750"/>
            </a:xfrm>
            <a:custGeom>
              <a:rect b="b" l="l" r="r" t="t"/>
              <a:pathLst>
                <a:path extrusionOk="0" h="5310" w="10135">
                  <a:moveTo>
                    <a:pt x="5220" y="1"/>
                  </a:moveTo>
                  <a:cubicBezTo>
                    <a:pt x="4022" y="1"/>
                    <a:pt x="2809" y="270"/>
                    <a:pt x="1869" y="805"/>
                  </a:cubicBezTo>
                  <a:cubicBezTo>
                    <a:pt x="32" y="1850"/>
                    <a:pt x="1" y="3528"/>
                    <a:pt x="1774" y="4542"/>
                  </a:cubicBezTo>
                  <a:cubicBezTo>
                    <a:pt x="2648" y="5056"/>
                    <a:pt x="3797" y="5310"/>
                    <a:pt x="4955" y="5310"/>
                  </a:cubicBezTo>
                  <a:cubicBezTo>
                    <a:pt x="6148" y="5310"/>
                    <a:pt x="7350" y="5040"/>
                    <a:pt x="8266" y="4510"/>
                  </a:cubicBezTo>
                  <a:cubicBezTo>
                    <a:pt x="10103" y="3433"/>
                    <a:pt x="10135" y="1755"/>
                    <a:pt x="8361" y="741"/>
                  </a:cubicBezTo>
                  <a:cubicBezTo>
                    <a:pt x="7495" y="246"/>
                    <a:pt x="6364" y="1"/>
                    <a:pt x="5220" y="1"/>
                  </a:cubicBezTo>
                  <a:close/>
                </a:path>
              </a:pathLst>
            </a:custGeom>
            <a:solidFill>
              <a:srgbClr val="C3D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3952900" y="2407375"/>
              <a:ext cx="76825" cy="147300"/>
            </a:xfrm>
            <a:custGeom>
              <a:rect b="b" l="l" r="r" t="t"/>
              <a:pathLst>
                <a:path extrusionOk="0" h="5892" w="3073">
                  <a:moveTo>
                    <a:pt x="0" y="1"/>
                  </a:moveTo>
                  <a:lnTo>
                    <a:pt x="0" y="5891"/>
                  </a:lnTo>
                  <a:lnTo>
                    <a:pt x="3072" y="2819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3949725" y="2471500"/>
              <a:ext cx="248625" cy="1437800"/>
            </a:xfrm>
            <a:custGeom>
              <a:rect b="b" l="l" r="r" t="t"/>
              <a:pathLst>
                <a:path extrusionOk="0" h="57512" w="9945">
                  <a:moveTo>
                    <a:pt x="8520" y="1"/>
                  </a:moveTo>
                  <a:lnTo>
                    <a:pt x="1" y="1743"/>
                  </a:lnTo>
                  <a:lnTo>
                    <a:pt x="1" y="52571"/>
                  </a:lnTo>
                  <a:lnTo>
                    <a:pt x="8520" y="57512"/>
                  </a:lnTo>
                  <a:lnTo>
                    <a:pt x="9945" y="46744"/>
                  </a:lnTo>
                  <a:lnTo>
                    <a:pt x="9058" y="4150"/>
                  </a:lnTo>
                  <a:lnTo>
                    <a:pt x="8520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4162700" y="2443800"/>
              <a:ext cx="133025" cy="1465500"/>
            </a:xfrm>
            <a:custGeom>
              <a:rect b="b" l="l" r="r" t="t"/>
              <a:pathLst>
                <a:path extrusionOk="0" h="58620" w="5321">
                  <a:moveTo>
                    <a:pt x="5321" y="1"/>
                  </a:moveTo>
                  <a:lnTo>
                    <a:pt x="1" y="1109"/>
                  </a:lnTo>
                  <a:lnTo>
                    <a:pt x="1" y="5068"/>
                  </a:lnTo>
                  <a:lnTo>
                    <a:pt x="1" y="58620"/>
                  </a:lnTo>
                  <a:cubicBezTo>
                    <a:pt x="3199" y="56783"/>
                    <a:pt x="5289" y="54376"/>
                    <a:pt x="5321" y="50924"/>
                  </a:cubicBezTo>
                  <a:lnTo>
                    <a:pt x="5321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3949725" y="2279925"/>
              <a:ext cx="391150" cy="358675"/>
            </a:xfrm>
            <a:custGeom>
              <a:rect b="b" l="l" r="r" t="t"/>
              <a:pathLst>
                <a:path extrusionOk="0" h="14347" w="15646">
                  <a:moveTo>
                    <a:pt x="8900" y="0"/>
                  </a:moveTo>
                  <a:lnTo>
                    <a:pt x="127" y="5099"/>
                  </a:lnTo>
                  <a:cubicBezTo>
                    <a:pt x="2154" y="6270"/>
                    <a:pt x="2091" y="8202"/>
                    <a:pt x="1" y="9406"/>
                  </a:cubicBezTo>
                  <a:lnTo>
                    <a:pt x="8520" y="14346"/>
                  </a:lnTo>
                  <a:cubicBezTo>
                    <a:pt x="15487" y="10324"/>
                    <a:pt x="15645" y="3895"/>
                    <a:pt x="8900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3538825" y="2567300"/>
              <a:ext cx="137000" cy="439450"/>
            </a:xfrm>
            <a:custGeom>
              <a:rect b="b" l="l" r="r" t="t"/>
              <a:pathLst>
                <a:path extrusionOk="0" h="17578" w="5480">
                  <a:moveTo>
                    <a:pt x="5479" y="1"/>
                  </a:moveTo>
                  <a:lnTo>
                    <a:pt x="0" y="2851"/>
                  </a:lnTo>
                  <a:lnTo>
                    <a:pt x="0" y="17577"/>
                  </a:lnTo>
                  <a:lnTo>
                    <a:pt x="5352" y="15075"/>
                  </a:lnTo>
                  <a:lnTo>
                    <a:pt x="5479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3284675" y="3556950"/>
              <a:ext cx="391150" cy="357900"/>
            </a:xfrm>
            <a:custGeom>
              <a:rect b="b" l="l" r="r" t="t"/>
              <a:pathLst>
                <a:path extrusionOk="0" h="14316" w="15646">
                  <a:moveTo>
                    <a:pt x="7126" y="1"/>
                  </a:moveTo>
                  <a:cubicBezTo>
                    <a:pt x="159" y="3991"/>
                    <a:pt x="1" y="10420"/>
                    <a:pt x="6746" y="14315"/>
                  </a:cubicBezTo>
                  <a:lnTo>
                    <a:pt x="15550" y="9248"/>
                  </a:lnTo>
                  <a:cubicBezTo>
                    <a:pt x="13492" y="8045"/>
                    <a:pt x="13555" y="6113"/>
                    <a:pt x="15645" y="4910"/>
                  </a:cubicBezTo>
                  <a:lnTo>
                    <a:pt x="7126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3329800" y="2623525"/>
              <a:ext cx="288225" cy="1189200"/>
            </a:xfrm>
            <a:custGeom>
              <a:rect b="b" l="l" r="r" t="t"/>
              <a:pathLst>
                <a:path extrusionOk="0" h="47568" w="11529">
                  <a:moveTo>
                    <a:pt x="1" y="0"/>
                  </a:moveTo>
                  <a:lnTo>
                    <a:pt x="1" y="44812"/>
                  </a:lnTo>
                  <a:lnTo>
                    <a:pt x="3959" y="47567"/>
                  </a:lnTo>
                  <a:lnTo>
                    <a:pt x="9343" y="44273"/>
                  </a:lnTo>
                  <a:lnTo>
                    <a:pt x="11528" y="205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3453325" y="2674200"/>
              <a:ext cx="221700" cy="1240650"/>
            </a:xfrm>
            <a:custGeom>
              <a:rect b="b" l="l" r="r" t="t"/>
              <a:pathLst>
                <a:path extrusionOk="0" h="49626" w="8868">
                  <a:moveTo>
                    <a:pt x="8867" y="0"/>
                  </a:moveTo>
                  <a:lnTo>
                    <a:pt x="0" y="5131"/>
                  </a:lnTo>
                  <a:lnTo>
                    <a:pt x="0" y="49625"/>
                  </a:lnTo>
                  <a:lnTo>
                    <a:pt x="8804" y="44558"/>
                  </a:lnTo>
                  <a:lnTo>
                    <a:pt x="8867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3284675" y="2443800"/>
              <a:ext cx="391150" cy="358675"/>
            </a:xfrm>
            <a:custGeom>
              <a:rect b="b" l="l" r="r" t="t"/>
              <a:pathLst>
                <a:path extrusionOk="0" h="14347" w="15646">
                  <a:moveTo>
                    <a:pt x="7126" y="1"/>
                  </a:moveTo>
                  <a:cubicBezTo>
                    <a:pt x="159" y="4022"/>
                    <a:pt x="1" y="10451"/>
                    <a:pt x="6746" y="14347"/>
                  </a:cubicBezTo>
                  <a:lnTo>
                    <a:pt x="15613" y="9216"/>
                  </a:lnTo>
                  <a:cubicBezTo>
                    <a:pt x="13587" y="8044"/>
                    <a:pt x="13555" y="6144"/>
                    <a:pt x="15645" y="4941"/>
                  </a:cubicBezTo>
                  <a:lnTo>
                    <a:pt x="7126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3502400" y="3055000"/>
              <a:ext cx="620750" cy="972500"/>
            </a:xfrm>
            <a:custGeom>
              <a:rect b="b" l="l" r="r" t="t"/>
              <a:pathLst>
                <a:path extrusionOk="0" h="38900" w="24830">
                  <a:moveTo>
                    <a:pt x="24829" y="1"/>
                  </a:moveTo>
                  <a:lnTo>
                    <a:pt x="1" y="223"/>
                  </a:lnTo>
                  <a:lnTo>
                    <a:pt x="1" y="35818"/>
                  </a:lnTo>
                  <a:lnTo>
                    <a:pt x="1" y="36040"/>
                  </a:lnTo>
                  <a:cubicBezTo>
                    <a:pt x="3306" y="37949"/>
                    <a:pt x="7661" y="38899"/>
                    <a:pt x="12062" y="38899"/>
                  </a:cubicBezTo>
                  <a:cubicBezTo>
                    <a:pt x="16644" y="38899"/>
                    <a:pt x="21276" y="37870"/>
                    <a:pt x="24829" y="35818"/>
                  </a:cubicBezTo>
                  <a:lnTo>
                    <a:pt x="24829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3502400" y="2931500"/>
              <a:ext cx="620750" cy="200550"/>
            </a:xfrm>
            <a:custGeom>
              <a:rect b="b" l="l" r="r" t="t"/>
              <a:pathLst>
                <a:path extrusionOk="0" h="8022" w="24830">
                  <a:moveTo>
                    <a:pt x="16278" y="1"/>
                  </a:moveTo>
                  <a:cubicBezTo>
                    <a:pt x="15220" y="626"/>
                    <a:pt x="13836" y="935"/>
                    <a:pt x="12464" y="935"/>
                  </a:cubicBezTo>
                  <a:cubicBezTo>
                    <a:pt x="11129" y="935"/>
                    <a:pt x="9805" y="642"/>
                    <a:pt x="8805" y="64"/>
                  </a:cubicBezTo>
                  <a:lnTo>
                    <a:pt x="1" y="5163"/>
                  </a:lnTo>
                  <a:cubicBezTo>
                    <a:pt x="3306" y="7071"/>
                    <a:pt x="7661" y="8022"/>
                    <a:pt x="12062" y="8022"/>
                  </a:cubicBezTo>
                  <a:cubicBezTo>
                    <a:pt x="16644" y="8022"/>
                    <a:pt x="21276" y="6992"/>
                    <a:pt x="24829" y="4941"/>
                  </a:cubicBezTo>
                  <a:lnTo>
                    <a:pt x="16278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3040025" y="4120675"/>
              <a:ext cx="1531225" cy="381700"/>
            </a:xfrm>
            <a:custGeom>
              <a:rect b="b" l="l" r="r" t="t"/>
              <a:pathLst>
                <a:path extrusionOk="0" h="15268" w="61249">
                  <a:moveTo>
                    <a:pt x="47979" y="0"/>
                  </a:moveTo>
                  <a:cubicBezTo>
                    <a:pt x="43077" y="2831"/>
                    <a:pt x="36663" y="4258"/>
                    <a:pt x="30319" y="4258"/>
                  </a:cubicBezTo>
                  <a:cubicBezTo>
                    <a:pt x="24245" y="4258"/>
                    <a:pt x="18236" y="2950"/>
                    <a:pt x="13682" y="317"/>
                  </a:cubicBezTo>
                  <a:lnTo>
                    <a:pt x="1" y="3674"/>
                  </a:lnTo>
                  <a:lnTo>
                    <a:pt x="1" y="8202"/>
                  </a:lnTo>
                  <a:cubicBezTo>
                    <a:pt x="7897" y="12772"/>
                    <a:pt x="18449" y="15267"/>
                    <a:pt x="29799" y="15267"/>
                  </a:cubicBezTo>
                  <a:cubicBezTo>
                    <a:pt x="30010" y="15267"/>
                    <a:pt x="30222" y="15266"/>
                    <a:pt x="30435" y="15265"/>
                  </a:cubicBezTo>
                  <a:cubicBezTo>
                    <a:pt x="41994" y="15170"/>
                    <a:pt x="52952" y="12478"/>
                    <a:pt x="61249" y="7664"/>
                  </a:cubicBezTo>
                  <a:lnTo>
                    <a:pt x="61249" y="3135"/>
                  </a:lnTo>
                  <a:lnTo>
                    <a:pt x="47979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3637775" y="4271875"/>
              <a:ext cx="21425" cy="27750"/>
            </a:xfrm>
            <a:custGeom>
              <a:rect b="b" l="l" r="r" t="t"/>
              <a:pathLst>
                <a:path extrusionOk="0" h="1110" w="857">
                  <a:moveTo>
                    <a:pt x="1" y="1"/>
                  </a:moveTo>
                  <a:lnTo>
                    <a:pt x="1" y="1109"/>
                  </a:lnTo>
                  <a:lnTo>
                    <a:pt x="856" y="1109"/>
                  </a:lnTo>
                  <a:lnTo>
                    <a:pt x="856" y="983"/>
                  </a:lnTo>
                  <a:lnTo>
                    <a:pt x="191" y="983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87A1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3661550" y="4278225"/>
              <a:ext cx="22975" cy="21400"/>
            </a:xfrm>
            <a:custGeom>
              <a:rect b="b" l="l" r="r" t="t"/>
              <a:pathLst>
                <a:path extrusionOk="0" h="856" w="919">
                  <a:moveTo>
                    <a:pt x="443" y="127"/>
                  </a:moveTo>
                  <a:cubicBezTo>
                    <a:pt x="538" y="127"/>
                    <a:pt x="602" y="159"/>
                    <a:pt x="665" y="190"/>
                  </a:cubicBezTo>
                  <a:cubicBezTo>
                    <a:pt x="728" y="254"/>
                    <a:pt x="760" y="349"/>
                    <a:pt x="760" y="444"/>
                  </a:cubicBezTo>
                  <a:cubicBezTo>
                    <a:pt x="760" y="539"/>
                    <a:pt x="728" y="602"/>
                    <a:pt x="665" y="665"/>
                  </a:cubicBezTo>
                  <a:cubicBezTo>
                    <a:pt x="602" y="729"/>
                    <a:pt x="538" y="760"/>
                    <a:pt x="443" y="760"/>
                  </a:cubicBezTo>
                  <a:cubicBezTo>
                    <a:pt x="380" y="760"/>
                    <a:pt x="285" y="729"/>
                    <a:pt x="253" y="665"/>
                  </a:cubicBezTo>
                  <a:cubicBezTo>
                    <a:pt x="190" y="602"/>
                    <a:pt x="158" y="539"/>
                    <a:pt x="158" y="444"/>
                  </a:cubicBezTo>
                  <a:cubicBezTo>
                    <a:pt x="158" y="349"/>
                    <a:pt x="190" y="254"/>
                    <a:pt x="253" y="190"/>
                  </a:cubicBezTo>
                  <a:cubicBezTo>
                    <a:pt x="285" y="159"/>
                    <a:pt x="380" y="127"/>
                    <a:pt x="443" y="127"/>
                  </a:cubicBezTo>
                  <a:close/>
                  <a:moveTo>
                    <a:pt x="443" y="0"/>
                  </a:moveTo>
                  <a:cubicBezTo>
                    <a:pt x="317" y="0"/>
                    <a:pt x="190" y="32"/>
                    <a:pt x="95" y="127"/>
                  </a:cubicBezTo>
                  <a:cubicBezTo>
                    <a:pt x="32" y="190"/>
                    <a:pt x="0" y="285"/>
                    <a:pt x="0" y="444"/>
                  </a:cubicBezTo>
                  <a:cubicBezTo>
                    <a:pt x="0" y="570"/>
                    <a:pt x="32" y="665"/>
                    <a:pt x="95" y="760"/>
                  </a:cubicBezTo>
                  <a:cubicBezTo>
                    <a:pt x="190" y="824"/>
                    <a:pt x="317" y="855"/>
                    <a:pt x="443" y="855"/>
                  </a:cubicBezTo>
                  <a:cubicBezTo>
                    <a:pt x="602" y="855"/>
                    <a:pt x="728" y="824"/>
                    <a:pt x="792" y="760"/>
                  </a:cubicBezTo>
                  <a:cubicBezTo>
                    <a:pt x="887" y="665"/>
                    <a:pt x="918" y="570"/>
                    <a:pt x="918" y="444"/>
                  </a:cubicBezTo>
                  <a:cubicBezTo>
                    <a:pt x="918" y="285"/>
                    <a:pt x="887" y="190"/>
                    <a:pt x="792" y="127"/>
                  </a:cubicBezTo>
                  <a:cubicBezTo>
                    <a:pt x="728" y="32"/>
                    <a:pt x="602" y="0"/>
                    <a:pt x="443" y="0"/>
                  </a:cubicBezTo>
                  <a:close/>
                </a:path>
              </a:pathLst>
            </a:custGeom>
            <a:solidFill>
              <a:srgbClr val="87A1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3691625" y="4278225"/>
              <a:ext cx="15075" cy="21400"/>
            </a:xfrm>
            <a:custGeom>
              <a:rect b="b" l="l" r="r" t="t"/>
              <a:pathLst>
                <a:path extrusionOk="0" h="856" w="603">
                  <a:moveTo>
                    <a:pt x="507" y="0"/>
                  </a:moveTo>
                  <a:cubicBezTo>
                    <a:pt x="412" y="0"/>
                    <a:pt x="349" y="0"/>
                    <a:pt x="286" y="32"/>
                  </a:cubicBezTo>
                  <a:cubicBezTo>
                    <a:pt x="254" y="64"/>
                    <a:pt x="190" y="95"/>
                    <a:pt x="159" y="159"/>
                  </a:cubicBezTo>
                  <a:lnTo>
                    <a:pt x="159" y="32"/>
                  </a:lnTo>
                  <a:lnTo>
                    <a:pt x="0" y="32"/>
                  </a:lnTo>
                  <a:lnTo>
                    <a:pt x="0" y="855"/>
                  </a:lnTo>
                  <a:lnTo>
                    <a:pt x="159" y="855"/>
                  </a:lnTo>
                  <a:lnTo>
                    <a:pt x="159" y="412"/>
                  </a:lnTo>
                  <a:cubicBezTo>
                    <a:pt x="159" y="317"/>
                    <a:pt x="190" y="254"/>
                    <a:pt x="222" y="190"/>
                  </a:cubicBezTo>
                  <a:cubicBezTo>
                    <a:pt x="286" y="159"/>
                    <a:pt x="349" y="127"/>
                    <a:pt x="444" y="127"/>
                  </a:cubicBezTo>
                  <a:lnTo>
                    <a:pt x="539" y="127"/>
                  </a:lnTo>
                  <a:cubicBezTo>
                    <a:pt x="539" y="127"/>
                    <a:pt x="571" y="127"/>
                    <a:pt x="602" y="159"/>
                  </a:cubicBezTo>
                  <a:lnTo>
                    <a:pt x="602" y="0"/>
                  </a:lnTo>
                  <a:close/>
                </a:path>
              </a:pathLst>
            </a:custGeom>
            <a:solidFill>
              <a:srgbClr val="87A1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3708250" y="4278225"/>
              <a:ext cx="23775" cy="21400"/>
            </a:xfrm>
            <a:custGeom>
              <a:rect b="b" l="l" r="r" t="t"/>
              <a:pathLst>
                <a:path extrusionOk="0" h="856" w="951">
                  <a:moveTo>
                    <a:pt x="507" y="127"/>
                  </a:moveTo>
                  <a:cubicBezTo>
                    <a:pt x="571" y="127"/>
                    <a:pt x="634" y="127"/>
                    <a:pt x="697" y="190"/>
                  </a:cubicBezTo>
                  <a:cubicBezTo>
                    <a:pt x="729" y="222"/>
                    <a:pt x="761" y="285"/>
                    <a:pt x="761" y="349"/>
                  </a:cubicBezTo>
                  <a:lnTo>
                    <a:pt x="159" y="349"/>
                  </a:lnTo>
                  <a:cubicBezTo>
                    <a:pt x="191" y="285"/>
                    <a:pt x="222" y="222"/>
                    <a:pt x="254" y="190"/>
                  </a:cubicBezTo>
                  <a:cubicBezTo>
                    <a:pt x="317" y="127"/>
                    <a:pt x="412" y="127"/>
                    <a:pt x="507" y="127"/>
                  </a:cubicBezTo>
                  <a:close/>
                  <a:moveTo>
                    <a:pt x="507" y="0"/>
                  </a:moveTo>
                  <a:cubicBezTo>
                    <a:pt x="349" y="0"/>
                    <a:pt x="222" y="32"/>
                    <a:pt x="127" y="127"/>
                  </a:cubicBezTo>
                  <a:cubicBezTo>
                    <a:pt x="32" y="190"/>
                    <a:pt x="1" y="317"/>
                    <a:pt x="1" y="444"/>
                  </a:cubicBezTo>
                  <a:cubicBezTo>
                    <a:pt x="1" y="570"/>
                    <a:pt x="32" y="665"/>
                    <a:pt x="127" y="760"/>
                  </a:cubicBezTo>
                  <a:cubicBezTo>
                    <a:pt x="222" y="824"/>
                    <a:pt x="349" y="855"/>
                    <a:pt x="507" y="855"/>
                  </a:cubicBezTo>
                  <a:lnTo>
                    <a:pt x="729" y="855"/>
                  </a:lnTo>
                  <a:cubicBezTo>
                    <a:pt x="792" y="824"/>
                    <a:pt x="856" y="824"/>
                    <a:pt x="887" y="792"/>
                  </a:cubicBezTo>
                  <a:lnTo>
                    <a:pt x="887" y="665"/>
                  </a:lnTo>
                  <a:cubicBezTo>
                    <a:pt x="856" y="697"/>
                    <a:pt x="792" y="729"/>
                    <a:pt x="729" y="729"/>
                  </a:cubicBezTo>
                  <a:cubicBezTo>
                    <a:pt x="666" y="729"/>
                    <a:pt x="602" y="760"/>
                    <a:pt x="539" y="760"/>
                  </a:cubicBezTo>
                  <a:cubicBezTo>
                    <a:pt x="412" y="760"/>
                    <a:pt x="349" y="729"/>
                    <a:pt x="286" y="665"/>
                  </a:cubicBezTo>
                  <a:cubicBezTo>
                    <a:pt x="222" y="634"/>
                    <a:pt x="159" y="570"/>
                    <a:pt x="159" y="475"/>
                  </a:cubicBezTo>
                  <a:lnTo>
                    <a:pt x="951" y="475"/>
                  </a:lnTo>
                  <a:lnTo>
                    <a:pt x="951" y="412"/>
                  </a:lnTo>
                  <a:cubicBezTo>
                    <a:pt x="951" y="285"/>
                    <a:pt x="887" y="190"/>
                    <a:pt x="824" y="95"/>
                  </a:cubicBezTo>
                  <a:cubicBezTo>
                    <a:pt x="729" y="32"/>
                    <a:pt x="634" y="0"/>
                    <a:pt x="507" y="0"/>
                  </a:cubicBezTo>
                  <a:close/>
                </a:path>
              </a:pathLst>
            </a:custGeom>
            <a:solidFill>
              <a:srgbClr val="87A1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3738325" y="4278225"/>
              <a:ext cx="37250" cy="21400"/>
            </a:xfrm>
            <a:custGeom>
              <a:rect b="b" l="l" r="r" t="t"/>
              <a:pathLst>
                <a:path extrusionOk="0" h="856" w="1490">
                  <a:moveTo>
                    <a:pt x="508" y="0"/>
                  </a:moveTo>
                  <a:cubicBezTo>
                    <a:pt x="444" y="0"/>
                    <a:pt x="381" y="0"/>
                    <a:pt x="318" y="32"/>
                  </a:cubicBezTo>
                  <a:cubicBezTo>
                    <a:pt x="254" y="64"/>
                    <a:pt x="223" y="95"/>
                    <a:pt x="191" y="159"/>
                  </a:cubicBezTo>
                  <a:lnTo>
                    <a:pt x="191" y="32"/>
                  </a:lnTo>
                  <a:lnTo>
                    <a:pt x="1" y="32"/>
                  </a:lnTo>
                  <a:lnTo>
                    <a:pt x="1" y="855"/>
                  </a:lnTo>
                  <a:lnTo>
                    <a:pt x="191" y="855"/>
                  </a:lnTo>
                  <a:lnTo>
                    <a:pt x="191" y="380"/>
                  </a:lnTo>
                  <a:cubicBezTo>
                    <a:pt x="191" y="285"/>
                    <a:pt x="191" y="222"/>
                    <a:pt x="254" y="190"/>
                  </a:cubicBezTo>
                  <a:cubicBezTo>
                    <a:pt x="286" y="159"/>
                    <a:pt x="381" y="127"/>
                    <a:pt x="444" y="127"/>
                  </a:cubicBezTo>
                  <a:cubicBezTo>
                    <a:pt x="539" y="127"/>
                    <a:pt x="571" y="127"/>
                    <a:pt x="603" y="190"/>
                  </a:cubicBezTo>
                  <a:cubicBezTo>
                    <a:pt x="666" y="222"/>
                    <a:pt x="666" y="285"/>
                    <a:pt x="666" y="349"/>
                  </a:cubicBezTo>
                  <a:lnTo>
                    <a:pt x="666" y="855"/>
                  </a:lnTo>
                  <a:lnTo>
                    <a:pt x="824" y="855"/>
                  </a:lnTo>
                  <a:lnTo>
                    <a:pt x="824" y="380"/>
                  </a:lnTo>
                  <a:cubicBezTo>
                    <a:pt x="824" y="285"/>
                    <a:pt x="856" y="222"/>
                    <a:pt x="919" y="190"/>
                  </a:cubicBezTo>
                  <a:cubicBezTo>
                    <a:pt x="951" y="159"/>
                    <a:pt x="1046" y="127"/>
                    <a:pt x="1109" y="127"/>
                  </a:cubicBezTo>
                  <a:cubicBezTo>
                    <a:pt x="1204" y="127"/>
                    <a:pt x="1236" y="127"/>
                    <a:pt x="1268" y="190"/>
                  </a:cubicBezTo>
                  <a:cubicBezTo>
                    <a:pt x="1299" y="222"/>
                    <a:pt x="1331" y="285"/>
                    <a:pt x="1331" y="349"/>
                  </a:cubicBezTo>
                  <a:lnTo>
                    <a:pt x="1331" y="855"/>
                  </a:lnTo>
                  <a:lnTo>
                    <a:pt x="1489" y="855"/>
                  </a:lnTo>
                  <a:lnTo>
                    <a:pt x="1489" y="349"/>
                  </a:lnTo>
                  <a:cubicBezTo>
                    <a:pt x="1489" y="222"/>
                    <a:pt x="1458" y="159"/>
                    <a:pt x="1426" y="95"/>
                  </a:cubicBezTo>
                  <a:cubicBezTo>
                    <a:pt x="1363" y="32"/>
                    <a:pt x="1268" y="0"/>
                    <a:pt x="1173" y="0"/>
                  </a:cubicBezTo>
                  <a:cubicBezTo>
                    <a:pt x="1078" y="0"/>
                    <a:pt x="1014" y="32"/>
                    <a:pt x="951" y="32"/>
                  </a:cubicBezTo>
                  <a:cubicBezTo>
                    <a:pt x="888" y="64"/>
                    <a:pt x="856" y="127"/>
                    <a:pt x="824" y="190"/>
                  </a:cubicBezTo>
                  <a:cubicBezTo>
                    <a:pt x="793" y="127"/>
                    <a:pt x="761" y="64"/>
                    <a:pt x="698" y="64"/>
                  </a:cubicBezTo>
                  <a:cubicBezTo>
                    <a:pt x="634" y="32"/>
                    <a:pt x="571" y="0"/>
                    <a:pt x="508" y="0"/>
                  </a:cubicBezTo>
                  <a:close/>
                </a:path>
              </a:pathLst>
            </a:custGeom>
            <a:solidFill>
              <a:srgbClr val="87A1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3799300" y="4271875"/>
              <a:ext cx="4775" cy="27750"/>
            </a:xfrm>
            <a:custGeom>
              <a:rect b="b" l="l" r="r" t="t"/>
              <a:pathLst>
                <a:path extrusionOk="0" h="1110" w="191">
                  <a:moveTo>
                    <a:pt x="0" y="1"/>
                  </a:moveTo>
                  <a:lnTo>
                    <a:pt x="0" y="1109"/>
                  </a:lnTo>
                  <a:lnTo>
                    <a:pt x="190" y="1109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rgbClr val="87A1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3812750" y="4278225"/>
              <a:ext cx="23000" cy="28525"/>
            </a:xfrm>
            <a:custGeom>
              <a:rect b="b" l="l" r="r" t="t"/>
              <a:pathLst>
                <a:path extrusionOk="0" h="1141" w="920">
                  <a:moveTo>
                    <a:pt x="444" y="127"/>
                  </a:moveTo>
                  <a:cubicBezTo>
                    <a:pt x="539" y="127"/>
                    <a:pt x="603" y="159"/>
                    <a:pt x="666" y="190"/>
                  </a:cubicBezTo>
                  <a:cubicBezTo>
                    <a:pt x="729" y="254"/>
                    <a:pt x="729" y="349"/>
                    <a:pt x="729" y="444"/>
                  </a:cubicBezTo>
                  <a:cubicBezTo>
                    <a:pt x="729" y="539"/>
                    <a:pt x="729" y="602"/>
                    <a:pt x="666" y="665"/>
                  </a:cubicBezTo>
                  <a:cubicBezTo>
                    <a:pt x="603" y="729"/>
                    <a:pt x="539" y="760"/>
                    <a:pt x="444" y="760"/>
                  </a:cubicBezTo>
                  <a:cubicBezTo>
                    <a:pt x="381" y="760"/>
                    <a:pt x="286" y="729"/>
                    <a:pt x="254" y="665"/>
                  </a:cubicBezTo>
                  <a:cubicBezTo>
                    <a:pt x="191" y="602"/>
                    <a:pt x="159" y="539"/>
                    <a:pt x="159" y="444"/>
                  </a:cubicBezTo>
                  <a:cubicBezTo>
                    <a:pt x="159" y="349"/>
                    <a:pt x="191" y="254"/>
                    <a:pt x="254" y="190"/>
                  </a:cubicBezTo>
                  <a:cubicBezTo>
                    <a:pt x="286" y="159"/>
                    <a:pt x="381" y="127"/>
                    <a:pt x="444" y="127"/>
                  </a:cubicBezTo>
                  <a:close/>
                  <a:moveTo>
                    <a:pt x="508" y="0"/>
                  </a:moveTo>
                  <a:cubicBezTo>
                    <a:pt x="413" y="0"/>
                    <a:pt x="349" y="0"/>
                    <a:pt x="286" y="32"/>
                  </a:cubicBezTo>
                  <a:cubicBezTo>
                    <a:pt x="254" y="64"/>
                    <a:pt x="191" y="95"/>
                    <a:pt x="159" y="159"/>
                  </a:cubicBezTo>
                  <a:lnTo>
                    <a:pt x="159" y="32"/>
                  </a:lnTo>
                  <a:lnTo>
                    <a:pt x="1" y="32"/>
                  </a:lnTo>
                  <a:lnTo>
                    <a:pt x="1" y="1140"/>
                  </a:lnTo>
                  <a:lnTo>
                    <a:pt x="159" y="1140"/>
                  </a:lnTo>
                  <a:lnTo>
                    <a:pt x="159" y="729"/>
                  </a:lnTo>
                  <a:cubicBezTo>
                    <a:pt x="191" y="760"/>
                    <a:pt x="254" y="792"/>
                    <a:pt x="286" y="824"/>
                  </a:cubicBezTo>
                  <a:cubicBezTo>
                    <a:pt x="349" y="855"/>
                    <a:pt x="413" y="855"/>
                    <a:pt x="508" y="855"/>
                  </a:cubicBezTo>
                  <a:cubicBezTo>
                    <a:pt x="634" y="855"/>
                    <a:pt x="729" y="824"/>
                    <a:pt x="793" y="729"/>
                  </a:cubicBezTo>
                  <a:cubicBezTo>
                    <a:pt x="888" y="665"/>
                    <a:pt x="919" y="570"/>
                    <a:pt x="919" y="444"/>
                  </a:cubicBezTo>
                  <a:cubicBezTo>
                    <a:pt x="919" y="317"/>
                    <a:pt x="888" y="190"/>
                    <a:pt x="793" y="127"/>
                  </a:cubicBezTo>
                  <a:cubicBezTo>
                    <a:pt x="729" y="32"/>
                    <a:pt x="634" y="0"/>
                    <a:pt x="508" y="0"/>
                  </a:cubicBezTo>
                  <a:close/>
                </a:path>
              </a:pathLst>
            </a:custGeom>
            <a:solidFill>
              <a:srgbClr val="87A1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3840475" y="4278225"/>
              <a:ext cx="19800" cy="21400"/>
            </a:xfrm>
            <a:custGeom>
              <a:rect b="b" l="l" r="r" t="t"/>
              <a:pathLst>
                <a:path extrusionOk="0" h="856" w="792">
                  <a:moveTo>
                    <a:pt x="412" y="0"/>
                  </a:moveTo>
                  <a:cubicBezTo>
                    <a:pt x="285" y="0"/>
                    <a:pt x="190" y="32"/>
                    <a:pt x="127" y="64"/>
                  </a:cubicBezTo>
                  <a:cubicBezTo>
                    <a:pt x="64" y="95"/>
                    <a:pt x="32" y="159"/>
                    <a:pt x="32" y="254"/>
                  </a:cubicBezTo>
                  <a:cubicBezTo>
                    <a:pt x="32" y="317"/>
                    <a:pt x="32" y="349"/>
                    <a:pt x="95" y="380"/>
                  </a:cubicBezTo>
                  <a:cubicBezTo>
                    <a:pt x="127" y="444"/>
                    <a:pt x="222" y="444"/>
                    <a:pt x="317" y="475"/>
                  </a:cubicBezTo>
                  <a:lnTo>
                    <a:pt x="380" y="475"/>
                  </a:lnTo>
                  <a:cubicBezTo>
                    <a:pt x="475" y="507"/>
                    <a:pt x="539" y="507"/>
                    <a:pt x="570" y="539"/>
                  </a:cubicBezTo>
                  <a:cubicBezTo>
                    <a:pt x="602" y="570"/>
                    <a:pt x="634" y="602"/>
                    <a:pt x="634" y="634"/>
                  </a:cubicBezTo>
                  <a:cubicBezTo>
                    <a:pt x="634" y="665"/>
                    <a:pt x="602" y="697"/>
                    <a:pt x="539" y="729"/>
                  </a:cubicBezTo>
                  <a:cubicBezTo>
                    <a:pt x="507" y="729"/>
                    <a:pt x="444" y="760"/>
                    <a:pt x="380" y="760"/>
                  </a:cubicBezTo>
                  <a:cubicBezTo>
                    <a:pt x="317" y="760"/>
                    <a:pt x="254" y="729"/>
                    <a:pt x="190" y="729"/>
                  </a:cubicBezTo>
                  <a:cubicBezTo>
                    <a:pt x="127" y="729"/>
                    <a:pt x="64" y="697"/>
                    <a:pt x="0" y="665"/>
                  </a:cubicBezTo>
                  <a:lnTo>
                    <a:pt x="0" y="824"/>
                  </a:lnTo>
                  <a:cubicBezTo>
                    <a:pt x="64" y="824"/>
                    <a:pt x="127" y="855"/>
                    <a:pt x="190" y="855"/>
                  </a:cubicBezTo>
                  <a:lnTo>
                    <a:pt x="380" y="855"/>
                  </a:lnTo>
                  <a:cubicBezTo>
                    <a:pt x="507" y="855"/>
                    <a:pt x="602" y="855"/>
                    <a:pt x="665" y="792"/>
                  </a:cubicBezTo>
                  <a:cubicBezTo>
                    <a:pt x="760" y="760"/>
                    <a:pt x="792" y="697"/>
                    <a:pt x="792" y="602"/>
                  </a:cubicBezTo>
                  <a:cubicBezTo>
                    <a:pt x="792" y="539"/>
                    <a:pt x="760" y="507"/>
                    <a:pt x="729" y="475"/>
                  </a:cubicBezTo>
                  <a:cubicBezTo>
                    <a:pt x="665" y="412"/>
                    <a:pt x="570" y="380"/>
                    <a:pt x="475" y="380"/>
                  </a:cubicBezTo>
                  <a:lnTo>
                    <a:pt x="412" y="349"/>
                  </a:lnTo>
                  <a:cubicBezTo>
                    <a:pt x="317" y="349"/>
                    <a:pt x="254" y="317"/>
                    <a:pt x="222" y="317"/>
                  </a:cubicBezTo>
                  <a:cubicBezTo>
                    <a:pt x="190" y="285"/>
                    <a:pt x="190" y="285"/>
                    <a:pt x="190" y="254"/>
                  </a:cubicBezTo>
                  <a:cubicBezTo>
                    <a:pt x="190" y="190"/>
                    <a:pt x="190" y="159"/>
                    <a:pt x="254" y="159"/>
                  </a:cubicBezTo>
                  <a:cubicBezTo>
                    <a:pt x="285" y="127"/>
                    <a:pt x="349" y="127"/>
                    <a:pt x="444" y="127"/>
                  </a:cubicBezTo>
                  <a:lnTo>
                    <a:pt x="602" y="127"/>
                  </a:lnTo>
                  <a:cubicBezTo>
                    <a:pt x="634" y="127"/>
                    <a:pt x="697" y="159"/>
                    <a:pt x="729" y="159"/>
                  </a:cubicBezTo>
                  <a:lnTo>
                    <a:pt x="729" y="32"/>
                  </a:lnTo>
                  <a:cubicBezTo>
                    <a:pt x="697" y="32"/>
                    <a:pt x="634" y="32"/>
                    <a:pt x="570" y="0"/>
                  </a:cubicBezTo>
                  <a:close/>
                </a:path>
              </a:pathLst>
            </a:custGeom>
            <a:solidFill>
              <a:srgbClr val="87A1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3866600" y="4279000"/>
              <a:ext cx="21400" cy="20625"/>
            </a:xfrm>
            <a:custGeom>
              <a:rect b="b" l="l" r="r" t="t"/>
              <a:pathLst>
                <a:path extrusionOk="0" h="825" w="856">
                  <a:moveTo>
                    <a:pt x="0" y="1"/>
                  </a:moveTo>
                  <a:lnTo>
                    <a:pt x="0" y="476"/>
                  </a:lnTo>
                  <a:cubicBezTo>
                    <a:pt x="0" y="603"/>
                    <a:pt x="32" y="698"/>
                    <a:pt x="95" y="729"/>
                  </a:cubicBezTo>
                  <a:cubicBezTo>
                    <a:pt x="159" y="793"/>
                    <a:pt x="254" y="824"/>
                    <a:pt x="349" y="824"/>
                  </a:cubicBezTo>
                  <a:cubicBezTo>
                    <a:pt x="412" y="824"/>
                    <a:pt x="475" y="824"/>
                    <a:pt x="539" y="793"/>
                  </a:cubicBezTo>
                  <a:cubicBezTo>
                    <a:pt x="602" y="761"/>
                    <a:pt x="634" y="729"/>
                    <a:pt x="697" y="698"/>
                  </a:cubicBezTo>
                  <a:lnTo>
                    <a:pt x="697" y="824"/>
                  </a:lnTo>
                  <a:lnTo>
                    <a:pt x="855" y="824"/>
                  </a:lnTo>
                  <a:lnTo>
                    <a:pt x="855" y="1"/>
                  </a:lnTo>
                  <a:lnTo>
                    <a:pt x="697" y="1"/>
                  </a:lnTo>
                  <a:lnTo>
                    <a:pt x="697" y="444"/>
                  </a:lnTo>
                  <a:cubicBezTo>
                    <a:pt x="697" y="539"/>
                    <a:pt x="665" y="603"/>
                    <a:pt x="602" y="634"/>
                  </a:cubicBezTo>
                  <a:cubicBezTo>
                    <a:pt x="539" y="698"/>
                    <a:pt x="475" y="729"/>
                    <a:pt x="380" y="729"/>
                  </a:cubicBezTo>
                  <a:cubicBezTo>
                    <a:pt x="317" y="729"/>
                    <a:pt x="254" y="698"/>
                    <a:pt x="222" y="666"/>
                  </a:cubicBezTo>
                  <a:cubicBezTo>
                    <a:pt x="190" y="603"/>
                    <a:pt x="159" y="571"/>
                    <a:pt x="159" y="476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87A1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3896675" y="4278225"/>
              <a:ext cx="37250" cy="21400"/>
            </a:xfrm>
            <a:custGeom>
              <a:rect b="b" l="l" r="r" t="t"/>
              <a:pathLst>
                <a:path extrusionOk="0" h="856" w="1490">
                  <a:moveTo>
                    <a:pt x="476" y="0"/>
                  </a:moveTo>
                  <a:cubicBezTo>
                    <a:pt x="412" y="0"/>
                    <a:pt x="349" y="0"/>
                    <a:pt x="286" y="32"/>
                  </a:cubicBezTo>
                  <a:cubicBezTo>
                    <a:pt x="254" y="64"/>
                    <a:pt x="191" y="95"/>
                    <a:pt x="159" y="159"/>
                  </a:cubicBezTo>
                  <a:lnTo>
                    <a:pt x="159" y="32"/>
                  </a:lnTo>
                  <a:lnTo>
                    <a:pt x="1" y="32"/>
                  </a:lnTo>
                  <a:lnTo>
                    <a:pt x="1" y="855"/>
                  </a:lnTo>
                  <a:lnTo>
                    <a:pt x="159" y="855"/>
                  </a:lnTo>
                  <a:lnTo>
                    <a:pt x="159" y="380"/>
                  </a:lnTo>
                  <a:cubicBezTo>
                    <a:pt x="159" y="285"/>
                    <a:pt x="191" y="222"/>
                    <a:pt x="222" y="190"/>
                  </a:cubicBezTo>
                  <a:cubicBezTo>
                    <a:pt x="286" y="159"/>
                    <a:pt x="349" y="127"/>
                    <a:pt x="444" y="127"/>
                  </a:cubicBezTo>
                  <a:cubicBezTo>
                    <a:pt x="507" y="127"/>
                    <a:pt x="571" y="127"/>
                    <a:pt x="602" y="190"/>
                  </a:cubicBezTo>
                  <a:cubicBezTo>
                    <a:pt x="634" y="222"/>
                    <a:pt x="666" y="285"/>
                    <a:pt x="666" y="349"/>
                  </a:cubicBezTo>
                  <a:lnTo>
                    <a:pt x="666" y="855"/>
                  </a:lnTo>
                  <a:lnTo>
                    <a:pt x="824" y="855"/>
                  </a:lnTo>
                  <a:lnTo>
                    <a:pt x="824" y="380"/>
                  </a:lnTo>
                  <a:cubicBezTo>
                    <a:pt x="824" y="285"/>
                    <a:pt x="856" y="222"/>
                    <a:pt x="888" y="190"/>
                  </a:cubicBezTo>
                  <a:cubicBezTo>
                    <a:pt x="951" y="159"/>
                    <a:pt x="1014" y="127"/>
                    <a:pt x="1109" y="127"/>
                  </a:cubicBezTo>
                  <a:cubicBezTo>
                    <a:pt x="1173" y="127"/>
                    <a:pt x="1236" y="127"/>
                    <a:pt x="1268" y="190"/>
                  </a:cubicBezTo>
                  <a:cubicBezTo>
                    <a:pt x="1299" y="222"/>
                    <a:pt x="1331" y="285"/>
                    <a:pt x="1331" y="349"/>
                  </a:cubicBezTo>
                  <a:lnTo>
                    <a:pt x="1331" y="855"/>
                  </a:lnTo>
                  <a:lnTo>
                    <a:pt x="1489" y="855"/>
                  </a:lnTo>
                  <a:lnTo>
                    <a:pt x="1489" y="349"/>
                  </a:lnTo>
                  <a:cubicBezTo>
                    <a:pt x="1489" y="222"/>
                    <a:pt x="1458" y="159"/>
                    <a:pt x="1394" y="95"/>
                  </a:cubicBezTo>
                  <a:cubicBezTo>
                    <a:pt x="1331" y="32"/>
                    <a:pt x="1268" y="0"/>
                    <a:pt x="1141" y="0"/>
                  </a:cubicBezTo>
                  <a:cubicBezTo>
                    <a:pt x="1078" y="0"/>
                    <a:pt x="1014" y="32"/>
                    <a:pt x="951" y="32"/>
                  </a:cubicBezTo>
                  <a:cubicBezTo>
                    <a:pt x="888" y="64"/>
                    <a:pt x="824" y="127"/>
                    <a:pt x="792" y="190"/>
                  </a:cubicBezTo>
                  <a:cubicBezTo>
                    <a:pt x="761" y="127"/>
                    <a:pt x="729" y="64"/>
                    <a:pt x="666" y="64"/>
                  </a:cubicBezTo>
                  <a:cubicBezTo>
                    <a:pt x="634" y="32"/>
                    <a:pt x="571" y="0"/>
                    <a:pt x="476" y="0"/>
                  </a:cubicBezTo>
                  <a:close/>
                </a:path>
              </a:pathLst>
            </a:custGeom>
            <a:solidFill>
              <a:srgbClr val="87A1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3040025" y="4007450"/>
              <a:ext cx="1531225" cy="381700"/>
            </a:xfrm>
            <a:custGeom>
              <a:rect b="b" l="l" r="r" t="t"/>
              <a:pathLst>
                <a:path extrusionOk="0" h="15268" w="61249">
                  <a:moveTo>
                    <a:pt x="47979" y="1"/>
                  </a:moveTo>
                  <a:cubicBezTo>
                    <a:pt x="43077" y="2832"/>
                    <a:pt x="36663" y="4258"/>
                    <a:pt x="30319" y="4258"/>
                  </a:cubicBezTo>
                  <a:cubicBezTo>
                    <a:pt x="24245" y="4258"/>
                    <a:pt x="18236" y="2951"/>
                    <a:pt x="13682" y="317"/>
                  </a:cubicBezTo>
                  <a:lnTo>
                    <a:pt x="1" y="8203"/>
                  </a:lnTo>
                  <a:cubicBezTo>
                    <a:pt x="7897" y="12773"/>
                    <a:pt x="18449" y="15268"/>
                    <a:pt x="29799" y="15268"/>
                  </a:cubicBezTo>
                  <a:cubicBezTo>
                    <a:pt x="30010" y="15268"/>
                    <a:pt x="30222" y="15267"/>
                    <a:pt x="30435" y="15265"/>
                  </a:cubicBezTo>
                  <a:cubicBezTo>
                    <a:pt x="41994" y="15170"/>
                    <a:pt x="52952" y="12446"/>
                    <a:pt x="61249" y="7664"/>
                  </a:cubicBezTo>
                  <a:lnTo>
                    <a:pt x="47979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691775" y="2572850"/>
              <a:ext cx="1887500" cy="905750"/>
            </a:xfrm>
            <a:custGeom>
              <a:rect b="b" l="l" r="r" t="t"/>
              <a:pathLst>
                <a:path extrusionOk="0" h="36230" w="75500">
                  <a:moveTo>
                    <a:pt x="1267" y="1"/>
                  </a:moveTo>
                  <a:cubicBezTo>
                    <a:pt x="570" y="1"/>
                    <a:pt x="0" y="571"/>
                    <a:pt x="0" y="1267"/>
                  </a:cubicBezTo>
                  <a:lnTo>
                    <a:pt x="0" y="34931"/>
                  </a:lnTo>
                  <a:cubicBezTo>
                    <a:pt x="0" y="35628"/>
                    <a:pt x="570" y="36230"/>
                    <a:pt x="1267" y="36230"/>
                  </a:cubicBezTo>
                  <a:lnTo>
                    <a:pt x="74201" y="36230"/>
                  </a:lnTo>
                  <a:cubicBezTo>
                    <a:pt x="74929" y="36230"/>
                    <a:pt x="75499" y="35628"/>
                    <a:pt x="75499" y="34931"/>
                  </a:cubicBezTo>
                  <a:lnTo>
                    <a:pt x="75499" y="1267"/>
                  </a:lnTo>
                  <a:cubicBezTo>
                    <a:pt x="75499" y="571"/>
                    <a:pt x="74929" y="1"/>
                    <a:pt x="74201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691775" y="3601300"/>
              <a:ext cx="1887500" cy="905750"/>
            </a:xfrm>
            <a:custGeom>
              <a:rect b="b" l="l" r="r" t="t"/>
              <a:pathLst>
                <a:path extrusionOk="0" h="36230" w="75500">
                  <a:moveTo>
                    <a:pt x="1267" y="0"/>
                  </a:moveTo>
                  <a:cubicBezTo>
                    <a:pt x="570" y="0"/>
                    <a:pt x="0" y="602"/>
                    <a:pt x="0" y="1299"/>
                  </a:cubicBezTo>
                  <a:lnTo>
                    <a:pt x="0" y="34931"/>
                  </a:lnTo>
                  <a:cubicBezTo>
                    <a:pt x="0" y="35660"/>
                    <a:pt x="570" y="36230"/>
                    <a:pt x="1267" y="36230"/>
                  </a:cubicBezTo>
                  <a:lnTo>
                    <a:pt x="74201" y="36230"/>
                  </a:lnTo>
                  <a:cubicBezTo>
                    <a:pt x="74929" y="36230"/>
                    <a:pt x="75499" y="35660"/>
                    <a:pt x="75499" y="34931"/>
                  </a:cubicBezTo>
                  <a:lnTo>
                    <a:pt x="75499" y="1299"/>
                  </a:lnTo>
                  <a:cubicBezTo>
                    <a:pt x="75499" y="602"/>
                    <a:pt x="74929" y="0"/>
                    <a:pt x="74201" y="0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5022525" y="1513525"/>
              <a:ext cx="1886700" cy="905750"/>
            </a:xfrm>
            <a:custGeom>
              <a:rect b="b" l="l" r="r" t="t"/>
              <a:pathLst>
                <a:path extrusionOk="0" h="36230" w="75468">
                  <a:moveTo>
                    <a:pt x="1299" y="1"/>
                  </a:moveTo>
                  <a:cubicBezTo>
                    <a:pt x="570" y="1"/>
                    <a:pt x="0" y="571"/>
                    <a:pt x="0" y="1299"/>
                  </a:cubicBezTo>
                  <a:lnTo>
                    <a:pt x="0" y="34931"/>
                  </a:lnTo>
                  <a:cubicBezTo>
                    <a:pt x="0" y="35660"/>
                    <a:pt x="570" y="36230"/>
                    <a:pt x="1299" y="36230"/>
                  </a:cubicBezTo>
                  <a:lnTo>
                    <a:pt x="74201" y="36230"/>
                  </a:lnTo>
                  <a:cubicBezTo>
                    <a:pt x="74898" y="36230"/>
                    <a:pt x="75468" y="35660"/>
                    <a:pt x="75468" y="34931"/>
                  </a:cubicBezTo>
                  <a:lnTo>
                    <a:pt x="75468" y="1299"/>
                  </a:lnTo>
                  <a:cubicBezTo>
                    <a:pt x="75468" y="571"/>
                    <a:pt x="74898" y="1"/>
                    <a:pt x="74201" y="1"/>
                  </a:cubicBez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5022525" y="2542775"/>
              <a:ext cx="1886700" cy="904950"/>
            </a:xfrm>
            <a:custGeom>
              <a:rect b="b" l="l" r="r" t="t"/>
              <a:pathLst>
                <a:path extrusionOk="0" h="36198" w="75468">
                  <a:moveTo>
                    <a:pt x="1299" y="0"/>
                  </a:moveTo>
                  <a:cubicBezTo>
                    <a:pt x="570" y="0"/>
                    <a:pt x="0" y="570"/>
                    <a:pt x="0" y="1267"/>
                  </a:cubicBezTo>
                  <a:lnTo>
                    <a:pt x="0" y="34931"/>
                  </a:lnTo>
                  <a:cubicBezTo>
                    <a:pt x="0" y="35628"/>
                    <a:pt x="570" y="36198"/>
                    <a:pt x="1299" y="36198"/>
                  </a:cubicBezTo>
                  <a:lnTo>
                    <a:pt x="74201" y="36198"/>
                  </a:lnTo>
                  <a:cubicBezTo>
                    <a:pt x="74898" y="36198"/>
                    <a:pt x="75468" y="35628"/>
                    <a:pt x="75468" y="34931"/>
                  </a:cubicBezTo>
                  <a:lnTo>
                    <a:pt x="75468" y="1267"/>
                  </a:lnTo>
                  <a:cubicBezTo>
                    <a:pt x="75468" y="570"/>
                    <a:pt x="74898" y="0"/>
                    <a:pt x="74201" y="0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2542825" y="2802450"/>
              <a:ext cx="816300" cy="454475"/>
            </a:xfrm>
            <a:custGeom>
              <a:rect b="b" l="l" r="r" t="t"/>
              <a:pathLst>
                <a:path extrusionOk="0" h="18179" w="32652">
                  <a:moveTo>
                    <a:pt x="1" y="1"/>
                  </a:moveTo>
                  <a:lnTo>
                    <a:pt x="1" y="2091"/>
                  </a:lnTo>
                  <a:lnTo>
                    <a:pt x="32651" y="18178"/>
                  </a:lnTo>
                  <a:lnTo>
                    <a:pt x="32651" y="181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2524625" y="3556950"/>
              <a:ext cx="1281025" cy="128300"/>
            </a:xfrm>
            <a:custGeom>
              <a:rect b="b" l="l" r="r" t="t"/>
              <a:pathLst>
                <a:path extrusionOk="0" h="5132" w="51241">
                  <a:moveTo>
                    <a:pt x="51241" y="1"/>
                  </a:moveTo>
                  <a:lnTo>
                    <a:pt x="0" y="3010"/>
                  </a:lnTo>
                  <a:lnTo>
                    <a:pt x="0" y="5131"/>
                  </a:lnTo>
                  <a:lnTo>
                    <a:pt x="51241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4269575" y="2976625"/>
              <a:ext cx="803625" cy="221700"/>
            </a:xfrm>
            <a:custGeom>
              <a:rect b="b" l="l" r="r" t="t"/>
              <a:pathLst>
                <a:path extrusionOk="0" h="8868" w="32145">
                  <a:moveTo>
                    <a:pt x="30657" y="1"/>
                  </a:moveTo>
                  <a:lnTo>
                    <a:pt x="1" y="8868"/>
                  </a:lnTo>
                  <a:lnTo>
                    <a:pt x="32145" y="1489"/>
                  </a:lnTo>
                  <a:lnTo>
                    <a:pt x="30657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4100150" y="1941050"/>
              <a:ext cx="1004725" cy="247050"/>
            </a:xfrm>
            <a:custGeom>
              <a:rect b="b" l="l" r="r" t="t"/>
              <a:pathLst>
                <a:path extrusionOk="0" h="9882" w="40189">
                  <a:moveTo>
                    <a:pt x="38225" y="1"/>
                  </a:moveTo>
                  <a:lnTo>
                    <a:pt x="1" y="9881"/>
                  </a:lnTo>
                  <a:lnTo>
                    <a:pt x="40189" y="1933"/>
                  </a:lnTo>
                  <a:lnTo>
                    <a:pt x="38225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755900" y="2920623"/>
              <a:ext cx="1768750" cy="25"/>
            </a:xfrm>
            <a:custGeom>
              <a:rect b="b" l="l" r="r" t="t"/>
              <a:pathLst>
                <a:path extrusionOk="0" fill="none" h="1" w="70750">
                  <a:moveTo>
                    <a:pt x="1" y="1"/>
                  </a:moveTo>
                  <a:lnTo>
                    <a:pt x="70749" y="1"/>
                  </a:lnTo>
                </a:path>
              </a:pathLst>
            </a:custGeom>
            <a:noFill/>
            <a:ln cap="flat" cmpd="sng" w="8700">
              <a:solidFill>
                <a:srgbClr val="FFFFFF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755900" y="3939573"/>
              <a:ext cx="1768750" cy="25"/>
            </a:xfrm>
            <a:custGeom>
              <a:rect b="b" l="l" r="r" t="t"/>
              <a:pathLst>
                <a:path extrusionOk="0" fill="none" h="1" w="70750">
                  <a:moveTo>
                    <a:pt x="1" y="1"/>
                  </a:moveTo>
                  <a:lnTo>
                    <a:pt x="70749" y="1"/>
                  </a:lnTo>
                </a:path>
              </a:pathLst>
            </a:custGeom>
            <a:noFill/>
            <a:ln cap="flat" cmpd="sng" w="8700">
              <a:solidFill>
                <a:srgbClr val="FFFFFF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5081900" y="2895298"/>
              <a:ext cx="1767950" cy="25"/>
            </a:xfrm>
            <a:custGeom>
              <a:rect b="b" l="l" r="r" t="t"/>
              <a:pathLst>
                <a:path extrusionOk="0" fill="none" h="1" w="70718">
                  <a:moveTo>
                    <a:pt x="0" y="0"/>
                  </a:moveTo>
                  <a:lnTo>
                    <a:pt x="70717" y="0"/>
                  </a:lnTo>
                </a:path>
              </a:pathLst>
            </a:custGeom>
            <a:noFill/>
            <a:ln cap="flat" cmpd="sng" w="8700">
              <a:solidFill>
                <a:srgbClr val="FFFFFF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5081900" y="1861567"/>
              <a:ext cx="1767950" cy="25"/>
            </a:xfrm>
            <a:custGeom>
              <a:rect b="b" l="l" r="r" t="t"/>
              <a:pathLst>
                <a:path extrusionOk="0" fill="none" h="1" w="70718">
                  <a:moveTo>
                    <a:pt x="0" y="1"/>
                  </a:moveTo>
                  <a:lnTo>
                    <a:pt x="70717" y="1"/>
                  </a:lnTo>
                </a:path>
              </a:pathLst>
            </a:custGeom>
            <a:noFill/>
            <a:ln cap="flat" cmpd="sng" w="8700">
              <a:solidFill>
                <a:srgbClr val="FFFFFF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14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1040038" y="3598700"/>
            <a:ext cx="2058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6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1039963" y="3985725"/>
            <a:ext cx="205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1039988" y="2408400"/>
            <a:ext cx="2058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6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1" name="Google Shape;331;p14"/>
          <p:cNvSpPr txBox="1"/>
          <p:nvPr/>
        </p:nvSpPr>
        <p:spPr>
          <a:xfrm>
            <a:off x="1039913" y="2808250"/>
            <a:ext cx="205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6049100" y="2371738"/>
            <a:ext cx="2058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6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" name="Google Shape;333;p14"/>
          <p:cNvSpPr txBox="1"/>
          <p:nvPr/>
        </p:nvSpPr>
        <p:spPr>
          <a:xfrm>
            <a:off x="6049025" y="2774038"/>
            <a:ext cx="205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6049100" y="1181050"/>
            <a:ext cx="2058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6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5" name="Google Shape;335;p14"/>
          <p:cNvSpPr txBox="1"/>
          <p:nvPr/>
        </p:nvSpPr>
        <p:spPr>
          <a:xfrm>
            <a:off x="6049000" y="1583351"/>
            <a:ext cx="205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5"/>
          <p:cNvSpPr/>
          <p:nvPr/>
        </p:nvSpPr>
        <p:spPr>
          <a:xfrm>
            <a:off x="4085158" y="2077805"/>
            <a:ext cx="1128073" cy="698955"/>
          </a:xfrm>
          <a:custGeom>
            <a:rect b="b" l="l" r="r" t="t"/>
            <a:pathLst>
              <a:path extrusionOk="0" h="22507" w="36325">
                <a:moveTo>
                  <a:pt x="14334" y="0"/>
                </a:moveTo>
                <a:cubicBezTo>
                  <a:pt x="9415" y="0"/>
                  <a:pt x="4499" y="673"/>
                  <a:pt x="32" y="2017"/>
                </a:cubicBezTo>
                <a:lnTo>
                  <a:pt x="0" y="19244"/>
                </a:lnTo>
                <a:cubicBezTo>
                  <a:pt x="4467" y="17901"/>
                  <a:pt x="9379" y="17228"/>
                  <a:pt x="14292" y="17228"/>
                </a:cubicBezTo>
                <a:cubicBezTo>
                  <a:pt x="22232" y="17228"/>
                  <a:pt x="30177" y="18985"/>
                  <a:pt x="36261" y="22506"/>
                </a:cubicBezTo>
                <a:lnTo>
                  <a:pt x="36325" y="5278"/>
                </a:lnTo>
                <a:cubicBezTo>
                  <a:pt x="30241" y="1757"/>
                  <a:pt x="22283" y="0"/>
                  <a:pt x="14334" y="0"/>
                </a:cubicBez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3431140" y="2174820"/>
            <a:ext cx="655043" cy="993356"/>
          </a:xfrm>
          <a:custGeom>
            <a:rect b="b" l="l" r="r" t="t"/>
            <a:pathLst>
              <a:path extrusionOk="0" h="31987" w="21093">
                <a:moveTo>
                  <a:pt x="21092" y="1"/>
                </a:moveTo>
                <a:lnTo>
                  <a:pt x="21092" y="1"/>
                </a:lnTo>
                <a:cubicBezTo>
                  <a:pt x="18337" y="824"/>
                  <a:pt x="11971" y="159"/>
                  <a:pt x="9691" y="1489"/>
                </a:cubicBezTo>
                <a:cubicBezTo>
                  <a:pt x="3674" y="4973"/>
                  <a:pt x="32" y="9977"/>
                  <a:pt x="0" y="14537"/>
                </a:cubicBezTo>
                <a:lnTo>
                  <a:pt x="4402" y="31987"/>
                </a:lnTo>
                <a:cubicBezTo>
                  <a:pt x="4402" y="27426"/>
                  <a:pt x="7411" y="22866"/>
                  <a:pt x="13428" y="19382"/>
                </a:cubicBezTo>
                <a:cubicBezTo>
                  <a:pt x="15708" y="18021"/>
                  <a:pt x="18305" y="16944"/>
                  <a:pt x="21060" y="16120"/>
                </a:cubicBezTo>
                <a:lnTo>
                  <a:pt x="21092" y="1"/>
                </a:ln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5211244" y="2255470"/>
            <a:ext cx="287197" cy="918607"/>
          </a:xfrm>
          <a:custGeom>
            <a:rect b="b" l="l" r="r" t="t"/>
            <a:pathLst>
              <a:path extrusionOk="0" h="29580" w="9248">
                <a:moveTo>
                  <a:pt x="64" y="1"/>
                </a:moveTo>
                <a:lnTo>
                  <a:pt x="0" y="16785"/>
                </a:lnTo>
                <a:cubicBezTo>
                  <a:pt x="6144" y="20301"/>
                  <a:pt x="9185" y="24956"/>
                  <a:pt x="9185" y="29580"/>
                </a:cubicBezTo>
                <a:lnTo>
                  <a:pt x="9216" y="12795"/>
                </a:lnTo>
                <a:cubicBezTo>
                  <a:pt x="9248" y="8171"/>
                  <a:pt x="6176" y="3516"/>
                  <a:pt x="64" y="1"/>
                </a:cubicBezTo>
                <a:close/>
              </a:path>
            </a:pathLst>
          </a:custGeom>
          <a:solidFill>
            <a:srgbClr val="E59F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2878423" y="2665583"/>
            <a:ext cx="48228" cy="657993"/>
          </a:xfrm>
          <a:custGeom>
            <a:rect b="b" l="l" r="r" t="t"/>
            <a:pathLst>
              <a:path extrusionOk="0" h="21188" w="1553">
                <a:moveTo>
                  <a:pt x="64" y="1"/>
                </a:moveTo>
                <a:cubicBezTo>
                  <a:pt x="63" y="41"/>
                  <a:pt x="63" y="79"/>
                  <a:pt x="63" y="116"/>
                </a:cubicBezTo>
                <a:lnTo>
                  <a:pt x="63" y="116"/>
                </a:lnTo>
                <a:lnTo>
                  <a:pt x="64" y="1"/>
                </a:lnTo>
                <a:close/>
                <a:moveTo>
                  <a:pt x="63" y="116"/>
                </a:moveTo>
                <a:lnTo>
                  <a:pt x="0" y="16152"/>
                </a:lnTo>
                <a:cubicBezTo>
                  <a:pt x="0" y="17830"/>
                  <a:pt x="222" y="19509"/>
                  <a:pt x="697" y="21187"/>
                </a:cubicBezTo>
                <a:lnTo>
                  <a:pt x="1552" y="2249"/>
                </a:lnTo>
                <a:cubicBezTo>
                  <a:pt x="1089" y="611"/>
                  <a:pt x="82" y="1628"/>
                  <a:pt x="63" y="116"/>
                </a:cubicBez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2819419" y="1818806"/>
            <a:ext cx="1267727" cy="1004163"/>
          </a:xfrm>
          <a:custGeom>
            <a:rect b="b" l="l" r="r" t="t"/>
            <a:pathLst>
              <a:path extrusionOk="0" h="32335" w="40822">
                <a:moveTo>
                  <a:pt x="30656" y="1"/>
                </a:moveTo>
                <a:cubicBezTo>
                  <a:pt x="25906" y="1426"/>
                  <a:pt x="21409" y="3294"/>
                  <a:pt x="17418" y="5606"/>
                </a:cubicBezTo>
                <a:cubicBezTo>
                  <a:pt x="4909" y="12890"/>
                  <a:pt x="0" y="22897"/>
                  <a:pt x="2660" y="32335"/>
                </a:cubicBezTo>
                <a:lnTo>
                  <a:pt x="24575" y="30308"/>
                </a:lnTo>
                <a:cubicBezTo>
                  <a:pt x="22992" y="24798"/>
                  <a:pt x="25842" y="18939"/>
                  <a:pt x="33158" y="14695"/>
                </a:cubicBezTo>
                <a:cubicBezTo>
                  <a:pt x="35470" y="13365"/>
                  <a:pt x="38067" y="12288"/>
                  <a:pt x="40822" y="11465"/>
                </a:cubicBezTo>
                <a:lnTo>
                  <a:pt x="30656" y="1"/>
                </a:ln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6004916" y="2675427"/>
            <a:ext cx="181982" cy="934321"/>
          </a:xfrm>
          <a:custGeom>
            <a:rect b="b" l="l" r="r" t="t"/>
            <a:pathLst>
              <a:path extrusionOk="0" h="30086" w="5860">
                <a:moveTo>
                  <a:pt x="5859" y="0"/>
                </a:moveTo>
                <a:lnTo>
                  <a:pt x="5859" y="68"/>
                </a:lnTo>
                <a:lnTo>
                  <a:pt x="5859" y="68"/>
                </a:lnTo>
                <a:cubicBezTo>
                  <a:pt x="5859" y="46"/>
                  <a:pt x="5859" y="23"/>
                  <a:pt x="5859" y="0"/>
                </a:cubicBezTo>
                <a:close/>
                <a:moveTo>
                  <a:pt x="5859" y="68"/>
                </a:moveTo>
                <a:lnTo>
                  <a:pt x="5859" y="68"/>
                </a:lnTo>
                <a:cubicBezTo>
                  <a:pt x="5840" y="4774"/>
                  <a:pt x="3877" y="3885"/>
                  <a:pt x="32" y="8234"/>
                </a:cubicBezTo>
                <a:lnTo>
                  <a:pt x="0" y="30086"/>
                </a:lnTo>
                <a:cubicBezTo>
                  <a:pt x="3864" y="25716"/>
                  <a:pt x="5796" y="20934"/>
                  <a:pt x="5828" y="16120"/>
                </a:cubicBezTo>
                <a:lnTo>
                  <a:pt x="5859" y="68"/>
                </a:lnTo>
                <a:close/>
              </a:path>
            </a:pathLst>
          </a:custGeom>
          <a:solidFill>
            <a:srgbClr val="E59F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5213200" y="1992900"/>
            <a:ext cx="1111365" cy="1116272"/>
          </a:xfrm>
          <a:custGeom>
            <a:rect b="b" l="l" r="r" t="t"/>
            <a:pathLst>
              <a:path extrusionOk="0" h="35945" w="35787">
                <a:moveTo>
                  <a:pt x="15645" y="0"/>
                </a:moveTo>
                <a:lnTo>
                  <a:pt x="1" y="9089"/>
                </a:lnTo>
                <a:cubicBezTo>
                  <a:pt x="9850" y="14790"/>
                  <a:pt x="11750" y="23308"/>
                  <a:pt x="5733" y="30086"/>
                </a:cubicBezTo>
                <a:lnTo>
                  <a:pt x="25526" y="35944"/>
                </a:lnTo>
                <a:cubicBezTo>
                  <a:pt x="35787" y="24322"/>
                  <a:pt x="32493" y="9723"/>
                  <a:pt x="15645" y="0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2900068" y="2822938"/>
            <a:ext cx="1375923" cy="1294279"/>
          </a:xfrm>
          <a:custGeom>
            <a:rect b="b" l="l" r="r" t="t"/>
            <a:pathLst>
              <a:path extrusionOk="0" h="41677" w="44306">
                <a:moveTo>
                  <a:pt x="63" y="1"/>
                </a:moveTo>
                <a:lnTo>
                  <a:pt x="0" y="16120"/>
                </a:lnTo>
                <a:cubicBezTo>
                  <a:pt x="1742" y="22327"/>
                  <a:pt x="6746" y="28249"/>
                  <a:pt x="15011" y="33031"/>
                </a:cubicBezTo>
                <a:cubicBezTo>
                  <a:pt x="23277" y="37782"/>
                  <a:pt x="33569" y="40695"/>
                  <a:pt x="44242" y="41677"/>
                </a:cubicBezTo>
                <a:lnTo>
                  <a:pt x="44305" y="25526"/>
                </a:lnTo>
                <a:cubicBezTo>
                  <a:pt x="33601" y="24544"/>
                  <a:pt x="25747" y="19920"/>
                  <a:pt x="17481" y="15138"/>
                </a:cubicBezTo>
                <a:cubicBezTo>
                  <a:pt x="9216" y="10388"/>
                  <a:pt x="1805" y="6176"/>
                  <a:pt x="63" y="1"/>
                </a:cubicBezTo>
                <a:close/>
              </a:path>
            </a:pathLst>
          </a:custGeom>
          <a:solidFill>
            <a:srgbClr val="2F6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2902025" y="2759990"/>
            <a:ext cx="1479181" cy="855658"/>
          </a:xfrm>
          <a:custGeom>
            <a:rect b="b" l="l" r="r" t="t"/>
            <a:pathLst>
              <a:path extrusionOk="0" h="27553" w="47631">
                <a:moveTo>
                  <a:pt x="21915" y="1"/>
                </a:moveTo>
                <a:lnTo>
                  <a:pt x="0" y="2028"/>
                </a:lnTo>
                <a:cubicBezTo>
                  <a:pt x="1742" y="8203"/>
                  <a:pt x="6746" y="14157"/>
                  <a:pt x="15012" y="18907"/>
                </a:cubicBezTo>
                <a:cubicBezTo>
                  <a:pt x="23277" y="23689"/>
                  <a:pt x="33538" y="26571"/>
                  <a:pt x="44242" y="27553"/>
                </a:cubicBezTo>
                <a:lnTo>
                  <a:pt x="47631" y="14854"/>
                </a:lnTo>
                <a:cubicBezTo>
                  <a:pt x="41424" y="14284"/>
                  <a:pt x="35470" y="12605"/>
                  <a:pt x="30656" y="9818"/>
                </a:cubicBezTo>
                <a:cubicBezTo>
                  <a:pt x="25842" y="7063"/>
                  <a:pt x="22929" y="3611"/>
                  <a:pt x="21915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4273973" y="3109141"/>
            <a:ext cx="1731968" cy="1020312"/>
          </a:xfrm>
          <a:custGeom>
            <a:rect b="b" l="l" r="r" t="t"/>
            <a:pathLst>
              <a:path extrusionOk="0" h="32855" w="55771">
                <a:moveTo>
                  <a:pt x="55770" y="0"/>
                </a:moveTo>
                <a:cubicBezTo>
                  <a:pt x="53332" y="2756"/>
                  <a:pt x="44718" y="2882"/>
                  <a:pt x="40727" y="5194"/>
                </a:cubicBezTo>
                <a:cubicBezTo>
                  <a:pt x="28218" y="12478"/>
                  <a:pt x="16849" y="12225"/>
                  <a:pt x="64" y="16310"/>
                </a:cubicBezTo>
                <a:lnTo>
                  <a:pt x="1" y="32461"/>
                </a:lnTo>
                <a:cubicBezTo>
                  <a:pt x="2817" y="32723"/>
                  <a:pt x="5661" y="32855"/>
                  <a:pt x="8505" y="32855"/>
                </a:cubicBezTo>
                <a:cubicBezTo>
                  <a:pt x="22129" y="32855"/>
                  <a:pt x="35730" y="29842"/>
                  <a:pt x="46079" y="23815"/>
                </a:cubicBezTo>
                <a:cubicBezTo>
                  <a:pt x="50070" y="21504"/>
                  <a:pt x="53300" y="18907"/>
                  <a:pt x="55738" y="16120"/>
                </a:cubicBezTo>
                <a:lnTo>
                  <a:pt x="55770" y="0"/>
                </a:lnTo>
                <a:close/>
              </a:path>
            </a:pathLst>
          </a:custGeom>
          <a:solidFill>
            <a:srgbClr val="A1AA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4275960" y="2927190"/>
            <a:ext cx="1729981" cy="700694"/>
          </a:xfrm>
          <a:custGeom>
            <a:rect b="b" l="l" r="r" t="t"/>
            <a:pathLst>
              <a:path extrusionOk="0" h="22563" w="55707">
                <a:moveTo>
                  <a:pt x="35913" y="1"/>
                </a:moveTo>
                <a:cubicBezTo>
                  <a:pt x="34488" y="1616"/>
                  <a:pt x="32619" y="3104"/>
                  <a:pt x="30307" y="4434"/>
                </a:cubicBezTo>
                <a:cubicBezTo>
                  <a:pt x="24268" y="7964"/>
                  <a:pt x="16351" y="9702"/>
                  <a:pt x="8409" y="9702"/>
                </a:cubicBezTo>
                <a:cubicBezTo>
                  <a:pt x="6731" y="9702"/>
                  <a:pt x="5052" y="9624"/>
                  <a:pt x="3389" y="9470"/>
                </a:cubicBezTo>
                <a:lnTo>
                  <a:pt x="0" y="22169"/>
                </a:lnTo>
                <a:cubicBezTo>
                  <a:pt x="2816" y="22431"/>
                  <a:pt x="5660" y="22563"/>
                  <a:pt x="8501" y="22563"/>
                </a:cubicBezTo>
                <a:cubicBezTo>
                  <a:pt x="22118" y="22563"/>
                  <a:pt x="35698" y="19549"/>
                  <a:pt x="46047" y="13523"/>
                </a:cubicBezTo>
                <a:cubicBezTo>
                  <a:pt x="50069" y="11211"/>
                  <a:pt x="53268" y="8615"/>
                  <a:pt x="55706" y="5859"/>
                </a:cubicBezTo>
                <a:lnTo>
                  <a:pt x="35913" y="1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3771410" y="1712567"/>
            <a:ext cx="1927677" cy="562623"/>
          </a:xfrm>
          <a:custGeom>
            <a:rect b="b" l="l" r="r" t="t"/>
            <a:pathLst>
              <a:path extrusionOk="0" h="18117" w="62073">
                <a:moveTo>
                  <a:pt x="24393" y="1"/>
                </a:moveTo>
                <a:cubicBezTo>
                  <a:pt x="16008" y="1"/>
                  <a:pt x="7628" y="1141"/>
                  <a:pt x="1" y="3422"/>
                </a:cubicBezTo>
                <a:lnTo>
                  <a:pt x="10167" y="14886"/>
                </a:lnTo>
                <a:cubicBezTo>
                  <a:pt x="14627" y="13540"/>
                  <a:pt x="19543" y="12868"/>
                  <a:pt x="24464" y="12868"/>
                </a:cubicBezTo>
                <a:cubicBezTo>
                  <a:pt x="32399" y="12868"/>
                  <a:pt x="40349" y="14617"/>
                  <a:pt x="46428" y="18116"/>
                </a:cubicBezTo>
                <a:lnTo>
                  <a:pt x="62072" y="9027"/>
                </a:lnTo>
                <a:cubicBezTo>
                  <a:pt x="51644" y="3010"/>
                  <a:pt x="38013" y="1"/>
                  <a:pt x="24393" y="1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353" name="Google Shape;353;p15"/>
          <p:cNvGrpSpPr/>
          <p:nvPr/>
        </p:nvGrpSpPr>
        <p:grpSpPr>
          <a:xfrm>
            <a:off x="538825" y="1124888"/>
            <a:ext cx="1835101" cy="912938"/>
            <a:chOff x="538825" y="1284538"/>
            <a:chExt cx="1835101" cy="912938"/>
          </a:xfrm>
        </p:grpSpPr>
        <p:sp>
          <p:nvSpPr>
            <p:cNvPr id="354" name="Google Shape;354;p15"/>
            <p:cNvSpPr txBox="1"/>
            <p:nvPr/>
          </p:nvSpPr>
          <p:spPr>
            <a:xfrm>
              <a:off x="538826" y="1284538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EE762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Jupiter</a:t>
              </a:r>
              <a:endParaRPr sz="1500">
                <a:solidFill>
                  <a:srgbClr val="EE7623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355" name="Google Shape;355;p15"/>
            <p:cNvSpPr txBox="1"/>
            <p:nvPr/>
          </p:nvSpPr>
          <p:spPr>
            <a:xfrm>
              <a:off x="538825" y="1569575"/>
              <a:ext cx="1835100" cy="62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 from </a:t>
              </a: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 Sun</a:t>
              </a: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and the largest in </a:t>
              </a: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6" name="Google Shape;356;p15"/>
          <p:cNvGrpSpPr/>
          <p:nvPr/>
        </p:nvGrpSpPr>
        <p:grpSpPr>
          <a:xfrm>
            <a:off x="538825" y="2449983"/>
            <a:ext cx="1835101" cy="888610"/>
            <a:chOff x="538825" y="2588820"/>
            <a:chExt cx="1835101" cy="888610"/>
          </a:xfrm>
        </p:grpSpPr>
        <p:sp>
          <p:nvSpPr>
            <p:cNvPr id="357" name="Google Shape;357;p15"/>
            <p:cNvSpPr txBox="1"/>
            <p:nvPr/>
          </p:nvSpPr>
          <p:spPr>
            <a:xfrm>
              <a:off x="538826" y="2588820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073A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Mars</a:t>
              </a:r>
              <a:endParaRPr sz="1500">
                <a:solidFill>
                  <a:srgbClr val="4073A3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358" name="Google Shape;358;p15"/>
            <p:cNvSpPr txBox="1"/>
            <p:nvPr/>
          </p:nvSpPr>
          <p:spPr>
            <a:xfrm>
              <a:off x="538825" y="2849530"/>
              <a:ext cx="1835100" cy="62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9" name="Google Shape;359;p15"/>
          <p:cNvGrpSpPr/>
          <p:nvPr/>
        </p:nvGrpSpPr>
        <p:grpSpPr>
          <a:xfrm>
            <a:off x="538825" y="3750751"/>
            <a:ext cx="1835101" cy="888599"/>
            <a:chOff x="538825" y="3750751"/>
            <a:chExt cx="1835101" cy="888599"/>
          </a:xfrm>
        </p:grpSpPr>
        <p:sp>
          <p:nvSpPr>
            <p:cNvPr id="360" name="Google Shape;360;p15"/>
            <p:cNvSpPr txBox="1"/>
            <p:nvPr/>
          </p:nvSpPr>
          <p:spPr>
            <a:xfrm>
              <a:off x="538826" y="3750751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ACB3B7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Saturn</a:t>
              </a:r>
              <a:endParaRPr sz="1500">
                <a:solidFill>
                  <a:srgbClr val="ACB3B7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361" name="Google Shape;361;p15"/>
            <p:cNvSpPr txBox="1"/>
            <p:nvPr/>
          </p:nvSpPr>
          <p:spPr>
            <a:xfrm>
              <a:off x="538825" y="4011450"/>
              <a:ext cx="1835100" cy="62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gas giant with an average radius of about nine times that on Earth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2" name="Google Shape;362;p15"/>
          <p:cNvGrpSpPr/>
          <p:nvPr/>
        </p:nvGrpSpPr>
        <p:grpSpPr>
          <a:xfrm>
            <a:off x="6747650" y="1787432"/>
            <a:ext cx="1835100" cy="912944"/>
            <a:chOff x="6747650" y="1936680"/>
            <a:chExt cx="1835100" cy="912944"/>
          </a:xfrm>
        </p:grpSpPr>
        <p:sp>
          <p:nvSpPr>
            <p:cNvPr id="363" name="Google Shape;363;p15"/>
            <p:cNvSpPr txBox="1"/>
            <p:nvPr/>
          </p:nvSpPr>
          <p:spPr>
            <a:xfrm>
              <a:off x="6747650" y="1936680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B4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Neptune</a:t>
              </a:r>
              <a:endParaRPr sz="1500">
                <a:solidFill>
                  <a:srgbClr val="FFB400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364" name="Google Shape;364;p15"/>
            <p:cNvSpPr txBox="1"/>
            <p:nvPr/>
          </p:nvSpPr>
          <p:spPr>
            <a:xfrm>
              <a:off x="6747650" y="2221723"/>
              <a:ext cx="1835100" cy="62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eighth and farthest-known planet from </a:t>
              </a: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5" name="Google Shape;365;p15"/>
          <p:cNvGrpSpPr/>
          <p:nvPr/>
        </p:nvGrpSpPr>
        <p:grpSpPr>
          <a:xfrm>
            <a:off x="6747650" y="3092356"/>
            <a:ext cx="1835100" cy="904633"/>
            <a:chOff x="6747650" y="3220763"/>
            <a:chExt cx="1835100" cy="904633"/>
          </a:xfrm>
        </p:grpSpPr>
        <p:sp>
          <p:nvSpPr>
            <p:cNvPr id="366" name="Google Shape;366;p15"/>
            <p:cNvSpPr txBox="1"/>
            <p:nvPr/>
          </p:nvSpPr>
          <p:spPr>
            <a:xfrm>
              <a:off x="6747650" y="3220763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051C2C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Venus</a:t>
              </a:r>
              <a:endParaRPr sz="1500">
                <a:solidFill>
                  <a:srgbClr val="051C2C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367" name="Google Shape;367;p15"/>
            <p:cNvSpPr txBox="1"/>
            <p:nvPr/>
          </p:nvSpPr>
          <p:spPr>
            <a:xfrm>
              <a:off x="6747650" y="3497495"/>
              <a:ext cx="1835100" cy="62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name, but also very high temperatures</a:t>
              </a:r>
              <a:endParaRPr/>
            </a:p>
          </p:txBody>
        </p:sp>
      </p:grpSp>
      <p:sp>
        <p:nvSpPr>
          <p:cNvPr id="368" name="Google Shape;368;p15"/>
          <p:cNvSpPr txBox="1"/>
          <p:nvPr/>
        </p:nvSpPr>
        <p:spPr>
          <a:xfrm>
            <a:off x="4792300" y="3128275"/>
            <a:ext cx="69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17</a:t>
            </a: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17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69" name="Google Shape;369;p15"/>
          <p:cNvSpPr txBox="1"/>
          <p:nvPr/>
        </p:nvSpPr>
        <p:spPr>
          <a:xfrm>
            <a:off x="3293463" y="2986675"/>
            <a:ext cx="69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20%</a:t>
            </a:r>
            <a:endParaRPr sz="17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70" name="Google Shape;370;p15"/>
          <p:cNvSpPr txBox="1"/>
          <p:nvPr/>
        </p:nvSpPr>
        <p:spPr>
          <a:xfrm>
            <a:off x="3015813" y="2119738"/>
            <a:ext cx="69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23%</a:t>
            </a:r>
            <a:endParaRPr sz="17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71" name="Google Shape;371;p15"/>
          <p:cNvSpPr txBox="1"/>
          <p:nvPr/>
        </p:nvSpPr>
        <p:spPr>
          <a:xfrm>
            <a:off x="4302013" y="1712563"/>
            <a:ext cx="69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25%</a:t>
            </a:r>
            <a:endParaRPr sz="17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72" name="Google Shape;372;p15"/>
          <p:cNvSpPr txBox="1"/>
          <p:nvPr/>
        </p:nvSpPr>
        <p:spPr>
          <a:xfrm>
            <a:off x="5488588" y="2400038"/>
            <a:ext cx="69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15</a:t>
            </a: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17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"/>
          <p:cNvSpPr/>
          <p:nvPr/>
        </p:nvSpPr>
        <p:spPr>
          <a:xfrm>
            <a:off x="2072240" y="1356774"/>
            <a:ext cx="6620250" cy="489804"/>
          </a:xfrm>
          <a:custGeom>
            <a:rect b="b" l="l" r="r" t="t"/>
            <a:pathLst>
              <a:path extrusionOk="0" h="15012" w="202904">
                <a:moveTo>
                  <a:pt x="0" y="0"/>
                </a:moveTo>
                <a:lnTo>
                  <a:pt x="0" y="15011"/>
                </a:lnTo>
                <a:lnTo>
                  <a:pt x="202904" y="15011"/>
                </a:lnTo>
                <a:lnTo>
                  <a:pt x="202904" y="0"/>
                </a:ln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2072240" y="1846546"/>
            <a:ext cx="6620250" cy="490848"/>
          </a:xfrm>
          <a:custGeom>
            <a:rect b="b" l="l" r="r" t="t"/>
            <a:pathLst>
              <a:path extrusionOk="0" h="15044" w="202904">
                <a:moveTo>
                  <a:pt x="0" y="0"/>
                </a:moveTo>
                <a:lnTo>
                  <a:pt x="0" y="15043"/>
                </a:lnTo>
                <a:lnTo>
                  <a:pt x="202904" y="15043"/>
                </a:lnTo>
                <a:lnTo>
                  <a:pt x="202904" y="0"/>
                </a:ln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2072240" y="2337361"/>
            <a:ext cx="6620250" cy="490815"/>
          </a:xfrm>
          <a:custGeom>
            <a:rect b="b" l="l" r="r" t="t"/>
            <a:pathLst>
              <a:path extrusionOk="0" h="15043" w="202904">
                <a:moveTo>
                  <a:pt x="0" y="0"/>
                </a:moveTo>
                <a:lnTo>
                  <a:pt x="0" y="15043"/>
                </a:lnTo>
                <a:lnTo>
                  <a:pt x="202904" y="15043"/>
                </a:lnTo>
                <a:lnTo>
                  <a:pt x="202904" y="0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2072240" y="2828144"/>
            <a:ext cx="6620250" cy="489804"/>
          </a:xfrm>
          <a:custGeom>
            <a:rect b="b" l="l" r="r" t="t"/>
            <a:pathLst>
              <a:path extrusionOk="0" h="15012" w="202904">
                <a:moveTo>
                  <a:pt x="0" y="1"/>
                </a:moveTo>
                <a:lnTo>
                  <a:pt x="0" y="15012"/>
                </a:lnTo>
                <a:lnTo>
                  <a:pt x="202904" y="15012"/>
                </a:lnTo>
                <a:lnTo>
                  <a:pt x="202904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2287157" y="3317915"/>
            <a:ext cx="6405333" cy="490848"/>
          </a:xfrm>
          <a:custGeom>
            <a:rect b="b" l="l" r="r" t="t"/>
            <a:pathLst>
              <a:path extrusionOk="0" h="15044" w="196317">
                <a:moveTo>
                  <a:pt x="0" y="1"/>
                </a:moveTo>
                <a:lnTo>
                  <a:pt x="0" y="15044"/>
                </a:lnTo>
                <a:lnTo>
                  <a:pt x="196317" y="15044"/>
                </a:lnTo>
                <a:lnTo>
                  <a:pt x="196317" y="1"/>
                </a:ln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781659" y="2827133"/>
            <a:ext cx="1290613" cy="1233744"/>
          </a:xfrm>
          <a:custGeom>
            <a:rect b="b" l="l" r="r" t="t"/>
            <a:pathLst>
              <a:path extrusionOk="0" h="37813" w="39556">
                <a:moveTo>
                  <a:pt x="9913" y="0"/>
                </a:moveTo>
                <a:lnTo>
                  <a:pt x="0" y="15011"/>
                </a:lnTo>
                <a:lnTo>
                  <a:pt x="39555" y="37813"/>
                </a:lnTo>
                <a:lnTo>
                  <a:pt x="39555" y="17101"/>
                </a:lnTo>
                <a:lnTo>
                  <a:pt x="9913" y="0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1105063" y="2337361"/>
            <a:ext cx="967210" cy="1047767"/>
          </a:xfrm>
          <a:custGeom>
            <a:rect b="b" l="l" r="r" t="t"/>
            <a:pathLst>
              <a:path extrusionOk="0" h="32113" w="29644">
                <a:moveTo>
                  <a:pt x="9913" y="0"/>
                </a:moveTo>
                <a:lnTo>
                  <a:pt x="1" y="15011"/>
                </a:lnTo>
                <a:lnTo>
                  <a:pt x="29643" y="32112"/>
                </a:lnTo>
                <a:lnTo>
                  <a:pt x="29643" y="11401"/>
                </a:lnTo>
                <a:lnTo>
                  <a:pt x="9913" y="0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1428499" y="1846546"/>
            <a:ext cx="643773" cy="862802"/>
          </a:xfrm>
          <a:custGeom>
            <a:rect b="b" l="l" r="r" t="t"/>
            <a:pathLst>
              <a:path extrusionOk="0" h="26444" w="19731">
                <a:moveTo>
                  <a:pt x="9913" y="0"/>
                </a:moveTo>
                <a:lnTo>
                  <a:pt x="0" y="15043"/>
                </a:lnTo>
                <a:lnTo>
                  <a:pt x="19730" y="26444"/>
                </a:lnTo>
                <a:lnTo>
                  <a:pt x="19730" y="5701"/>
                </a:lnTo>
                <a:lnTo>
                  <a:pt x="9913" y="0"/>
                </a:ln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1966821" y="3316904"/>
            <a:ext cx="1719437" cy="1419753"/>
          </a:xfrm>
          <a:custGeom>
            <a:rect b="b" l="l" r="r" t="t"/>
            <a:pathLst>
              <a:path extrusionOk="0" h="43514" w="52699">
                <a:moveTo>
                  <a:pt x="42786" y="0"/>
                </a:moveTo>
                <a:lnTo>
                  <a:pt x="1" y="24670"/>
                </a:lnTo>
                <a:lnTo>
                  <a:pt x="3231" y="43513"/>
                </a:lnTo>
                <a:lnTo>
                  <a:pt x="52698" y="15043"/>
                </a:lnTo>
                <a:lnTo>
                  <a:pt x="42786" y="0"/>
                </a:ln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2072240" y="2827133"/>
            <a:ext cx="1290581" cy="1233744"/>
          </a:xfrm>
          <a:custGeom>
            <a:rect b="b" l="l" r="r" t="t"/>
            <a:pathLst>
              <a:path extrusionOk="0" h="37813" w="39555">
                <a:moveTo>
                  <a:pt x="29611" y="0"/>
                </a:moveTo>
                <a:lnTo>
                  <a:pt x="0" y="17101"/>
                </a:lnTo>
                <a:lnTo>
                  <a:pt x="0" y="37813"/>
                </a:lnTo>
                <a:lnTo>
                  <a:pt x="39555" y="15011"/>
                </a:lnTo>
                <a:lnTo>
                  <a:pt x="29611" y="0"/>
                </a:lnTo>
                <a:close/>
              </a:path>
            </a:pathLst>
          </a:custGeom>
          <a:solidFill>
            <a:srgbClr val="E59F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2072240" y="2337361"/>
            <a:ext cx="966133" cy="1047767"/>
          </a:xfrm>
          <a:custGeom>
            <a:rect b="b" l="l" r="r" t="t"/>
            <a:pathLst>
              <a:path extrusionOk="0" h="32113" w="29611">
                <a:moveTo>
                  <a:pt x="19698" y="0"/>
                </a:moveTo>
                <a:lnTo>
                  <a:pt x="0" y="11401"/>
                </a:lnTo>
                <a:lnTo>
                  <a:pt x="0" y="32112"/>
                </a:lnTo>
                <a:lnTo>
                  <a:pt x="29611" y="15011"/>
                </a:lnTo>
                <a:lnTo>
                  <a:pt x="19698" y="0"/>
                </a:lnTo>
                <a:close/>
              </a:path>
            </a:pathLst>
          </a:custGeom>
          <a:solidFill>
            <a:srgbClr val="A1AA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"/>
          <p:cNvSpPr/>
          <p:nvPr/>
        </p:nvSpPr>
        <p:spPr>
          <a:xfrm>
            <a:off x="2072240" y="1846546"/>
            <a:ext cx="642729" cy="862802"/>
          </a:xfrm>
          <a:custGeom>
            <a:rect b="b" l="l" r="r" t="t"/>
            <a:pathLst>
              <a:path extrusionOk="0" h="26444" w="19699">
                <a:moveTo>
                  <a:pt x="9786" y="0"/>
                </a:moveTo>
                <a:lnTo>
                  <a:pt x="0" y="5701"/>
                </a:lnTo>
                <a:lnTo>
                  <a:pt x="0" y="26444"/>
                </a:lnTo>
                <a:lnTo>
                  <a:pt x="19698" y="15043"/>
                </a:lnTo>
                <a:lnTo>
                  <a:pt x="9786" y="0"/>
                </a:ln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2027801" y="1356774"/>
            <a:ext cx="363731" cy="675781"/>
          </a:xfrm>
          <a:custGeom>
            <a:rect b="b" l="l" r="r" t="t"/>
            <a:pathLst>
              <a:path extrusionOk="0" h="20712" w="11148">
                <a:moveTo>
                  <a:pt x="1362" y="0"/>
                </a:moveTo>
                <a:lnTo>
                  <a:pt x="349" y="5289"/>
                </a:lnTo>
                <a:lnTo>
                  <a:pt x="0" y="13808"/>
                </a:lnTo>
                <a:lnTo>
                  <a:pt x="1362" y="20712"/>
                </a:lnTo>
                <a:lnTo>
                  <a:pt x="11148" y="15011"/>
                </a:lnTo>
                <a:lnTo>
                  <a:pt x="1362" y="0"/>
                </a:lnTo>
                <a:close/>
              </a:path>
            </a:pathLst>
          </a:custGeom>
          <a:solidFill>
            <a:srgbClr val="2F6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457211" y="3316904"/>
            <a:ext cx="1615061" cy="1419753"/>
          </a:xfrm>
          <a:custGeom>
            <a:rect b="b" l="l" r="r" t="t"/>
            <a:pathLst>
              <a:path extrusionOk="0" h="43514" w="49500">
                <a:moveTo>
                  <a:pt x="9944" y="0"/>
                </a:moveTo>
                <a:lnTo>
                  <a:pt x="0" y="15043"/>
                </a:lnTo>
                <a:lnTo>
                  <a:pt x="49499" y="43513"/>
                </a:lnTo>
                <a:lnTo>
                  <a:pt x="49499" y="22802"/>
                </a:lnTo>
                <a:lnTo>
                  <a:pt x="9944" y="0"/>
                </a:ln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1751903" y="1356774"/>
            <a:ext cx="320369" cy="675781"/>
          </a:xfrm>
          <a:custGeom>
            <a:rect b="b" l="l" r="r" t="t"/>
            <a:pathLst>
              <a:path extrusionOk="0" h="20712" w="9819">
                <a:moveTo>
                  <a:pt x="9818" y="0"/>
                </a:moveTo>
                <a:lnTo>
                  <a:pt x="1" y="15011"/>
                </a:lnTo>
                <a:lnTo>
                  <a:pt x="9818" y="20712"/>
                </a:lnTo>
                <a:lnTo>
                  <a:pt x="9818" y="0"/>
                </a:ln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6"/>
          <p:cNvSpPr txBox="1"/>
          <p:nvPr/>
        </p:nvSpPr>
        <p:spPr>
          <a:xfrm>
            <a:off x="4282775" y="1356775"/>
            <a:ext cx="10152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93" name="Google Shape;393;p16"/>
          <p:cNvSpPr txBox="1"/>
          <p:nvPr/>
        </p:nvSpPr>
        <p:spPr>
          <a:xfrm>
            <a:off x="5297850" y="1356775"/>
            <a:ext cx="32361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6"/>
          <p:cNvSpPr txBox="1"/>
          <p:nvPr/>
        </p:nvSpPr>
        <p:spPr>
          <a:xfrm>
            <a:off x="4282775" y="1843313"/>
            <a:ext cx="10152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95" name="Google Shape;395;p16"/>
          <p:cNvSpPr txBox="1"/>
          <p:nvPr/>
        </p:nvSpPr>
        <p:spPr>
          <a:xfrm>
            <a:off x="5297850" y="1843313"/>
            <a:ext cx="32361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Despite being red, it’s actually a cold place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16"/>
          <p:cNvSpPr txBox="1"/>
          <p:nvPr/>
        </p:nvSpPr>
        <p:spPr>
          <a:xfrm>
            <a:off x="4282775" y="2336325"/>
            <a:ext cx="10152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97" name="Google Shape;397;p16"/>
          <p:cNvSpPr txBox="1"/>
          <p:nvPr/>
        </p:nvSpPr>
        <p:spPr>
          <a:xfrm>
            <a:off x="5297850" y="2336325"/>
            <a:ext cx="32361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</a:t>
            </a: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16"/>
          <p:cNvSpPr txBox="1"/>
          <p:nvPr/>
        </p:nvSpPr>
        <p:spPr>
          <a:xfrm>
            <a:off x="4282775" y="2827650"/>
            <a:ext cx="10152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99" name="Google Shape;399;p16"/>
          <p:cNvSpPr txBox="1"/>
          <p:nvPr/>
        </p:nvSpPr>
        <p:spPr>
          <a:xfrm>
            <a:off x="5297850" y="2827650"/>
            <a:ext cx="32361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</a:t>
            </a: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16"/>
          <p:cNvSpPr txBox="1"/>
          <p:nvPr/>
        </p:nvSpPr>
        <p:spPr>
          <a:xfrm>
            <a:off x="4282775" y="3318975"/>
            <a:ext cx="10152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01" name="Google Shape;401;p16"/>
          <p:cNvSpPr txBox="1"/>
          <p:nvPr/>
        </p:nvSpPr>
        <p:spPr>
          <a:xfrm>
            <a:off x="5297850" y="3318975"/>
            <a:ext cx="32361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3855276" y="1473424"/>
            <a:ext cx="284331" cy="250003"/>
          </a:xfrm>
          <a:custGeom>
            <a:rect b="b" l="l" r="r" t="t"/>
            <a:pathLst>
              <a:path extrusionOk="0" h="165565" w="188299">
                <a:moveTo>
                  <a:pt x="132946" y="0"/>
                </a:moveTo>
                <a:lnTo>
                  <a:pt x="146290" y="13344"/>
                </a:lnTo>
                <a:lnTo>
                  <a:pt x="99833" y="57824"/>
                </a:lnTo>
                <a:lnTo>
                  <a:pt x="73145" y="29653"/>
                </a:lnTo>
                <a:lnTo>
                  <a:pt x="0" y="103787"/>
                </a:lnTo>
                <a:lnTo>
                  <a:pt x="8896" y="112683"/>
                </a:lnTo>
                <a:lnTo>
                  <a:pt x="72651" y="47445"/>
                </a:lnTo>
                <a:lnTo>
                  <a:pt x="99339" y="75122"/>
                </a:lnTo>
                <a:lnTo>
                  <a:pt x="154691" y="22240"/>
                </a:lnTo>
                <a:lnTo>
                  <a:pt x="167541" y="34596"/>
                </a:lnTo>
                <a:lnTo>
                  <a:pt x="167541" y="0"/>
                </a:lnTo>
                <a:close/>
                <a:moveTo>
                  <a:pt x="30642" y="106752"/>
                </a:moveTo>
                <a:lnTo>
                  <a:pt x="30642" y="165564"/>
                </a:lnTo>
                <a:lnTo>
                  <a:pt x="72156" y="165564"/>
                </a:lnTo>
                <a:lnTo>
                  <a:pt x="72156" y="106752"/>
                </a:lnTo>
                <a:close/>
                <a:moveTo>
                  <a:pt x="88466" y="87972"/>
                </a:moveTo>
                <a:lnTo>
                  <a:pt x="88466" y="165564"/>
                </a:lnTo>
                <a:lnTo>
                  <a:pt x="130475" y="165564"/>
                </a:lnTo>
                <a:lnTo>
                  <a:pt x="130475" y="87972"/>
                </a:lnTo>
                <a:close/>
                <a:moveTo>
                  <a:pt x="146290" y="49422"/>
                </a:moveTo>
                <a:lnTo>
                  <a:pt x="146290" y="165564"/>
                </a:lnTo>
                <a:lnTo>
                  <a:pt x="188298" y="165564"/>
                </a:lnTo>
                <a:lnTo>
                  <a:pt x="188298" y="494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" name="Google Shape;403;p16"/>
          <p:cNvGrpSpPr/>
          <p:nvPr/>
        </p:nvGrpSpPr>
        <p:grpSpPr>
          <a:xfrm>
            <a:off x="3856320" y="1950125"/>
            <a:ext cx="283403" cy="283403"/>
            <a:chOff x="1190625" y="238125"/>
            <a:chExt cx="5219200" cy="5219200"/>
          </a:xfrm>
        </p:grpSpPr>
        <p:sp>
          <p:nvSpPr>
            <p:cNvPr id="404" name="Google Shape;404;p16"/>
            <p:cNvSpPr/>
            <p:nvPr/>
          </p:nvSpPr>
          <p:spPr>
            <a:xfrm>
              <a:off x="5102550" y="1114775"/>
              <a:ext cx="1307275" cy="1582075"/>
            </a:xfrm>
            <a:custGeom>
              <a:rect b="b" l="l" r="r" t="t"/>
              <a:pathLst>
                <a:path extrusionOk="0" h="63283" w="52291">
                  <a:moveTo>
                    <a:pt x="26064" y="0"/>
                  </a:moveTo>
                  <a:lnTo>
                    <a:pt x="0" y="26064"/>
                  </a:lnTo>
                  <a:cubicBezTo>
                    <a:pt x="8612" y="36339"/>
                    <a:pt x="14190" y="49191"/>
                    <a:pt x="15462" y="63283"/>
                  </a:cubicBezTo>
                  <a:lnTo>
                    <a:pt x="52290" y="63283"/>
                  </a:lnTo>
                  <a:cubicBezTo>
                    <a:pt x="50953" y="39699"/>
                    <a:pt x="41787" y="17615"/>
                    <a:pt x="26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1190625" y="238125"/>
              <a:ext cx="4347425" cy="5219200"/>
            </a:xfrm>
            <a:custGeom>
              <a:rect b="b" l="l" r="r" t="t"/>
              <a:pathLst>
                <a:path extrusionOk="0" h="208768" w="173897">
                  <a:moveTo>
                    <a:pt x="104481" y="0"/>
                  </a:moveTo>
                  <a:cubicBezTo>
                    <a:pt x="76559" y="0"/>
                    <a:pt x="50332" y="10862"/>
                    <a:pt x="30597" y="30597"/>
                  </a:cubicBezTo>
                  <a:cubicBezTo>
                    <a:pt x="10862" y="50332"/>
                    <a:pt x="0" y="76559"/>
                    <a:pt x="0" y="104481"/>
                  </a:cubicBezTo>
                  <a:cubicBezTo>
                    <a:pt x="0" y="132371"/>
                    <a:pt x="10862" y="158630"/>
                    <a:pt x="30597" y="178365"/>
                  </a:cubicBezTo>
                  <a:cubicBezTo>
                    <a:pt x="48897" y="196633"/>
                    <a:pt x="72742" y="207299"/>
                    <a:pt x="98349" y="208767"/>
                  </a:cubicBezTo>
                  <a:lnTo>
                    <a:pt x="98349" y="171939"/>
                  </a:lnTo>
                  <a:cubicBezTo>
                    <a:pt x="63870" y="168840"/>
                    <a:pt x="36730" y="139776"/>
                    <a:pt x="36730" y="104481"/>
                  </a:cubicBezTo>
                  <a:cubicBezTo>
                    <a:pt x="36730" y="67132"/>
                    <a:pt x="67132" y="36730"/>
                    <a:pt x="104481" y="36730"/>
                  </a:cubicBezTo>
                  <a:cubicBezTo>
                    <a:pt x="120954" y="36730"/>
                    <a:pt x="136090" y="42634"/>
                    <a:pt x="147833" y="52453"/>
                  </a:cubicBezTo>
                  <a:lnTo>
                    <a:pt x="173896" y="26389"/>
                  </a:lnTo>
                  <a:cubicBezTo>
                    <a:pt x="154749" y="9329"/>
                    <a:pt x="130316" y="0"/>
                    <a:pt x="1044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3955150" y="3002650"/>
              <a:ext cx="2454675" cy="2454675"/>
            </a:xfrm>
            <a:custGeom>
              <a:rect b="b" l="l" r="r" t="t"/>
              <a:pathLst>
                <a:path extrusionOk="0" h="98187" w="98187">
                  <a:moveTo>
                    <a:pt x="61358" y="0"/>
                  </a:moveTo>
                  <a:cubicBezTo>
                    <a:pt x="58423" y="32490"/>
                    <a:pt x="32490" y="58423"/>
                    <a:pt x="0" y="61358"/>
                  </a:cubicBezTo>
                  <a:lnTo>
                    <a:pt x="0" y="98186"/>
                  </a:lnTo>
                  <a:cubicBezTo>
                    <a:pt x="25607" y="96718"/>
                    <a:pt x="49485" y="86052"/>
                    <a:pt x="67784" y="67784"/>
                  </a:cubicBezTo>
                  <a:cubicBezTo>
                    <a:pt x="86052" y="49485"/>
                    <a:pt x="96718" y="25607"/>
                    <a:pt x="981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3163300" y="1569825"/>
              <a:ext cx="1278725" cy="2559850"/>
            </a:xfrm>
            <a:custGeom>
              <a:rect b="b" l="l" r="r" t="t"/>
              <a:pathLst>
                <a:path extrusionOk="0" h="102394" w="51149">
                  <a:moveTo>
                    <a:pt x="19442" y="0"/>
                  </a:moveTo>
                  <a:lnTo>
                    <a:pt x="19442" y="12494"/>
                  </a:lnTo>
                  <a:cubicBezTo>
                    <a:pt x="8482" y="13994"/>
                    <a:pt x="0" y="23421"/>
                    <a:pt x="0" y="34806"/>
                  </a:cubicBezTo>
                  <a:cubicBezTo>
                    <a:pt x="0" y="47234"/>
                    <a:pt x="10113" y="57313"/>
                    <a:pt x="22541" y="57313"/>
                  </a:cubicBezTo>
                  <a:lnTo>
                    <a:pt x="28608" y="57313"/>
                  </a:lnTo>
                  <a:cubicBezTo>
                    <a:pt x="34284" y="57313"/>
                    <a:pt x="38883" y="61945"/>
                    <a:pt x="38883" y="67621"/>
                  </a:cubicBezTo>
                  <a:cubicBezTo>
                    <a:pt x="38883" y="73297"/>
                    <a:pt x="34284" y="77896"/>
                    <a:pt x="28608" y="77896"/>
                  </a:cubicBezTo>
                  <a:lnTo>
                    <a:pt x="22541" y="77896"/>
                  </a:lnTo>
                  <a:cubicBezTo>
                    <a:pt x="16865" y="77896"/>
                    <a:pt x="12233" y="73297"/>
                    <a:pt x="12233" y="67621"/>
                  </a:cubicBezTo>
                  <a:lnTo>
                    <a:pt x="0" y="67621"/>
                  </a:lnTo>
                  <a:cubicBezTo>
                    <a:pt x="0" y="79006"/>
                    <a:pt x="8482" y="88433"/>
                    <a:pt x="19442" y="89933"/>
                  </a:cubicBezTo>
                  <a:lnTo>
                    <a:pt x="19442" y="102394"/>
                  </a:lnTo>
                  <a:lnTo>
                    <a:pt x="31674" y="102394"/>
                  </a:lnTo>
                  <a:lnTo>
                    <a:pt x="31674" y="89933"/>
                  </a:lnTo>
                  <a:cubicBezTo>
                    <a:pt x="42667" y="88433"/>
                    <a:pt x="51148" y="79006"/>
                    <a:pt x="51148" y="67621"/>
                  </a:cubicBezTo>
                  <a:cubicBezTo>
                    <a:pt x="51148" y="55193"/>
                    <a:pt x="41036" y="45081"/>
                    <a:pt x="28608" y="45081"/>
                  </a:cubicBezTo>
                  <a:lnTo>
                    <a:pt x="22541" y="45081"/>
                  </a:lnTo>
                  <a:cubicBezTo>
                    <a:pt x="16865" y="45081"/>
                    <a:pt x="12233" y="40481"/>
                    <a:pt x="12233" y="34806"/>
                  </a:cubicBezTo>
                  <a:cubicBezTo>
                    <a:pt x="12233" y="29130"/>
                    <a:pt x="16865" y="24498"/>
                    <a:pt x="22541" y="24498"/>
                  </a:cubicBezTo>
                  <a:lnTo>
                    <a:pt x="28608" y="24498"/>
                  </a:lnTo>
                  <a:cubicBezTo>
                    <a:pt x="34284" y="24498"/>
                    <a:pt x="38883" y="29130"/>
                    <a:pt x="38883" y="34806"/>
                  </a:cubicBezTo>
                  <a:lnTo>
                    <a:pt x="51148" y="34806"/>
                  </a:lnTo>
                  <a:cubicBezTo>
                    <a:pt x="51148" y="23421"/>
                    <a:pt x="42667" y="13994"/>
                    <a:pt x="31674" y="12494"/>
                  </a:cubicBezTo>
                  <a:lnTo>
                    <a:pt x="316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" name="Google Shape;408;p16"/>
          <p:cNvGrpSpPr/>
          <p:nvPr/>
        </p:nvGrpSpPr>
        <p:grpSpPr>
          <a:xfrm>
            <a:off x="3864229" y="2460226"/>
            <a:ext cx="284383" cy="282881"/>
            <a:chOff x="1176750" y="238125"/>
            <a:chExt cx="5246925" cy="5219200"/>
          </a:xfrm>
        </p:grpSpPr>
        <p:sp>
          <p:nvSpPr>
            <p:cNvPr id="409" name="Google Shape;409;p16"/>
            <p:cNvSpPr/>
            <p:nvPr/>
          </p:nvSpPr>
          <p:spPr>
            <a:xfrm>
              <a:off x="1176750" y="2661775"/>
              <a:ext cx="608375" cy="519500"/>
            </a:xfrm>
            <a:custGeom>
              <a:rect b="b" l="l" r="r" t="t"/>
              <a:pathLst>
                <a:path extrusionOk="0" h="20780" w="24335">
                  <a:moveTo>
                    <a:pt x="24335" y="0"/>
                  </a:moveTo>
                  <a:lnTo>
                    <a:pt x="3393" y="7699"/>
                  </a:lnTo>
                  <a:cubicBezTo>
                    <a:pt x="1142" y="8547"/>
                    <a:pt x="0" y="11026"/>
                    <a:pt x="816" y="13277"/>
                  </a:cubicBezTo>
                  <a:lnTo>
                    <a:pt x="3556" y="20779"/>
                  </a:lnTo>
                  <a:lnTo>
                    <a:pt x="243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1754125" y="4524375"/>
              <a:ext cx="798400" cy="932950"/>
            </a:xfrm>
            <a:custGeom>
              <a:rect b="b" l="l" r="r" t="t"/>
              <a:pathLst>
                <a:path extrusionOk="0" h="37318" w="31936">
                  <a:moveTo>
                    <a:pt x="0" y="0"/>
                  </a:moveTo>
                  <a:lnTo>
                    <a:pt x="12526" y="34447"/>
                  </a:lnTo>
                  <a:cubicBezTo>
                    <a:pt x="12918" y="35556"/>
                    <a:pt x="13733" y="36436"/>
                    <a:pt x="14777" y="36926"/>
                  </a:cubicBezTo>
                  <a:cubicBezTo>
                    <a:pt x="15364" y="37187"/>
                    <a:pt x="15984" y="37317"/>
                    <a:pt x="16604" y="37317"/>
                  </a:cubicBezTo>
                  <a:cubicBezTo>
                    <a:pt x="17126" y="37317"/>
                    <a:pt x="17615" y="37219"/>
                    <a:pt x="18104" y="37056"/>
                  </a:cubicBezTo>
                  <a:lnTo>
                    <a:pt x="31935" y="319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>
              <a:off x="4093775" y="2804475"/>
              <a:ext cx="2329900" cy="1951525"/>
            </a:xfrm>
            <a:custGeom>
              <a:rect b="b" l="l" r="r" t="t"/>
              <a:pathLst>
                <a:path extrusionOk="0" h="78061" w="93196">
                  <a:moveTo>
                    <a:pt x="78060" y="1"/>
                  </a:moveTo>
                  <a:lnTo>
                    <a:pt x="43646" y="34382"/>
                  </a:lnTo>
                  <a:lnTo>
                    <a:pt x="43646" y="34382"/>
                  </a:lnTo>
                  <a:lnTo>
                    <a:pt x="60706" y="28119"/>
                  </a:lnTo>
                  <a:cubicBezTo>
                    <a:pt x="61203" y="27929"/>
                    <a:pt x="61714" y="27839"/>
                    <a:pt x="62218" y="27839"/>
                  </a:cubicBezTo>
                  <a:cubicBezTo>
                    <a:pt x="63965" y="27839"/>
                    <a:pt x="65626" y="28924"/>
                    <a:pt x="66284" y="30696"/>
                  </a:cubicBezTo>
                  <a:cubicBezTo>
                    <a:pt x="67100" y="32947"/>
                    <a:pt x="65958" y="35426"/>
                    <a:pt x="63707" y="36274"/>
                  </a:cubicBezTo>
                  <a:lnTo>
                    <a:pt x="42048" y="44266"/>
                  </a:lnTo>
                  <a:cubicBezTo>
                    <a:pt x="41558" y="44429"/>
                    <a:pt x="41037" y="44527"/>
                    <a:pt x="40547" y="44527"/>
                  </a:cubicBezTo>
                  <a:cubicBezTo>
                    <a:pt x="38786" y="44527"/>
                    <a:pt x="37090" y="43450"/>
                    <a:pt x="36470" y="41689"/>
                  </a:cubicBezTo>
                  <a:cubicBezTo>
                    <a:pt x="36437" y="41656"/>
                    <a:pt x="36470" y="41624"/>
                    <a:pt x="36437" y="41591"/>
                  </a:cubicBezTo>
                  <a:lnTo>
                    <a:pt x="1" y="78060"/>
                  </a:lnTo>
                  <a:lnTo>
                    <a:pt x="89803" y="44951"/>
                  </a:lnTo>
                  <a:cubicBezTo>
                    <a:pt x="92054" y="44135"/>
                    <a:pt x="93196" y="41656"/>
                    <a:pt x="92380" y="39406"/>
                  </a:cubicBezTo>
                  <a:lnTo>
                    <a:pt x="780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>
              <a:off x="1180000" y="238125"/>
              <a:ext cx="5240425" cy="5219200"/>
            </a:xfrm>
            <a:custGeom>
              <a:rect b="b" l="l" r="r" t="t"/>
              <a:pathLst>
                <a:path extrusionOk="0" h="208768" w="209617">
                  <a:moveTo>
                    <a:pt x="178741" y="69611"/>
                  </a:moveTo>
                  <a:cubicBezTo>
                    <a:pt x="179859" y="69611"/>
                    <a:pt x="180976" y="70035"/>
                    <a:pt x="181824" y="70883"/>
                  </a:cubicBezTo>
                  <a:cubicBezTo>
                    <a:pt x="183520" y="72579"/>
                    <a:pt x="183520" y="75319"/>
                    <a:pt x="181824" y="77016"/>
                  </a:cubicBezTo>
                  <a:lnTo>
                    <a:pt x="164438" y="94435"/>
                  </a:lnTo>
                  <a:cubicBezTo>
                    <a:pt x="163590" y="95250"/>
                    <a:pt x="162480" y="95674"/>
                    <a:pt x="161339" y="95674"/>
                  </a:cubicBezTo>
                  <a:cubicBezTo>
                    <a:pt x="160230" y="95674"/>
                    <a:pt x="159121" y="95250"/>
                    <a:pt x="158273" y="94435"/>
                  </a:cubicBezTo>
                  <a:cubicBezTo>
                    <a:pt x="156576" y="92738"/>
                    <a:pt x="156576" y="89966"/>
                    <a:pt x="158273" y="88269"/>
                  </a:cubicBezTo>
                  <a:lnTo>
                    <a:pt x="175659" y="70883"/>
                  </a:lnTo>
                  <a:cubicBezTo>
                    <a:pt x="176507" y="70035"/>
                    <a:pt x="177624" y="69611"/>
                    <a:pt x="178741" y="69611"/>
                  </a:cubicBezTo>
                  <a:close/>
                  <a:moveTo>
                    <a:pt x="95216" y="78367"/>
                  </a:moveTo>
                  <a:cubicBezTo>
                    <a:pt x="97043" y="78367"/>
                    <a:pt x="98966" y="78599"/>
                    <a:pt x="100959" y="79071"/>
                  </a:cubicBezTo>
                  <a:cubicBezTo>
                    <a:pt x="107386" y="80571"/>
                    <a:pt x="113975" y="84420"/>
                    <a:pt x="119455" y="89933"/>
                  </a:cubicBezTo>
                  <a:cubicBezTo>
                    <a:pt x="131557" y="102002"/>
                    <a:pt x="134623" y="117856"/>
                    <a:pt x="126468" y="126043"/>
                  </a:cubicBezTo>
                  <a:cubicBezTo>
                    <a:pt x="123369" y="129109"/>
                    <a:pt x="119194" y="130610"/>
                    <a:pt x="114529" y="130610"/>
                  </a:cubicBezTo>
                  <a:cubicBezTo>
                    <a:pt x="106864" y="130610"/>
                    <a:pt x="97861" y="126565"/>
                    <a:pt x="90358" y="119030"/>
                  </a:cubicBezTo>
                  <a:cubicBezTo>
                    <a:pt x="84845" y="113550"/>
                    <a:pt x="80996" y="106961"/>
                    <a:pt x="79496" y="100534"/>
                  </a:cubicBezTo>
                  <a:cubicBezTo>
                    <a:pt x="77832" y="93358"/>
                    <a:pt x="79202" y="87128"/>
                    <a:pt x="83345" y="82952"/>
                  </a:cubicBezTo>
                  <a:cubicBezTo>
                    <a:pt x="86360" y="79937"/>
                    <a:pt x="90465" y="78367"/>
                    <a:pt x="95216" y="78367"/>
                  </a:cubicBezTo>
                  <a:close/>
                  <a:moveTo>
                    <a:pt x="48262" y="113093"/>
                  </a:moveTo>
                  <a:cubicBezTo>
                    <a:pt x="49379" y="113093"/>
                    <a:pt x="50496" y="113517"/>
                    <a:pt x="51345" y="114365"/>
                  </a:cubicBezTo>
                  <a:cubicBezTo>
                    <a:pt x="53041" y="116061"/>
                    <a:pt x="53041" y="118802"/>
                    <a:pt x="51345" y="120530"/>
                  </a:cubicBezTo>
                  <a:lnTo>
                    <a:pt x="33958" y="137917"/>
                  </a:lnTo>
                  <a:cubicBezTo>
                    <a:pt x="33110" y="138765"/>
                    <a:pt x="32001" y="139189"/>
                    <a:pt x="30859" y="139189"/>
                  </a:cubicBezTo>
                  <a:cubicBezTo>
                    <a:pt x="29750" y="139189"/>
                    <a:pt x="28641" y="138765"/>
                    <a:pt x="27793" y="137917"/>
                  </a:cubicBezTo>
                  <a:cubicBezTo>
                    <a:pt x="26097" y="136221"/>
                    <a:pt x="26097" y="133448"/>
                    <a:pt x="27793" y="131752"/>
                  </a:cubicBezTo>
                  <a:lnTo>
                    <a:pt x="45179" y="114365"/>
                  </a:lnTo>
                  <a:cubicBezTo>
                    <a:pt x="46028" y="113517"/>
                    <a:pt x="47145" y="113093"/>
                    <a:pt x="48262" y="113093"/>
                  </a:cubicBezTo>
                  <a:close/>
                  <a:moveTo>
                    <a:pt x="135259" y="0"/>
                  </a:moveTo>
                  <a:cubicBezTo>
                    <a:pt x="134142" y="0"/>
                    <a:pt x="133025" y="424"/>
                    <a:pt x="132177" y="1272"/>
                  </a:cubicBezTo>
                  <a:lnTo>
                    <a:pt x="1697" y="131752"/>
                  </a:lnTo>
                  <a:cubicBezTo>
                    <a:pt x="1" y="133448"/>
                    <a:pt x="1" y="136221"/>
                    <a:pt x="1697" y="137917"/>
                  </a:cubicBezTo>
                  <a:lnTo>
                    <a:pt x="71308" y="207495"/>
                  </a:lnTo>
                  <a:cubicBezTo>
                    <a:pt x="72123" y="208343"/>
                    <a:pt x="73265" y="208767"/>
                    <a:pt x="74374" y="208767"/>
                  </a:cubicBezTo>
                  <a:cubicBezTo>
                    <a:pt x="75483" y="208767"/>
                    <a:pt x="76592" y="208343"/>
                    <a:pt x="77441" y="207495"/>
                  </a:cubicBezTo>
                  <a:lnTo>
                    <a:pt x="207920" y="77016"/>
                  </a:lnTo>
                  <a:cubicBezTo>
                    <a:pt x="209616" y="75319"/>
                    <a:pt x="209616" y="72579"/>
                    <a:pt x="207920" y="70850"/>
                  </a:cubicBezTo>
                  <a:lnTo>
                    <a:pt x="138342" y="1272"/>
                  </a:lnTo>
                  <a:cubicBezTo>
                    <a:pt x="137494" y="424"/>
                    <a:pt x="136376" y="0"/>
                    <a:pt x="1352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3" name="Google Shape;413;p16"/>
          <p:cNvGrpSpPr/>
          <p:nvPr/>
        </p:nvGrpSpPr>
        <p:grpSpPr>
          <a:xfrm>
            <a:off x="3873473" y="2969805"/>
            <a:ext cx="265900" cy="236238"/>
            <a:chOff x="1190625" y="528350"/>
            <a:chExt cx="5203525" cy="4623050"/>
          </a:xfrm>
        </p:grpSpPr>
        <p:sp>
          <p:nvSpPr>
            <p:cNvPr id="414" name="Google Shape;414;p16"/>
            <p:cNvSpPr/>
            <p:nvPr/>
          </p:nvSpPr>
          <p:spPr>
            <a:xfrm>
              <a:off x="1190625" y="1689300"/>
              <a:ext cx="1933200" cy="1520650"/>
            </a:xfrm>
            <a:custGeom>
              <a:rect b="b" l="l" r="r" t="t"/>
              <a:pathLst>
                <a:path extrusionOk="0" h="60826" w="77328">
                  <a:moveTo>
                    <a:pt x="60493" y="0"/>
                  </a:moveTo>
                  <a:cubicBezTo>
                    <a:pt x="27075" y="0"/>
                    <a:pt x="0" y="12273"/>
                    <a:pt x="0" y="27448"/>
                  </a:cubicBezTo>
                  <a:lnTo>
                    <a:pt x="0" y="33377"/>
                  </a:lnTo>
                  <a:cubicBezTo>
                    <a:pt x="0" y="48511"/>
                    <a:pt x="27075" y="60825"/>
                    <a:pt x="60493" y="60825"/>
                  </a:cubicBezTo>
                  <a:cubicBezTo>
                    <a:pt x="66340" y="60825"/>
                    <a:pt x="71978" y="60452"/>
                    <a:pt x="77327" y="59747"/>
                  </a:cubicBezTo>
                  <a:lnTo>
                    <a:pt x="77327" y="1078"/>
                  </a:lnTo>
                  <a:cubicBezTo>
                    <a:pt x="71978" y="373"/>
                    <a:pt x="66340" y="0"/>
                    <a:pt x="604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>
              <a:off x="1190625" y="3000525"/>
              <a:ext cx="1933200" cy="974400"/>
            </a:xfrm>
            <a:custGeom>
              <a:rect b="b" l="l" r="r" t="t"/>
              <a:pathLst>
                <a:path extrusionOk="0" h="38976" w="77328">
                  <a:moveTo>
                    <a:pt x="1285" y="1"/>
                  </a:moveTo>
                  <a:cubicBezTo>
                    <a:pt x="456" y="1784"/>
                    <a:pt x="0" y="3691"/>
                    <a:pt x="0" y="5598"/>
                  </a:cubicBezTo>
                  <a:lnTo>
                    <a:pt x="0" y="11569"/>
                  </a:lnTo>
                  <a:cubicBezTo>
                    <a:pt x="0" y="26702"/>
                    <a:pt x="27075" y="38975"/>
                    <a:pt x="60493" y="38975"/>
                  </a:cubicBezTo>
                  <a:cubicBezTo>
                    <a:pt x="66340" y="38975"/>
                    <a:pt x="71978" y="38602"/>
                    <a:pt x="77327" y="37897"/>
                  </a:cubicBezTo>
                  <a:lnTo>
                    <a:pt x="77327" y="20732"/>
                  </a:lnTo>
                  <a:cubicBezTo>
                    <a:pt x="71978" y="21395"/>
                    <a:pt x="66340" y="21810"/>
                    <a:pt x="60493" y="21810"/>
                  </a:cubicBezTo>
                  <a:cubicBezTo>
                    <a:pt x="31304" y="21810"/>
                    <a:pt x="7007" y="12439"/>
                    <a:pt x="1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1190625" y="3765500"/>
              <a:ext cx="1989150" cy="975425"/>
            </a:xfrm>
            <a:custGeom>
              <a:rect b="b" l="l" r="r" t="t"/>
              <a:pathLst>
                <a:path extrusionOk="0" h="39017" w="79566">
                  <a:moveTo>
                    <a:pt x="1285" y="1"/>
                  </a:moveTo>
                  <a:cubicBezTo>
                    <a:pt x="456" y="1825"/>
                    <a:pt x="0" y="3691"/>
                    <a:pt x="0" y="5640"/>
                  </a:cubicBezTo>
                  <a:lnTo>
                    <a:pt x="0" y="11569"/>
                  </a:lnTo>
                  <a:cubicBezTo>
                    <a:pt x="0" y="26744"/>
                    <a:pt x="27075" y="39017"/>
                    <a:pt x="60493" y="39017"/>
                  </a:cubicBezTo>
                  <a:cubicBezTo>
                    <a:pt x="67169" y="39017"/>
                    <a:pt x="73595" y="38519"/>
                    <a:pt x="79566" y="37607"/>
                  </a:cubicBezTo>
                  <a:cubicBezTo>
                    <a:pt x="78115" y="34539"/>
                    <a:pt x="77327" y="31346"/>
                    <a:pt x="77327" y="28029"/>
                  </a:cubicBezTo>
                  <a:lnTo>
                    <a:pt x="77327" y="22059"/>
                  </a:lnTo>
                  <a:lnTo>
                    <a:pt x="77327" y="20732"/>
                  </a:lnTo>
                  <a:cubicBezTo>
                    <a:pt x="71978" y="21437"/>
                    <a:pt x="66340" y="21810"/>
                    <a:pt x="60493" y="21810"/>
                  </a:cubicBezTo>
                  <a:cubicBezTo>
                    <a:pt x="31304" y="21810"/>
                    <a:pt x="7007" y="12481"/>
                    <a:pt x="1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>
              <a:off x="3370500" y="528350"/>
              <a:ext cx="3023650" cy="1519625"/>
            </a:xfrm>
            <a:custGeom>
              <a:rect b="b" l="l" r="r" t="t"/>
              <a:pathLst>
                <a:path extrusionOk="0" h="60785" w="120946">
                  <a:moveTo>
                    <a:pt x="60493" y="0"/>
                  </a:moveTo>
                  <a:cubicBezTo>
                    <a:pt x="27075" y="0"/>
                    <a:pt x="0" y="12273"/>
                    <a:pt x="0" y="27407"/>
                  </a:cubicBezTo>
                  <a:lnTo>
                    <a:pt x="0" y="33377"/>
                  </a:lnTo>
                  <a:cubicBezTo>
                    <a:pt x="0" y="48511"/>
                    <a:pt x="27075" y="60784"/>
                    <a:pt x="60493" y="60784"/>
                  </a:cubicBezTo>
                  <a:cubicBezTo>
                    <a:pt x="93870" y="60784"/>
                    <a:pt x="120945" y="48511"/>
                    <a:pt x="120945" y="33377"/>
                  </a:cubicBezTo>
                  <a:lnTo>
                    <a:pt x="120945" y="27407"/>
                  </a:lnTo>
                  <a:cubicBezTo>
                    <a:pt x="120945" y="12273"/>
                    <a:pt x="93870" y="0"/>
                    <a:pt x="604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>
              <a:off x="3370500" y="1838550"/>
              <a:ext cx="3023650" cy="975425"/>
            </a:xfrm>
            <a:custGeom>
              <a:rect b="b" l="l" r="r" t="t"/>
              <a:pathLst>
                <a:path extrusionOk="0" h="39017" w="120946">
                  <a:moveTo>
                    <a:pt x="1285" y="1"/>
                  </a:moveTo>
                  <a:cubicBezTo>
                    <a:pt x="456" y="1825"/>
                    <a:pt x="0" y="3691"/>
                    <a:pt x="0" y="5640"/>
                  </a:cubicBezTo>
                  <a:lnTo>
                    <a:pt x="0" y="11569"/>
                  </a:lnTo>
                  <a:cubicBezTo>
                    <a:pt x="0" y="26744"/>
                    <a:pt x="27075" y="39017"/>
                    <a:pt x="60493" y="39017"/>
                  </a:cubicBezTo>
                  <a:cubicBezTo>
                    <a:pt x="93870" y="39017"/>
                    <a:pt x="120945" y="26744"/>
                    <a:pt x="120945" y="11569"/>
                  </a:cubicBezTo>
                  <a:lnTo>
                    <a:pt x="120945" y="5640"/>
                  </a:lnTo>
                  <a:cubicBezTo>
                    <a:pt x="120945" y="3691"/>
                    <a:pt x="120489" y="1825"/>
                    <a:pt x="119660" y="1"/>
                  </a:cubicBezTo>
                  <a:cubicBezTo>
                    <a:pt x="113938" y="12481"/>
                    <a:pt x="89641" y="21810"/>
                    <a:pt x="60493" y="21810"/>
                  </a:cubicBezTo>
                  <a:cubicBezTo>
                    <a:pt x="31304" y="21810"/>
                    <a:pt x="7007" y="12481"/>
                    <a:pt x="1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>
              <a:off x="3370500" y="2604575"/>
              <a:ext cx="3023650" cy="974375"/>
            </a:xfrm>
            <a:custGeom>
              <a:rect b="b" l="l" r="r" t="t"/>
              <a:pathLst>
                <a:path extrusionOk="0" h="38975" w="120946">
                  <a:moveTo>
                    <a:pt x="1285" y="0"/>
                  </a:moveTo>
                  <a:cubicBezTo>
                    <a:pt x="456" y="1825"/>
                    <a:pt x="0" y="3690"/>
                    <a:pt x="0" y="5598"/>
                  </a:cubicBezTo>
                  <a:lnTo>
                    <a:pt x="0" y="11568"/>
                  </a:lnTo>
                  <a:cubicBezTo>
                    <a:pt x="0" y="26702"/>
                    <a:pt x="27075" y="38975"/>
                    <a:pt x="60493" y="38975"/>
                  </a:cubicBezTo>
                  <a:cubicBezTo>
                    <a:pt x="93870" y="38975"/>
                    <a:pt x="120945" y="26702"/>
                    <a:pt x="120945" y="11568"/>
                  </a:cubicBezTo>
                  <a:lnTo>
                    <a:pt x="120945" y="5598"/>
                  </a:lnTo>
                  <a:cubicBezTo>
                    <a:pt x="120945" y="3690"/>
                    <a:pt x="120489" y="1825"/>
                    <a:pt x="119660" y="0"/>
                  </a:cubicBezTo>
                  <a:cubicBezTo>
                    <a:pt x="113938" y="12439"/>
                    <a:pt x="89641" y="21809"/>
                    <a:pt x="60493" y="21809"/>
                  </a:cubicBezTo>
                  <a:cubicBezTo>
                    <a:pt x="31304" y="21809"/>
                    <a:pt x="7007" y="12439"/>
                    <a:pt x="1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>
              <a:off x="3370500" y="3411000"/>
              <a:ext cx="3023650" cy="975425"/>
            </a:xfrm>
            <a:custGeom>
              <a:rect b="b" l="l" r="r" t="t"/>
              <a:pathLst>
                <a:path extrusionOk="0" h="39017" w="120946">
                  <a:moveTo>
                    <a:pt x="1285" y="1"/>
                  </a:moveTo>
                  <a:cubicBezTo>
                    <a:pt x="456" y="1825"/>
                    <a:pt x="0" y="3691"/>
                    <a:pt x="0" y="5640"/>
                  </a:cubicBezTo>
                  <a:lnTo>
                    <a:pt x="0" y="11569"/>
                  </a:lnTo>
                  <a:cubicBezTo>
                    <a:pt x="0" y="26744"/>
                    <a:pt x="27075" y="39017"/>
                    <a:pt x="60493" y="39017"/>
                  </a:cubicBezTo>
                  <a:cubicBezTo>
                    <a:pt x="93870" y="39017"/>
                    <a:pt x="120945" y="26744"/>
                    <a:pt x="120945" y="11569"/>
                  </a:cubicBezTo>
                  <a:lnTo>
                    <a:pt x="120945" y="5640"/>
                  </a:lnTo>
                  <a:cubicBezTo>
                    <a:pt x="120945" y="3691"/>
                    <a:pt x="120489" y="1825"/>
                    <a:pt x="119660" y="1"/>
                  </a:cubicBezTo>
                  <a:cubicBezTo>
                    <a:pt x="113938" y="12481"/>
                    <a:pt x="89641" y="21810"/>
                    <a:pt x="60493" y="21810"/>
                  </a:cubicBezTo>
                  <a:cubicBezTo>
                    <a:pt x="31304" y="21810"/>
                    <a:pt x="7007" y="12481"/>
                    <a:pt x="1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>
              <a:off x="3370500" y="4177025"/>
              <a:ext cx="3023650" cy="974375"/>
            </a:xfrm>
            <a:custGeom>
              <a:rect b="b" l="l" r="r" t="t"/>
              <a:pathLst>
                <a:path extrusionOk="0" h="38975" w="120946">
                  <a:moveTo>
                    <a:pt x="1285" y="0"/>
                  </a:moveTo>
                  <a:cubicBezTo>
                    <a:pt x="456" y="1825"/>
                    <a:pt x="0" y="3691"/>
                    <a:pt x="0" y="5598"/>
                  </a:cubicBezTo>
                  <a:lnTo>
                    <a:pt x="0" y="11568"/>
                  </a:lnTo>
                  <a:cubicBezTo>
                    <a:pt x="0" y="26702"/>
                    <a:pt x="27075" y="38975"/>
                    <a:pt x="60493" y="38975"/>
                  </a:cubicBezTo>
                  <a:cubicBezTo>
                    <a:pt x="93870" y="38975"/>
                    <a:pt x="120945" y="26702"/>
                    <a:pt x="120945" y="11568"/>
                  </a:cubicBezTo>
                  <a:lnTo>
                    <a:pt x="120945" y="5598"/>
                  </a:lnTo>
                  <a:cubicBezTo>
                    <a:pt x="120945" y="3691"/>
                    <a:pt x="120489" y="1825"/>
                    <a:pt x="119660" y="0"/>
                  </a:cubicBezTo>
                  <a:cubicBezTo>
                    <a:pt x="113938" y="12439"/>
                    <a:pt x="89641" y="21810"/>
                    <a:pt x="60493" y="21810"/>
                  </a:cubicBezTo>
                  <a:cubicBezTo>
                    <a:pt x="31304" y="21810"/>
                    <a:pt x="7007" y="12439"/>
                    <a:pt x="1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2" name="Google Shape;422;p16"/>
          <p:cNvGrpSpPr/>
          <p:nvPr/>
        </p:nvGrpSpPr>
        <p:grpSpPr>
          <a:xfrm>
            <a:off x="3822667" y="3432741"/>
            <a:ext cx="367506" cy="261201"/>
            <a:chOff x="237675" y="238150"/>
            <a:chExt cx="7335450" cy="5213600"/>
          </a:xfrm>
        </p:grpSpPr>
        <p:sp>
          <p:nvSpPr>
            <p:cNvPr id="423" name="Google Shape;423;p16"/>
            <p:cNvSpPr/>
            <p:nvPr/>
          </p:nvSpPr>
          <p:spPr>
            <a:xfrm>
              <a:off x="3906175" y="3588625"/>
              <a:ext cx="290500" cy="466200"/>
            </a:xfrm>
            <a:custGeom>
              <a:rect b="b" l="l" r="r" t="t"/>
              <a:pathLst>
                <a:path extrusionOk="0" h="18648" w="11620">
                  <a:moveTo>
                    <a:pt x="0" y="1"/>
                  </a:moveTo>
                  <a:lnTo>
                    <a:pt x="0" y="18648"/>
                  </a:lnTo>
                  <a:cubicBezTo>
                    <a:pt x="3926" y="18216"/>
                    <a:pt x="8401" y="16803"/>
                    <a:pt x="10442" y="13152"/>
                  </a:cubicBezTo>
                  <a:cubicBezTo>
                    <a:pt x="11424" y="11385"/>
                    <a:pt x="11620" y="9265"/>
                    <a:pt x="11227" y="7303"/>
                  </a:cubicBezTo>
                  <a:cubicBezTo>
                    <a:pt x="10992" y="6282"/>
                    <a:pt x="10560" y="5301"/>
                    <a:pt x="9814" y="4515"/>
                  </a:cubicBezTo>
                  <a:cubicBezTo>
                    <a:pt x="9068" y="3652"/>
                    <a:pt x="8087" y="3024"/>
                    <a:pt x="7066" y="2474"/>
                  </a:cubicBezTo>
                  <a:cubicBezTo>
                    <a:pt x="4829" y="1336"/>
                    <a:pt x="2395" y="62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4167225" y="3917400"/>
              <a:ext cx="25" cy="1025"/>
            </a:xfrm>
            <a:custGeom>
              <a:rect b="b" l="l" r="r" t="t"/>
              <a:pathLst>
                <a:path extrusionOk="0" h="41" w="1">
                  <a:moveTo>
                    <a:pt x="0" y="40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3414475" y="2839825"/>
              <a:ext cx="235575" cy="422025"/>
            </a:xfrm>
            <a:custGeom>
              <a:rect b="b" l="l" r="r" t="t"/>
              <a:pathLst>
                <a:path extrusionOk="0" h="16881" w="9423">
                  <a:moveTo>
                    <a:pt x="9422" y="0"/>
                  </a:moveTo>
                  <a:cubicBezTo>
                    <a:pt x="6400" y="668"/>
                    <a:pt x="3141" y="2002"/>
                    <a:pt x="1335" y="4633"/>
                  </a:cubicBezTo>
                  <a:cubicBezTo>
                    <a:pt x="668" y="5614"/>
                    <a:pt x="236" y="6752"/>
                    <a:pt x="118" y="7930"/>
                  </a:cubicBezTo>
                  <a:cubicBezTo>
                    <a:pt x="1" y="9108"/>
                    <a:pt x="79" y="10443"/>
                    <a:pt x="511" y="11542"/>
                  </a:cubicBezTo>
                  <a:cubicBezTo>
                    <a:pt x="943" y="12602"/>
                    <a:pt x="1846" y="13387"/>
                    <a:pt x="2788" y="14015"/>
                  </a:cubicBezTo>
                  <a:cubicBezTo>
                    <a:pt x="3848" y="14721"/>
                    <a:pt x="4986" y="15271"/>
                    <a:pt x="6125" y="15742"/>
                  </a:cubicBezTo>
                  <a:cubicBezTo>
                    <a:pt x="7106" y="16135"/>
                    <a:pt x="8205" y="16527"/>
                    <a:pt x="9422" y="16881"/>
                  </a:cubicBezTo>
                  <a:lnTo>
                    <a:pt x="94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4167225" y="3913475"/>
              <a:ext cx="1975" cy="3950"/>
            </a:xfrm>
            <a:custGeom>
              <a:rect b="b" l="l" r="r" t="t"/>
              <a:pathLst>
                <a:path extrusionOk="0" h="158" w="79">
                  <a:moveTo>
                    <a:pt x="79" y="1"/>
                  </a:moveTo>
                  <a:cubicBezTo>
                    <a:pt x="40" y="40"/>
                    <a:pt x="40" y="79"/>
                    <a:pt x="0" y="158"/>
                  </a:cubicBezTo>
                  <a:cubicBezTo>
                    <a:pt x="40" y="119"/>
                    <a:pt x="40" y="40"/>
                    <a:pt x="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>
              <a:off x="4172125" y="3908575"/>
              <a:ext cx="25" cy="1000"/>
            </a:xfrm>
            <a:custGeom>
              <a:rect b="b" l="l" r="r" t="t"/>
              <a:pathLst>
                <a:path extrusionOk="0" h="40" w="1">
                  <a:moveTo>
                    <a:pt x="1" y="40"/>
                  </a:moveTo>
                  <a:cubicBezTo>
                    <a:pt x="1" y="0"/>
                    <a:pt x="1" y="0"/>
                    <a:pt x="1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>
              <a:off x="237675" y="238150"/>
              <a:ext cx="7335450" cy="5213600"/>
            </a:xfrm>
            <a:custGeom>
              <a:rect b="b" l="l" r="r" t="t"/>
              <a:pathLst>
                <a:path extrusionOk="0" h="208544" w="293418">
                  <a:moveTo>
                    <a:pt x="165850" y="133819"/>
                  </a:moveTo>
                  <a:lnTo>
                    <a:pt x="165850" y="133819"/>
                  </a:lnTo>
                  <a:cubicBezTo>
                    <a:pt x="165932" y="133957"/>
                    <a:pt x="166069" y="134185"/>
                    <a:pt x="166211" y="134412"/>
                  </a:cubicBezTo>
                  <a:cubicBezTo>
                    <a:pt x="166127" y="134271"/>
                    <a:pt x="166057" y="134153"/>
                    <a:pt x="165999" y="134056"/>
                  </a:cubicBezTo>
                  <a:lnTo>
                    <a:pt x="165999" y="134056"/>
                  </a:lnTo>
                  <a:cubicBezTo>
                    <a:pt x="165950" y="133977"/>
                    <a:pt x="165901" y="133898"/>
                    <a:pt x="165850" y="133819"/>
                  </a:cubicBezTo>
                  <a:close/>
                  <a:moveTo>
                    <a:pt x="166211" y="134452"/>
                  </a:moveTo>
                  <a:lnTo>
                    <a:pt x="166211" y="134452"/>
                  </a:lnTo>
                  <a:cubicBezTo>
                    <a:pt x="166236" y="134496"/>
                    <a:pt x="166261" y="134539"/>
                    <a:pt x="166285" y="134582"/>
                  </a:cubicBezTo>
                  <a:lnTo>
                    <a:pt x="166285" y="134582"/>
                  </a:lnTo>
                  <a:cubicBezTo>
                    <a:pt x="166261" y="134539"/>
                    <a:pt x="166236" y="134495"/>
                    <a:pt x="166211" y="134452"/>
                  </a:cubicBezTo>
                  <a:close/>
                  <a:moveTo>
                    <a:pt x="141629" y="82869"/>
                  </a:moveTo>
                  <a:cubicBezTo>
                    <a:pt x="142351" y="82869"/>
                    <a:pt x="143078" y="83022"/>
                    <a:pt x="143757" y="83340"/>
                  </a:cubicBezTo>
                  <a:cubicBezTo>
                    <a:pt x="145562" y="84164"/>
                    <a:pt x="146740" y="86010"/>
                    <a:pt x="146740" y="88012"/>
                  </a:cubicBezTo>
                  <a:lnTo>
                    <a:pt x="146740" y="93233"/>
                  </a:lnTo>
                  <a:lnTo>
                    <a:pt x="146740" y="93625"/>
                  </a:lnTo>
                  <a:cubicBezTo>
                    <a:pt x="147407" y="93704"/>
                    <a:pt x="148075" y="93822"/>
                    <a:pt x="148742" y="93939"/>
                  </a:cubicBezTo>
                  <a:cubicBezTo>
                    <a:pt x="153688" y="94842"/>
                    <a:pt x="158517" y="96883"/>
                    <a:pt x="162129" y="100456"/>
                  </a:cubicBezTo>
                  <a:cubicBezTo>
                    <a:pt x="163856" y="102144"/>
                    <a:pt x="165269" y="104146"/>
                    <a:pt x="166250" y="106344"/>
                  </a:cubicBezTo>
                  <a:cubicBezTo>
                    <a:pt x="166525" y="106933"/>
                    <a:pt x="166761" y="107561"/>
                    <a:pt x="166957" y="108229"/>
                  </a:cubicBezTo>
                  <a:cubicBezTo>
                    <a:pt x="167153" y="108817"/>
                    <a:pt x="167350" y="109406"/>
                    <a:pt x="167428" y="110034"/>
                  </a:cubicBezTo>
                  <a:cubicBezTo>
                    <a:pt x="167585" y="111016"/>
                    <a:pt x="167428" y="112076"/>
                    <a:pt x="167036" y="112979"/>
                  </a:cubicBezTo>
                  <a:cubicBezTo>
                    <a:pt x="166161" y="114766"/>
                    <a:pt x="164329" y="115926"/>
                    <a:pt x="162325" y="115926"/>
                  </a:cubicBezTo>
                  <a:cubicBezTo>
                    <a:pt x="162259" y="115926"/>
                    <a:pt x="162194" y="115925"/>
                    <a:pt x="162129" y="115923"/>
                  </a:cubicBezTo>
                  <a:cubicBezTo>
                    <a:pt x="160127" y="115844"/>
                    <a:pt x="158321" y="114510"/>
                    <a:pt x="157575" y="112625"/>
                  </a:cubicBezTo>
                  <a:cubicBezTo>
                    <a:pt x="157379" y="112076"/>
                    <a:pt x="157261" y="111487"/>
                    <a:pt x="157025" y="110937"/>
                  </a:cubicBezTo>
                  <a:cubicBezTo>
                    <a:pt x="156829" y="110348"/>
                    <a:pt x="156515" y="109799"/>
                    <a:pt x="156201" y="109288"/>
                  </a:cubicBezTo>
                  <a:cubicBezTo>
                    <a:pt x="155573" y="108307"/>
                    <a:pt x="154748" y="107483"/>
                    <a:pt x="153767" y="106776"/>
                  </a:cubicBezTo>
                  <a:cubicBezTo>
                    <a:pt x="151726" y="105245"/>
                    <a:pt x="149213" y="104460"/>
                    <a:pt x="146740" y="104028"/>
                  </a:cubicBezTo>
                  <a:lnTo>
                    <a:pt x="146740" y="123421"/>
                  </a:lnTo>
                  <a:cubicBezTo>
                    <a:pt x="149684" y="124127"/>
                    <a:pt x="152668" y="124912"/>
                    <a:pt x="155494" y="126051"/>
                  </a:cubicBezTo>
                  <a:cubicBezTo>
                    <a:pt x="159562" y="127656"/>
                    <a:pt x="163453" y="130077"/>
                    <a:pt x="165850" y="133819"/>
                  </a:cubicBezTo>
                  <a:lnTo>
                    <a:pt x="165850" y="133819"/>
                  </a:lnTo>
                  <a:cubicBezTo>
                    <a:pt x="165802" y="133737"/>
                    <a:pt x="165773" y="133687"/>
                    <a:pt x="165775" y="133687"/>
                  </a:cubicBezTo>
                  <a:lnTo>
                    <a:pt x="165775" y="133687"/>
                  </a:lnTo>
                  <a:cubicBezTo>
                    <a:pt x="165776" y="133687"/>
                    <a:pt x="165841" y="133792"/>
                    <a:pt x="165999" y="134056"/>
                  </a:cubicBezTo>
                  <a:lnTo>
                    <a:pt x="165999" y="134056"/>
                  </a:lnTo>
                  <a:cubicBezTo>
                    <a:pt x="166071" y="134174"/>
                    <a:pt x="166142" y="134293"/>
                    <a:pt x="166211" y="134412"/>
                  </a:cubicBezTo>
                  <a:cubicBezTo>
                    <a:pt x="166516" y="134955"/>
                    <a:pt x="166624" y="135153"/>
                    <a:pt x="166619" y="135153"/>
                  </a:cubicBezTo>
                  <a:cubicBezTo>
                    <a:pt x="166614" y="135153"/>
                    <a:pt x="166458" y="134888"/>
                    <a:pt x="166285" y="134582"/>
                  </a:cubicBezTo>
                  <a:lnTo>
                    <a:pt x="166285" y="134582"/>
                  </a:lnTo>
                  <a:cubicBezTo>
                    <a:pt x="168111" y="137852"/>
                    <a:pt x="168679" y="141724"/>
                    <a:pt x="168292" y="145404"/>
                  </a:cubicBezTo>
                  <a:cubicBezTo>
                    <a:pt x="167742" y="150351"/>
                    <a:pt x="165151" y="154826"/>
                    <a:pt x="161226" y="157848"/>
                  </a:cubicBezTo>
                  <a:cubicBezTo>
                    <a:pt x="157065" y="161068"/>
                    <a:pt x="151883" y="162559"/>
                    <a:pt x="146740" y="162952"/>
                  </a:cubicBezTo>
                  <a:lnTo>
                    <a:pt x="146740" y="168408"/>
                  </a:lnTo>
                  <a:cubicBezTo>
                    <a:pt x="146740" y="169900"/>
                    <a:pt x="146112" y="171313"/>
                    <a:pt x="145013" y="172256"/>
                  </a:cubicBezTo>
                  <a:cubicBezTo>
                    <a:pt x="144072" y="173098"/>
                    <a:pt x="142834" y="173533"/>
                    <a:pt x="141595" y="173533"/>
                  </a:cubicBezTo>
                  <a:cubicBezTo>
                    <a:pt x="140870" y="173533"/>
                    <a:pt x="140144" y="173384"/>
                    <a:pt x="139478" y="173080"/>
                  </a:cubicBezTo>
                  <a:cubicBezTo>
                    <a:pt x="137672" y="172256"/>
                    <a:pt x="136494" y="170411"/>
                    <a:pt x="136494" y="168408"/>
                  </a:cubicBezTo>
                  <a:lnTo>
                    <a:pt x="136494" y="162441"/>
                  </a:lnTo>
                  <a:cubicBezTo>
                    <a:pt x="135591" y="162284"/>
                    <a:pt x="134728" y="162088"/>
                    <a:pt x="133864" y="161853"/>
                  </a:cubicBezTo>
                  <a:cubicBezTo>
                    <a:pt x="129036" y="160518"/>
                    <a:pt x="124560" y="157927"/>
                    <a:pt x="121302" y="154119"/>
                  </a:cubicBezTo>
                  <a:cubicBezTo>
                    <a:pt x="119693" y="152235"/>
                    <a:pt x="118358" y="150076"/>
                    <a:pt x="117455" y="147720"/>
                  </a:cubicBezTo>
                  <a:cubicBezTo>
                    <a:pt x="117180" y="147132"/>
                    <a:pt x="116984" y="146503"/>
                    <a:pt x="116788" y="145875"/>
                  </a:cubicBezTo>
                  <a:cubicBezTo>
                    <a:pt x="116631" y="145326"/>
                    <a:pt x="116434" y="144737"/>
                    <a:pt x="116395" y="144148"/>
                  </a:cubicBezTo>
                  <a:cubicBezTo>
                    <a:pt x="116277" y="143167"/>
                    <a:pt x="116474" y="142146"/>
                    <a:pt x="116945" y="141243"/>
                  </a:cubicBezTo>
                  <a:cubicBezTo>
                    <a:pt x="117814" y="139577"/>
                    <a:pt x="119586" y="138512"/>
                    <a:pt x="121490" y="138512"/>
                  </a:cubicBezTo>
                  <a:cubicBezTo>
                    <a:pt x="121649" y="138512"/>
                    <a:pt x="121809" y="138519"/>
                    <a:pt x="121969" y="138534"/>
                  </a:cubicBezTo>
                  <a:cubicBezTo>
                    <a:pt x="123971" y="138691"/>
                    <a:pt x="125738" y="140105"/>
                    <a:pt x="126366" y="142028"/>
                  </a:cubicBezTo>
                  <a:cubicBezTo>
                    <a:pt x="126562" y="142617"/>
                    <a:pt x="126680" y="143206"/>
                    <a:pt x="126916" y="143795"/>
                  </a:cubicBezTo>
                  <a:cubicBezTo>
                    <a:pt x="127112" y="144384"/>
                    <a:pt x="127387" y="144933"/>
                    <a:pt x="127701" y="145483"/>
                  </a:cubicBezTo>
                  <a:cubicBezTo>
                    <a:pt x="128329" y="146543"/>
                    <a:pt x="129075" y="147524"/>
                    <a:pt x="129938" y="148348"/>
                  </a:cubicBezTo>
                  <a:cubicBezTo>
                    <a:pt x="131783" y="150115"/>
                    <a:pt x="134060" y="151253"/>
                    <a:pt x="136494" y="151921"/>
                  </a:cubicBezTo>
                  <a:lnTo>
                    <a:pt x="136494" y="131625"/>
                  </a:lnTo>
                  <a:cubicBezTo>
                    <a:pt x="131783" y="130408"/>
                    <a:pt x="126916" y="128838"/>
                    <a:pt x="123029" y="125815"/>
                  </a:cubicBezTo>
                  <a:cubicBezTo>
                    <a:pt x="121145" y="124324"/>
                    <a:pt x="119536" y="122518"/>
                    <a:pt x="118476" y="120359"/>
                  </a:cubicBezTo>
                  <a:cubicBezTo>
                    <a:pt x="117376" y="118082"/>
                    <a:pt x="116905" y="115530"/>
                    <a:pt x="116905" y="113018"/>
                  </a:cubicBezTo>
                  <a:cubicBezTo>
                    <a:pt x="116866" y="110427"/>
                    <a:pt x="117376" y="107915"/>
                    <a:pt x="118436" y="105559"/>
                  </a:cubicBezTo>
                  <a:cubicBezTo>
                    <a:pt x="119457" y="103400"/>
                    <a:pt x="120870" y="101437"/>
                    <a:pt x="122637" y="99788"/>
                  </a:cubicBezTo>
                  <a:cubicBezTo>
                    <a:pt x="126445" y="96334"/>
                    <a:pt x="131430" y="94371"/>
                    <a:pt x="136494" y="93664"/>
                  </a:cubicBezTo>
                  <a:lnTo>
                    <a:pt x="136494" y="93233"/>
                  </a:lnTo>
                  <a:lnTo>
                    <a:pt x="136494" y="88012"/>
                  </a:lnTo>
                  <a:cubicBezTo>
                    <a:pt x="136494" y="86520"/>
                    <a:pt x="137122" y="85107"/>
                    <a:pt x="138222" y="84164"/>
                  </a:cubicBezTo>
                  <a:cubicBezTo>
                    <a:pt x="139164" y="83321"/>
                    <a:pt x="140390" y="82869"/>
                    <a:pt x="141629" y="82869"/>
                  </a:cubicBezTo>
                  <a:close/>
                  <a:moveTo>
                    <a:pt x="107850" y="1"/>
                  </a:moveTo>
                  <a:cubicBezTo>
                    <a:pt x="105598" y="1"/>
                    <a:pt x="103566" y="731"/>
                    <a:pt x="101831" y="2629"/>
                  </a:cubicBezTo>
                  <a:cubicBezTo>
                    <a:pt x="95393" y="9695"/>
                    <a:pt x="106424" y="35330"/>
                    <a:pt x="123657" y="46478"/>
                  </a:cubicBezTo>
                  <a:cubicBezTo>
                    <a:pt x="72232" y="71759"/>
                    <a:pt x="0" y="198557"/>
                    <a:pt x="126052" y="207782"/>
                  </a:cubicBezTo>
                  <a:cubicBezTo>
                    <a:pt x="133098" y="208296"/>
                    <a:pt x="139717" y="208544"/>
                    <a:pt x="145927" y="208544"/>
                  </a:cubicBezTo>
                  <a:cubicBezTo>
                    <a:pt x="293418" y="208544"/>
                    <a:pt x="210705" y="68998"/>
                    <a:pt x="153296" y="45379"/>
                  </a:cubicBezTo>
                  <a:cubicBezTo>
                    <a:pt x="169195" y="32032"/>
                    <a:pt x="179794" y="2040"/>
                    <a:pt x="173238" y="706"/>
                  </a:cubicBezTo>
                  <a:cubicBezTo>
                    <a:pt x="172370" y="532"/>
                    <a:pt x="171399" y="453"/>
                    <a:pt x="170345" y="453"/>
                  </a:cubicBezTo>
                  <a:cubicBezTo>
                    <a:pt x="160913" y="453"/>
                    <a:pt x="144843" y="6767"/>
                    <a:pt x="136651" y="7968"/>
                  </a:cubicBezTo>
                  <a:cubicBezTo>
                    <a:pt x="136024" y="8045"/>
                    <a:pt x="135393" y="8080"/>
                    <a:pt x="134761" y="8080"/>
                  </a:cubicBezTo>
                  <a:cubicBezTo>
                    <a:pt x="125272" y="8080"/>
                    <a:pt x="115344" y="1"/>
                    <a:pt x="1078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4163300" y="3920350"/>
              <a:ext cx="1975" cy="3950"/>
            </a:xfrm>
            <a:custGeom>
              <a:rect b="b" l="l" r="r" t="t"/>
              <a:pathLst>
                <a:path extrusionOk="0" h="158" w="79">
                  <a:moveTo>
                    <a:pt x="79" y="1"/>
                  </a:moveTo>
                  <a:cubicBezTo>
                    <a:pt x="40" y="40"/>
                    <a:pt x="40" y="118"/>
                    <a:pt x="0" y="158"/>
                  </a:cubicBezTo>
                  <a:cubicBezTo>
                    <a:pt x="40" y="118"/>
                    <a:pt x="40" y="79"/>
                    <a:pt x="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0" name="Google Shape;430;p16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oogle Shape;435;p17"/>
          <p:cNvGrpSpPr/>
          <p:nvPr/>
        </p:nvGrpSpPr>
        <p:grpSpPr>
          <a:xfrm>
            <a:off x="2735664" y="1819387"/>
            <a:ext cx="3672672" cy="2426210"/>
            <a:chOff x="1862516" y="1238199"/>
            <a:chExt cx="4838193" cy="3196167"/>
          </a:xfrm>
        </p:grpSpPr>
        <p:sp>
          <p:nvSpPr>
            <p:cNvPr id="436" name="Google Shape;436;p17"/>
            <p:cNvSpPr/>
            <p:nvPr/>
          </p:nvSpPr>
          <p:spPr>
            <a:xfrm>
              <a:off x="4187095" y="3923897"/>
              <a:ext cx="198653" cy="510470"/>
            </a:xfrm>
            <a:custGeom>
              <a:rect b="b" l="l" r="r" t="t"/>
              <a:pathLst>
                <a:path extrusionOk="0" h="13429" w="5226">
                  <a:moveTo>
                    <a:pt x="3041" y="0"/>
                  </a:moveTo>
                  <a:lnTo>
                    <a:pt x="0" y="6809"/>
                  </a:lnTo>
                  <a:lnTo>
                    <a:pt x="2692" y="13428"/>
                  </a:lnTo>
                  <a:lnTo>
                    <a:pt x="5226" y="3991"/>
                  </a:lnTo>
                  <a:lnTo>
                    <a:pt x="3041" y="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4289424" y="2639416"/>
              <a:ext cx="2411285" cy="1794950"/>
            </a:xfrm>
            <a:custGeom>
              <a:rect b="b" l="l" r="r" t="t"/>
              <a:pathLst>
                <a:path extrusionOk="0" h="47220" w="63434">
                  <a:moveTo>
                    <a:pt x="63433" y="1"/>
                  </a:moveTo>
                  <a:lnTo>
                    <a:pt x="0" y="31860"/>
                  </a:lnTo>
                  <a:lnTo>
                    <a:pt x="0" y="47219"/>
                  </a:lnTo>
                  <a:lnTo>
                    <a:pt x="63402" y="10388"/>
                  </a:lnTo>
                  <a:lnTo>
                    <a:pt x="63433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7"/>
            <p:cNvSpPr/>
            <p:nvPr/>
          </p:nvSpPr>
          <p:spPr>
            <a:xfrm>
              <a:off x="1862516" y="2639416"/>
              <a:ext cx="2426946" cy="1794950"/>
            </a:xfrm>
            <a:custGeom>
              <a:rect b="b" l="l" r="r" t="t"/>
              <a:pathLst>
                <a:path extrusionOk="0" h="47220" w="63846">
                  <a:moveTo>
                    <a:pt x="32" y="1"/>
                  </a:moveTo>
                  <a:lnTo>
                    <a:pt x="0" y="10388"/>
                  </a:lnTo>
                  <a:lnTo>
                    <a:pt x="63845" y="47219"/>
                  </a:lnTo>
                  <a:lnTo>
                    <a:pt x="63845" y="32493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1863733" y="1238199"/>
              <a:ext cx="4836977" cy="2802510"/>
            </a:xfrm>
            <a:custGeom>
              <a:rect b="b" l="l" r="r" t="t"/>
              <a:pathLst>
                <a:path extrusionOk="0" h="73726" w="127247">
                  <a:moveTo>
                    <a:pt x="63402" y="0"/>
                  </a:moveTo>
                  <a:lnTo>
                    <a:pt x="0" y="36863"/>
                  </a:lnTo>
                  <a:lnTo>
                    <a:pt x="63813" y="73725"/>
                  </a:lnTo>
                  <a:lnTo>
                    <a:pt x="127246" y="36863"/>
                  </a:lnTo>
                  <a:lnTo>
                    <a:pt x="63402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4242479" y="3258184"/>
              <a:ext cx="148097" cy="409357"/>
            </a:xfrm>
            <a:custGeom>
              <a:rect b="b" l="l" r="r" t="t"/>
              <a:pathLst>
                <a:path extrusionOk="0" h="10769" w="3896">
                  <a:moveTo>
                    <a:pt x="1837" y="1"/>
                  </a:moveTo>
                  <a:lnTo>
                    <a:pt x="0" y="6524"/>
                  </a:lnTo>
                  <a:lnTo>
                    <a:pt x="1394" y="10768"/>
                  </a:lnTo>
                  <a:lnTo>
                    <a:pt x="3896" y="5321"/>
                  </a:lnTo>
                  <a:lnTo>
                    <a:pt x="1837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4295430" y="2350521"/>
              <a:ext cx="1768456" cy="1317019"/>
            </a:xfrm>
            <a:custGeom>
              <a:rect b="b" l="l" r="r" t="t"/>
              <a:pathLst>
                <a:path extrusionOk="0" h="34647" w="46523">
                  <a:moveTo>
                    <a:pt x="46523" y="0"/>
                  </a:moveTo>
                  <a:lnTo>
                    <a:pt x="32" y="24037"/>
                  </a:lnTo>
                  <a:lnTo>
                    <a:pt x="1" y="34646"/>
                  </a:lnTo>
                  <a:lnTo>
                    <a:pt x="46491" y="7601"/>
                  </a:lnTo>
                  <a:lnTo>
                    <a:pt x="46523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2516179" y="2350521"/>
              <a:ext cx="1780506" cy="1317019"/>
            </a:xfrm>
            <a:custGeom>
              <a:rect b="b" l="l" r="r" t="t"/>
              <a:pathLst>
                <a:path extrusionOk="0" h="34647" w="46840">
                  <a:moveTo>
                    <a:pt x="1" y="0"/>
                  </a:moveTo>
                  <a:lnTo>
                    <a:pt x="1" y="7601"/>
                  </a:lnTo>
                  <a:lnTo>
                    <a:pt x="46808" y="34646"/>
                  </a:lnTo>
                  <a:lnTo>
                    <a:pt x="46839" y="229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>
              <a:off x="2516179" y="1323651"/>
              <a:ext cx="3547707" cy="2054956"/>
            </a:xfrm>
            <a:custGeom>
              <a:rect b="b" l="l" r="r" t="t"/>
              <a:pathLst>
                <a:path extrusionOk="0" h="54060" w="93330">
                  <a:moveTo>
                    <a:pt x="46523" y="1"/>
                  </a:moveTo>
                  <a:lnTo>
                    <a:pt x="1" y="27014"/>
                  </a:lnTo>
                  <a:lnTo>
                    <a:pt x="46839" y="54059"/>
                  </a:lnTo>
                  <a:lnTo>
                    <a:pt x="93330" y="27014"/>
                  </a:lnTo>
                  <a:lnTo>
                    <a:pt x="46523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7"/>
            <p:cNvSpPr/>
            <p:nvPr/>
          </p:nvSpPr>
          <p:spPr>
            <a:xfrm>
              <a:off x="4294252" y="2148257"/>
              <a:ext cx="1335037" cy="994407"/>
            </a:xfrm>
            <a:custGeom>
              <a:rect b="b" l="l" r="r" t="t"/>
              <a:pathLst>
                <a:path extrusionOk="0" h="26160" w="35121">
                  <a:moveTo>
                    <a:pt x="35121" y="1"/>
                  </a:moveTo>
                  <a:lnTo>
                    <a:pt x="0" y="17894"/>
                  </a:lnTo>
                  <a:lnTo>
                    <a:pt x="0" y="26159"/>
                  </a:lnTo>
                  <a:lnTo>
                    <a:pt x="35089" y="5733"/>
                  </a:lnTo>
                  <a:lnTo>
                    <a:pt x="35121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7"/>
            <p:cNvSpPr/>
            <p:nvPr/>
          </p:nvSpPr>
          <p:spPr>
            <a:xfrm>
              <a:off x="2950776" y="2148257"/>
              <a:ext cx="1343476" cy="994407"/>
            </a:xfrm>
            <a:custGeom>
              <a:rect b="b" l="l" r="r" t="t"/>
              <a:pathLst>
                <a:path extrusionOk="0" h="26160" w="35343">
                  <a:moveTo>
                    <a:pt x="32" y="1"/>
                  </a:moveTo>
                  <a:lnTo>
                    <a:pt x="0" y="5733"/>
                  </a:lnTo>
                  <a:lnTo>
                    <a:pt x="35343" y="26159"/>
                  </a:lnTo>
                  <a:lnTo>
                    <a:pt x="35343" y="17894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2951954" y="1373030"/>
              <a:ext cx="2677334" cy="1550530"/>
            </a:xfrm>
            <a:custGeom>
              <a:rect b="b" l="l" r="r" t="t"/>
              <a:pathLst>
                <a:path extrusionOk="0" h="40790" w="70433">
                  <a:moveTo>
                    <a:pt x="35090" y="0"/>
                  </a:moveTo>
                  <a:lnTo>
                    <a:pt x="1" y="20395"/>
                  </a:lnTo>
                  <a:lnTo>
                    <a:pt x="35312" y="40790"/>
                  </a:lnTo>
                  <a:lnTo>
                    <a:pt x="70433" y="20395"/>
                  </a:lnTo>
                  <a:lnTo>
                    <a:pt x="35090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7"/>
            <p:cNvSpPr/>
            <p:nvPr/>
          </p:nvSpPr>
          <p:spPr>
            <a:xfrm>
              <a:off x="4262930" y="2003809"/>
              <a:ext cx="954684" cy="687418"/>
            </a:xfrm>
            <a:custGeom>
              <a:rect b="b" l="l" r="r" t="t"/>
              <a:pathLst>
                <a:path extrusionOk="0" h="18084" w="25115">
                  <a:moveTo>
                    <a:pt x="25114" y="1"/>
                  </a:moveTo>
                  <a:lnTo>
                    <a:pt x="1" y="11718"/>
                  </a:lnTo>
                  <a:lnTo>
                    <a:pt x="792" y="18084"/>
                  </a:lnTo>
                  <a:lnTo>
                    <a:pt x="25083" y="3959"/>
                  </a:lnTo>
                  <a:lnTo>
                    <a:pt x="25114" y="1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7"/>
            <p:cNvSpPr/>
            <p:nvPr/>
          </p:nvSpPr>
          <p:spPr>
            <a:xfrm>
              <a:off x="3362489" y="2003809"/>
              <a:ext cx="930584" cy="687418"/>
            </a:xfrm>
            <a:custGeom>
              <a:rect b="b" l="l" r="r" t="t"/>
              <a:pathLst>
                <a:path extrusionOk="0" h="18084" w="24481">
                  <a:moveTo>
                    <a:pt x="0" y="1"/>
                  </a:moveTo>
                  <a:lnTo>
                    <a:pt x="0" y="3959"/>
                  </a:lnTo>
                  <a:lnTo>
                    <a:pt x="24480" y="18084"/>
                  </a:lnTo>
                  <a:lnTo>
                    <a:pt x="24449" y="12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3362489" y="1466921"/>
              <a:ext cx="1855124" cy="1073815"/>
            </a:xfrm>
            <a:custGeom>
              <a:rect b="b" l="l" r="r" t="t"/>
              <a:pathLst>
                <a:path extrusionOk="0" h="28249" w="48803">
                  <a:moveTo>
                    <a:pt x="24322" y="0"/>
                  </a:moveTo>
                  <a:lnTo>
                    <a:pt x="0" y="14125"/>
                  </a:lnTo>
                  <a:lnTo>
                    <a:pt x="24480" y="28249"/>
                  </a:lnTo>
                  <a:lnTo>
                    <a:pt x="48802" y="14125"/>
                  </a:lnTo>
                  <a:lnTo>
                    <a:pt x="24322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4258102" y="2165134"/>
              <a:ext cx="75911" cy="144486"/>
            </a:xfrm>
            <a:custGeom>
              <a:rect b="b" l="l" r="r" t="t"/>
              <a:pathLst>
                <a:path extrusionOk="0" h="3801" w="1997">
                  <a:moveTo>
                    <a:pt x="793" y="0"/>
                  </a:moveTo>
                  <a:lnTo>
                    <a:pt x="1" y="1489"/>
                  </a:lnTo>
                  <a:lnTo>
                    <a:pt x="888" y="3769"/>
                  </a:lnTo>
                  <a:lnTo>
                    <a:pt x="951" y="3801"/>
                  </a:lnTo>
                  <a:lnTo>
                    <a:pt x="1996" y="2185"/>
                  </a:lnTo>
                  <a:lnTo>
                    <a:pt x="793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4291819" y="1925579"/>
              <a:ext cx="514081" cy="382824"/>
            </a:xfrm>
            <a:custGeom>
              <a:rect b="b" l="l" r="r" t="t"/>
              <a:pathLst>
                <a:path extrusionOk="0" h="10071" w="13524">
                  <a:moveTo>
                    <a:pt x="13523" y="0"/>
                  </a:moveTo>
                  <a:lnTo>
                    <a:pt x="1" y="5035"/>
                  </a:lnTo>
                  <a:lnTo>
                    <a:pt x="1" y="10071"/>
                  </a:lnTo>
                  <a:lnTo>
                    <a:pt x="13523" y="2217"/>
                  </a:lnTo>
                  <a:lnTo>
                    <a:pt x="13523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3774165" y="1925579"/>
              <a:ext cx="517692" cy="382824"/>
            </a:xfrm>
            <a:custGeom>
              <a:rect b="b" l="l" r="r" t="t"/>
              <a:pathLst>
                <a:path extrusionOk="0" h="10071" w="13619">
                  <a:moveTo>
                    <a:pt x="1" y="0"/>
                  </a:moveTo>
                  <a:lnTo>
                    <a:pt x="1" y="2217"/>
                  </a:lnTo>
                  <a:lnTo>
                    <a:pt x="13619" y="10071"/>
                  </a:lnTo>
                  <a:lnTo>
                    <a:pt x="13619" y="43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7"/>
            <p:cNvSpPr/>
            <p:nvPr/>
          </p:nvSpPr>
          <p:spPr>
            <a:xfrm>
              <a:off x="3774165" y="1625813"/>
              <a:ext cx="1031735" cy="598355"/>
            </a:xfrm>
            <a:custGeom>
              <a:rect b="b" l="l" r="r" t="t"/>
              <a:pathLst>
                <a:path extrusionOk="0" h="15741" w="27142">
                  <a:moveTo>
                    <a:pt x="13524" y="1"/>
                  </a:moveTo>
                  <a:lnTo>
                    <a:pt x="1" y="7886"/>
                  </a:lnTo>
                  <a:lnTo>
                    <a:pt x="13619" y="15740"/>
                  </a:lnTo>
                  <a:lnTo>
                    <a:pt x="27141" y="7886"/>
                  </a:lnTo>
                  <a:lnTo>
                    <a:pt x="13524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4" name="Google Shape;454;p17"/>
          <p:cNvSpPr txBox="1"/>
          <p:nvPr/>
        </p:nvSpPr>
        <p:spPr>
          <a:xfrm>
            <a:off x="457201" y="4120701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" name="Google Shape;455;p17"/>
          <p:cNvSpPr txBox="1"/>
          <p:nvPr/>
        </p:nvSpPr>
        <p:spPr>
          <a:xfrm>
            <a:off x="457201" y="4381400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6" name="Google Shape;456;p17"/>
          <p:cNvGrpSpPr/>
          <p:nvPr/>
        </p:nvGrpSpPr>
        <p:grpSpPr>
          <a:xfrm>
            <a:off x="563112" y="3683563"/>
            <a:ext cx="384061" cy="384061"/>
            <a:chOff x="1190625" y="238125"/>
            <a:chExt cx="5204075" cy="5204075"/>
          </a:xfrm>
        </p:grpSpPr>
        <p:sp>
          <p:nvSpPr>
            <p:cNvPr id="457" name="Google Shape;457;p17"/>
            <p:cNvSpPr/>
            <p:nvPr/>
          </p:nvSpPr>
          <p:spPr>
            <a:xfrm>
              <a:off x="1190625" y="238125"/>
              <a:ext cx="5204075" cy="5204075"/>
            </a:xfrm>
            <a:custGeom>
              <a:rect b="b" l="l" r="r" t="t"/>
              <a:pathLst>
                <a:path extrusionOk="0" h="208163" w="208163">
                  <a:moveTo>
                    <a:pt x="201224" y="20816"/>
                  </a:moveTo>
                  <a:lnTo>
                    <a:pt x="201224" y="152652"/>
                  </a:lnTo>
                  <a:lnTo>
                    <a:pt x="6939" y="152652"/>
                  </a:lnTo>
                  <a:lnTo>
                    <a:pt x="6939" y="20816"/>
                  </a:lnTo>
                  <a:close/>
                  <a:moveTo>
                    <a:pt x="104081" y="0"/>
                  </a:moveTo>
                  <a:cubicBezTo>
                    <a:pt x="102138" y="0"/>
                    <a:pt x="100751" y="1665"/>
                    <a:pt x="100751" y="3608"/>
                  </a:cubicBezTo>
                  <a:lnTo>
                    <a:pt x="100751" y="13877"/>
                  </a:lnTo>
                  <a:lnTo>
                    <a:pt x="0" y="13877"/>
                  </a:lnTo>
                  <a:lnTo>
                    <a:pt x="0" y="159591"/>
                  </a:lnTo>
                  <a:lnTo>
                    <a:pt x="95755" y="159591"/>
                  </a:lnTo>
                  <a:lnTo>
                    <a:pt x="53012" y="202334"/>
                  </a:lnTo>
                  <a:cubicBezTo>
                    <a:pt x="51624" y="203721"/>
                    <a:pt x="51624" y="205664"/>
                    <a:pt x="53012" y="207052"/>
                  </a:cubicBezTo>
                  <a:cubicBezTo>
                    <a:pt x="53845" y="207885"/>
                    <a:pt x="54677" y="208162"/>
                    <a:pt x="55510" y="208162"/>
                  </a:cubicBezTo>
                  <a:cubicBezTo>
                    <a:pt x="56343" y="208162"/>
                    <a:pt x="57175" y="207885"/>
                    <a:pt x="58008" y="207052"/>
                  </a:cubicBezTo>
                  <a:lnTo>
                    <a:pt x="100751" y="164587"/>
                  </a:lnTo>
                  <a:lnTo>
                    <a:pt x="100751" y="197893"/>
                  </a:lnTo>
                  <a:cubicBezTo>
                    <a:pt x="100751" y="199558"/>
                    <a:pt x="102138" y="201224"/>
                    <a:pt x="104081" y="201224"/>
                  </a:cubicBezTo>
                  <a:cubicBezTo>
                    <a:pt x="106024" y="201224"/>
                    <a:pt x="107689" y="199558"/>
                    <a:pt x="107689" y="197893"/>
                  </a:cubicBezTo>
                  <a:lnTo>
                    <a:pt x="107689" y="164587"/>
                  </a:lnTo>
                  <a:lnTo>
                    <a:pt x="150154" y="207052"/>
                  </a:lnTo>
                  <a:cubicBezTo>
                    <a:pt x="150987" y="207885"/>
                    <a:pt x="151820" y="208162"/>
                    <a:pt x="152652" y="208162"/>
                  </a:cubicBezTo>
                  <a:cubicBezTo>
                    <a:pt x="153485" y="208162"/>
                    <a:pt x="154318" y="207885"/>
                    <a:pt x="155150" y="207052"/>
                  </a:cubicBezTo>
                  <a:cubicBezTo>
                    <a:pt x="156538" y="205664"/>
                    <a:pt x="156538" y="203721"/>
                    <a:pt x="155150" y="202334"/>
                  </a:cubicBezTo>
                  <a:lnTo>
                    <a:pt x="112408" y="159591"/>
                  </a:lnTo>
                  <a:lnTo>
                    <a:pt x="208162" y="159591"/>
                  </a:lnTo>
                  <a:lnTo>
                    <a:pt x="208162" y="13877"/>
                  </a:lnTo>
                  <a:lnTo>
                    <a:pt x="107689" y="13877"/>
                  </a:lnTo>
                  <a:lnTo>
                    <a:pt x="107689" y="3608"/>
                  </a:lnTo>
                  <a:cubicBezTo>
                    <a:pt x="107689" y="1665"/>
                    <a:pt x="106024" y="0"/>
                    <a:pt x="104081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CB3B7"/>
                </a:solidFill>
              </a:endParaRPr>
            </a:p>
          </p:txBody>
        </p:sp>
        <p:sp>
          <p:nvSpPr>
            <p:cNvPr id="458" name="Google Shape;458;p17"/>
            <p:cNvSpPr/>
            <p:nvPr/>
          </p:nvSpPr>
          <p:spPr>
            <a:xfrm>
              <a:off x="1801225" y="1036075"/>
              <a:ext cx="867375" cy="1720825"/>
            </a:xfrm>
            <a:custGeom>
              <a:rect b="b" l="l" r="r" t="t"/>
              <a:pathLst>
                <a:path extrusionOk="0" h="68833" w="34695">
                  <a:moveTo>
                    <a:pt x="17208" y="0"/>
                  </a:moveTo>
                  <a:cubicBezTo>
                    <a:pt x="15266" y="0"/>
                    <a:pt x="13878" y="1666"/>
                    <a:pt x="13878" y="3608"/>
                  </a:cubicBezTo>
                  <a:lnTo>
                    <a:pt x="13878" y="6661"/>
                  </a:lnTo>
                  <a:cubicBezTo>
                    <a:pt x="9992" y="7494"/>
                    <a:pt x="6384" y="9437"/>
                    <a:pt x="3886" y="12490"/>
                  </a:cubicBezTo>
                  <a:cubicBezTo>
                    <a:pt x="1943" y="14988"/>
                    <a:pt x="833" y="18041"/>
                    <a:pt x="1111" y="21372"/>
                  </a:cubicBezTo>
                  <a:cubicBezTo>
                    <a:pt x="1666" y="24702"/>
                    <a:pt x="3331" y="28033"/>
                    <a:pt x="6106" y="29976"/>
                  </a:cubicBezTo>
                  <a:lnTo>
                    <a:pt x="24147" y="44131"/>
                  </a:lnTo>
                  <a:cubicBezTo>
                    <a:pt x="25257" y="45241"/>
                    <a:pt x="26090" y="46629"/>
                    <a:pt x="26368" y="48016"/>
                  </a:cubicBezTo>
                  <a:cubicBezTo>
                    <a:pt x="26368" y="49404"/>
                    <a:pt x="26090" y="50792"/>
                    <a:pt x="25257" y="51902"/>
                  </a:cubicBezTo>
                  <a:cubicBezTo>
                    <a:pt x="23315" y="54122"/>
                    <a:pt x="20262" y="55510"/>
                    <a:pt x="17208" y="55510"/>
                  </a:cubicBezTo>
                  <a:cubicBezTo>
                    <a:pt x="11380" y="55510"/>
                    <a:pt x="6939" y="50792"/>
                    <a:pt x="6939" y="45241"/>
                  </a:cubicBezTo>
                  <a:cubicBezTo>
                    <a:pt x="6939" y="43298"/>
                    <a:pt x="5274" y="41633"/>
                    <a:pt x="3331" y="41633"/>
                  </a:cubicBezTo>
                  <a:cubicBezTo>
                    <a:pt x="1388" y="41633"/>
                    <a:pt x="0" y="43298"/>
                    <a:pt x="0" y="45241"/>
                  </a:cubicBezTo>
                  <a:cubicBezTo>
                    <a:pt x="0" y="53567"/>
                    <a:pt x="5829" y="60506"/>
                    <a:pt x="13878" y="62171"/>
                  </a:cubicBezTo>
                  <a:lnTo>
                    <a:pt x="13878" y="65224"/>
                  </a:lnTo>
                  <a:cubicBezTo>
                    <a:pt x="13878" y="67167"/>
                    <a:pt x="15266" y="68833"/>
                    <a:pt x="17208" y="68833"/>
                  </a:cubicBezTo>
                  <a:cubicBezTo>
                    <a:pt x="19151" y="68833"/>
                    <a:pt x="20817" y="67167"/>
                    <a:pt x="20817" y="65224"/>
                  </a:cubicBezTo>
                  <a:lnTo>
                    <a:pt x="20817" y="62171"/>
                  </a:lnTo>
                  <a:cubicBezTo>
                    <a:pt x="24425" y="61339"/>
                    <a:pt x="28033" y="59396"/>
                    <a:pt x="30531" y="56343"/>
                  </a:cubicBezTo>
                  <a:cubicBezTo>
                    <a:pt x="32474" y="53845"/>
                    <a:pt x="33584" y="50792"/>
                    <a:pt x="33306" y="47461"/>
                  </a:cubicBezTo>
                  <a:cubicBezTo>
                    <a:pt x="32751" y="43853"/>
                    <a:pt x="31086" y="40800"/>
                    <a:pt x="28310" y="38580"/>
                  </a:cubicBezTo>
                  <a:lnTo>
                    <a:pt x="10270" y="24702"/>
                  </a:lnTo>
                  <a:cubicBezTo>
                    <a:pt x="9160" y="23592"/>
                    <a:pt x="8327" y="22204"/>
                    <a:pt x="8049" y="20816"/>
                  </a:cubicBezTo>
                  <a:cubicBezTo>
                    <a:pt x="8049" y="19429"/>
                    <a:pt x="8327" y="18041"/>
                    <a:pt x="9160" y="16931"/>
                  </a:cubicBezTo>
                  <a:cubicBezTo>
                    <a:pt x="11380" y="14433"/>
                    <a:pt x="14155" y="13323"/>
                    <a:pt x="17208" y="13323"/>
                  </a:cubicBezTo>
                  <a:cubicBezTo>
                    <a:pt x="23037" y="13323"/>
                    <a:pt x="27755" y="17763"/>
                    <a:pt x="27755" y="23592"/>
                  </a:cubicBezTo>
                  <a:cubicBezTo>
                    <a:pt x="27755" y="25535"/>
                    <a:pt x="29143" y="27200"/>
                    <a:pt x="31086" y="27200"/>
                  </a:cubicBezTo>
                  <a:cubicBezTo>
                    <a:pt x="33029" y="27200"/>
                    <a:pt x="34694" y="25535"/>
                    <a:pt x="34694" y="23592"/>
                  </a:cubicBezTo>
                  <a:cubicBezTo>
                    <a:pt x="34694" y="15265"/>
                    <a:pt x="28588" y="8327"/>
                    <a:pt x="20817" y="6661"/>
                  </a:cubicBezTo>
                  <a:lnTo>
                    <a:pt x="20817" y="3608"/>
                  </a:lnTo>
                  <a:cubicBezTo>
                    <a:pt x="20817" y="1666"/>
                    <a:pt x="19151" y="0"/>
                    <a:pt x="17208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CB3B7"/>
                </a:solidFill>
              </a:endParaRPr>
            </a:p>
          </p:txBody>
        </p:sp>
        <p:sp>
          <p:nvSpPr>
            <p:cNvPr id="459" name="Google Shape;459;p17"/>
            <p:cNvSpPr/>
            <p:nvPr/>
          </p:nvSpPr>
          <p:spPr>
            <a:xfrm>
              <a:off x="4486525" y="1022200"/>
              <a:ext cx="1477975" cy="2858775"/>
            </a:xfrm>
            <a:custGeom>
              <a:rect b="b" l="l" r="r" t="t"/>
              <a:pathLst>
                <a:path extrusionOk="0" h="114351" w="59119">
                  <a:moveTo>
                    <a:pt x="55510" y="0"/>
                  </a:moveTo>
                  <a:cubicBezTo>
                    <a:pt x="53567" y="0"/>
                    <a:pt x="52179" y="1388"/>
                    <a:pt x="52179" y="3331"/>
                  </a:cubicBezTo>
                  <a:lnTo>
                    <a:pt x="52179" y="10269"/>
                  </a:lnTo>
                  <a:lnTo>
                    <a:pt x="27755" y="10269"/>
                  </a:lnTo>
                  <a:cubicBezTo>
                    <a:pt x="25812" y="10269"/>
                    <a:pt x="24424" y="11935"/>
                    <a:pt x="24424" y="13878"/>
                  </a:cubicBezTo>
                  <a:cubicBezTo>
                    <a:pt x="24424" y="15543"/>
                    <a:pt x="25812" y="17208"/>
                    <a:pt x="27755" y="17208"/>
                  </a:cubicBezTo>
                  <a:lnTo>
                    <a:pt x="52179" y="17208"/>
                  </a:lnTo>
                  <a:lnTo>
                    <a:pt x="52179" y="31086"/>
                  </a:lnTo>
                  <a:lnTo>
                    <a:pt x="3608" y="31086"/>
                  </a:lnTo>
                  <a:cubicBezTo>
                    <a:pt x="1665" y="31086"/>
                    <a:pt x="0" y="32751"/>
                    <a:pt x="0" y="34694"/>
                  </a:cubicBezTo>
                  <a:cubicBezTo>
                    <a:pt x="0" y="36359"/>
                    <a:pt x="1665" y="38024"/>
                    <a:pt x="3608" y="38024"/>
                  </a:cubicBezTo>
                  <a:lnTo>
                    <a:pt x="52179" y="38024"/>
                  </a:lnTo>
                  <a:lnTo>
                    <a:pt x="52179" y="51902"/>
                  </a:lnTo>
                  <a:lnTo>
                    <a:pt x="13878" y="51902"/>
                  </a:lnTo>
                  <a:cubicBezTo>
                    <a:pt x="11935" y="51902"/>
                    <a:pt x="10547" y="53567"/>
                    <a:pt x="10547" y="55510"/>
                  </a:cubicBezTo>
                  <a:cubicBezTo>
                    <a:pt x="10547" y="57175"/>
                    <a:pt x="11935" y="58841"/>
                    <a:pt x="13878" y="58841"/>
                  </a:cubicBezTo>
                  <a:lnTo>
                    <a:pt x="52179" y="58841"/>
                  </a:lnTo>
                  <a:lnTo>
                    <a:pt x="52179" y="72718"/>
                  </a:lnTo>
                  <a:lnTo>
                    <a:pt x="38302" y="72718"/>
                  </a:lnTo>
                  <a:cubicBezTo>
                    <a:pt x="36359" y="72718"/>
                    <a:pt x="34694" y="74383"/>
                    <a:pt x="34694" y="76326"/>
                  </a:cubicBezTo>
                  <a:cubicBezTo>
                    <a:pt x="34694" y="77992"/>
                    <a:pt x="36359" y="79657"/>
                    <a:pt x="38302" y="79657"/>
                  </a:cubicBezTo>
                  <a:lnTo>
                    <a:pt x="52179" y="79657"/>
                  </a:lnTo>
                  <a:lnTo>
                    <a:pt x="52179" y="97143"/>
                  </a:lnTo>
                  <a:lnTo>
                    <a:pt x="27755" y="97143"/>
                  </a:lnTo>
                  <a:cubicBezTo>
                    <a:pt x="25812" y="97143"/>
                    <a:pt x="24424" y="98530"/>
                    <a:pt x="24424" y="100473"/>
                  </a:cubicBezTo>
                  <a:cubicBezTo>
                    <a:pt x="24424" y="102416"/>
                    <a:pt x="25812" y="104081"/>
                    <a:pt x="27755" y="104081"/>
                  </a:cubicBezTo>
                  <a:lnTo>
                    <a:pt x="52179" y="104081"/>
                  </a:lnTo>
                  <a:lnTo>
                    <a:pt x="52179" y="111020"/>
                  </a:lnTo>
                  <a:cubicBezTo>
                    <a:pt x="52179" y="112685"/>
                    <a:pt x="53567" y="114351"/>
                    <a:pt x="55510" y="114351"/>
                  </a:cubicBezTo>
                  <a:cubicBezTo>
                    <a:pt x="57453" y="114351"/>
                    <a:pt x="59118" y="112685"/>
                    <a:pt x="59118" y="111020"/>
                  </a:cubicBezTo>
                  <a:lnTo>
                    <a:pt x="59118" y="3331"/>
                  </a:lnTo>
                  <a:cubicBezTo>
                    <a:pt x="59118" y="1388"/>
                    <a:pt x="57453" y="0"/>
                    <a:pt x="55510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CB3B7"/>
                </a:solidFill>
              </a:endParaRPr>
            </a:p>
          </p:txBody>
        </p:sp>
        <p:sp>
          <p:nvSpPr>
            <p:cNvPr id="460" name="Google Shape;460;p17"/>
            <p:cNvSpPr/>
            <p:nvPr/>
          </p:nvSpPr>
          <p:spPr>
            <a:xfrm>
              <a:off x="1801225" y="3534025"/>
              <a:ext cx="867375" cy="173475"/>
            </a:xfrm>
            <a:custGeom>
              <a:rect b="b" l="l" r="r" t="t"/>
              <a:pathLst>
                <a:path extrusionOk="0" h="6939" w="34695">
                  <a:moveTo>
                    <a:pt x="3331" y="0"/>
                  </a:moveTo>
                  <a:cubicBezTo>
                    <a:pt x="1388" y="0"/>
                    <a:pt x="0" y="1665"/>
                    <a:pt x="0" y="3608"/>
                  </a:cubicBezTo>
                  <a:cubicBezTo>
                    <a:pt x="0" y="5274"/>
                    <a:pt x="1388" y="6939"/>
                    <a:pt x="3331" y="6939"/>
                  </a:cubicBezTo>
                  <a:lnTo>
                    <a:pt x="31086" y="6939"/>
                  </a:lnTo>
                  <a:cubicBezTo>
                    <a:pt x="33029" y="6939"/>
                    <a:pt x="34694" y="5274"/>
                    <a:pt x="34694" y="3608"/>
                  </a:cubicBezTo>
                  <a:cubicBezTo>
                    <a:pt x="34694" y="1665"/>
                    <a:pt x="33029" y="0"/>
                    <a:pt x="31086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CB3B7"/>
                </a:solidFill>
              </a:endParaRPr>
            </a:p>
          </p:txBody>
        </p:sp>
        <p:sp>
          <p:nvSpPr>
            <p:cNvPr id="461" name="Google Shape;461;p17"/>
            <p:cNvSpPr/>
            <p:nvPr/>
          </p:nvSpPr>
          <p:spPr>
            <a:xfrm>
              <a:off x="2925300" y="3535750"/>
              <a:ext cx="173500" cy="171750"/>
            </a:xfrm>
            <a:custGeom>
              <a:rect b="b" l="l" r="r" t="t"/>
              <a:pathLst>
                <a:path extrusionOk="0" h="6870" w="6940">
                  <a:moveTo>
                    <a:pt x="3470" y="0"/>
                  </a:moveTo>
                  <a:cubicBezTo>
                    <a:pt x="2568" y="0"/>
                    <a:pt x="1666" y="347"/>
                    <a:pt x="1111" y="1041"/>
                  </a:cubicBezTo>
                  <a:cubicBezTo>
                    <a:pt x="278" y="1596"/>
                    <a:pt x="0" y="2429"/>
                    <a:pt x="0" y="3539"/>
                  </a:cubicBezTo>
                  <a:cubicBezTo>
                    <a:pt x="0" y="4372"/>
                    <a:pt x="278" y="5205"/>
                    <a:pt x="1111" y="5760"/>
                  </a:cubicBezTo>
                  <a:cubicBezTo>
                    <a:pt x="1666" y="6592"/>
                    <a:pt x="2498" y="6870"/>
                    <a:pt x="3609" y="6870"/>
                  </a:cubicBezTo>
                  <a:cubicBezTo>
                    <a:pt x="4441" y="6870"/>
                    <a:pt x="5274" y="6592"/>
                    <a:pt x="5829" y="5760"/>
                  </a:cubicBezTo>
                  <a:cubicBezTo>
                    <a:pt x="6662" y="5205"/>
                    <a:pt x="6939" y="4372"/>
                    <a:pt x="6939" y="3539"/>
                  </a:cubicBezTo>
                  <a:cubicBezTo>
                    <a:pt x="6939" y="2429"/>
                    <a:pt x="6662" y="1596"/>
                    <a:pt x="5829" y="1041"/>
                  </a:cubicBezTo>
                  <a:cubicBezTo>
                    <a:pt x="5274" y="347"/>
                    <a:pt x="4372" y="0"/>
                    <a:pt x="3470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CB3B7"/>
                </a:solidFill>
              </a:endParaRPr>
            </a:p>
          </p:txBody>
        </p:sp>
        <p:sp>
          <p:nvSpPr>
            <p:cNvPr id="462" name="Google Shape;462;p17"/>
            <p:cNvSpPr/>
            <p:nvPr/>
          </p:nvSpPr>
          <p:spPr>
            <a:xfrm>
              <a:off x="2668575" y="3103825"/>
              <a:ext cx="430225" cy="173475"/>
            </a:xfrm>
            <a:custGeom>
              <a:rect b="b" l="l" r="r" t="t"/>
              <a:pathLst>
                <a:path extrusionOk="0" h="6939" w="17209">
                  <a:moveTo>
                    <a:pt x="3331" y="0"/>
                  </a:moveTo>
                  <a:cubicBezTo>
                    <a:pt x="1388" y="0"/>
                    <a:pt x="0" y="1388"/>
                    <a:pt x="0" y="3331"/>
                  </a:cubicBezTo>
                  <a:cubicBezTo>
                    <a:pt x="0" y="5273"/>
                    <a:pt x="1388" y="6939"/>
                    <a:pt x="3331" y="6939"/>
                  </a:cubicBezTo>
                  <a:lnTo>
                    <a:pt x="13878" y="6939"/>
                  </a:lnTo>
                  <a:cubicBezTo>
                    <a:pt x="15543" y="6939"/>
                    <a:pt x="17208" y="5273"/>
                    <a:pt x="17208" y="3331"/>
                  </a:cubicBezTo>
                  <a:cubicBezTo>
                    <a:pt x="17208" y="1388"/>
                    <a:pt x="15543" y="0"/>
                    <a:pt x="13878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CB3B7"/>
                </a:solidFill>
              </a:endParaRPr>
            </a:p>
          </p:txBody>
        </p:sp>
        <p:sp>
          <p:nvSpPr>
            <p:cNvPr id="463" name="Google Shape;463;p17"/>
            <p:cNvSpPr/>
            <p:nvPr/>
          </p:nvSpPr>
          <p:spPr>
            <a:xfrm>
              <a:off x="1801225" y="3103825"/>
              <a:ext cx="346950" cy="173475"/>
            </a:xfrm>
            <a:custGeom>
              <a:rect b="b" l="l" r="r" t="t"/>
              <a:pathLst>
                <a:path extrusionOk="0" h="6939" w="13878">
                  <a:moveTo>
                    <a:pt x="3331" y="0"/>
                  </a:moveTo>
                  <a:cubicBezTo>
                    <a:pt x="1388" y="0"/>
                    <a:pt x="0" y="1388"/>
                    <a:pt x="0" y="3331"/>
                  </a:cubicBezTo>
                  <a:cubicBezTo>
                    <a:pt x="0" y="5273"/>
                    <a:pt x="1388" y="6939"/>
                    <a:pt x="3331" y="6939"/>
                  </a:cubicBezTo>
                  <a:lnTo>
                    <a:pt x="10270" y="6939"/>
                  </a:lnTo>
                  <a:cubicBezTo>
                    <a:pt x="12213" y="6939"/>
                    <a:pt x="13878" y="5273"/>
                    <a:pt x="13878" y="3331"/>
                  </a:cubicBezTo>
                  <a:cubicBezTo>
                    <a:pt x="13878" y="1388"/>
                    <a:pt x="12213" y="0"/>
                    <a:pt x="10270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CB3B7"/>
                </a:solidFill>
              </a:endParaRPr>
            </a:p>
          </p:txBody>
        </p:sp>
        <p:sp>
          <p:nvSpPr>
            <p:cNvPr id="464" name="Google Shape;464;p17"/>
            <p:cNvSpPr/>
            <p:nvPr/>
          </p:nvSpPr>
          <p:spPr>
            <a:xfrm>
              <a:off x="2321625" y="3103825"/>
              <a:ext cx="173500" cy="173475"/>
            </a:xfrm>
            <a:custGeom>
              <a:rect b="b" l="l" r="r" t="t"/>
              <a:pathLst>
                <a:path extrusionOk="0" h="6939" w="6940">
                  <a:moveTo>
                    <a:pt x="3331" y="0"/>
                  </a:moveTo>
                  <a:cubicBezTo>
                    <a:pt x="2429" y="0"/>
                    <a:pt x="1527" y="278"/>
                    <a:pt x="833" y="833"/>
                  </a:cubicBezTo>
                  <a:cubicBezTo>
                    <a:pt x="278" y="1388"/>
                    <a:pt x="1" y="2498"/>
                    <a:pt x="1" y="3331"/>
                  </a:cubicBezTo>
                  <a:cubicBezTo>
                    <a:pt x="1" y="4163"/>
                    <a:pt x="278" y="5273"/>
                    <a:pt x="833" y="5829"/>
                  </a:cubicBezTo>
                  <a:cubicBezTo>
                    <a:pt x="1388" y="6384"/>
                    <a:pt x="2499" y="6939"/>
                    <a:pt x="3331" y="6939"/>
                  </a:cubicBezTo>
                  <a:cubicBezTo>
                    <a:pt x="4164" y="6939"/>
                    <a:pt x="5274" y="6384"/>
                    <a:pt x="5829" y="5829"/>
                  </a:cubicBezTo>
                  <a:cubicBezTo>
                    <a:pt x="6384" y="5273"/>
                    <a:pt x="6939" y="4163"/>
                    <a:pt x="6939" y="3331"/>
                  </a:cubicBezTo>
                  <a:cubicBezTo>
                    <a:pt x="6939" y="2498"/>
                    <a:pt x="6384" y="1388"/>
                    <a:pt x="5829" y="833"/>
                  </a:cubicBezTo>
                  <a:cubicBezTo>
                    <a:pt x="5135" y="278"/>
                    <a:pt x="4233" y="0"/>
                    <a:pt x="3331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ACB3B7"/>
                </a:solidFill>
              </a:endParaRPr>
            </a:p>
          </p:txBody>
        </p:sp>
      </p:grpSp>
      <p:sp>
        <p:nvSpPr>
          <p:cNvPr id="465" name="Google Shape;465;p17"/>
          <p:cNvSpPr txBox="1"/>
          <p:nvPr/>
        </p:nvSpPr>
        <p:spPr>
          <a:xfrm>
            <a:off x="457201" y="2733427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6" name="Google Shape;466;p17"/>
          <p:cNvSpPr txBox="1"/>
          <p:nvPr/>
        </p:nvSpPr>
        <p:spPr>
          <a:xfrm>
            <a:off x="457201" y="29941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524850" y="2332134"/>
            <a:ext cx="437142" cy="371864"/>
          </a:xfrm>
          <a:custGeom>
            <a:rect b="b" l="l" r="r" t="t"/>
            <a:pathLst>
              <a:path extrusionOk="0" h="177078" w="208163">
                <a:moveTo>
                  <a:pt x="13877" y="6940"/>
                </a:moveTo>
                <a:cubicBezTo>
                  <a:pt x="17763" y="6940"/>
                  <a:pt x="20816" y="10270"/>
                  <a:pt x="20816" y="13878"/>
                </a:cubicBezTo>
                <a:cubicBezTo>
                  <a:pt x="20816" y="17764"/>
                  <a:pt x="17763" y="20817"/>
                  <a:pt x="13877" y="20817"/>
                </a:cubicBezTo>
                <a:cubicBezTo>
                  <a:pt x="9992" y="20817"/>
                  <a:pt x="6939" y="17764"/>
                  <a:pt x="6939" y="13878"/>
                </a:cubicBezTo>
                <a:cubicBezTo>
                  <a:pt x="6939" y="10270"/>
                  <a:pt x="9992" y="6940"/>
                  <a:pt x="13877" y="6940"/>
                </a:cubicBezTo>
                <a:close/>
                <a:moveTo>
                  <a:pt x="76326" y="34694"/>
                </a:moveTo>
                <a:lnTo>
                  <a:pt x="76326" y="59119"/>
                </a:lnTo>
                <a:lnTo>
                  <a:pt x="46351" y="59119"/>
                </a:lnTo>
                <a:lnTo>
                  <a:pt x="41910" y="34694"/>
                </a:lnTo>
                <a:close/>
                <a:moveTo>
                  <a:pt x="107689" y="34694"/>
                </a:moveTo>
                <a:lnTo>
                  <a:pt x="107689" y="59119"/>
                </a:lnTo>
                <a:lnTo>
                  <a:pt x="83265" y="59119"/>
                </a:lnTo>
                <a:lnTo>
                  <a:pt x="83265" y="34694"/>
                </a:lnTo>
                <a:close/>
                <a:moveTo>
                  <a:pt x="138775" y="34694"/>
                </a:moveTo>
                <a:lnTo>
                  <a:pt x="138775" y="59119"/>
                </a:lnTo>
                <a:lnTo>
                  <a:pt x="114628" y="59119"/>
                </a:lnTo>
                <a:lnTo>
                  <a:pt x="114628" y="34694"/>
                </a:lnTo>
                <a:close/>
                <a:moveTo>
                  <a:pt x="170138" y="34694"/>
                </a:moveTo>
                <a:lnTo>
                  <a:pt x="170138" y="59119"/>
                </a:lnTo>
                <a:lnTo>
                  <a:pt x="145714" y="59119"/>
                </a:lnTo>
                <a:lnTo>
                  <a:pt x="145714" y="34694"/>
                </a:lnTo>
                <a:close/>
                <a:moveTo>
                  <a:pt x="201224" y="34694"/>
                </a:moveTo>
                <a:lnTo>
                  <a:pt x="201224" y="59119"/>
                </a:lnTo>
                <a:lnTo>
                  <a:pt x="177077" y="59119"/>
                </a:lnTo>
                <a:lnTo>
                  <a:pt x="177077" y="34694"/>
                </a:lnTo>
                <a:close/>
                <a:moveTo>
                  <a:pt x="76326" y="66058"/>
                </a:moveTo>
                <a:lnTo>
                  <a:pt x="76326" y="90204"/>
                </a:lnTo>
                <a:lnTo>
                  <a:pt x="52457" y="90204"/>
                </a:lnTo>
                <a:lnTo>
                  <a:pt x="47739" y="66058"/>
                </a:lnTo>
                <a:close/>
                <a:moveTo>
                  <a:pt x="107689" y="66058"/>
                </a:moveTo>
                <a:lnTo>
                  <a:pt x="107689" y="90204"/>
                </a:lnTo>
                <a:lnTo>
                  <a:pt x="83265" y="90204"/>
                </a:lnTo>
                <a:lnTo>
                  <a:pt x="83265" y="66058"/>
                </a:lnTo>
                <a:close/>
                <a:moveTo>
                  <a:pt x="138775" y="66058"/>
                </a:moveTo>
                <a:lnTo>
                  <a:pt x="138775" y="90204"/>
                </a:lnTo>
                <a:lnTo>
                  <a:pt x="114628" y="90204"/>
                </a:lnTo>
                <a:lnTo>
                  <a:pt x="114628" y="66058"/>
                </a:lnTo>
                <a:close/>
                <a:moveTo>
                  <a:pt x="170138" y="66058"/>
                </a:moveTo>
                <a:lnTo>
                  <a:pt x="170138" y="90204"/>
                </a:lnTo>
                <a:lnTo>
                  <a:pt x="145714" y="90204"/>
                </a:lnTo>
                <a:lnTo>
                  <a:pt x="145714" y="66058"/>
                </a:lnTo>
                <a:close/>
                <a:moveTo>
                  <a:pt x="201224" y="66058"/>
                </a:moveTo>
                <a:lnTo>
                  <a:pt x="201224" y="90204"/>
                </a:lnTo>
                <a:lnTo>
                  <a:pt x="177077" y="90204"/>
                </a:lnTo>
                <a:lnTo>
                  <a:pt x="177077" y="66058"/>
                </a:lnTo>
                <a:close/>
                <a:moveTo>
                  <a:pt x="76326" y="97143"/>
                </a:moveTo>
                <a:lnTo>
                  <a:pt x="76326" y="121568"/>
                </a:lnTo>
                <a:lnTo>
                  <a:pt x="58285" y="121568"/>
                </a:lnTo>
                <a:lnTo>
                  <a:pt x="53845" y="97143"/>
                </a:lnTo>
                <a:close/>
                <a:moveTo>
                  <a:pt x="107689" y="97143"/>
                </a:moveTo>
                <a:lnTo>
                  <a:pt x="107689" y="121568"/>
                </a:lnTo>
                <a:lnTo>
                  <a:pt x="83265" y="121568"/>
                </a:lnTo>
                <a:lnTo>
                  <a:pt x="83265" y="97143"/>
                </a:lnTo>
                <a:close/>
                <a:moveTo>
                  <a:pt x="138775" y="97143"/>
                </a:moveTo>
                <a:lnTo>
                  <a:pt x="138775" y="121568"/>
                </a:lnTo>
                <a:lnTo>
                  <a:pt x="114628" y="121568"/>
                </a:lnTo>
                <a:lnTo>
                  <a:pt x="114628" y="97143"/>
                </a:lnTo>
                <a:close/>
                <a:moveTo>
                  <a:pt x="170138" y="97143"/>
                </a:moveTo>
                <a:lnTo>
                  <a:pt x="170138" y="121568"/>
                </a:lnTo>
                <a:lnTo>
                  <a:pt x="145714" y="121568"/>
                </a:lnTo>
                <a:lnTo>
                  <a:pt x="145714" y="97143"/>
                </a:lnTo>
                <a:close/>
                <a:moveTo>
                  <a:pt x="201224" y="97143"/>
                </a:moveTo>
                <a:lnTo>
                  <a:pt x="201224" y="111021"/>
                </a:lnTo>
                <a:cubicBezTo>
                  <a:pt x="201224" y="116849"/>
                  <a:pt x="196505" y="121568"/>
                  <a:pt x="190954" y="121568"/>
                </a:cubicBezTo>
                <a:lnTo>
                  <a:pt x="177077" y="121568"/>
                </a:lnTo>
                <a:lnTo>
                  <a:pt x="177077" y="97143"/>
                </a:lnTo>
                <a:close/>
                <a:moveTo>
                  <a:pt x="79934" y="142384"/>
                </a:moveTo>
                <a:cubicBezTo>
                  <a:pt x="87428" y="142384"/>
                  <a:pt x="93812" y="148490"/>
                  <a:pt x="93812" y="156261"/>
                </a:cubicBezTo>
                <a:cubicBezTo>
                  <a:pt x="93812" y="163755"/>
                  <a:pt x="87428" y="170139"/>
                  <a:pt x="79934" y="170139"/>
                </a:cubicBezTo>
                <a:cubicBezTo>
                  <a:pt x="72163" y="170139"/>
                  <a:pt x="66057" y="163755"/>
                  <a:pt x="66057" y="156261"/>
                </a:cubicBezTo>
                <a:cubicBezTo>
                  <a:pt x="66057" y="148490"/>
                  <a:pt x="72163" y="142384"/>
                  <a:pt x="79934" y="142384"/>
                </a:cubicBezTo>
                <a:close/>
                <a:moveTo>
                  <a:pt x="159591" y="142384"/>
                </a:moveTo>
                <a:cubicBezTo>
                  <a:pt x="167362" y="142384"/>
                  <a:pt x="173469" y="148490"/>
                  <a:pt x="173469" y="156261"/>
                </a:cubicBezTo>
                <a:cubicBezTo>
                  <a:pt x="173469" y="163755"/>
                  <a:pt x="167362" y="170139"/>
                  <a:pt x="159591" y="170139"/>
                </a:cubicBezTo>
                <a:cubicBezTo>
                  <a:pt x="151820" y="170139"/>
                  <a:pt x="145714" y="163755"/>
                  <a:pt x="145714" y="156261"/>
                </a:cubicBezTo>
                <a:cubicBezTo>
                  <a:pt x="145714" y="148490"/>
                  <a:pt x="151820" y="142384"/>
                  <a:pt x="159591" y="142384"/>
                </a:cubicBezTo>
                <a:close/>
                <a:moveTo>
                  <a:pt x="13877" y="1"/>
                </a:moveTo>
                <a:cubicBezTo>
                  <a:pt x="6106" y="1"/>
                  <a:pt x="0" y="6384"/>
                  <a:pt x="0" y="13878"/>
                </a:cubicBezTo>
                <a:cubicBezTo>
                  <a:pt x="0" y="21650"/>
                  <a:pt x="6106" y="27756"/>
                  <a:pt x="13877" y="27756"/>
                </a:cubicBezTo>
                <a:cubicBezTo>
                  <a:pt x="20261" y="27756"/>
                  <a:pt x="25812" y="23315"/>
                  <a:pt x="27200" y="17486"/>
                </a:cubicBezTo>
                <a:lnTo>
                  <a:pt x="31641" y="17486"/>
                </a:lnTo>
                <a:lnTo>
                  <a:pt x="33584" y="27756"/>
                </a:lnTo>
                <a:lnTo>
                  <a:pt x="33306" y="27756"/>
                </a:lnTo>
                <a:lnTo>
                  <a:pt x="34139" y="31919"/>
                </a:lnTo>
                <a:lnTo>
                  <a:pt x="43020" y="78270"/>
                </a:lnTo>
                <a:lnTo>
                  <a:pt x="46628" y="97143"/>
                </a:lnTo>
                <a:lnTo>
                  <a:pt x="51347" y="121568"/>
                </a:lnTo>
                <a:cubicBezTo>
                  <a:pt x="42743" y="122123"/>
                  <a:pt x="35526" y="128784"/>
                  <a:pt x="34694" y="137110"/>
                </a:cubicBezTo>
                <a:cubicBezTo>
                  <a:pt x="34416" y="142106"/>
                  <a:pt x="35804" y="146825"/>
                  <a:pt x="39135" y="150433"/>
                </a:cubicBezTo>
                <a:cubicBezTo>
                  <a:pt x="42465" y="154041"/>
                  <a:pt x="47183" y="156261"/>
                  <a:pt x="51902" y="156261"/>
                </a:cubicBezTo>
                <a:lnTo>
                  <a:pt x="58841" y="156261"/>
                </a:lnTo>
                <a:cubicBezTo>
                  <a:pt x="58841" y="167641"/>
                  <a:pt x="68277" y="177077"/>
                  <a:pt x="79657" y="177077"/>
                </a:cubicBezTo>
                <a:cubicBezTo>
                  <a:pt x="91314" y="177077"/>
                  <a:pt x="100473" y="167641"/>
                  <a:pt x="100473" y="156261"/>
                </a:cubicBezTo>
                <a:lnTo>
                  <a:pt x="138775" y="156261"/>
                </a:lnTo>
                <a:cubicBezTo>
                  <a:pt x="138775" y="167641"/>
                  <a:pt x="148212" y="177077"/>
                  <a:pt x="159591" y="177077"/>
                </a:cubicBezTo>
                <a:cubicBezTo>
                  <a:pt x="170971" y="177077"/>
                  <a:pt x="180407" y="167641"/>
                  <a:pt x="180407" y="156261"/>
                </a:cubicBezTo>
                <a:lnTo>
                  <a:pt x="194285" y="156261"/>
                </a:lnTo>
                <a:cubicBezTo>
                  <a:pt x="196228" y="156261"/>
                  <a:pt x="197615" y="154596"/>
                  <a:pt x="197615" y="152653"/>
                </a:cubicBezTo>
                <a:cubicBezTo>
                  <a:pt x="197615" y="150710"/>
                  <a:pt x="196228" y="149323"/>
                  <a:pt x="194285" y="149323"/>
                </a:cubicBezTo>
                <a:lnTo>
                  <a:pt x="179297" y="149323"/>
                </a:lnTo>
                <a:cubicBezTo>
                  <a:pt x="176244" y="141274"/>
                  <a:pt x="168750" y="135445"/>
                  <a:pt x="159591" y="135445"/>
                </a:cubicBezTo>
                <a:cubicBezTo>
                  <a:pt x="150432" y="135445"/>
                  <a:pt x="142938" y="141274"/>
                  <a:pt x="139885" y="149323"/>
                </a:cubicBezTo>
                <a:lnTo>
                  <a:pt x="99363" y="149323"/>
                </a:lnTo>
                <a:cubicBezTo>
                  <a:pt x="96587" y="141274"/>
                  <a:pt x="88816" y="135445"/>
                  <a:pt x="79657" y="135445"/>
                </a:cubicBezTo>
                <a:cubicBezTo>
                  <a:pt x="70775" y="135445"/>
                  <a:pt x="63004" y="141274"/>
                  <a:pt x="60228" y="149323"/>
                </a:cubicBezTo>
                <a:lnTo>
                  <a:pt x="52179" y="149323"/>
                </a:lnTo>
                <a:cubicBezTo>
                  <a:pt x="49126" y="149323"/>
                  <a:pt x="46351" y="147935"/>
                  <a:pt x="44408" y="145714"/>
                </a:cubicBezTo>
                <a:cubicBezTo>
                  <a:pt x="42188" y="143494"/>
                  <a:pt x="41355" y="140718"/>
                  <a:pt x="41632" y="137665"/>
                </a:cubicBezTo>
                <a:cubicBezTo>
                  <a:pt x="42188" y="132670"/>
                  <a:pt x="47183" y="128506"/>
                  <a:pt x="52734" y="128506"/>
                </a:cubicBezTo>
                <a:lnTo>
                  <a:pt x="190954" y="128506"/>
                </a:lnTo>
                <a:cubicBezTo>
                  <a:pt x="200391" y="128506"/>
                  <a:pt x="208162" y="120735"/>
                  <a:pt x="208162" y="111021"/>
                </a:cubicBezTo>
                <a:lnTo>
                  <a:pt x="208162" y="27756"/>
                </a:lnTo>
                <a:lnTo>
                  <a:pt x="40522" y="27756"/>
                </a:lnTo>
                <a:lnTo>
                  <a:pt x="37747" y="10548"/>
                </a:lnTo>
                <a:lnTo>
                  <a:pt x="27200" y="10548"/>
                </a:lnTo>
                <a:cubicBezTo>
                  <a:pt x="25812" y="4442"/>
                  <a:pt x="20261" y="1"/>
                  <a:pt x="13877" y="1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7"/>
          <p:cNvSpPr txBox="1"/>
          <p:nvPr/>
        </p:nvSpPr>
        <p:spPr>
          <a:xfrm>
            <a:off x="6851700" y="341903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9" name="Google Shape;469;p17"/>
          <p:cNvSpPr txBox="1"/>
          <p:nvPr/>
        </p:nvSpPr>
        <p:spPr>
          <a:xfrm>
            <a:off x="6851700" y="3695782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third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70" name="Google Shape;470;p17"/>
          <p:cNvGrpSpPr/>
          <p:nvPr/>
        </p:nvGrpSpPr>
        <p:grpSpPr>
          <a:xfrm>
            <a:off x="8145807" y="2981902"/>
            <a:ext cx="384061" cy="384061"/>
            <a:chOff x="1190625" y="238125"/>
            <a:chExt cx="5204075" cy="5204075"/>
          </a:xfrm>
        </p:grpSpPr>
        <p:sp>
          <p:nvSpPr>
            <p:cNvPr id="471" name="Google Shape;471;p17"/>
            <p:cNvSpPr/>
            <p:nvPr/>
          </p:nvSpPr>
          <p:spPr>
            <a:xfrm>
              <a:off x="1190625" y="238125"/>
              <a:ext cx="5204075" cy="5204075"/>
            </a:xfrm>
            <a:custGeom>
              <a:rect b="b" l="l" r="r" t="t"/>
              <a:pathLst>
                <a:path extrusionOk="0" h="208163" w="208163">
                  <a:moveTo>
                    <a:pt x="184015" y="6939"/>
                  </a:moveTo>
                  <a:cubicBezTo>
                    <a:pt x="185681" y="6939"/>
                    <a:pt x="187346" y="8604"/>
                    <a:pt x="187346" y="10269"/>
                  </a:cubicBezTo>
                  <a:lnTo>
                    <a:pt x="187346" y="24424"/>
                  </a:lnTo>
                  <a:lnTo>
                    <a:pt x="166530" y="24424"/>
                  </a:lnTo>
                  <a:lnTo>
                    <a:pt x="166530" y="10269"/>
                  </a:lnTo>
                  <a:cubicBezTo>
                    <a:pt x="166530" y="8604"/>
                    <a:pt x="168195" y="6939"/>
                    <a:pt x="169860" y="6939"/>
                  </a:cubicBezTo>
                  <a:close/>
                  <a:moveTo>
                    <a:pt x="187346" y="31363"/>
                  </a:moveTo>
                  <a:lnTo>
                    <a:pt x="187346" y="38302"/>
                  </a:lnTo>
                  <a:lnTo>
                    <a:pt x="166530" y="38302"/>
                  </a:lnTo>
                  <a:lnTo>
                    <a:pt x="166530" y="31363"/>
                  </a:lnTo>
                  <a:close/>
                  <a:moveTo>
                    <a:pt x="159591" y="59118"/>
                  </a:moveTo>
                  <a:lnTo>
                    <a:pt x="159591" y="159591"/>
                  </a:lnTo>
                  <a:lnTo>
                    <a:pt x="6939" y="159591"/>
                  </a:lnTo>
                  <a:lnTo>
                    <a:pt x="6939" y="59118"/>
                  </a:lnTo>
                  <a:close/>
                  <a:moveTo>
                    <a:pt x="201224" y="59118"/>
                  </a:moveTo>
                  <a:lnTo>
                    <a:pt x="201224" y="159591"/>
                  </a:lnTo>
                  <a:lnTo>
                    <a:pt x="194285" y="159591"/>
                  </a:lnTo>
                  <a:lnTo>
                    <a:pt x="194285" y="59118"/>
                  </a:lnTo>
                  <a:close/>
                  <a:moveTo>
                    <a:pt x="187346" y="45241"/>
                  </a:moveTo>
                  <a:lnTo>
                    <a:pt x="187346" y="52179"/>
                  </a:lnTo>
                  <a:lnTo>
                    <a:pt x="187346" y="166530"/>
                  </a:lnTo>
                  <a:lnTo>
                    <a:pt x="187346" y="170138"/>
                  </a:lnTo>
                  <a:lnTo>
                    <a:pt x="166530" y="170138"/>
                  </a:lnTo>
                  <a:lnTo>
                    <a:pt x="166530" y="166530"/>
                  </a:lnTo>
                  <a:lnTo>
                    <a:pt x="166530" y="52179"/>
                  </a:lnTo>
                  <a:lnTo>
                    <a:pt x="166530" y="45241"/>
                  </a:lnTo>
                  <a:close/>
                  <a:moveTo>
                    <a:pt x="184848" y="177077"/>
                  </a:moveTo>
                  <a:lnTo>
                    <a:pt x="177077" y="190677"/>
                  </a:lnTo>
                  <a:lnTo>
                    <a:pt x="169028" y="177077"/>
                  </a:lnTo>
                  <a:close/>
                  <a:moveTo>
                    <a:pt x="169860" y="0"/>
                  </a:moveTo>
                  <a:cubicBezTo>
                    <a:pt x="164309" y="0"/>
                    <a:pt x="159591" y="4718"/>
                    <a:pt x="159591" y="10269"/>
                  </a:cubicBezTo>
                  <a:lnTo>
                    <a:pt x="159591" y="24424"/>
                  </a:lnTo>
                  <a:lnTo>
                    <a:pt x="159591" y="45241"/>
                  </a:lnTo>
                  <a:lnTo>
                    <a:pt x="159591" y="52179"/>
                  </a:lnTo>
                  <a:lnTo>
                    <a:pt x="0" y="52179"/>
                  </a:lnTo>
                  <a:lnTo>
                    <a:pt x="0" y="166530"/>
                  </a:lnTo>
                  <a:lnTo>
                    <a:pt x="159591" y="166530"/>
                  </a:lnTo>
                  <a:lnTo>
                    <a:pt x="159591" y="174301"/>
                  </a:lnTo>
                  <a:lnTo>
                    <a:pt x="173469" y="198726"/>
                  </a:lnTo>
                  <a:lnTo>
                    <a:pt x="173469" y="204832"/>
                  </a:lnTo>
                  <a:cubicBezTo>
                    <a:pt x="173469" y="206497"/>
                    <a:pt x="175134" y="208162"/>
                    <a:pt x="177077" y="208162"/>
                  </a:cubicBezTo>
                  <a:cubicBezTo>
                    <a:pt x="178742" y="208162"/>
                    <a:pt x="180407" y="206497"/>
                    <a:pt x="180407" y="204832"/>
                  </a:cubicBezTo>
                  <a:lnTo>
                    <a:pt x="180407" y="198726"/>
                  </a:lnTo>
                  <a:lnTo>
                    <a:pt x="194285" y="174301"/>
                  </a:lnTo>
                  <a:lnTo>
                    <a:pt x="194285" y="166530"/>
                  </a:lnTo>
                  <a:lnTo>
                    <a:pt x="208162" y="166530"/>
                  </a:lnTo>
                  <a:lnTo>
                    <a:pt x="208162" y="52179"/>
                  </a:lnTo>
                  <a:lnTo>
                    <a:pt x="194285" y="52179"/>
                  </a:lnTo>
                  <a:lnTo>
                    <a:pt x="194285" y="45241"/>
                  </a:lnTo>
                  <a:lnTo>
                    <a:pt x="194285" y="24424"/>
                  </a:lnTo>
                  <a:lnTo>
                    <a:pt x="194285" y="10269"/>
                  </a:lnTo>
                  <a:cubicBezTo>
                    <a:pt x="194285" y="4718"/>
                    <a:pt x="189566" y="0"/>
                    <a:pt x="184015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4229775" y="2493200"/>
              <a:ext cx="430225" cy="173500"/>
            </a:xfrm>
            <a:custGeom>
              <a:rect b="b" l="l" r="r" t="t"/>
              <a:pathLst>
                <a:path extrusionOk="0" h="6940" w="17209">
                  <a:moveTo>
                    <a:pt x="3331" y="1"/>
                  </a:moveTo>
                  <a:cubicBezTo>
                    <a:pt x="1389" y="1"/>
                    <a:pt x="1" y="1666"/>
                    <a:pt x="1" y="3609"/>
                  </a:cubicBezTo>
                  <a:cubicBezTo>
                    <a:pt x="1" y="5274"/>
                    <a:pt x="1389" y="6939"/>
                    <a:pt x="3331" y="6939"/>
                  </a:cubicBezTo>
                  <a:lnTo>
                    <a:pt x="13878" y="6939"/>
                  </a:lnTo>
                  <a:cubicBezTo>
                    <a:pt x="15544" y="6939"/>
                    <a:pt x="17209" y="5274"/>
                    <a:pt x="17209" y="3609"/>
                  </a:cubicBezTo>
                  <a:cubicBezTo>
                    <a:pt x="17209" y="1666"/>
                    <a:pt x="15544" y="1"/>
                    <a:pt x="13878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7"/>
            <p:cNvSpPr/>
            <p:nvPr/>
          </p:nvSpPr>
          <p:spPr>
            <a:xfrm>
              <a:off x="2925300" y="2146275"/>
              <a:ext cx="437175" cy="173475"/>
            </a:xfrm>
            <a:custGeom>
              <a:rect b="b" l="l" r="r" t="t"/>
              <a:pathLst>
                <a:path extrusionOk="0" h="6939" w="17487">
                  <a:moveTo>
                    <a:pt x="3609" y="0"/>
                  </a:moveTo>
                  <a:cubicBezTo>
                    <a:pt x="1666" y="0"/>
                    <a:pt x="0" y="1665"/>
                    <a:pt x="0" y="3608"/>
                  </a:cubicBezTo>
                  <a:cubicBezTo>
                    <a:pt x="0" y="5274"/>
                    <a:pt x="1666" y="6939"/>
                    <a:pt x="3609" y="6939"/>
                  </a:cubicBezTo>
                  <a:lnTo>
                    <a:pt x="13878" y="6939"/>
                  </a:lnTo>
                  <a:cubicBezTo>
                    <a:pt x="15821" y="6939"/>
                    <a:pt x="17486" y="5274"/>
                    <a:pt x="17486" y="3608"/>
                  </a:cubicBezTo>
                  <a:cubicBezTo>
                    <a:pt x="17486" y="1665"/>
                    <a:pt x="15821" y="0"/>
                    <a:pt x="13878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7"/>
            <p:cNvSpPr/>
            <p:nvPr/>
          </p:nvSpPr>
          <p:spPr>
            <a:xfrm>
              <a:off x="3882850" y="2146275"/>
              <a:ext cx="777150" cy="173475"/>
            </a:xfrm>
            <a:custGeom>
              <a:rect b="b" l="l" r="r" t="t"/>
              <a:pathLst>
                <a:path extrusionOk="0" h="6939" w="31086">
                  <a:moveTo>
                    <a:pt x="3331" y="0"/>
                  </a:moveTo>
                  <a:cubicBezTo>
                    <a:pt x="1388" y="0"/>
                    <a:pt x="0" y="1665"/>
                    <a:pt x="0" y="3608"/>
                  </a:cubicBezTo>
                  <a:cubicBezTo>
                    <a:pt x="0" y="5274"/>
                    <a:pt x="1388" y="6939"/>
                    <a:pt x="3331" y="6939"/>
                  </a:cubicBezTo>
                  <a:lnTo>
                    <a:pt x="27755" y="6939"/>
                  </a:lnTo>
                  <a:cubicBezTo>
                    <a:pt x="29421" y="6939"/>
                    <a:pt x="31086" y="5274"/>
                    <a:pt x="31086" y="3608"/>
                  </a:cubicBezTo>
                  <a:cubicBezTo>
                    <a:pt x="31086" y="1665"/>
                    <a:pt x="29421" y="0"/>
                    <a:pt x="27755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7"/>
            <p:cNvSpPr/>
            <p:nvPr/>
          </p:nvSpPr>
          <p:spPr>
            <a:xfrm>
              <a:off x="3535900" y="2148000"/>
              <a:ext cx="173500" cy="171750"/>
            </a:xfrm>
            <a:custGeom>
              <a:rect b="b" l="l" r="r" t="t"/>
              <a:pathLst>
                <a:path extrusionOk="0" h="6870" w="6940">
                  <a:moveTo>
                    <a:pt x="3331" y="1"/>
                  </a:moveTo>
                  <a:cubicBezTo>
                    <a:pt x="2429" y="1"/>
                    <a:pt x="1527" y="347"/>
                    <a:pt x="833" y="1041"/>
                  </a:cubicBezTo>
                  <a:cubicBezTo>
                    <a:pt x="278" y="1596"/>
                    <a:pt x="1" y="2429"/>
                    <a:pt x="1" y="3539"/>
                  </a:cubicBezTo>
                  <a:cubicBezTo>
                    <a:pt x="1" y="4372"/>
                    <a:pt x="278" y="5205"/>
                    <a:pt x="833" y="5760"/>
                  </a:cubicBezTo>
                  <a:cubicBezTo>
                    <a:pt x="1666" y="6592"/>
                    <a:pt x="2499" y="6870"/>
                    <a:pt x="3331" y="6870"/>
                  </a:cubicBezTo>
                  <a:cubicBezTo>
                    <a:pt x="4164" y="6870"/>
                    <a:pt x="5274" y="6592"/>
                    <a:pt x="5829" y="5760"/>
                  </a:cubicBezTo>
                  <a:cubicBezTo>
                    <a:pt x="6384" y="5205"/>
                    <a:pt x="6940" y="4372"/>
                    <a:pt x="6940" y="3539"/>
                  </a:cubicBezTo>
                  <a:cubicBezTo>
                    <a:pt x="6940" y="2429"/>
                    <a:pt x="6384" y="1596"/>
                    <a:pt x="5829" y="1041"/>
                  </a:cubicBezTo>
                  <a:cubicBezTo>
                    <a:pt x="5135" y="347"/>
                    <a:pt x="4233" y="1"/>
                    <a:pt x="3331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7"/>
            <p:cNvSpPr/>
            <p:nvPr/>
          </p:nvSpPr>
          <p:spPr>
            <a:xfrm>
              <a:off x="3272225" y="2493200"/>
              <a:ext cx="784125" cy="173500"/>
            </a:xfrm>
            <a:custGeom>
              <a:rect b="b" l="l" r="r" t="t"/>
              <a:pathLst>
                <a:path extrusionOk="0" h="6940" w="31365">
                  <a:moveTo>
                    <a:pt x="3609" y="1"/>
                  </a:moveTo>
                  <a:cubicBezTo>
                    <a:pt x="1666" y="1"/>
                    <a:pt x="1" y="1666"/>
                    <a:pt x="1" y="3609"/>
                  </a:cubicBezTo>
                  <a:cubicBezTo>
                    <a:pt x="1" y="5274"/>
                    <a:pt x="1666" y="6939"/>
                    <a:pt x="3609" y="6939"/>
                  </a:cubicBezTo>
                  <a:lnTo>
                    <a:pt x="27756" y="6939"/>
                  </a:lnTo>
                  <a:cubicBezTo>
                    <a:pt x="29699" y="6939"/>
                    <a:pt x="31364" y="5274"/>
                    <a:pt x="31364" y="3609"/>
                  </a:cubicBezTo>
                  <a:cubicBezTo>
                    <a:pt x="31364" y="1666"/>
                    <a:pt x="29699" y="1"/>
                    <a:pt x="27756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7"/>
            <p:cNvSpPr/>
            <p:nvPr/>
          </p:nvSpPr>
          <p:spPr>
            <a:xfrm>
              <a:off x="2925300" y="2494950"/>
              <a:ext cx="173500" cy="171750"/>
            </a:xfrm>
            <a:custGeom>
              <a:rect b="b" l="l" r="r" t="t"/>
              <a:pathLst>
                <a:path extrusionOk="0" h="6870" w="6940">
                  <a:moveTo>
                    <a:pt x="3470" y="0"/>
                  </a:moveTo>
                  <a:cubicBezTo>
                    <a:pt x="2568" y="0"/>
                    <a:pt x="1666" y="347"/>
                    <a:pt x="1111" y="1041"/>
                  </a:cubicBezTo>
                  <a:cubicBezTo>
                    <a:pt x="278" y="1596"/>
                    <a:pt x="0" y="2429"/>
                    <a:pt x="0" y="3539"/>
                  </a:cubicBezTo>
                  <a:cubicBezTo>
                    <a:pt x="0" y="4371"/>
                    <a:pt x="278" y="5204"/>
                    <a:pt x="1111" y="5759"/>
                  </a:cubicBezTo>
                  <a:cubicBezTo>
                    <a:pt x="1666" y="6592"/>
                    <a:pt x="2498" y="6869"/>
                    <a:pt x="3609" y="6869"/>
                  </a:cubicBezTo>
                  <a:cubicBezTo>
                    <a:pt x="4441" y="6869"/>
                    <a:pt x="5274" y="6592"/>
                    <a:pt x="5829" y="5759"/>
                  </a:cubicBezTo>
                  <a:cubicBezTo>
                    <a:pt x="6662" y="5204"/>
                    <a:pt x="6939" y="4371"/>
                    <a:pt x="6939" y="3539"/>
                  </a:cubicBezTo>
                  <a:cubicBezTo>
                    <a:pt x="6939" y="2429"/>
                    <a:pt x="6662" y="1596"/>
                    <a:pt x="5829" y="1041"/>
                  </a:cubicBezTo>
                  <a:cubicBezTo>
                    <a:pt x="5274" y="347"/>
                    <a:pt x="4372" y="0"/>
                    <a:pt x="3470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7"/>
            <p:cNvSpPr/>
            <p:nvPr/>
          </p:nvSpPr>
          <p:spPr>
            <a:xfrm>
              <a:off x="1627750" y="2063000"/>
              <a:ext cx="867375" cy="1734700"/>
            </a:xfrm>
            <a:custGeom>
              <a:rect b="b" l="l" r="r" t="t"/>
              <a:pathLst>
                <a:path extrusionOk="0" h="69388" w="34695">
                  <a:moveTo>
                    <a:pt x="13878" y="14433"/>
                  </a:moveTo>
                  <a:lnTo>
                    <a:pt x="13878" y="27756"/>
                  </a:lnTo>
                  <a:lnTo>
                    <a:pt x="10270" y="25258"/>
                  </a:lnTo>
                  <a:cubicBezTo>
                    <a:pt x="9160" y="24147"/>
                    <a:pt x="8327" y="22760"/>
                    <a:pt x="8050" y="21372"/>
                  </a:cubicBezTo>
                  <a:cubicBezTo>
                    <a:pt x="8050" y="19707"/>
                    <a:pt x="8327" y="18596"/>
                    <a:pt x="9160" y="17486"/>
                  </a:cubicBezTo>
                  <a:cubicBezTo>
                    <a:pt x="10548" y="16098"/>
                    <a:pt x="11935" y="14988"/>
                    <a:pt x="13878" y="14433"/>
                  </a:cubicBezTo>
                  <a:close/>
                  <a:moveTo>
                    <a:pt x="20817" y="41911"/>
                  </a:moveTo>
                  <a:lnTo>
                    <a:pt x="24147" y="44686"/>
                  </a:lnTo>
                  <a:cubicBezTo>
                    <a:pt x="25258" y="45796"/>
                    <a:pt x="26090" y="47184"/>
                    <a:pt x="26368" y="48572"/>
                  </a:cubicBezTo>
                  <a:cubicBezTo>
                    <a:pt x="26368" y="49960"/>
                    <a:pt x="26090" y="51347"/>
                    <a:pt x="25258" y="52457"/>
                  </a:cubicBezTo>
                  <a:cubicBezTo>
                    <a:pt x="23870" y="53845"/>
                    <a:pt x="22482" y="54955"/>
                    <a:pt x="20817" y="55511"/>
                  </a:cubicBezTo>
                  <a:lnTo>
                    <a:pt x="20817" y="41911"/>
                  </a:lnTo>
                  <a:close/>
                  <a:moveTo>
                    <a:pt x="17209" y="1"/>
                  </a:moveTo>
                  <a:cubicBezTo>
                    <a:pt x="15266" y="1"/>
                    <a:pt x="13878" y="1388"/>
                    <a:pt x="13878" y="3331"/>
                  </a:cubicBezTo>
                  <a:lnTo>
                    <a:pt x="13878" y="7217"/>
                  </a:lnTo>
                  <a:cubicBezTo>
                    <a:pt x="9992" y="8050"/>
                    <a:pt x="6384" y="9992"/>
                    <a:pt x="3886" y="13045"/>
                  </a:cubicBezTo>
                  <a:cubicBezTo>
                    <a:pt x="1943" y="15543"/>
                    <a:pt x="833" y="18596"/>
                    <a:pt x="1111" y="21927"/>
                  </a:cubicBezTo>
                  <a:cubicBezTo>
                    <a:pt x="1666" y="25258"/>
                    <a:pt x="3331" y="28588"/>
                    <a:pt x="6107" y="30531"/>
                  </a:cubicBezTo>
                  <a:lnTo>
                    <a:pt x="13878" y="36637"/>
                  </a:lnTo>
                  <a:lnTo>
                    <a:pt x="13878" y="55511"/>
                  </a:lnTo>
                  <a:cubicBezTo>
                    <a:pt x="9715" y="54123"/>
                    <a:pt x="6939" y="50237"/>
                    <a:pt x="6939" y="45796"/>
                  </a:cubicBezTo>
                  <a:cubicBezTo>
                    <a:pt x="6939" y="43853"/>
                    <a:pt x="5274" y="42188"/>
                    <a:pt x="3331" y="42188"/>
                  </a:cubicBezTo>
                  <a:cubicBezTo>
                    <a:pt x="1388" y="42188"/>
                    <a:pt x="1" y="43853"/>
                    <a:pt x="1" y="45796"/>
                  </a:cubicBezTo>
                  <a:cubicBezTo>
                    <a:pt x="1" y="54123"/>
                    <a:pt x="5829" y="61061"/>
                    <a:pt x="13878" y="62727"/>
                  </a:cubicBezTo>
                  <a:lnTo>
                    <a:pt x="13878" y="65780"/>
                  </a:lnTo>
                  <a:cubicBezTo>
                    <a:pt x="13878" y="67723"/>
                    <a:pt x="15266" y="69388"/>
                    <a:pt x="17209" y="69388"/>
                  </a:cubicBezTo>
                  <a:cubicBezTo>
                    <a:pt x="19152" y="69388"/>
                    <a:pt x="20817" y="67723"/>
                    <a:pt x="20817" y="65780"/>
                  </a:cubicBezTo>
                  <a:lnTo>
                    <a:pt x="20817" y="62727"/>
                  </a:lnTo>
                  <a:cubicBezTo>
                    <a:pt x="24425" y="61894"/>
                    <a:pt x="28033" y="59951"/>
                    <a:pt x="30531" y="56898"/>
                  </a:cubicBezTo>
                  <a:cubicBezTo>
                    <a:pt x="32474" y="54400"/>
                    <a:pt x="33584" y="51347"/>
                    <a:pt x="33307" y="48017"/>
                  </a:cubicBezTo>
                  <a:cubicBezTo>
                    <a:pt x="32751" y="44409"/>
                    <a:pt x="31086" y="41355"/>
                    <a:pt x="28311" y="39135"/>
                  </a:cubicBezTo>
                  <a:lnTo>
                    <a:pt x="20817" y="33307"/>
                  </a:lnTo>
                  <a:lnTo>
                    <a:pt x="20817" y="14433"/>
                  </a:lnTo>
                  <a:cubicBezTo>
                    <a:pt x="24703" y="15821"/>
                    <a:pt x="27756" y="19707"/>
                    <a:pt x="27756" y="24147"/>
                  </a:cubicBezTo>
                  <a:cubicBezTo>
                    <a:pt x="27756" y="26090"/>
                    <a:pt x="29143" y="27756"/>
                    <a:pt x="31086" y="27756"/>
                  </a:cubicBezTo>
                  <a:cubicBezTo>
                    <a:pt x="33029" y="27756"/>
                    <a:pt x="34694" y="26090"/>
                    <a:pt x="34694" y="24147"/>
                  </a:cubicBezTo>
                  <a:cubicBezTo>
                    <a:pt x="34694" y="15821"/>
                    <a:pt x="28588" y="8882"/>
                    <a:pt x="20817" y="7217"/>
                  </a:cubicBezTo>
                  <a:lnTo>
                    <a:pt x="20817" y="3331"/>
                  </a:lnTo>
                  <a:cubicBezTo>
                    <a:pt x="20817" y="1388"/>
                    <a:pt x="19152" y="1"/>
                    <a:pt x="17209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7"/>
            <p:cNvSpPr/>
            <p:nvPr/>
          </p:nvSpPr>
          <p:spPr>
            <a:xfrm>
              <a:off x="2707950" y="3126525"/>
              <a:ext cx="749900" cy="750850"/>
            </a:xfrm>
            <a:custGeom>
              <a:rect b="b" l="l" r="r" t="t"/>
              <a:pathLst>
                <a:path extrusionOk="0" h="30034" w="29996">
                  <a:moveTo>
                    <a:pt x="24834" y="0"/>
                  </a:moveTo>
                  <a:cubicBezTo>
                    <a:pt x="24289" y="0"/>
                    <a:pt x="23711" y="146"/>
                    <a:pt x="23127" y="480"/>
                  </a:cubicBezTo>
                  <a:cubicBezTo>
                    <a:pt x="15356" y="4365"/>
                    <a:pt x="12858" y="11859"/>
                    <a:pt x="12025" y="19631"/>
                  </a:cubicBezTo>
                  <a:cubicBezTo>
                    <a:pt x="10637" y="18520"/>
                    <a:pt x="9250" y="17410"/>
                    <a:pt x="7584" y="16023"/>
                  </a:cubicBezTo>
                  <a:cubicBezTo>
                    <a:pt x="6899" y="15451"/>
                    <a:pt x="6143" y="15209"/>
                    <a:pt x="5406" y="15209"/>
                  </a:cubicBezTo>
                  <a:cubicBezTo>
                    <a:pt x="2562" y="15209"/>
                    <a:pt x="0" y="18814"/>
                    <a:pt x="2866" y="21018"/>
                  </a:cubicBezTo>
                  <a:cubicBezTo>
                    <a:pt x="5919" y="23794"/>
                    <a:pt x="9250" y="26569"/>
                    <a:pt x="12580" y="29067"/>
                  </a:cubicBezTo>
                  <a:cubicBezTo>
                    <a:pt x="13333" y="29726"/>
                    <a:pt x="14245" y="30034"/>
                    <a:pt x="15123" y="30034"/>
                  </a:cubicBezTo>
                  <a:cubicBezTo>
                    <a:pt x="16833" y="30034"/>
                    <a:pt x="18409" y="28865"/>
                    <a:pt x="18409" y="26847"/>
                  </a:cubicBezTo>
                  <a:cubicBezTo>
                    <a:pt x="18686" y="19076"/>
                    <a:pt x="18964" y="10194"/>
                    <a:pt x="26458" y="6308"/>
                  </a:cubicBezTo>
                  <a:cubicBezTo>
                    <a:pt x="29995" y="4657"/>
                    <a:pt x="27922" y="0"/>
                    <a:pt x="24834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3336150" y="3446000"/>
              <a:ext cx="795650" cy="298925"/>
            </a:xfrm>
            <a:custGeom>
              <a:rect b="b" l="l" r="r" t="t"/>
              <a:pathLst>
                <a:path extrusionOk="0" h="11957" w="31826">
                  <a:moveTo>
                    <a:pt x="4732" y="1"/>
                  </a:moveTo>
                  <a:cubicBezTo>
                    <a:pt x="2438" y="1"/>
                    <a:pt x="1" y="2529"/>
                    <a:pt x="1330" y="5186"/>
                  </a:cubicBezTo>
                  <a:cubicBezTo>
                    <a:pt x="3272" y="8795"/>
                    <a:pt x="6603" y="11570"/>
                    <a:pt x="10766" y="11848"/>
                  </a:cubicBezTo>
                  <a:cubicBezTo>
                    <a:pt x="11287" y="11922"/>
                    <a:pt x="11807" y="11956"/>
                    <a:pt x="12328" y="11956"/>
                  </a:cubicBezTo>
                  <a:cubicBezTo>
                    <a:pt x="13750" y="11956"/>
                    <a:pt x="15173" y="11699"/>
                    <a:pt x="16595" y="11292"/>
                  </a:cubicBezTo>
                  <a:cubicBezTo>
                    <a:pt x="17694" y="10853"/>
                    <a:pt x="21233" y="8148"/>
                    <a:pt x="23208" y="8148"/>
                  </a:cubicBezTo>
                  <a:cubicBezTo>
                    <a:pt x="23726" y="8148"/>
                    <a:pt x="24136" y="8333"/>
                    <a:pt x="24366" y="8795"/>
                  </a:cubicBezTo>
                  <a:cubicBezTo>
                    <a:pt x="25040" y="9974"/>
                    <a:pt x="26047" y="10463"/>
                    <a:pt x="27068" y="10463"/>
                  </a:cubicBezTo>
                  <a:cubicBezTo>
                    <a:pt x="29410" y="10463"/>
                    <a:pt x="31825" y="7892"/>
                    <a:pt x="30472" y="5186"/>
                  </a:cubicBezTo>
                  <a:cubicBezTo>
                    <a:pt x="28898" y="2488"/>
                    <a:pt x="26048" y="1065"/>
                    <a:pt x="23104" y="1065"/>
                  </a:cubicBezTo>
                  <a:cubicBezTo>
                    <a:pt x="22415" y="1065"/>
                    <a:pt x="21720" y="1143"/>
                    <a:pt x="21036" y="1301"/>
                  </a:cubicBezTo>
                  <a:cubicBezTo>
                    <a:pt x="17933" y="2031"/>
                    <a:pt x="14471" y="4921"/>
                    <a:pt x="11516" y="4921"/>
                  </a:cubicBezTo>
                  <a:cubicBezTo>
                    <a:pt x="9977" y="4921"/>
                    <a:pt x="8576" y="4137"/>
                    <a:pt x="7436" y="1856"/>
                  </a:cubicBezTo>
                  <a:cubicBezTo>
                    <a:pt x="6822" y="540"/>
                    <a:pt x="5792" y="1"/>
                    <a:pt x="4732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1" name="Google Shape;481;p17"/>
          <p:cNvSpPr txBox="1"/>
          <p:nvPr/>
        </p:nvSpPr>
        <p:spPr>
          <a:xfrm>
            <a:off x="6863250" y="1999084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82" name="Google Shape;482;p17"/>
          <p:cNvSpPr txBox="1"/>
          <p:nvPr/>
        </p:nvSpPr>
        <p:spPr>
          <a:xfrm>
            <a:off x="6863250" y="2284132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83" name="Google Shape;483;p17"/>
          <p:cNvGrpSpPr/>
          <p:nvPr/>
        </p:nvGrpSpPr>
        <p:grpSpPr>
          <a:xfrm>
            <a:off x="8183529" y="1560375"/>
            <a:ext cx="384061" cy="384061"/>
            <a:chOff x="1190625" y="238125"/>
            <a:chExt cx="5204075" cy="5204075"/>
          </a:xfrm>
        </p:grpSpPr>
        <p:sp>
          <p:nvSpPr>
            <p:cNvPr id="484" name="Google Shape;484;p17"/>
            <p:cNvSpPr/>
            <p:nvPr/>
          </p:nvSpPr>
          <p:spPr>
            <a:xfrm>
              <a:off x="3882850" y="238125"/>
              <a:ext cx="2511850" cy="2511825"/>
            </a:xfrm>
            <a:custGeom>
              <a:rect b="b" l="l" r="r" t="t"/>
              <a:pathLst>
                <a:path extrusionOk="0" h="100473" w="100474">
                  <a:moveTo>
                    <a:pt x="6939" y="7494"/>
                  </a:moveTo>
                  <a:cubicBezTo>
                    <a:pt x="15266" y="8326"/>
                    <a:pt x="23592" y="10547"/>
                    <a:pt x="31086" y="13322"/>
                  </a:cubicBezTo>
                  <a:cubicBezTo>
                    <a:pt x="31086" y="13600"/>
                    <a:pt x="31086" y="13600"/>
                    <a:pt x="31086" y="13877"/>
                  </a:cubicBezTo>
                  <a:cubicBezTo>
                    <a:pt x="31086" y="15820"/>
                    <a:pt x="32751" y="17208"/>
                    <a:pt x="34694" y="17208"/>
                  </a:cubicBezTo>
                  <a:cubicBezTo>
                    <a:pt x="35527" y="17208"/>
                    <a:pt x="36637" y="16931"/>
                    <a:pt x="37192" y="16098"/>
                  </a:cubicBezTo>
                  <a:cubicBezTo>
                    <a:pt x="58008" y="25812"/>
                    <a:pt x="74661" y="42465"/>
                    <a:pt x="84375" y="63281"/>
                  </a:cubicBezTo>
                  <a:cubicBezTo>
                    <a:pt x="83543" y="63836"/>
                    <a:pt x="83265" y="64947"/>
                    <a:pt x="83265" y="65779"/>
                  </a:cubicBezTo>
                  <a:cubicBezTo>
                    <a:pt x="83265" y="67722"/>
                    <a:pt x="84653" y="69387"/>
                    <a:pt x="86596" y="69387"/>
                  </a:cubicBezTo>
                  <a:lnTo>
                    <a:pt x="87151" y="69387"/>
                  </a:lnTo>
                  <a:cubicBezTo>
                    <a:pt x="89926" y="76881"/>
                    <a:pt x="92147" y="85208"/>
                    <a:pt x="92979" y="93534"/>
                  </a:cubicBezTo>
                  <a:lnTo>
                    <a:pt x="6939" y="93534"/>
                  </a:lnTo>
                  <a:lnTo>
                    <a:pt x="6939" y="7494"/>
                  </a:lnTo>
                  <a:close/>
                  <a:moveTo>
                    <a:pt x="0" y="0"/>
                  </a:moveTo>
                  <a:lnTo>
                    <a:pt x="0" y="100473"/>
                  </a:lnTo>
                  <a:lnTo>
                    <a:pt x="100473" y="100473"/>
                  </a:lnTo>
                  <a:lnTo>
                    <a:pt x="100196" y="96865"/>
                  </a:lnTo>
                  <a:cubicBezTo>
                    <a:pt x="96588" y="45241"/>
                    <a:pt x="55233" y="3886"/>
                    <a:pt x="3608" y="27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3903650" y="2923400"/>
              <a:ext cx="2491050" cy="1748600"/>
            </a:xfrm>
            <a:custGeom>
              <a:rect b="b" l="l" r="r" t="t"/>
              <a:pathLst>
                <a:path extrusionOk="0" h="69944" w="99642">
                  <a:moveTo>
                    <a:pt x="23315" y="6939"/>
                  </a:moveTo>
                  <a:cubicBezTo>
                    <a:pt x="21372" y="6939"/>
                    <a:pt x="19985" y="8605"/>
                    <a:pt x="19985" y="10270"/>
                  </a:cubicBezTo>
                  <a:lnTo>
                    <a:pt x="16654" y="6939"/>
                  </a:lnTo>
                  <a:close/>
                  <a:moveTo>
                    <a:pt x="92147" y="6939"/>
                  </a:moveTo>
                  <a:cubicBezTo>
                    <a:pt x="91315" y="14433"/>
                    <a:pt x="89649" y="21372"/>
                    <a:pt x="87429" y="28311"/>
                  </a:cubicBezTo>
                  <a:cubicBezTo>
                    <a:pt x="86874" y="28033"/>
                    <a:pt x="86319" y="27756"/>
                    <a:pt x="85764" y="27756"/>
                  </a:cubicBezTo>
                  <a:cubicBezTo>
                    <a:pt x="83821" y="27756"/>
                    <a:pt x="82433" y="29421"/>
                    <a:pt x="82433" y="31364"/>
                  </a:cubicBezTo>
                  <a:cubicBezTo>
                    <a:pt x="82433" y="33029"/>
                    <a:pt x="83543" y="34139"/>
                    <a:pt x="84931" y="34694"/>
                  </a:cubicBezTo>
                  <a:cubicBezTo>
                    <a:pt x="81045" y="43576"/>
                    <a:pt x="75772" y="52180"/>
                    <a:pt x="69388" y="59674"/>
                  </a:cubicBezTo>
                  <a:lnTo>
                    <a:pt x="65225" y="55511"/>
                  </a:lnTo>
                  <a:cubicBezTo>
                    <a:pt x="66890" y="55511"/>
                    <a:pt x="68556" y="54123"/>
                    <a:pt x="68556" y="52180"/>
                  </a:cubicBezTo>
                  <a:cubicBezTo>
                    <a:pt x="68556" y="50237"/>
                    <a:pt x="66890" y="48572"/>
                    <a:pt x="64948" y="48572"/>
                  </a:cubicBezTo>
                  <a:cubicBezTo>
                    <a:pt x="63005" y="48572"/>
                    <a:pt x="61617" y="50237"/>
                    <a:pt x="61617" y="51903"/>
                  </a:cubicBezTo>
                  <a:lnTo>
                    <a:pt x="54678" y="45241"/>
                  </a:lnTo>
                  <a:cubicBezTo>
                    <a:pt x="56621" y="44964"/>
                    <a:pt x="58009" y="43576"/>
                    <a:pt x="58009" y="41633"/>
                  </a:cubicBezTo>
                  <a:cubicBezTo>
                    <a:pt x="58009" y="39968"/>
                    <a:pt x="56344" y="38303"/>
                    <a:pt x="54678" y="38303"/>
                  </a:cubicBezTo>
                  <a:cubicBezTo>
                    <a:pt x="52735" y="38303"/>
                    <a:pt x="51348" y="39690"/>
                    <a:pt x="51070" y="41633"/>
                  </a:cubicBezTo>
                  <a:lnTo>
                    <a:pt x="44409" y="34694"/>
                  </a:lnTo>
                  <a:cubicBezTo>
                    <a:pt x="46074" y="34694"/>
                    <a:pt x="47739" y="33307"/>
                    <a:pt x="47739" y="31364"/>
                  </a:cubicBezTo>
                  <a:cubicBezTo>
                    <a:pt x="47739" y="29421"/>
                    <a:pt x="46074" y="27756"/>
                    <a:pt x="44131" y="27756"/>
                  </a:cubicBezTo>
                  <a:cubicBezTo>
                    <a:pt x="42188" y="27756"/>
                    <a:pt x="40801" y="29421"/>
                    <a:pt x="40801" y="31086"/>
                  </a:cubicBezTo>
                  <a:lnTo>
                    <a:pt x="33862" y="24425"/>
                  </a:lnTo>
                  <a:cubicBezTo>
                    <a:pt x="35805" y="24148"/>
                    <a:pt x="37193" y="22760"/>
                    <a:pt x="37193" y="20817"/>
                  </a:cubicBezTo>
                  <a:cubicBezTo>
                    <a:pt x="37193" y="19152"/>
                    <a:pt x="35527" y="17486"/>
                    <a:pt x="33862" y="17486"/>
                  </a:cubicBezTo>
                  <a:cubicBezTo>
                    <a:pt x="31919" y="17486"/>
                    <a:pt x="30531" y="18874"/>
                    <a:pt x="30254" y="20817"/>
                  </a:cubicBezTo>
                  <a:lnTo>
                    <a:pt x="23593" y="13878"/>
                  </a:lnTo>
                  <a:cubicBezTo>
                    <a:pt x="25258" y="13878"/>
                    <a:pt x="26923" y="12490"/>
                    <a:pt x="26923" y="10548"/>
                  </a:cubicBezTo>
                  <a:cubicBezTo>
                    <a:pt x="26923" y="8605"/>
                    <a:pt x="25258" y="6939"/>
                    <a:pt x="23315" y="6939"/>
                  </a:cubicBezTo>
                  <a:close/>
                  <a:moveTo>
                    <a:pt x="1" y="1"/>
                  </a:moveTo>
                  <a:lnTo>
                    <a:pt x="69666" y="69943"/>
                  </a:lnTo>
                  <a:lnTo>
                    <a:pt x="72164" y="67168"/>
                  </a:lnTo>
                  <a:cubicBezTo>
                    <a:pt x="87984" y="49682"/>
                    <a:pt x="97698" y="27201"/>
                    <a:pt x="99364" y="3886"/>
                  </a:cubicBezTo>
                  <a:lnTo>
                    <a:pt x="99641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1190625" y="238125"/>
              <a:ext cx="4329775" cy="5204075"/>
            </a:xfrm>
            <a:custGeom>
              <a:rect b="b" l="l" r="r" t="t"/>
              <a:pathLst>
                <a:path extrusionOk="0" h="208163" w="173191">
                  <a:moveTo>
                    <a:pt x="93812" y="7494"/>
                  </a:moveTo>
                  <a:lnTo>
                    <a:pt x="93812" y="112408"/>
                  </a:lnTo>
                  <a:lnTo>
                    <a:pt x="162644" y="181517"/>
                  </a:lnTo>
                  <a:cubicBezTo>
                    <a:pt x="145991" y="194285"/>
                    <a:pt x="125175" y="201224"/>
                    <a:pt x="104081" y="201224"/>
                  </a:cubicBezTo>
                  <a:cubicBezTo>
                    <a:pt x="50514" y="201224"/>
                    <a:pt x="6939" y="157648"/>
                    <a:pt x="6939" y="104081"/>
                  </a:cubicBezTo>
                  <a:cubicBezTo>
                    <a:pt x="6939" y="54400"/>
                    <a:pt x="44686" y="12767"/>
                    <a:pt x="93812" y="7494"/>
                  </a:cubicBezTo>
                  <a:close/>
                  <a:moveTo>
                    <a:pt x="100751" y="0"/>
                  </a:moveTo>
                  <a:lnTo>
                    <a:pt x="96865" y="278"/>
                  </a:lnTo>
                  <a:cubicBezTo>
                    <a:pt x="42465" y="3886"/>
                    <a:pt x="0" y="49681"/>
                    <a:pt x="0" y="104081"/>
                  </a:cubicBezTo>
                  <a:cubicBezTo>
                    <a:pt x="0" y="161534"/>
                    <a:pt x="46628" y="208162"/>
                    <a:pt x="104081" y="208162"/>
                  </a:cubicBezTo>
                  <a:cubicBezTo>
                    <a:pt x="128228" y="208162"/>
                    <a:pt x="151542" y="199836"/>
                    <a:pt x="170138" y="184571"/>
                  </a:cubicBezTo>
                  <a:lnTo>
                    <a:pt x="173191" y="182073"/>
                  </a:lnTo>
                  <a:lnTo>
                    <a:pt x="100751" y="109632"/>
                  </a:lnTo>
                  <a:lnTo>
                    <a:pt x="100751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4139575" y="49485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609" y="0"/>
                  </a:moveTo>
                  <a:cubicBezTo>
                    <a:pt x="1666" y="0"/>
                    <a:pt x="1" y="1666"/>
                    <a:pt x="1" y="3608"/>
                  </a:cubicBezTo>
                  <a:cubicBezTo>
                    <a:pt x="1" y="5551"/>
                    <a:pt x="1666" y="6939"/>
                    <a:pt x="3609" y="6939"/>
                  </a:cubicBezTo>
                  <a:cubicBezTo>
                    <a:pt x="5274" y="6939"/>
                    <a:pt x="6939" y="5551"/>
                    <a:pt x="6939" y="3608"/>
                  </a:cubicBezTo>
                  <a:cubicBezTo>
                    <a:pt x="6939" y="1666"/>
                    <a:pt x="5274" y="0"/>
                    <a:pt x="3609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4139575" y="101525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609" y="1"/>
                  </a:moveTo>
                  <a:cubicBezTo>
                    <a:pt x="1666" y="1"/>
                    <a:pt x="1" y="1666"/>
                    <a:pt x="1" y="3609"/>
                  </a:cubicBezTo>
                  <a:cubicBezTo>
                    <a:pt x="1" y="5552"/>
                    <a:pt x="1666" y="6939"/>
                    <a:pt x="3609" y="6939"/>
                  </a:cubicBezTo>
                  <a:cubicBezTo>
                    <a:pt x="5274" y="6939"/>
                    <a:pt x="6939" y="5552"/>
                    <a:pt x="6939" y="3609"/>
                  </a:cubicBezTo>
                  <a:cubicBezTo>
                    <a:pt x="6939" y="1666"/>
                    <a:pt x="5274" y="1"/>
                    <a:pt x="3609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4403250" y="758525"/>
              <a:ext cx="173500" cy="173475"/>
            </a:xfrm>
            <a:custGeom>
              <a:rect b="b" l="l" r="r" t="t"/>
              <a:pathLst>
                <a:path extrusionOk="0" h="6939" w="6940">
                  <a:moveTo>
                    <a:pt x="3331" y="0"/>
                  </a:moveTo>
                  <a:cubicBezTo>
                    <a:pt x="1388" y="0"/>
                    <a:pt x="1" y="1666"/>
                    <a:pt x="1" y="3331"/>
                  </a:cubicBezTo>
                  <a:cubicBezTo>
                    <a:pt x="1" y="5274"/>
                    <a:pt x="1388" y="6939"/>
                    <a:pt x="3331" y="6939"/>
                  </a:cubicBezTo>
                  <a:cubicBezTo>
                    <a:pt x="5274" y="6939"/>
                    <a:pt x="6939" y="5274"/>
                    <a:pt x="6939" y="3331"/>
                  </a:cubicBezTo>
                  <a:cubicBezTo>
                    <a:pt x="6939" y="1666"/>
                    <a:pt x="5274" y="0"/>
                    <a:pt x="3331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7"/>
            <p:cNvSpPr/>
            <p:nvPr/>
          </p:nvSpPr>
          <p:spPr>
            <a:xfrm>
              <a:off x="4923650" y="758525"/>
              <a:ext cx="173500" cy="173475"/>
            </a:xfrm>
            <a:custGeom>
              <a:rect b="b" l="l" r="r" t="t"/>
              <a:pathLst>
                <a:path extrusionOk="0" h="6939" w="6940">
                  <a:moveTo>
                    <a:pt x="3331" y="0"/>
                  </a:moveTo>
                  <a:cubicBezTo>
                    <a:pt x="1388" y="0"/>
                    <a:pt x="1" y="1666"/>
                    <a:pt x="1" y="3331"/>
                  </a:cubicBezTo>
                  <a:cubicBezTo>
                    <a:pt x="1" y="5274"/>
                    <a:pt x="1388" y="6939"/>
                    <a:pt x="3331" y="6939"/>
                  </a:cubicBezTo>
                  <a:cubicBezTo>
                    <a:pt x="5274" y="6939"/>
                    <a:pt x="6939" y="5274"/>
                    <a:pt x="6939" y="3331"/>
                  </a:cubicBezTo>
                  <a:cubicBezTo>
                    <a:pt x="6939" y="1666"/>
                    <a:pt x="5274" y="0"/>
                    <a:pt x="3331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4659975" y="101525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609" y="1"/>
                  </a:moveTo>
                  <a:cubicBezTo>
                    <a:pt x="1666" y="1"/>
                    <a:pt x="1" y="1666"/>
                    <a:pt x="1" y="3609"/>
                  </a:cubicBezTo>
                  <a:cubicBezTo>
                    <a:pt x="1" y="5552"/>
                    <a:pt x="1666" y="6939"/>
                    <a:pt x="3609" y="6939"/>
                  </a:cubicBezTo>
                  <a:cubicBezTo>
                    <a:pt x="5274" y="6939"/>
                    <a:pt x="6940" y="5552"/>
                    <a:pt x="6940" y="3609"/>
                  </a:cubicBezTo>
                  <a:cubicBezTo>
                    <a:pt x="6940" y="1666"/>
                    <a:pt x="5274" y="1"/>
                    <a:pt x="3609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5180400" y="1015250"/>
              <a:ext cx="173475" cy="173500"/>
            </a:xfrm>
            <a:custGeom>
              <a:rect b="b" l="l" r="r" t="t"/>
              <a:pathLst>
                <a:path extrusionOk="0" h="6940" w="6939">
                  <a:moveTo>
                    <a:pt x="3608" y="1"/>
                  </a:moveTo>
                  <a:cubicBezTo>
                    <a:pt x="1665" y="1"/>
                    <a:pt x="0" y="1666"/>
                    <a:pt x="0" y="3609"/>
                  </a:cubicBezTo>
                  <a:cubicBezTo>
                    <a:pt x="0" y="5552"/>
                    <a:pt x="1665" y="6939"/>
                    <a:pt x="3608" y="6939"/>
                  </a:cubicBezTo>
                  <a:cubicBezTo>
                    <a:pt x="5274" y="6939"/>
                    <a:pt x="6939" y="5552"/>
                    <a:pt x="6939" y="3609"/>
                  </a:cubicBezTo>
                  <a:cubicBezTo>
                    <a:pt x="6939" y="1666"/>
                    <a:pt x="5274" y="1"/>
                    <a:pt x="3608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5444050" y="1278925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2" y="0"/>
                  </a:moveTo>
                  <a:cubicBezTo>
                    <a:pt x="1389" y="0"/>
                    <a:pt x="1" y="1666"/>
                    <a:pt x="1" y="3331"/>
                  </a:cubicBezTo>
                  <a:cubicBezTo>
                    <a:pt x="1" y="5274"/>
                    <a:pt x="1389" y="6939"/>
                    <a:pt x="3332" y="6939"/>
                  </a:cubicBezTo>
                  <a:cubicBezTo>
                    <a:pt x="5274" y="6939"/>
                    <a:pt x="6940" y="5274"/>
                    <a:pt x="6940" y="3331"/>
                  </a:cubicBezTo>
                  <a:cubicBezTo>
                    <a:pt x="6940" y="1666"/>
                    <a:pt x="5274" y="0"/>
                    <a:pt x="3332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4403250" y="1278925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0"/>
                  </a:moveTo>
                  <a:cubicBezTo>
                    <a:pt x="1388" y="0"/>
                    <a:pt x="1" y="1666"/>
                    <a:pt x="1" y="3331"/>
                  </a:cubicBezTo>
                  <a:cubicBezTo>
                    <a:pt x="1" y="5274"/>
                    <a:pt x="1388" y="6939"/>
                    <a:pt x="3331" y="6939"/>
                  </a:cubicBezTo>
                  <a:cubicBezTo>
                    <a:pt x="5274" y="6939"/>
                    <a:pt x="6939" y="5274"/>
                    <a:pt x="6939" y="3331"/>
                  </a:cubicBezTo>
                  <a:cubicBezTo>
                    <a:pt x="6939" y="1666"/>
                    <a:pt x="5274" y="0"/>
                    <a:pt x="3331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4923650" y="1278925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0"/>
                  </a:moveTo>
                  <a:cubicBezTo>
                    <a:pt x="1388" y="0"/>
                    <a:pt x="1" y="1666"/>
                    <a:pt x="1" y="3331"/>
                  </a:cubicBezTo>
                  <a:cubicBezTo>
                    <a:pt x="1" y="5274"/>
                    <a:pt x="1388" y="6939"/>
                    <a:pt x="3331" y="6939"/>
                  </a:cubicBezTo>
                  <a:cubicBezTo>
                    <a:pt x="5274" y="6939"/>
                    <a:pt x="6939" y="5274"/>
                    <a:pt x="6939" y="3331"/>
                  </a:cubicBezTo>
                  <a:cubicBezTo>
                    <a:pt x="6939" y="1666"/>
                    <a:pt x="5274" y="0"/>
                    <a:pt x="3331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5444050" y="1799325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2" y="1"/>
                  </a:moveTo>
                  <a:cubicBezTo>
                    <a:pt x="1389" y="1"/>
                    <a:pt x="1" y="1666"/>
                    <a:pt x="1" y="3331"/>
                  </a:cubicBezTo>
                  <a:cubicBezTo>
                    <a:pt x="1" y="5274"/>
                    <a:pt x="1389" y="6939"/>
                    <a:pt x="3332" y="6939"/>
                  </a:cubicBezTo>
                  <a:cubicBezTo>
                    <a:pt x="5274" y="6939"/>
                    <a:pt x="6940" y="5274"/>
                    <a:pt x="6940" y="3331"/>
                  </a:cubicBezTo>
                  <a:cubicBezTo>
                    <a:pt x="6940" y="1666"/>
                    <a:pt x="5274" y="1"/>
                    <a:pt x="3332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5700800" y="153565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608" y="1"/>
                  </a:moveTo>
                  <a:cubicBezTo>
                    <a:pt x="1666" y="1"/>
                    <a:pt x="0" y="1666"/>
                    <a:pt x="0" y="3609"/>
                  </a:cubicBezTo>
                  <a:cubicBezTo>
                    <a:pt x="0" y="5552"/>
                    <a:pt x="1666" y="6940"/>
                    <a:pt x="3608" y="6940"/>
                  </a:cubicBezTo>
                  <a:cubicBezTo>
                    <a:pt x="5274" y="6940"/>
                    <a:pt x="6939" y="5552"/>
                    <a:pt x="6939" y="3609"/>
                  </a:cubicBezTo>
                  <a:cubicBezTo>
                    <a:pt x="6939" y="1666"/>
                    <a:pt x="5274" y="1"/>
                    <a:pt x="3608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5700800" y="2056075"/>
              <a:ext cx="173500" cy="173475"/>
            </a:xfrm>
            <a:custGeom>
              <a:rect b="b" l="l" r="r" t="t"/>
              <a:pathLst>
                <a:path extrusionOk="0" h="6939" w="6940">
                  <a:moveTo>
                    <a:pt x="3608" y="0"/>
                  </a:moveTo>
                  <a:cubicBezTo>
                    <a:pt x="1666" y="0"/>
                    <a:pt x="0" y="1665"/>
                    <a:pt x="0" y="3608"/>
                  </a:cubicBezTo>
                  <a:cubicBezTo>
                    <a:pt x="0" y="5551"/>
                    <a:pt x="1666" y="6939"/>
                    <a:pt x="3608" y="6939"/>
                  </a:cubicBezTo>
                  <a:cubicBezTo>
                    <a:pt x="5274" y="6939"/>
                    <a:pt x="6939" y="5551"/>
                    <a:pt x="6939" y="3608"/>
                  </a:cubicBezTo>
                  <a:cubicBezTo>
                    <a:pt x="6939" y="1665"/>
                    <a:pt x="5274" y="0"/>
                    <a:pt x="3608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4139575" y="153565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609" y="1"/>
                  </a:moveTo>
                  <a:cubicBezTo>
                    <a:pt x="1666" y="1"/>
                    <a:pt x="1" y="1666"/>
                    <a:pt x="1" y="3609"/>
                  </a:cubicBezTo>
                  <a:cubicBezTo>
                    <a:pt x="1" y="5552"/>
                    <a:pt x="1666" y="6940"/>
                    <a:pt x="3609" y="6940"/>
                  </a:cubicBezTo>
                  <a:cubicBezTo>
                    <a:pt x="5274" y="6940"/>
                    <a:pt x="6939" y="5552"/>
                    <a:pt x="6939" y="3609"/>
                  </a:cubicBezTo>
                  <a:cubicBezTo>
                    <a:pt x="6939" y="1666"/>
                    <a:pt x="5274" y="1"/>
                    <a:pt x="3609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4139575" y="2056075"/>
              <a:ext cx="173500" cy="173475"/>
            </a:xfrm>
            <a:custGeom>
              <a:rect b="b" l="l" r="r" t="t"/>
              <a:pathLst>
                <a:path extrusionOk="0" h="6939" w="6940">
                  <a:moveTo>
                    <a:pt x="3609" y="0"/>
                  </a:moveTo>
                  <a:cubicBezTo>
                    <a:pt x="1666" y="0"/>
                    <a:pt x="1" y="1665"/>
                    <a:pt x="1" y="3608"/>
                  </a:cubicBezTo>
                  <a:cubicBezTo>
                    <a:pt x="1" y="5551"/>
                    <a:pt x="1666" y="6939"/>
                    <a:pt x="3609" y="6939"/>
                  </a:cubicBezTo>
                  <a:cubicBezTo>
                    <a:pt x="5274" y="6939"/>
                    <a:pt x="6939" y="5551"/>
                    <a:pt x="6939" y="3608"/>
                  </a:cubicBezTo>
                  <a:cubicBezTo>
                    <a:pt x="6939" y="1665"/>
                    <a:pt x="5274" y="0"/>
                    <a:pt x="3609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4403250" y="1799325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8" y="1"/>
                    <a:pt x="1" y="1666"/>
                    <a:pt x="1" y="3331"/>
                  </a:cubicBezTo>
                  <a:cubicBezTo>
                    <a:pt x="1" y="5274"/>
                    <a:pt x="1388" y="6939"/>
                    <a:pt x="3331" y="6939"/>
                  </a:cubicBezTo>
                  <a:cubicBezTo>
                    <a:pt x="5274" y="6939"/>
                    <a:pt x="6939" y="5274"/>
                    <a:pt x="6939" y="3331"/>
                  </a:cubicBezTo>
                  <a:cubicBezTo>
                    <a:pt x="6939" y="1666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4923650" y="1799325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8" y="1"/>
                    <a:pt x="1" y="1666"/>
                    <a:pt x="1" y="3331"/>
                  </a:cubicBezTo>
                  <a:cubicBezTo>
                    <a:pt x="1" y="5274"/>
                    <a:pt x="1388" y="6939"/>
                    <a:pt x="3331" y="6939"/>
                  </a:cubicBezTo>
                  <a:cubicBezTo>
                    <a:pt x="5274" y="6939"/>
                    <a:pt x="6939" y="5274"/>
                    <a:pt x="6939" y="3331"/>
                  </a:cubicBezTo>
                  <a:cubicBezTo>
                    <a:pt x="6939" y="1666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4659975" y="153565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609" y="1"/>
                  </a:moveTo>
                  <a:cubicBezTo>
                    <a:pt x="1666" y="1"/>
                    <a:pt x="1" y="1666"/>
                    <a:pt x="1" y="3609"/>
                  </a:cubicBezTo>
                  <a:cubicBezTo>
                    <a:pt x="1" y="5552"/>
                    <a:pt x="1666" y="6940"/>
                    <a:pt x="3609" y="6940"/>
                  </a:cubicBezTo>
                  <a:cubicBezTo>
                    <a:pt x="5274" y="6940"/>
                    <a:pt x="6940" y="5552"/>
                    <a:pt x="6940" y="3609"/>
                  </a:cubicBezTo>
                  <a:cubicBezTo>
                    <a:pt x="6940" y="1666"/>
                    <a:pt x="5274" y="1"/>
                    <a:pt x="3609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5180400" y="1535650"/>
              <a:ext cx="173475" cy="173500"/>
            </a:xfrm>
            <a:custGeom>
              <a:rect b="b" l="l" r="r" t="t"/>
              <a:pathLst>
                <a:path extrusionOk="0" h="6940" w="6939">
                  <a:moveTo>
                    <a:pt x="3608" y="1"/>
                  </a:moveTo>
                  <a:cubicBezTo>
                    <a:pt x="1665" y="1"/>
                    <a:pt x="0" y="1666"/>
                    <a:pt x="0" y="3609"/>
                  </a:cubicBezTo>
                  <a:cubicBezTo>
                    <a:pt x="0" y="5552"/>
                    <a:pt x="1665" y="6940"/>
                    <a:pt x="3608" y="6940"/>
                  </a:cubicBezTo>
                  <a:cubicBezTo>
                    <a:pt x="5274" y="6940"/>
                    <a:pt x="6939" y="5552"/>
                    <a:pt x="6939" y="3609"/>
                  </a:cubicBezTo>
                  <a:cubicBezTo>
                    <a:pt x="6939" y="1666"/>
                    <a:pt x="5274" y="1"/>
                    <a:pt x="3608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7"/>
            <p:cNvSpPr/>
            <p:nvPr/>
          </p:nvSpPr>
          <p:spPr>
            <a:xfrm>
              <a:off x="4659975" y="2056075"/>
              <a:ext cx="173500" cy="173475"/>
            </a:xfrm>
            <a:custGeom>
              <a:rect b="b" l="l" r="r" t="t"/>
              <a:pathLst>
                <a:path extrusionOk="0" h="6939" w="6940">
                  <a:moveTo>
                    <a:pt x="3609" y="0"/>
                  </a:moveTo>
                  <a:cubicBezTo>
                    <a:pt x="1666" y="0"/>
                    <a:pt x="1" y="1665"/>
                    <a:pt x="1" y="3608"/>
                  </a:cubicBezTo>
                  <a:cubicBezTo>
                    <a:pt x="1" y="5551"/>
                    <a:pt x="1666" y="6939"/>
                    <a:pt x="3609" y="6939"/>
                  </a:cubicBezTo>
                  <a:cubicBezTo>
                    <a:pt x="5274" y="6939"/>
                    <a:pt x="6940" y="5551"/>
                    <a:pt x="6940" y="3608"/>
                  </a:cubicBezTo>
                  <a:cubicBezTo>
                    <a:pt x="6940" y="1665"/>
                    <a:pt x="5274" y="0"/>
                    <a:pt x="3609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5180400" y="2056075"/>
              <a:ext cx="173475" cy="173475"/>
            </a:xfrm>
            <a:custGeom>
              <a:rect b="b" l="l" r="r" t="t"/>
              <a:pathLst>
                <a:path extrusionOk="0" h="6939" w="6939">
                  <a:moveTo>
                    <a:pt x="3608" y="0"/>
                  </a:moveTo>
                  <a:cubicBezTo>
                    <a:pt x="1665" y="0"/>
                    <a:pt x="0" y="1665"/>
                    <a:pt x="0" y="3608"/>
                  </a:cubicBezTo>
                  <a:cubicBezTo>
                    <a:pt x="0" y="5551"/>
                    <a:pt x="1665" y="6939"/>
                    <a:pt x="3608" y="6939"/>
                  </a:cubicBezTo>
                  <a:cubicBezTo>
                    <a:pt x="5274" y="6939"/>
                    <a:pt x="6939" y="5551"/>
                    <a:pt x="6939" y="3608"/>
                  </a:cubicBezTo>
                  <a:cubicBezTo>
                    <a:pt x="6939" y="1665"/>
                    <a:pt x="5274" y="0"/>
                    <a:pt x="3608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5964475" y="2319725"/>
              <a:ext cx="173475" cy="173500"/>
            </a:xfrm>
            <a:custGeom>
              <a:rect b="b" l="l" r="r" t="t"/>
              <a:pathLst>
                <a:path extrusionOk="0" h="6940" w="6939">
                  <a:moveTo>
                    <a:pt x="3331" y="1"/>
                  </a:moveTo>
                  <a:cubicBezTo>
                    <a:pt x="1388" y="1"/>
                    <a:pt x="0" y="1666"/>
                    <a:pt x="0" y="3332"/>
                  </a:cubicBezTo>
                  <a:cubicBezTo>
                    <a:pt x="0" y="5274"/>
                    <a:pt x="1388" y="6940"/>
                    <a:pt x="3331" y="6940"/>
                  </a:cubicBezTo>
                  <a:cubicBezTo>
                    <a:pt x="5274" y="6940"/>
                    <a:pt x="6939" y="5274"/>
                    <a:pt x="6939" y="3332"/>
                  </a:cubicBezTo>
                  <a:cubicBezTo>
                    <a:pt x="6939" y="1666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5444050" y="2319725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2" y="1"/>
                  </a:moveTo>
                  <a:cubicBezTo>
                    <a:pt x="1389" y="1"/>
                    <a:pt x="1" y="1666"/>
                    <a:pt x="1" y="3332"/>
                  </a:cubicBezTo>
                  <a:cubicBezTo>
                    <a:pt x="1" y="5274"/>
                    <a:pt x="1389" y="6940"/>
                    <a:pt x="3332" y="6940"/>
                  </a:cubicBezTo>
                  <a:cubicBezTo>
                    <a:pt x="5274" y="6940"/>
                    <a:pt x="6940" y="5274"/>
                    <a:pt x="6940" y="3332"/>
                  </a:cubicBezTo>
                  <a:cubicBezTo>
                    <a:pt x="6940" y="1666"/>
                    <a:pt x="5274" y="1"/>
                    <a:pt x="3332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4403250" y="2319725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8" y="1"/>
                    <a:pt x="1" y="1666"/>
                    <a:pt x="1" y="3332"/>
                  </a:cubicBezTo>
                  <a:cubicBezTo>
                    <a:pt x="1" y="5274"/>
                    <a:pt x="1388" y="6940"/>
                    <a:pt x="3331" y="6940"/>
                  </a:cubicBezTo>
                  <a:cubicBezTo>
                    <a:pt x="5274" y="6940"/>
                    <a:pt x="6939" y="5274"/>
                    <a:pt x="6939" y="3332"/>
                  </a:cubicBezTo>
                  <a:cubicBezTo>
                    <a:pt x="6939" y="1666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4923650" y="2319725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8" y="1"/>
                    <a:pt x="1" y="1666"/>
                    <a:pt x="1" y="3332"/>
                  </a:cubicBezTo>
                  <a:cubicBezTo>
                    <a:pt x="1" y="5274"/>
                    <a:pt x="1388" y="6940"/>
                    <a:pt x="3331" y="6940"/>
                  </a:cubicBezTo>
                  <a:cubicBezTo>
                    <a:pt x="5274" y="6940"/>
                    <a:pt x="6939" y="5274"/>
                    <a:pt x="6939" y="3332"/>
                  </a:cubicBezTo>
                  <a:cubicBezTo>
                    <a:pt x="6939" y="1666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7"/>
            <p:cNvSpPr/>
            <p:nvPr/>
          </p:nvSpPr>
          <p:spPr>
            <a:xfrm>
              <a:off x="5444050" y="3617275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2" y="1"/>
                  </a:moveTo>
                  <a:cubicBezTo>
                    <a:pt x="1389" y="1"/>
                    <a:pt x="1" y="1666"/>
                    <a:pt x="1" y="3609"/>
                  </a:cubicBezTo>
                  <a:cubicBezTo>
                    <a:pt x="1" y="5552"/>
                    <a:pt x="1389" y="6939"/>
                    <a:pt x="3332" y="6939"/>
                  </a:cubicBezTo>
                  <a:cubicBezTo>
                    <a:pt x="5274" y="6939"/>
                    <a:pt x="6940" y="5552"/>
                    <a:pt x="6940" y="3609"/>
                  </a:cubicBezTo>
                  <a:cubicBezTo>
                    <a:pt x="6940" y="1666"/>
                    <a:pt x="5274" y="1"/>
                    <a:pt x="3332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7"/>
            <p:cNvSpPr/>
            <p:nvPr/>
          </p:nvSpPr>
          <p:spPr>
            <a:xfrm>
              <a:off x="5700800" y="388095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608" y="1"/>
                  </a:moveTo>
                  <a:cubicBezTo>
                    <a:pt x="1666" y="1"/>
                    <a:pt x="0" y="1666"/>
                    <a:pt x="0" y="3331"/>
                  </a:cubicBezTo>
                  <a:cubicBezTo>
                    <a:pt x="0" y="5274"/>
                    <a:pt x="1666" y="6939"/>
                    <a:pt x="3608" y="6939"/>
                  </a:cubicBezTo>
                  <a:cubicBezTo>
                    <a:pt x="5274" y="6939"/>
                    <a:pt x="6939" y="5274"/>
                    <a:pt x="6939" y="3331"/>
                  </a:cubicBezTo>
                  <a:cubicBezTo>
                    <a:pt x="6939" y="1666"/>
                    <a:pt x="5274" y="1"/>
                    <a:pt x="3608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7"/>
            <p:cNvSpPr/>
            <p:nvPr/>
          </p:nvSpPr>
          <p:spPr>
            <a:xfrm>
              <a:off x="5700800" y="336055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608" y="0"/>
                  </a:moveTo>
                  <a:cubicBezTo>
                    <a:pt x="1666" y="0"/>
                    <a:pt x="0" y="1666"/>
                    <a:pt x="0" y="3331"/>
                  </a:cubicBezTo>
                  <a:cubicBezTo>
                    <a:pt x="0" y="5274"/>
                    <a:pt x="1666" y="6939"/>
                    <a:pt x="3608" y="6939"/>
                  </a:cubicBezTo>
                  <a:cubicBezTo>
                    <a:pt x="5274" y="6939"/>
                    <a:pt x="6939" y="5274"/>
                    <a:pt x="6939" y="3331"/>
                  </a:cubicBezTo>
                  <a:cubicBezTo>
                    <a:pt x="6939" y="1666"/>
                    <a:pt x="5274" y="0"/>
                    <a:pt x="3608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7"/>
            <p:cNvSpPr/>
            <p:nvPr/>
          </p:nvSpPr>
          <p:spPr>
            <a:xfrm>
              <a:off x="5180400" y="3360550"/>
              <a:ext cx="173475" cy="173500"/>
            </a:xfrm>
            <a:custGeom>
              <a:rect b="b" l="l" r="r" t="t"/>
              <a:pathLst>
                <a:path extrusionOk="0" h="6940" w="6939">
                  <a:moveTo>
                    <a:pt x="3608" y="0"/>
                  </a:moveTo>
                  <a:cubicBezTo>
                    <a:pt x="1665" y="0"/>
                    <a:pt x="0" y="1666"/>
                    <a:pt x="0" y="3331"/>
                  </a:cubicBezTo>
                  <a:cubicBezTo>
                    <a:pt x="0" y="5274"/>
                    <a:pt x="1665" y="6939"/>
                    <a:pt x="3608" y="6939"/>
                  </a:cubicBezTo>
                  <a:cubicBezTo>
                    <a:pt x="5274" y="6939"/>
                    <a:pt x="6939" y="5274"/>
                    <a:pt x="6939" y="3331"/>
                  </a:cubicBezTo>
                  <a:cubicBezTo>
                    <a:pt x="6939" y="1666"/>
                    <a:pt x="5274" y="0"/>
                    <a:pt x="3608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7"/>
            <p:cNvSpPr/>
            <p:nvPr/>
          </p:nvSpPr>
          <p:spPr>
            <a:xfrm>
              <a:off x="4923650" y="3096875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0"/>
                  </a:moveTo>
                  <a:cubicBezTo>
                    <a:pt x="1388" y="0"/>
                    <a:pt x="1" y="1666"/>
                    <a:pt x="1" y="3609"/>
                  </a:cubicBezTo>
                  <a:cubicBezTo>
                    <a:pt x="1" y="5551"/>
                    <a:pt x="1388" y="6939"/>
                    <a:pt x="3331" y="6939"/>
                  </a:cubicBezTo>
                  <a:cubicBezTo>
                    <a:pt x="5274" y="6939"/>
                    <a:pt x="6939" y="5551"/>
                    <a:pt x="6939" y="3609"/>
                  </a:cubicBezTo>
                  <a:cubicBezTo>
                    <a:pt x="6939" y="1666"/>
                    <a:pt x="5274" y="0"/>
                    <a:pt x="3331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7"/>
            <p:cNvSpPr/>
            <p:nvPr/>
          </p:nvSpPr>
          <p:spPr>
            <a:xfrm>
              <a:off x="5964475" y="3096875"/>
              <a:ext cx="173475" cy="173500"/>
            </a:xfrm>
            <a:custGeom>
              <a:rect b="b" l="l" r="r" t="t"/>
              <a:pathLst>
                <a:path extrusionOk="0" h="6940" w="6939">
                  <a:moveTo>
                    <a:pt x="3331" y="0"/>
                  </a:moveTo>
                  <a:cubicBezTo>
                    <a:pt x="1388" y="0"/>
                    <a:pt x="0" y="1666"/>
                    <a:pt x="0" y="3609"/>
                  </a:cubicBezTo>
                  <a:cubicBezTo>
                    <a:pt x="0" y="5551"/>
                    <a:pt x="1388" y="6939"/>
                    <a:pt x="3331" y="6939"/>
                  </a:cubicBezTo>
                  <a:cubicBezTo>
                    <a:pt x="5274" y="6939"/>
                    <a:pt x="6939" y="5551"/>
                    <a:pt x="6939" y="3609"/>
                  </a:cubicBezTo>
                  <a:cubicBezTo>
                    <a:pt x="6939" y="1666"/>
                    <a:pt x="5274" y="0"/>
                    <a:pt x="3331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7"/>
            <p:cNvSpPr/>
            <p:nvPr/>
          </p:nvSpPr>
          <p:spPr>
            <a:xfrm>
              <a:off x="5444050" y="3096875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2" y="0"/>
                  </a:moveTo>
                  <a:cubicBezTo>
                    <a:pt x="1389" y="0"/>
                    <a:pt x="1" y="1666"/>
                    <a:pt x="1" y="3609"/>
                  </a:cubicBezTo>
                  <a:cubicBezTo>
                    <a:pt x="1" y="5551"/>
                    <a:pt x="1389" y="6939"/>
                    <a:pt x="3332" y="6939"/>
                  </a:cubicBezTo>
                  <a:cubicBezTo>
                    <a:pt x="5274" y="6939"/>
                    <a:pt x="6940" y="5551"/>
                    <a:pt x="6940" y="3609"/>
                  </a:cubicBezTo>
                  <a:cubicBezTo>
                    <a:pt x="6940" y="1666"/>
                    <a:pt x="5274" y="0"/>
                    <a:pt x="3332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8" name="Google Shape;518;p17"/>
          <p:cNvSpPr txBox="1"/>
          <p:nvPr/>
        </p:nvSpPr>
        <p:spPr>
          <a:xfrm>
            <a:off x="445651" y="129248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9" name="Google Shape;519;p17"/>
          <p:cNvSpPr txBox="1"/>
          <p:nvPr/>
        </p:nvSpPr>
        <p:spPr>
          <a:xfrm>
            <a:off x="445651" y="157753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20" name="Google Shape;520;p17"/>
          <p:cNvGrpSpPr/>
          <p:nvPr/>
        </p:nvGrpSpPr>
        <p:grpSpPr>
          <a:xfrm>
            <a:off x="513296" y="832095"/>
            <a:ext cx="384061" cy="384084"/>
            <a:chOff x="1190625" y="265875"/>
            <a:chExt cx="5204075" cy="5148575"/>
          </a:xfrm>
        </p:grpSpPr>
        <p:sp>
          <p:nvSpPr>
            <p:cNvPr id="521" name="Google Shape;521;p17"/>
            <p:cNvSpPr/>
            <p:nvPr/>
          </p:nvSpPr>
          <p:spPr>
            <a:xfrm>
              <a:off x="1190625" y="265875"/>
              <a:ext cx="5204075" cy="5148575"/>
            </a:xfrm>
            <a:custGeom>
              <a:rect b="b" l="l" r="r" t="t"/>
              <a:pathLst>
                <a:path extrusionOk="0" h="205943" w="208163">
                  <a:moveTo>
                    <a:pt x="194285" y="6939"/>
                  </a:moveTo>
                  <a:cubicBezTo>
                    <a:pt x="198170" y="6939"/>
                    <a:pt x="201224" y="9992"/>
                    <a:pt x="201224" y="13878"/>
                  </a:cubicBezTo>
                  <a:cubicBezTo>
                    <a:pt x="201224" y="16376"/>
                    <a:pt x="199836" y="18596"/>
                    <a:pt x="197893" y="19706"/>
                  </a:cubicBezTo>
                  <a:lnTo>
                    <a:pt x="197893" y="10270"/>
                  </a:lnTo>
                  <a:lnTo>
                    <a:pt x="10547" y="10270"/>
                  </a:lnTo>
                  <a:lnTo>
                    <a:pt x="10547" y="19706"/>
                  </a:lnTo>
                  <a:cubicBezTo>
                    <a:pt x="8326" y="18596"/>
                    <a:pt x="6939" y="16376"/>
                    <a:pt x="6939" y="13878"/>
                  </a:cubicBezTo>
                  <a:cubicBezTo>
                    <a:pt x="6939" y="9992"/>
                    <a:pt x="9992" y="6939"/>
                    <a:pt x="13877" y="6939"/>
                  </a:cubicBezTo>
                  <a:close/>
                  <a:moveTo>
                    <a:pt x="190954" y="17208"/>
                  </a:moveTo>
                  <a:lnTo>
                    <a:pt x="190954" y="27755"/>
                  </a:lnTo>
                  <a:lnTo>
                    <a:pt x="190954" y="178742"/>
                  </a:lnTo>
                  <a:lnTo>
                    <a:pt x="187346" y="175412"/>
                  </a:lnTo>
                  <a:lnTo>
                    <a:pt x="166530" y="196228"/>
                  </a:lnTo>
                  <a:lnTo>
                    <a:pt x="145714" y="175412"/>
                  </a:lnTo>
                  <a:lnTo>
                    <a:pt x="124897" y="196228"/>
                  </a:lnTo>
                  <a:lnTo>
                    <a:pt x="104081" y="175412"/>
                  </a:lnTo>
                  <a:lnTo>
                    <a:pt x="83265" y="196228"/>
                  </a:lnTo>
                  <a:lnTo>
                    <a:pt x="62449" y="175412"/>
                  </a:lnTo>
                  <a:lnTo>
                    <a:pt x="41632" y="196228"/>
                  </a:lnTo>
                  <a:lnTo>
                    <a:pt x="20816" y="175412"/>
                  </a:lnTo>
                  <a:lnTo>
                    <a:pt x="17486" y="178742"/>
                  </a:lnTo>
                  <a:lnTo>
                    <a:pt x="17486" y="27755"/>
                  </a:lnTo>
                  <a:lnTo>
                    <a:pt x="17486" y="17208"/>
                  </a:lnTo>
                  <a:close/>
                  <a:moveTo>
                    <a:pt x="13877" y="0"/>
                  </a:moveTo>
                  <a:cubicBezTo>
                    <a:pt x="6106" y="0"/>
                    <a:pt x="0" y="6106"/>
                    <a:pt x="0" y="13878"/>
                  </a:cubicBezTo>
                  <a:cubicBezTo>
                    <a:pt x="0" y="20261"/>
                    <a:pt x="4441" y="25535"/>
                    <a:pt x="10547" y="27200"/>
                  </a:cubicBezTo>
                  <a:lnTo>
                    <a:pt x="10547" y="195673"/>
                  </a:lnTo>
                  <a:lnTo>
                    <a:pt x="20816" y="185126"/>
                  </a:lnTo>
                  <a:lnTo>
                    <a:pt x="41632" y="205942"/>
                  </a:lnTo>
                  <a:lnTo>
                    <a:pt x="62449" y="185126"/>
                  </a:lnTo>
                  <a:lnTo>
                    <a:pt x="83265" y="205942"/>
                  </a:lnTo>
                  <a:lnTo>
                    <a:pt x="104081" y="185126"/>
                  </a:lnTo>
                  <a:lnTo>
                    <a:pt x="124897" y="205942"/>
                  </a:lnTo>
                  <a:lnTo>
                    <a:pt x="145714" y="185126"/>
                  </a:lnTo>
                  <a:lnTo>
                    <a:pt x="166530" y="205942"/>
                  </a:lnTo>
                  <a:lnTo>
                    <a:pt x="187346" y="185126"/>
                  </a:lnTo>
                  <a:lnTo>
                    <a:pt x="197893" y="195673"/>
                  </a:lnTo>
                  <a:lnTo>
                    <a:pt x="197893" y="27200"/>
                  </a:lnTo>
                  <a:cubicBezTo>
                    <a:pt x="203721" y="25535"/>
                    <a:pt x="208162" y="20261"/>
                    <a:pt x="208162" y="13878"/>
                  </a:cubicBezTo>
                  <a:cubicBezTo>
                    <a:pt x="208162" y="6106"/>
                    <a:pt x="202056" y="0"/>
                    <a:pt x="194285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7"/>
            <p:cNvSpPr/>
            <p:nvPr/>
          </p:nvSpPr>
          <p:spPr>
            <a:xfrm>
              <a:off x="3619175" y="3735250"/>
              <a:ext cx="1477975" cy="173475"/>
            </a:xfrm>
            <a:custGeom>
              <a:rect b="b" l="l" r="r" t="t"/>
              <a:pathLst>
                <a:path extrusionOk="0" h="6939" w="59119">
                  <a:moveTo>
                    <a:pt x="3609" y="0"/>
                  </a:moveTo>
                  <a:cubicBezTo>
                    <a:pt x="1666" y="0"/>
                    <a:pt x="0" y="1388"/>
                    <a:pt x="0" y="3331"/>
                  </a:cubicBezTo>
                  <a:cubicBezTo>
                    <a:pt x="0" y="5273"/>
                    <a:pt x="1666" y="6939"/>
                    <a:pt x="3609" y="6939"/>
                  </a:cubicBezTo>
                  <a:lnTo>
                    <a:pt x="55510" y="6939"/>
                  </a:lnTo>
                  <a:cubicBezTo>
                    <a:pt x="57453" y="6939"/>
                    <a:pt x="59118" y="5273"/>
                    <a:pt x="59118" y="3331"/>
                  </a:cubicBezTo>
                  <a:cubicBezTo>
                    <a:pt x="59118" y="1388"/>
                    <a:pt x="57453" y="0"/>
                    <a:pt x="55510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7"/>
            <p:cNvSpPr/>
            <p:nvPr/>
          </p:nvSpPr>
          <p:spPr>
            <a:xfrm>
              <a:off x="5353850" y="3735250"/>
              <a:ext cx="173500" cy="173475"/>
            </a:xfrm>
            <a:custGeom>
              <a:rect b="b" l="l" r="r" t="t"/>
              <a:pathLst>
                <a:path extrusionOk="0" h="6939" w="6940">
                  <a:moveTo>
                    <a:pt x="3470" y="0"/>
                  </a:moveTo>
                  <a:cubicBezTo>
                    <a:pt x="2568" y="0"/>
                    <a:pt x="1666" y="278"/>
                    <a:pt x="1111" y="833"/>
                  </a:cubicBezTo>
                  <a:cubicBezTo>
                    <a:pt x="278" y="1665"/>
                    <a:pt x="1" y="2498"/>
                    <a:pt x="1" y="3331"/>
                  </a:cubicBezTo>
                  <a:cubicBezTo>
                    <a:pt x="1" y="4163"/>
                    <a:pt x="278" y="5273"/>
                    <a:pt x="1111" y="5829"/>
                  </a:cubicBezTo>
                  <a:cubicBezTo>
                    <a:pt x="1666" y="6384"/>
                    <a:pt x="2499" y="6939"/>
                    <a:pt x="3609" y="6939"/>
                  </a:cubicBezTo>
                  <a:cubicBezTo>
                    <a:pt x="4442" y="6939"/>
                    <a:pt x="5274" y="6384"/>
                    <a:pt x="5829" y="5829"/>
                  </a:cubicBezTo>
                  <a:cubicBezTo>
                    <a:pt x="6662" y="5273"/>
                    <a:pt x="6940" y="4163"/>
                    <a:pt x="6940" y="3331"/>
                  </a:cubicBezTo>
                  <a:cubicBezTo>
                    <a:pt x="6940" y="2498"/>
                    <a:pt x="6662" y="1665"/>
                    <a:pt x="5829" y="833"/>
                  </a:cubicBezTo>
                  <a:cubicBezTo>
                    <a:pt x="5274" y="278"/>
                    <a:pt x="4372" y="0"/>
                    <a:pt x="3470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7"/>
            <p:cNvSpPr/>
            <p:nvPr/>
          </p:nvSpPr>
          <p:spPr>
            <a:xfrm>
              <a:off x="4056325" y="2520950"/>
              <a:ext cx="1471025" cy="173500"/>
            </a:xfrm>
            <a:custGeom>
              <a:rect b="b" l="l" r="r" t="t"/>
              <a:pathLst>
                <a:path extrusionOk="0" h="6940" w="58841">
                  <a:moveTo>
                    <a:pt x="3331" y="1"/>
                  </a:moveTo>
                  <a:cubicBezTo>
                    <a:pt x="1388" y="1"/>
                    <a:pt x="0" y="1389"/>
                    <a:pt x="0" y="3331"/>
                  </a:cubicBezTo>
                  <a:cubicBezTo>
                    <a:pt x="0" y="5274"/>
                    <a:pt x="1388" y="6940"/>
                    <a:pt x="3331" y="6940"/>
                  </a:cubicBezTo>
                  <a:lnTo>
                    <a:pt x="55510" y="6940"/>
                  </a:lnTo>
                  <a:cubicBezTo>
                    <a:pt x="57175" y="6940"/>
                    <a:pt x="58841" y="5274"/>
                    <a:pt x="58841" y="3331"/>
                  </a:cubicBezTo>
                  <a:cubicBezTo>
                    <a:pt x="58841" y="1389"/>
                    <a:pt x="57175" y="1"/>
                    <a:pt x="55510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7"/>
            <p:cNvSpPr/>
            <p:nvPr/>
          </p:nvSpPr>
          <p:spPr>
            <a:xfrm>
              <a:off x="4486525" y="3124625"/>
              <a:ext cx="1040825" cy="173500"/>
            </a:xfrm>
            <a:custGeom>
              <a:rect b="b" l="l" r="r" t="t"/>
              <a:pathLst>
                <a:path extrusionOk="0" h="6940" w="41633">
                  <a:moveTo>
                    <a:pt x="3608" y="1"/>
                  </a:moveTo>
                  <a:cubicBezTo>
                    <a:pt x="1665" y="1"/>
                    <a:pt x="0" y="1666"/>
                    <a:pt x="0" y="3609"/>
                  </a:cubicBezTo>
                  <a:cubicBezTo>
                    <a:pt x="0" y="5552"/>
                    <a:pt x="1665" y="6939"/>
                    <a:pt x="3608" y="6939"/>
                  </a:cubicBezTo>
                  <a:lnTo>
                    <a:pt x="38302" y="6939"/>
                  </a:lnTo>
                  <a:cubicBezTo>
                    <a:pt x="39967" y="6939"/>
                    <a:pt x="41633" y="5552"/>
                    <a:pt x="41633" y="3609"/>
                  </a:cubicBezTo>
                  <a:cubicBezTo>
                    <a:pt x="41633" y="1666"/>
                    <a:pt x="39967" y="1"/>
                    <a:pt x="38302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7"/>
            <p:cNvSpPr/>
            <p:nvPr/>
          </p:nvSpPr>
          <p:spPr>
            <a:xfrm>
              <a:off x="3619175" y="3124625"/>
              <a:ext cx="346950" cy="173500"/>
            </a:xfrm>
            <a:custGeom>
              <a:rect b="b" l="l" r="r" t="t"/>
              <a:pathLst>
                <a:path extrusionOk="0" h="6940" w="13878">
                  <a:moveTo>
                    <a:pt x="3609" y="1"/>
                  </a:moveTo>
                  <a:cubicBezTo>
                    <a:pt x="1666" y="1"/>
                    <a:pt x="0" y="1666"/>
                    <a:pt x="0" y="3609"/>
                  </a:cubicBezTo>
                  <a:cubicBezTo>
                    <a:pt x="0" y="5552"/>
                    <a:pt x="1666" y="6939"/>
                    <a:pt x="3609" y="6939"/>
                  </a:cubicBezTo>
                  <a:lnTo>
                    <a:pt x="10547" y="6939"/>
                  </a:lnTo>
                  <a:cubicBezTo>
                    <a:pt x="12213" y="6939"/>
                    <a:pt x="13878" y="5552"/>
                    <a:pt x="13878" y="3609"/>
                  </a:cubicBezTo>
                  <a:cubicBezTo>
                    <a:pt x="13878" y="1666"/>
                    <a:pt x="12213" y="1"/>
                    <a:pt x="10547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7"/>
            <p:cNvSpPr/>
            <p:nvPr/>
          </p:nvSpPr>
          <p:spPr>
            <a:xfrm>
              <a:off x="3619175" y="1910350"/>
              <a:ext cx="1477975" cy="173500"/>
            </a:xfrm>
            <a:custGeom>
              <a:rect b="b" l="l" r="r" t="t"/>
              <a:pathLst>
                <a:path extrusionOk="0" h="6940" w="59119">
                  <a:moveTo>
                    <a:pt x="3609" y="0"/>
                  </a:moveTo>
                  <a:cubicBezTo>
                    <a:pt x="1666" y="0"/>
                    <a:pt x="0" y="1666"/>
                    <a:pt x="0" y="3609"/>
                  </a:cubicBezTo>
                  <a:cubicBezTo>
                    <a:pt x="0" y="5551"/>
                    <a:pt x="1666" y="6939"/>
                    <a:pt x="3609" y="6939"/>
                  </a:cubicBezTo>
                  <a:lnTo>
                    <a:pt x="55510" y="6939"/>
                  </a:lnTo>
                  <a:cubicBezTo>
                    <a:pt x="57453" y="6939"/>
                    <a:pt x="59118" y="5551"/>
                    <a:pt x="59118" y="3609"/>
                  </a:cubicBezTo>
                  <a:cubicBezTo>
                    <a:pt x="59118" y="1666"/>
                    <a:pt x="57453" y="0"/>
                    <a:pt x="55510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7"/>
            <p:cNvSpPr/>
            <p:nvPr/>
          </p:nvSpPr>
          <p:spPr>
            <a:xfrm>
              <a:off x="5353850" y="1912075"/>
              <a:ext cx="173500" cy="171775"/>
            </a:xfrm>
            <a:custGeom>
              <a:rect b="b" l="l" r="r" t="t"/>
              <a:pathLst>
                <a:path extrusionOk="0" h="6871" w="6940">
                  <a:moveTo>
                    <a:pt x="3470" y="1"/>
                  </a:moveTo>
                  <a:cubicBezTo>
                    <a:pt x="2568" y="1"/>
                    <a:pt x="1666" y="348"/>
                    <a:pt x="1111" y="1042"/>
                  </a:cubicBezTo>
                  <a:cubicBezTo>
                    <a:pt x="278" y="1597"/>
                    <a:pt x="1" y="2429"/>
                    <a:pt x="1" y="3540"/>
                  </a:cubicBezTo>
                  <a:cubicBezTo>
                    <a:pt x="1" y="4372"/>
                    <a:pt x="278" y="5205"/>
                    <a:pt x="1111" y="6038"/>
                  </a:cubicBezTo>
                  <a:cubicBezTo>
                    <a:pt x="1666" y="6593"/>
                    <a:pt x="2499" y="6870"/>
                    <a:pt x="3609" y="6870"/>
                  </a:cubicBezTo>
                  <a:cubicBezTo>
                    <a:pt x="4442" y="6870"/>
                    <a:pt x="5274" y="6593"/>
                    <a:pt x="5829" y="6038"/>
                  </a:cubicBezTo>
                  <a:cubicBezTo>
                    <a:pt x="6662" y="5205"/>
                    <a:pt x="6940" y="4372"/>
                    <a:pt x="6940" y="3540"/>
                  </a:cubicBezTo>
                  <a:cubicBezTo>
                    <a:pt x="6940" y="2429"/>
                    <a:pt x="6662" y="1597"/>
                    <a:pt x="5829" y="1042"/>
                  </a:cubicBezTo>
                  <a:cubicBezTo>
                    <a:pt x="5274" y="348"/>
                    <a:pt x="4372" y="1"/>
                    <a:pt x="3470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7"/>
            <p:cNvSpPr/>
            <p:nvPr/>
          </p:nvSpPr>
          <p:spPr>
            <a:xfrm>
              <a:off x="3709375" y="252095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2429" y="1"/>
                    <a:pt x="1527" y="278"/>
                    <a:pt x="833" y="833"/>
                  </a:cubicBezTo>
                  <a:cubicBezTo>
                    <a:pt x="278" y="1666"/>
                    <a:pt x="1" y="2499"/>
                    <a:pt x="1" y="3331"/>
                  </a:cubicBezTo>
                  <a:cubicBezTo>
                    <a:pt x="1" y="4442"/>
                    <a:pt x="278" y="5274"/>
                    <a:pt x="833" y="5829"/>
                  </a:cubicBezTo>
                  <a:cubicBezTo>
                    <a:pt x="1666" y="6384"/>
                    <a:pt x="2498" y="6940"/>
                    <a:pt x="3331" y="6940"/>
                  </a:cubicBezTo>
                  <a:cubicBezTo>
                    <a:pt x="4164" y="6940"/>
                    <a:pt x="5274" y="6384"/>
                    <a:pt x="5829" y="5829"/>
                  </a:cubicBezTo>
                  <a:cubicBezTo>
                    <a:pt x="6384" y="5274"/>
                    <a:pt x="6939" y="4442"/>
                    <a:pt x="6939" y="3331"/>
                  </a:cubicBezTo>
                  <a:cubicBezTo>
                    <a:pt x="6939" y="2499"/>
                    <a:pt x="6384" y="1666"/>
                    <a:pt x="5829" y="833"/>
                  </a:cubicBezTo>
                  <a:cubicBezTo>
                    <a:pt x="5135" y="278"/>
                    <a:pt x="4233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7"/>
            <p:cNvSpPr/>
            <p:nvPr/>
          </p:nvSpPr>
          <p:spPr>
            <a:xfrm>
              <a:off x="4139575" y="3126375"/>
              <a:ext cx="173500" cy="171750"/>
            </a:xfrm>
            <a:custGeom>
              <a:rect b="b" l="l" r="r" t="t"/>
              <a:pathLst>
                <a:path extrusionOk="0" h="6870" w="6940">
                  <a:moveTo>
                    <a:pt x="3470" y="0"/>
                  </a:moveTo>
                  <a:cubicBezTo>
                    <a:pt x="2568" y="0"/>
                    <a:pt x="1666" y="347"/>
                    <a:pt x="1111" y="1041"/>
                  </a:cubicBezTo>
                  <a:cubicBezTo>
                    <a:pt x="278" y="1596"/>
                    <a:pt x="1" y="2429"/>
                    <a:pt x="1" y="3539"/>
                  </a:cubicBezTo>
                  <a:cubicBezTo>
                    <a:pt x="1" y="4371"/>
                    <a:pt x="278" y="5204"/>
                    <a:pt x="1111" y="6037"/>
                  </a:cubicBezTo>
                  <a:cubicBezTo>
                    <a:pt x="1666" y="6592"/>
                    <a:pt x="2499" y="6869"/>
                    <a:pt x="3609" y="6869"/>
                  </a:cubicBezTo>
                  <a:cubicBezTo>
                    <a:pt x="4441" y="6869"/>
                    <a:pt x="5274" y="6592"/>
                    <a:pt x="5829" y="6037"/>
                  </a:cubicBezTo>
                  <a:cubicBezTo>
                    <a:pt x="6662" y="5204"/>
                    <a:pt x="6939" y="4371"/>
                    <a:pt x="6939" y="3539"/>
                  </a:cubicBezTo>
                  <a:cubicBezTo>
                    <a:pt x="6939" y="2429"/>
                    <a:pt x="6662" y="1596"/>
                    <a:pt x="5829" y="1041"/>
                  </a:cubicBezTo>
                  <a:cubicBezTo>
                    <a:pt x="5274" y="347"/>
                    <a:pt x="4372" y="0"/>
                    <a:pt x="3470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7"/>
            <p:cNvSpPr/>
            <p:nvPr/>
          </p:nvSpPr>
          <p:spPr>
            <a:xfrm>
              <a:off x="2148150" y="1910350"/>
              <a:ext cx="867375" cy="1734700"/>
            </a:xfrm>
            <a:custGeom>
              <a:rect b="b" l="l" r="r" t="t"/>
              <a:pathLst>
                <a:path extrusionOk="0" h="69388" w="34695">
                  <a:moveTo>
                    <a:pt x="13878" y="14711"/>
                  </a:moveTo>
                  <a:lnTo>
                    <a:pt x="13878" y="28033"/>
                  </a:lnTo>
                  <a:lnTo>
                    <a:pt x="10270" y="25257"/>
                  </a:lnTo>
                  <a:cubicBezTo>
                    <a:pt x="9160" y="24425"/>
                    <a:pt x="8327" y="23037"/>
                    <a:pt x="8050" y="21372"/>
                  </a:cubicBezTo>
                  <a:cubicBezTo>
                    <a:pt x="8050" y="19984"/>
                    <a:pt x="8327" y="18596"/>
                    <a:pt x="9160" y="17486"/>
                  </a:cubicBezTo>
                  <a:cubicBezTo>
                    <a:pt x="10548" y="16098"/>
                    <a:pt x="11935" y="15266"/>
                    <a:pt x="13878" y="14711"/>
                  </a:cubicBezTo>
                  <a:close/>
                  <a:moveTo>
                    <a:pt x="20817" y="42188"/>
                  </a:moveTo>
                  <a:lnTo>
                    <a:pt x="24148" y="44964"/>
                  </a:lnTo>
                  <a:cubicBezTo>
                    <a:pt x="25258" y="45796"/>
                    <a:pt x="26091" y="47184"/>
                    <a:pt x="26368" y="48849"/>
                  </a:cubicBezTo>
                  <a:cubicBezTo>
                    <a:pt x="26368" y="50237"/>
                    <a:pt x="26091" y="51625"/>
                    <a:pt x="25258" y="52735"/>
                  </a:cubicBezTo>
                  <a:cubicBezTo>
                    <a:pt x="23870" y="54123"/>
                    <a:pt x="22482" y="54955"/>
                    <a:pt x="20817" y="55788"/>
                  </a:cubicBezTo>
                  <a:lnTo>
                    <a:pt x="20817" y="42188"/>
                  </a:lnTo>
                  <a:close/>
                  <a:moveTo>
                    <a:pt x="17209" y="0"/>
                  </a:moveTo>
                  <a:cubicBezTo>
                    <a:pt x="15266" y="0"/>
                    <a:pt x="13878" y="1666"/>
                    <a:pt x="13878" y="3609"/>
                  </a:cubicBezTo>
                  <a:lnTo>
                    <a:pt x="13878" y="7217"/>
                  </a:lnTo>
                  <a:cubicBezTo>
                    <a:pt x="9993" y="8049"/>
                    <a:pt x="6385" y="9992"/>
                    <a:pt x="3887" y="13045"/>
                  </a:cubicBezTo>
                  <a:cubicBezTo>
                    <a:pt x="1944" y="15543"/>
                    <a:pt x="834" y="18874"/>
                    <a:pt x="1111" y="22204"/>
                  </a:cubicBezTo>
                  <a:cubicBezTo>
                    <a:pt x="1666" y="25535"/>
                    <a:pt x="3331" y="28588"/>
                    <a:pt x="6107" y="30808"/>
                  </a:cubicBezTo>
                  <a:lnTo>
                    <a:pt x="13878" y="36915"/>
                  </a:lnTo>
                  <a:lnTo>
                    <a:pt x="13878" y="55788"/>
                  </a:lnTo>
                  <a:cubicBezTo>
                    <a:pt x="9715" y="54123"/>
                    <a:pt x="6940" y="50515"/>
                    <a:pt x="6940" y="45796"/>
                  </a:cubicBezTo>
                  <a:cubicBezTo>
                    <a:pt x="6940" y="44131"/>
                    <a:pt x="5274" y="42466"/>
                    <a:pt x="3331" y="42466"/>
                  </a:cubicBezTo>
                  <a:cubicBezTo>
                    <a:pt x="1389" y="42466"/>
                    <a:pt x="1" y="44131"/>
                    <a:pt x="1" y="45796"/>
                  </a:cubicBezTo>
                  <a:cubicBezTo>
                    <a:pt x="1" y="54400"/>
                    <a:pt x="5829" y="61339"/>
                    <a:pt x="13878" y="63004"/>
                  </a:cubicBezTo>
                  <a:lnTo>
                    <a:pt x="13878" y="66057"/>
                  </a:lnTo>
                  <a:cubicBezTo>
                    <a:pt x="13878" y="68000"/>
                    <a:pt x="15266" y="69388"/>
                    <a:pt x="17209" y="69388"/>
                  </a:cubicBezTo>
                  <a:cubicBezTo>
                    <a:pt x="19152" y="69388"/>
                    <a:pt x="20817" y="68000"/>
                    <a:pt x="20817" y="66057"/>
                  </a:cubicBezTo>
                  <a:lnTo>
                    <a:pt x="20817" y="63004"/>
                  </a:lnTo>
                  <a:cubicBezTo>
                    <a:pt x="24425" y="62172"/>
                    <a:pt x="28033" y="60229"/>
                    <a:pt x="30531" y="57176"/>
                  </a:cubicBezTo>
                  <a:cubicBezTo>
                    <a:pt x="32474" y="54678"/>
                    <a:pt x="33584" y="51347"/>
                    <a:pt x="33307" y="48017"/>
                  </a:cubicBezTo>
                  <a:cubicBezTo>
                    <a:pt x="32752" y="44686"/>
                    <a:pt x="31086" y="41633"/>
                    <a:pt x="28311" y="39413"/>
                  </a:cubicBezTo>
                  <a:lnTo>
                    <a:pt x="20817" y="33306"/>
                  </a:lnTo>
                  <a:lnTo>
                    <a:pt x="20817" y="14433"/>
                  </a:lnTo>
                  <a:cubicBezTo>
                    <a:pt x="24703" y="16098"/>
                    <a:pt x="27756" y="19707"/>
                    <a:pt x="27756" y="24425"/>
                  </a:cubicBezTo>
                  <a:cubicBezTo>
                    <a:pt x="27756" y="26368"/>
                    <a:pt x="29144" y="27755"/>
                    <a:pt x="31086" y="27755"/>
                  </a:cubicBezTo>
                  <a:cubicBezTo>
                    <a:pt x="33029" y="27755"/>
                    <a:pt x="34695" y="26368"/>
                    <a:pt x="34695" y="24425"/>
                  </a:cubicBezTo>
                  <a:cubicBezTo>
                    <a:pt x="34695" y="15821"/>
                    <a:pt x="28588" y="8882"/>
                    <a:pt x="20817" y="7217"/>
                  </a:cubicBezTo>
                  <a:lnTo>
                    <a:pt x="20817" y="3609"/>
                  </a:lnTo>
                  <a:cubicBezTo>
                    <a:pt x="20817" y="1666"/>
                    <a:pt x="19152" y="0"/>
                    <a:pt x="17209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7"/>
            <p:cNvSpPr/>
            <p:nvPr/>
          </p:nvSpPr>
          <p:spPr>
            <a:xfrm>
              <a:off x="4576725" y="1133200"/>
              <a:ext cx="173475" cy="173500"/>
            </a:xfrm>
            <a:custGeom>
              <a:rect b="b" l="l" r="r" t="t"/>
              <a:pathLst>
                <a:path extrusionOk="0" h="6940" w="6939">
                  <a:moveTo>
                    <a:pt x="3331" y="1"/>
                  </a:moveTo>
                  <a:cubicBezTo>
                    <a:pt x="1388" y="1"/>
                    <a:pt x="0" y="1389"/>
                    <a:pt x="0" y="3332"/>
                  </a:cubicBezTo>
                  <a:cubicBezTo>
                    <a:pt x="0" y="5274"/>
                    <a:pt x="1388" y="6940"/>
                    <a:pt x="3331" y="6940"/>
                  </a:cubicBezTo>
                  <a:cubicBezTo>
                    <a:pt x="5274" y="6940"/>
                    <a:pt x="6939" y="5274"/>
                    <a:pt x="6939" y="3332"/>
                  </a:cubicBezTo>
                  <a:cubicBezTo>
                    <a:pt x="6939" y="1389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7"/>
            <p:cNvSpPr/>
            <p:nvPr/>
          </p:nvSpPr>
          <p:spPr>
            <a:xfrm>
              <a:off x="4229775" y="113320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9" y="1"/>
                    <a:pt x="1" y="1389"/>
                    <a:pt x="1" y="3332"/>
                  </a:cubicBezTo>
                  <a:cubicBezTo>
                    <a:pt x="1" y="5274"/>
                    <a:pt x="1389" y="6940"/>
                    <a:pt x="3331" y="6940"/>
                  </a:cubicBezTo>
                  <a:cubicBezTo>
                    <a:pt x="5274" y="6940"/>
                    <a:pt x="6940" y="5274"/>
                    <a:pt x="6940" y="3332"/>
                  </a:cubicBezTo>
                  <a:cubicBezTo>
                    <a:pt x="6940" y="1389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7"/>
            <p:cNvSpPr/>
            <p:nvPr/>
          </p:nvSpPr>
          <p:spPr>
            <a:xfrm>
              <a:off x="4923650" y="113320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8" y="1"/>
                    <a:pt x="1" y="1389"/>
                    <a:pt x="1" y="3332"/>
                  </a:cubicBezTo>
                  <a:cubicBezTo>
                    <a:pt x="1" y="5274"/>
                    <a:pt x="1388" y="6940"/>
                    <a:pt x="3331" y="6940"/>
                  </a:cubicBezTo>
                  <a:cubicBezTo>
                    <a:pt x="5274" y="6940"/>
                    <a:pt x="6939" y="5274"/>
                    <a:pt x="6939" y="3332"/>
                  </a:cubicBezTo>
                  <a:cubicBezTo>
                    <a:pt x="6939" y="1389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7"/>
            <p:cNvSpPr/>
            <p:nvPr/>
          </p:nvSpPr>
          <p:spPr>
            <a:xfrm>
              <a:off x="3882850" y="113320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8" y="1"/>
                    <a:pt x="0" y="1389"/>
                    <a:pt x="0" y="3332"/>
                  </a:cubicBezTo>
                  <a:cubicBezTo>
                    <a:pt x="0" y="5274"/>
                    <a:pt x="1388" y="6940"/>
                    <a:pt x="3331" y="6940"/>
                  </a:cubicBezTo>
                  <a:cubicBezTo>
                    <a:pt x="5274" y="6940"/>
                    <a:pt x="6939" y="5274"/>
                    <a:pt x="6939" y="3332"/>
                  </a:cubicBezTo>
                  <a:cubicBezTo>
                    <a:pt x="6939" y="1389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7"/>
            <p:cNvSpPr/>
            <p:nvPr/>
          </p:nvSpPr>
          <p:spPr>
            <a:xfrm>
              <a:off x="5270600" y="1133200"/>
              <a:ext cx="173475" cy="173500"/>
            </a:xfrm>
            <a:custGeom>
              <a:rect b="b" l="l" r="r" t="t"/>
              <a:pathLst>
                <a:path extrusionOk="0" h="6940" w="6939">
                  <a:moveTo>
                    <a:pt x="3331" y="1"/>
                  </a:moveTo>
                  <a:cubicBezTo>
                    <a:pt x="1388" y="1"/>
                    <a:pt x="0" y="1389"/>
                    <a:pt x="0" y="3332"/>
                  </a:cubicBezTo>
                  <a:cubicBezTo>
                    <a:pt x="0" y="5274"/>
                    <a:pt x="1388" y="6940"/>
                    <a:pt x="3331" y="6940"/>
                  </a:cubicBezTo>
                  <a:cubicBezTo>
                    <a:pt x="5274" y="6940"/>
                    <a:pt x="6939" y="5274"/>
                    <a:pt x="6939" y="3332"/>
                  </a:cubicBezTo>
                  <a:cubicBezTo>
                    <a:pt x="6939" y="1389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7"/>
            <p:cNvSpPr/>
            <p:nvPr/>
          </p:nvSpPr>
          <p:spPr>
            <a:xfrm>
              <a:off x="2842025" y="113320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9" y="1"/>
                    <a:pt x="1" y="1389"/>
                    <a:pt x="1" y="3332"/>
                  </a:cubicBezTo>
                  <a:cubicBezTo>
                    <a:pt x="1" y="5274"/>
                    <a:pt x="1389" y="6940"/>
                    <a:pt x="3331" y="6940"/>
                  </a:cubicBezTo>
                  <a:cubicBezTo>
                    <a:pt x="5274" y="6940"/>
                    <a:pt x="6940" y="5274"/>
                    <a:pt x="6940" y="3332"/>
                  </a:cubicBezTo>
                  <a:cubicBezTo>
                    <a:pt x="6940" y="1389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7"/>
            <p:cNvSpPr/>
            <p:nvPr/>
          </p:nvSpPr>
          <p:spPr>
            <a:xfrm>
              <a:off x="3188975" y="113320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8" y="1"/>
                    <a:pt x="0" y="1389"/>
                    <a:pt x="0" y="3332"/>
                  </a:cubicBezTo>
                  <a:cubicBezTo>
                    <a:pt x="0" y="5274"/>
                    <a:pt x="1388" y="6940"/>
                    <a:pt x="3331" y="6940"/>
                  </a:cubicBezTo>
                  <a:cubicBezTo>
                    <a:pt x="5274" y="6940"/>
                    <a:pt x="6939" y="5274"/>
                    <a:pt x="6939" y="3332"/>
                  </a:cubicBezTo>
                  <a:cubicBezTo>
                    <a:pt x="6939" y="1389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7"/>
            <p:cNvSpPr/>
            <p:nvPr/>
          </p:nvSpPr>
          <p:spPr>
            <a:xfrm>
              <a:off x="3535900" y="113320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9" y="1"/>
                    <a:pt x="1" y="1389"/>
                    <a:pt x="1" y="3332"/>
                  </a:cubicBezTo>
                  <a:cubicBezTo>
                    <a:pt x="1" y="5274"/>
                    <a:pt x="1389" y="6940"/>
                    <a:pt x="3331" y="6940"/>
                  </a:cubicBezTo>
                  <a:cubicBezTo>
                    <a:pt x="5274" y="6940"/>
                    <a:pt x="6940" y="5274"/>
                    <a:pt x="6940" y="3332"/>
                  </a:cubicBezTo>
                  <a:cubicBezTo>
                    <a:pt x="6940" y="1389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7"/>
            <p:cNvSpPr/>
            <p:nvPr/>
          </p:nvSpPr>
          <p:spPr>
            <a:xfrm>
              <a:off x="5617525" y="113320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8" y="1"/>
                    <a:pt x="1" y="1389"/>
                    <a:pt x="1" y="3332"/>
                  </a:cubicBezTo>
                  <a:cubicBezTo>
                    <a:pt x="1" y="5274"/>
                    <a:pt x="1388" y="6940"/>
                    <a:pt x="3331" y="6940"/>
                  </a:cubicBezTo>
                  <a:cubicBezTo>
                    <a:pt x="5274" y="6940"/>
                    <a:pt x="6939" y="5274"/>
                    <a:pt x="6939" y="3332"/>
                  </a:cubicBezTo>
                  <a:cubicBezTo>
                    <a:pt x="6939" y="1389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7"/>
            <p:cNvSpPr/>
            <p:nvPr/>
          </p:nvSpPr>
          <p:spPr>
            <a:xfrm>
              <a:off x="2495100" y="113320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8" y="1"/>
                    <a:pt x="0" y="1389"/>
                    <a:pt x="0" y="3332"/>
                  </a:cubicBezTo>
                  <a:cubicBezTo>
                    <a:pt x="0" y="5274"/>
                    <a:pt x="1388" y="6940"/>
                    <a:pt x="3331" y="6940"/>
                  </a:cubicBezTo>
                  <a:cubicBezTo>
                    <a:pt x="5274" y="6940"/>
                    <a:pt x="6939" y="5274"/>
                    <a:pt x="6939" y="3332"/>
                  </a:cubicBezTo>
                  <a:cubicBezTo>
                    <a:pt x="6939" y="1389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7"/>
            <p:cNvSpPr/>
            <p:nvPr/>
          </p:nvSpPr>
          <p:spPr>
            <a:xfrm>
              <a:off x="2148150" y="113320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9" y="1"/>
                    <a:pt x="1" y="1389"/>
                    <a:pt x="1" y="3332"/>
                  </a:cubicBezTo>
                  <a:cubicBezTo>
                    <a:pt x="1" y="5274"/>
                    <a:pt x="1389" y="6940"/>
                    <a:pt x="3331" y="6940"/>
                  </a:cubicBezTo>
                  <a:cubicBezTo>
                    <a:pt x="5274" y="6940"/>
                    <a:pt x="6940" y="5274"/>
                    <a:pt x="6940" y="3332"/>
                  </a:cubicBezTo>
                  <a:cubicBezTo>
                    <a:pt x="6940" y="1389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7"/>
            <p:cNvSpPr/>
            <p:nvPr/>
          </p:nvSpPr>
          <p:spPr>
            <a:xfrm>
              <a:off x="1801225" y="1133200"/>
              <a:ext cx="173500" cy="173500"/>
            </a:xfrm>
            <a:custGeom>
              <a:rect b="b" l="l" r="r" t="t"/>
              <a:pathLst>
                <a:path extrusionOk="0" h="6940" w="6940">
                  <a:moveTo>
                    <a:pt x="3331" y="1"/>
                  </a:moveTo>
                  <a:cubicBezTo>
                    <a:pt x="1388" y="1"/>
                    <a:pt x="0" y="1389"/>
                    <a:pt x="0" y="3332"/>
                  </a:cubicBezTo>
                  <a:cubicBezTo>
                    <a:pt x="0" y="5274"/>
                    <a:pt x="1388" y="6940"/>
                    <a:pt x="3331" y="6940"/>
                  </a:cubicBezTo>
                  <a:cubicBezTo>
                    <a:pt x="5274" y="6940"/>
                    <a:pt x="6939" y="5274"/>
                    <a:pt x="6939" y="3332"/>
                  </a:cubicBezTo>
                  <a:cubicBezTo>
                    <a:pt x="6939" y="1389"/>
                    <a:pt x="5274" y="1"/>
                    <a:pt x="333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4" name="Google Shape;544;p17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p18"/>
          <p:cNvGrpSpPr/>
          <p:nvPr/>
        </p:nvGrpSpPr>
        <p:grpSpPr>
          <a:xfrm>
            <a:off x="3273513" y="1309702"/>
            <a:ext cx="2596953" cy="3176564"/>
            <a:chOff x="2693250" y="1724925"/>
            <a:chExt cx="2157475" cy="2639000"/>
          </a:xfrm>
        </p:grpSpPr>
        <p:sp>
          <p:nvSpPr>
            <p:cNvPr id="550" name="Google Shape;550;p18"/>
            <p:cNvSpPr/>
            <p:nvPr/>
          </p:nvSpPr>
          <p:spPr>
            <a:xfrm>
              <a:off x="3009150" y="2673400"/>
              <a:ext cx="1605650" cy="840825"/>
            </a:xfrm>
            <a:custGeom>
              <a:rect b="b" l="l" r="r" t="t"/>
              <a:pathLst>
                <a:path extrusionOk="0" h="33633" w="64226">
                  <a:moveTo>
                    <a:pt x="1" y="0"/>
                  </a:moveTo>
                  <a:lnTo>
                    <a:pt x="1" y="25082"/>
                  </a:lnTo>
                  <a:lnTo>
                    <a:pt x="12763" y="32461"/>
                  </a:lnTo>
                  <a:cubicBezTo>
                    <a:pt x="17672" y="29627"/>
                    <a:pt x="24101" y="28210"/>
                    <a:pt x="30530" y="28210"/>
                  </a:cubicBezTo>
                  <a:cubicBezTo>
                    <a:pt x="36959" y="28210"/>
                    <a:pt x="43387" y="29627"/>
                    <a:pt x="48296" y="32461"/>
                  </a:cubicBezTo>
                  <a:cubicBezTo>
                    <a:pt x="48961" y="32841"/>
                    <a:pt x="49563" y="33221"/>
                    <a:pt x="50133" y="33633"/>
                  </a:cubicBezTo>
                  <a:lnTo>
                    <a:pt x="64226" y="27141"/>
                  </a:lnTo>
                  <a:lnTo>
                    <a:pt x="64226" y="205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3009150" y="2673400"/>
              <a:ext cx="1253325" cy="840825"/>
            </a:xfrm>
            <a:custGeom>
              <a:rect b="b" l="l" r="r" t="t"/>
              <a:pathLst>
                <a:path extrusionOk="0" h="33633" w="50133">
                  <a:moveTo>
                    <a:pt x="1" y="0"/>
                  </a:moveTo>
                  <a:lnTo>
                    <a:pt x="1" y="25082"/>
                  </a:lnTo>
                  <a:lnTo>
                    <a:pt x="12763" y="32461"/>
                  </a:lnTo>
                  <a:cubicBezTo>
                    <a:pt x="17672" y="29627"/>
                    <a:pt x="24101" y="28210"/>
                    <a:pt x="30530" y="28210"/>
                  </a:cubicBezTo>
                  <a:cubicBezTo>
                    <a:pt x="36959" y="28210"/>
                    <a:pt x="43387" y="29627"/>
                    <a:pt x="48296" y="32461"/>
                  </a:cubicBezTo>
                  <a:cubicBezTo>
                    <a:pt x="48961" y="32841"/>
                    <a:pt x="49563" y="33221"/>
                    <a:pt x="50133" y="33633"/>
                  </a:cubicBezTo>
                  <a:lnTo>
                    <a:pt x="50133" y="8551"/>
                  </a:lnTo>
                  <a:lnTo>
                    <a:pt x="39999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3009150" y="2491100"/>
              <a:ext cx="1605650" cy="396100"/>
            </a:xfrm>
            <a:custGeom>
              <a:rect b="b" l="l" r="r" t="t"/>
              <a:pathLst>
                <a:path extrusionOk="0" h="15844" w="64226">
                  <a:moveTo>
                    <a:pt x="30526" y="1"/>
                  </a:moveTo>
                  <a:cubicBezTo>
                    <a:pt x="19485" y="1"/>
                    <a:pt x="8441" y="2431"/>
                    <a:pt x="1" y="7292"/>
                  </a:cubicBezTo>
                  <a:lnTo>
                    <a:pt x="12763" y="14640"/>
                  </a:lnTo>
                  <a:cubicBezTo>
                    <a:pt x="17672" y="11821"/>
                    <a:pt x="24101" y="10412"/>
                    <a:pt x="30530" y="10412"/>
                  </a:cubicBezTo>
                  <a:cubicBezTo>
                    <a:pt x="36959" y="10412"/>
                    <a:pt x="43387" y="11821"/>
                    <a:pt x="48296" y="14640"/>
                  </a:cubicBezTo>
                  <a:cubicBezTo>
                    <a:pt x="48961" y="15051"/>
                    <a:pt x="49563" y="15431"/>
                    <a:pt x="50133" y="15843"/>
                  </a:cubicBezTo>
                  <a:lnTo>
                    <a:pt x="64226" y="9351"/>
                  </a:lnTo>
                  <a:cubicBezTo>
                    <a:pt x="63244" y="8623"/>
                    <a:pt x="62167" y="7958"/>
                    <a:pt x="61027" y="7292"/>
                  </a:cubicBezTo>
                  <a:cubicBezTo>
                    <a:pt x="52603" y="2431"/>
                    <a:pt x="41566" y="1"/>
                    <a:pt x="30526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4215750" y="3089850"/>
              <a:ext cx="634975" cy="1091800"/>
            </a:xfrm>
            <a:custGeom>
              <a:rect b="b" l="l" r="r" t="t"/>
              <a:pathLst>
                <a:path extrusionOk="0" h="43672" w="25399">
                  <a:moveTo>
                    <a:pt x="1901" y="0"/>
                  </a:moveTo>
                  <a:lnTo>
                    <a:pt x="1869" y="16975"/>
                  </a:lnTo>
                  <a:cubicBezTo>
                    <a:pt x="3516" y="18147"/>
                    <a:pt x="4782" y="19413"/>
                    <a:pt x="5669" y="20775"/>
                  </a:cubicBezTo>
                  <a:cubicBezTo>
                    <a:pt x="6249" y="21633"/>
                    <a:pt x="6155" y="21951"/>
                    <a:pt x="5695" y="21951"/>
                  </a:cubicBezTo>
                  <a:cubicBezTo>
                    <a:pt x="4374" y="21951"/>
                    <a:pt x="32" y="19318"/>
                    <a:pt x="32" y="19318"/>
                  </a:cubicBezTo>
                  <a:lnTo>
                    <a:pt x="0" y="36293"/>
                  </a:lnTo>
                  <a:lnTo>
                    <a:pt x="12731" y="43672"/>
                  </a:lnTo>
                  <a:cubicBezTo>
                    <a:pt x="21187" y="38826"/>
                    <a:pt x="25399" y="32429"/>
                    <a:pt x="25399" y="26064"/>
                  </a:cubicBezTo>
                  <a:lnTo>
                    <a:pt x="25399" y="9501"/>
                  </a:lnTo>
                  <a:lnTo>
                    <a:pt x="1901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4215750" y="3089850"/>
              <a:ext cx="319100" cy="1091800"/>
            </a:xfrm>
            <a:custGeom>
              <a:rect b="b" l="l" r="r" t="t"/>
              <a:pathLst>
                <a:path extrusionOk="0" h="43672" w="12764">
                  <a:moveTo>
                    <a:pt x="1901" y="0"/>
                  </a:moveTo>
                  <a:lnTo>
                    <a:pt x="1869" y="16975"/>
                  </a:lnTo>
                  <a:cubicBezTo>
                    <a:pt x="3516" y="18147"/>
                    <a:pt x="4782" y="19413"/>
                    <a:pt x="5669" y="20775"/>
                  </a:cubicBezTo>
                  <a:cubicBezTo>
                    <a:pt x="6249" y="21633"/>
                    <a:pt x="6155" y="21951"/>
                    <a:pt x="5695" y="21951"/>
                  </a:cubicBezTo>
                  <a:cubicBezTo>
                    <a:pt x="4374" y="21951"/>
                    <a:pt x="32" y="19318"/>
                    <a:pt x="32" y="19318"/>
                  </a:cubicBezTo>
                  <a:lnTo>
                    <a:pt x="0" y="36261"/>
                  </a:lnTo>
                  <a:lnTo>
                    <a:pt x="12731" y="43672"/>
                  </a:lnTo>
                  <a:lnTo>
                    <a:pt x="12763" y="26666"/>
                  </a:lnTo>
                  <a:lnTo>
                    <a:pt x="7443" y="634"/>
                  </a:lnTo>
                  <a:lnTo>
                    <a:pt x="1901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4216550" y="2927550"/>
              <a:ext cx="634175" cy="828950"/>
            </a:xfrm>
            <a:custGeom>
              <a:rect b="b" l="l" r="r" t="t"/>
              <a:pathLst>
                <a:path extrusionOk="0" h="33158" w="25367">
                  <a:moveTo>
                    <a:pt x="15930" y="0"/>
                  </a:moveTo>
                  <a:lnTo>
                    <a:pt x="1837" y="6492"/>
                  </a:lnTo>
                  <a:cubicBezTo>
                    <a:pt x="9754" y="12193"/>
                    <a:pt x="9121" y="20522"/>
                    <a:pt x="0" y="25810"/>
                  </a:cubicBezTo>
                  <a:lnTo>
                    <a:pt x="12731" y="33158"/>
                  </a:lnTo>
                  <a:cubicBezTo>
                    <a:pt x="21155" y="28312"/>
                    <a:pt x="25367" y="21947"/>
                    <a:pt x="25367" y="15550"/>
                  </a:cubicBezTo>
                  <a:cubicBezTo>
                    <a:pt x="25367" y="10039"/>
                    <a:pt x="22232" y="4529"/>
                    <a:pt x="15930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3807225" y="3851475"/>
              <a:ext cx="727625" cy="511475"/>
            </a:xfrm>
            <a:custGeom>
              <a:rect b="b" l="l" r="r" t="t"/>
              <a:pathLst>
                <a:path extrusionOk="0" h="20459" w="29105">
                  <a:moveTo>
                    <a:pt x="0" y="1"/>
                  </a:moveTo>
                  <a:lnTo>
                    <a:pt x="0" y="10040"/>
                  </a:lnTo>
                  <a:lnTo>
                    <a:pt x="982" y="20459"/>
                  </a:lnTo>
                  <a:cubicBezTo>
                    <a:pt x="11211" y="20142"/>
                    <a:pt x="21282" y="17704"/>
                    <a:pt x="29104" y="13207"/>
                  </a:cubicBezTo>
                  <a:lnTo>
                    <a:pt x="29104" y="31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3807225" y="3746175"/>
              <a:ext cx="727625" cy="365800"/>
            </a:xfrm>
            <a:custGeom>
              <a:rect b="b" l="l" r="r" t="t"/>
              <a:pathLst>
                <a:path extrusionOk="0" h="14632" w="29105">
                  <a:moveTo>
                    <a:pt x="16373" y="1"/>
                  </a:moveTo>
                  <a:cubicBezTo>
                    <a:pt x="11813" y="2629"/>
                    <a:pt x="5954" y="4023"/>
                    <a:pt x="0" y="4213"/>
                  </a:cubicBezTo>
                  <a:lnTo>
                    <a:pt x="982" y="14632"/>
                  </a:lnTo>
                  <a:cubicBezTo>
                    <a:pt x="11211" y="14315"/>
                    <a:pt x="21282" y="11877"/>
                    <a:pt x="29104" y="7380"/>
                  </a:cubicBezTo>
                  <a:lnTo>
                    <a:pt x="16373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2693250" y="2651225"/>
              <a:ext cx="1138525" cy="1712700"/>
            </a:xfrm>
            <a:custGeom>
              <a:rect b="b" l="l" r="r" t="t"/>
              <a:pathLst>
                <a:path extrusionOk="0" h="68508" w="45541">
                  <a:moveTo>
                    <a:pt x="12637" y="1"/>
                  </a:moveTo>
                  <a:lnTo>
                    <a:pt x="1" y="11560"/>
                  </a:lnTo>
                  <a:lnTo>
                    <a:pt x="1" y="43577"/>
                  </a:lnTo>
                  <a:cubicBezTo>
                    <a:pt x="1" y="49974"/>
                    <a:pt x="4213" y="56340"/>
                    <a:pt x="12637" y="61217"/>
                  </a:cubicBezTo>
                  <a:cubicBezTo>
                    <a:pt x="21053" y="66060"/>
                    <a:pt x="32114" y="68507"/>
                    <a:pt x="43148" y="68507"/>
                  </a:cubicBezTo>
                  <a:cubicBezTo>
                    <a:pt x="43946" y="68507"/>
                    <a:pt x="44744" y="68495"/>
                    <a:pt x="45541" y="68469"/>
                  </a:cubicBezTo>
                  <a:lnTo>
                    <a:pt x="45541" y="36420"/>
                  </a:lnTo>
                  <a:lnTo>
                    <a:pt x="39840" y="29168"/>
                  </a:lnTo>
                  <a:cubicBezTo>
                    <a:pt x="34148" y="29351"/>
                    <a:pt x="24609" y="34033"/>
                    <a:pt x="24292" y="34033"/>
                  </a:cubicBezTo>
                  <a:cubicBezTo>
                    <a:pt x="24226" y="34033"/>
                    <a:pt x="24557" y="33832"/>
                    <a:pt x="25399" y="33348"/>
                  </a:cubicBezTo>
                  <a:lnTo>
                    <a:pt x="25399" y="1299"/>
                  </a:lnTo>
                  <a:lnTo>
                    <a:pt x="12637" y="1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2693250" y="2500025"/>
              <a:ext cx="1138525" cy="1062675"/>
            </a:xfrm>
            <a:custGeom>
              <a:rect b="b" l="l" r="r" t="t"/>
              <a:pathLst>
                <a:path extrusionOk="0" h="42507" w="45541">
                  <a:moveTo>
                    <a:pt x="12637" y="0"/>
                  </a:moveTo>
                  <a:cubicBezTo>
                    <a:pt x="4213" y="4845"/>
                    <a:pt x="1" y="11211"/>
                    <a:pt x="1" y="17608"/>
                  </a:cubicBezTo>
                  <a:cubicBezTo>
                    <a:pt x="1" y="23973"/>
                    <a:pt x="4213" y="30339"/>
                    <a:pt x="12637" y="35216"/>
                  </a:cubicBezTo>
                  <a:cubicBezTo>
                    <a:pt x="21047" y="40085"/>
                    <a:pt x="32098" y="42507"/>
                    <a:pt x="43123" y="42507"/>
                  </a:cubicBezTo>
                  <a:cubicBezTo>
                    <a:pt x="43930" y="42507"/>
                    <a:pt x="44736" y="42494"/>
                    <a:pt x="45541" y="42468"/>
                  </a:cubicBezTo>
                  <a:lnTo>
                    <a:pt x="44559" y="32081"/>
                  </a:lnTo>
                  <a:cubicBezTo>
                    <a:pt x="44145" y="32092"/>
                    <a:pt x="43731" y="32098"/>
                    <a:pt x="43317" y="32098"/>
                  </a:cubicBezTo>
                  <a:cubicBezTo>
                    <a:pt x="36822" y="32098"/>
                    <a:pt x="30341" y="30697"/>
                    <a:pt x="25399" y="27869"/>
                  </a:cubicBezTo>
                  <a:cubicBezTo>
                    <a:pt x="15582" y="22200"/>
                    <a:pt x="15582" y="13016"/>
                    <a:pt x="25399" y="7347"/>
                  </a:cubicBezTo>
                  <a:lnTo>
                    <a:pt x="12637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3004400" y="2250625"/>
              <a:ext cx="10325" cy="866950"/>
            </a:xfrm>
            <a:custGeom>
              <a:rect b="b" l="l" r="r" t="t"/>
              <a:pathLst>
                <a:path extrusionOk="0" h="34678" w="413">
                  <a:moveTo>
                    <a:pt x="1" y="0"/>
                  </a:moveTo>
                  <a:lnTo>
                    <a:pt x="1" y="34678"/>
                  </a:lnTo>
                  <a:lnTo>
                    <a:pt x="412" y="34678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4066100" y="2257750"/>
              <a:ext cx="10325" cy="1710925"/>
            </a:xfrm>
            <a:custGeom>
              <a:rect b="b" l="l" r="r" t="t"/>
              <a:pathLst>
                <a:path extrusionOk="0" h="68437" w="413">
                  <a:moveTo>
                    <a:pt x="1" y="0"/>
                  </a:moveTo>
                  <a:lnTo>
                    <a:pt x="1" y="68437"/>
                  </a:lnTo>
                  <a:lnTo>
                    <a:pt x="413" y="68437"/>
                  </a:lnTo>
                  <a:lnTo>
                    <a:pt x="413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4609225" y="2177775"/>
              <a:ext cx="10325" cy="1164650"/>
            </a:xfrm>
            <a:custGeom>
              <a:rect b="b" l="l" r="r" t="t"/>
              <a:pathLst>
                <a:path extrusionOk="0" h="46586" w="413">
                  <a:moveTo>
                    <a:pt x="1" y="1"/>
                  </a:moveTo>
                  <a:lnTo>
                    <a:pt x="1" y="46586"/>
                  </a:lnTo>
                  <a:lnTo>
                    <a:pt x="413" y="46586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3768425" y="1896725"/>
              <a:ext cx="10325" cy="721275"/>
            </a:xfrm>
            <a:custGeom>
              <a:rect b="b" l="l" r="r" t="t"/>
              <a:pathLst>
                <a:path extrusionOk="0" h="28851" w="413">
                  <a:moveTo>
                    <a:pt x="0" y="0"/>
                  </a:moveTo>
                  <a:lnTo>
                    <a:pt x="0" y="28851"/>
                  </a:lnTo>
                  <a:lnTo>
                    <a:pt x="412" y="28851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2869025" y="2059025"/>
              <a:ext cx="281075" cy="280300"/>
            </a:xfrm>
            <a:custGeom>
              <a:rect b="b" l="l" r="r" t="t"/>
              <a:pathLst>
                <a:path extrusionOk="0" h="11212" w="11243">
                  <a:moveTo>
                    <a:pt x="5606" y="0"/>
                  </a:moveTo>
                  <a:cubicBezTo>
                    <a:pt x="2502" y="0"/>
                    <a:pt x="0" y="2502"/>
                    <a:pt x="0" y="5606"/>
                  </a:cubicBezTo>
                  <a:cubicBezTo>
                    <a:pt x="0" y="8709"/>
                    <a:pt x="2502" y="11211"/>
                    <a:pt x="5606" y="11211"/>
                  </a:cubicBezTo>
                  <a:cubicBezTo>
                    <a:pt x="8709" y="11211"/>
                    <a:pt x="11243" y="8709"/>
                    <a:pt x="11243" y="5606"/>
                  </a:cubicBezTo>
                  <a:cubicBezTo>
                    <a:pt x="11243" y="2502"/>
                    <a:pt x="8709" y="0"/>
                    <a:pt x="5606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1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3633025" y="1724925"/>
              <a:ext cx="281100" cy="280275"/>
            </a:xfrm>
            <a:custGeom>
              <a:rect b="b" l="l" r="r" t="t"/>
              <a:pathLst>
                <a:path extrusionOk="0" h="11211" w="11244">
                  <a:moveTo>
                    <a:pt x="5606" y="0"/>
                  </a:moveTo>
                  <a:cubicBezTo>
                    <a:pt x="2503" y="0"/>
                    <a:pt x="1" y="2502"/>
                    <a:pt x="1" y="5606"/>
                  </a:cubicBezTo>
                  <a:cubicBezTo>
                    <a:pt x="1" y="8709"/>
                    <a:pt x="2503" y="11211"/>
                    <a:pt x="5606" y="11211"/>
                  </a:cubicBezTo>
                  <a:cubicBezTo>
                    <a:pt x="8710" y="11211"/>
                    <a:pt x="11243" y="8709"/>
                    <a:pt x="11243" y="5606"/>
                  </a:cubicBezTo>
                  <a:cubicBezTo>
                    <a:pt x="11243" y="2502"/>
                    <a:pt x="8710" y="0"/>
                    <a:pt x="5606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1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3930725" y="2078825"/>
              <a:ext cx="281100" cy="280275"/>
            </a:xfrm>
            <a:custGeom>
              <a:rect b="b" l="l" r="r" t="t"/>
              <a:pathLst>
                <a:path extrusionOk="0" h="11211" w="11244">
                  <a:moveTo>
                    <a:pt x="5638" y="0"/>
                  </a:moveTo>
                  <a:cubicBezTo>
                    <a:pt x="2534" y="0"/>
                    <a:pt x="1" y="2502"/>
                    <a:pt x="1" y="5606"/>
                  </a:cubicBezTo>
                  <a:cubicBezTo>
                    <a:pt x="1" y="8709"/>
                    <a:pt x="2534" y="11211"/>
                    <a:pt x="5638" y="11211"/>
                  </a:cubicBezTo>
                  <a:cubicBezTo>
                    <a:pt x="8741" y="11211"/>
                    <a:pt x="11243" y="8709"/>
                    <a:pt x="11243" y="5606"/>
                  </a:cubicBezTo>
                  <a:cubicBezTo>
                    <a:pt x="11243" y="2502"/>
                    <a:pt x="8741" y="0"/>
                    <a:pt x="5638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1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4473850" y="2037650"/>
              <a:ext cx="281100" cy="281075"/>
            </a:xfrm>
            <a:custGeom>
              <a:rect b="b" l="l" r="r" t="t"/>
              <a:pathLst>
                <a:path extrusionOk="0" h="11243" w="11244">
                  <a:moveTo>
                    <a:pt x="5638" y="0"/>
                  </a:moveTo>
                  <a:cubicBezTo>
                    <a:pt x="2534" y="0"/>
                    <a:pt x="1" y="2502"/>
                    <a:pt x="1" y="5606"/>
                  </a:cubicBezTo>
                  <a:cubicBezTo>
                    <a:pt x="1" y="8709"/>
                    <a:pt x="2534" y="11243"/>
                    <a:pt x="5638" y="11243"/>
                  </a:cubicBezTo>
                  <a:cubicBezTo>
                    <a:pt x="8741" y="11243"/>
                    <a:pt x="11243" y="8709"/>
                    <a:pt x="11243" y="5606"/>
                  </a:cubicBezTo>
                  <a:cubicBezTo>
                    <a:pt x="11243" y="2502"/>
                    <a:pt x="8741" y="0"/>
                    <a:pt x="5638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1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568" name="Google Shape;568;p18"/>
          <p:cNvSpPr txBox="1"/>
          <p:nvPr/>
        </p:nvSpPr>
        <p:spPr>
          <a:xfrm>
            <a:off x="457201" y="1836113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9" name="Google Shape;569;p18"/>
          <p:cNvSpPr txBox="1"/>
          <p:nvPr/>
        </p:nvSpPr>
        <p:spPr>
          <a:xfrm>
            <a:off x="457201" y="2121162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18"/>
          <p:cNvSpPr txBox="1"/>
          <p:nvPr/>
        </p:nvSpPr>
        <p:spPr>
          <a:xfrm>
            <a:off x="457201" y="349637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71" name="Google Shape;571;p18"/>
          <p:cNvSpPr txBox="1"/>
          <p:nvPr/>
        </p:nvSpPr>
        <p:spPr>
          <a:xfrm>
            <a:off x="457201" y="3757068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18"/>
          <p:cNvSpPr txBox="1"/>
          <p:nvPr/>
        </p:nvSpPr>
        <p:spPr>
          <a:xfrm>
            <a:off x="6851688" y="1836113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73" name="Google Shape;573;p18"/>
          <p:cNvSpPr txBox="1"/>
          <p:nvPr/>
        </p:nvSpPr>
        <p:spPr>
          <a:xfrm>
            <a:off x="6851688" y="2121160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18"/>
          <p:cNvSpPr txBox="1"/>
          <p:nvPr/>
        </p:nvSpPr>
        <p:spPr>
          <a:xfrm>
            <a:off x="6851688" y="349637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75" name="Google Shape;575;p18"/>
          <p:cNvSpPr txBox="1"/>
          <p:nvPr/>
        </p:nvSpPr>
        <p:spPr>
          <a:xfrm>
            <a:off x="6851688" y="375706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third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76" name="Google Shape;576;p18"/>
          <p:cNvGrpSpPr/>
          <p:nvPr/>
        </p:nvGrpSpPr>
        <p:grpSpPr>
          <a:xfrm>
            <a:off x="555339" y="2904067"/>
            <a:ext cx="516103" cy="516103"/>
            <a:chOff x="1965752" y="-4049692"/>
            <a:chExt cx="5239625" cy="5239625"/>
          </a:xfrm>
        </p:grpSpPr>
        <p:sp>
          <p:nvSpPr>
            <p:cNvPr id="577" name="Google Shape;577;p18"/>
            <p:cNvSpPr/>
            <p:nvPr/>
          </p:nvSpPr>
          <p:spPr>
            <a:xfrm>
              <a:off x="1965752" y="-1255242"/>
              <a:ext cx="3143775" cy="2445175"/>
            </a:xfrm>
            <a:custGeom>
              <a:rect b="b" l="l" r="r" t="t"/>
              <a:pathLst>
                <a:path extrusionOk="0" h="97807" w="125751">
                  <a:moveTo>
                    <a:pt x="38424" y="6987"/>
                  </a:moveTo>
                  <a:lnTo>
                    <a:pt x="38424" y="90821"/>
                  </a:lnTo>
                  <a:lnTo>
                    <a:pt x="6986" y="90821"/>
                  </a:lnTo>
                  <a:lnTo>
                    <a:pt x="6986" y="6987"/>
                  </a:lnTo>
                  <a:close/>
                  <a:moveTo>
                    <a:pt x="118765" y="6987"/>
                  </a:moveTo>
                  <a:lnTo>
                    <a:pt x="118765" y="90821"/>
                  </a:lnTo>
                  <a:lnTo>
                    <a:pt x="45410" y="90821"/>
                  </a:lnTo>
                  <a:lnTo>
                    <a:pt x="45410" y="6987"/>
                  </a:lnTo>
                  <a:close/>
                  <a:moveTo>
                    <a:pt x="3493" y="1"/>
                  </a:moveTo>
                  <a:cubicBezTo>
                    <a:pt x="1572" y="1"/>
                    <a:pt x="0" y="1573"/>
                    <a:pt x="0" y="3494"/>
                  </a:cubicBezTo>
                  <a:lnTo>
                    <a:pt x="0" y="94314"/>
                  </a:lnTo>
                  <a:cubicBezTo>
                    <a:pt x="0" y="96235"/>
                    <a:pt x="1572" y="97807"/>
                    <a:pt x="3493" y="97807"/>
                  </a:cubicBezTo>
                  <a:lnTo>
                    <a:pt x="122258" y="97807"/>
                  </a:lnTo>
                  <a:cubicBezTo>
                    <a:pt x="124179" y="97807"/>
                    <a:pt x="125751" y="96235"/>
                    <a:pt x="125751" y="94314"/>
                  </a:cubicBezTo>
                  <a:lnTo>
                    <a:pt x="125751" y="3494"/>
                  </a:lnTo>
                  <a:cubicBezTo>
                    <a:pt x="125751" y="1573"/>
                    <a:pt x="124179" y="1"/>
                    <a:pt x="122258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3624952" y="-32667"/>
              <a:ext cx="1135275" cy="698650"/>
            </a:xfrm>
            <a:custGeom>
              <a:rect b="b" l="l" r="r" t="t"/>
              <a:pathLst>
                <a:path extrusionOk="0" h="27946" w="45411">
                  <a:moveTo>
                    <a:pt x="38424" y="6987"/>
                  </a:moveTo>
                  <a:lnTo>
                    <a:pt x="38424" y="20959"/>
                  </a:lnTo>
                  <a:lnTo>
                    <a:pt x="6987" y="20959"/>
                  </a:lnTo>
                  <a:lnTo>
                    <a:pt x="6987" y="6987"/>
                  </a:lnTo>
                  <a:close/>
                  <a:moveTo>
                    <a:pt x="3494" y="1"/>
                  </a:moveTo>
                  <a:cubicBezTo>
                    <a:pt x="1572" y="1"/>
                    <a:pt x="1" y="1573"/>
                    <a:pt x="1" y="3494"/>
                  </a:cubicBezTo>
                  <a:lnTo>
                    <a:pt x="1" y="24452"/>
                  </a:lnTo>
                  <a:cubicBezTo>
                    <a:pt x="1" y="26374"/>
                    <a:pt x="1572" y="27945"/>
                    <a:pt x="3494" y="27945"/>
                  </a:cubicBezTo>
                  <a:lnTo>
                    <a:pt x="41918" y="27945"/>
                  </a:lnTo>
                  <a:cubicBezTo>
                    <a:pt x="43839" y="27945"/>
                    <a:pt x="45411" y="26374"/>
                    <a:pt x="45411" y="24452"/>
                  </a:cubicBezTo>
                  <a:lnTo>
                    <a:pt x="45411" y="3494"/>
                  </a:lnTo>
                  <a:cubicBezTo>
                    <a:pt x="45411" y="1573"/>
                    <a:pt x="43839" y="1"/>
                    <a:pt x="41918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8"/>
            <p:cNvSpPr/>
            <p:nvPr/>
          </p:nvSpPr>
          <p:spPr>
            <a:xfrm>
              <a:off x="3275652" y="-905942"/>
              <a:ext cx="698625" cy="174700"/>
            </a:xfrm>
            <a:custGeom>
              <a:rect b="b" l="l" r="r" t="t"/>
              <a:pathLst>
                <a:path extrusionOk="0" h="6988" w="27945">
                  <a:moveTo>
                    <a:pt x="0" y="1"/>
                  </a:moveTo>
                  <a:lnTo>
                    <a:pt x="0" y="6987"/>
                  </a:lnTo>
                  <a:lnTo>
                    <a:pt x="27945" y="6987"/>
                  </a:lnTo>
                  <a:lnTo>
                    <a:pt x="27945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8"/>
            <p:cNvSpPr/>
            <p:nvPr/>
          </p:nvSpPr>
          <p:spPr>
            <a:xfrm>
              <a:off x="3275652" y="-556617"/>
              <a:ext cx="698625" cy="174675"/>
            </a:xfrm>
            <a:custGeom>
              <a:rect b="b" l="l" r="r" t="t"/>
              <a:pathLst>
                <a:path extrusionOk="0" h="6987" w="27945">
                  <a:moveTo>
                    <a:pt x="0" y="0"/>
                  </a:moveTo>
                  <a:lnTo>
                    <a:pt x="0" y="6986"/>
                  </a:lnTo>
                  <a:lnTo>
                    <a:pt x="27945" y="6986"/>
                  </a:lnTo>
                  <a:lnTo>
                    <a:pt x="27945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2839002" y="-4049692"/>
              <a:ext cx="4366375" cy="2445175"/>
            </a:xfrm>
            <a:custGeom>
              <a:rect b="b" l="l" r="r" t="t"/>
              <a:pathLst>
                <a:path extrusionOk="0" h="97807" w="174655">
                  <a:moveTo>
                    <a:pt x="167669" y="6986"/>
                  </a:moveTo>
                  <a:lnTo>
                    <a:pt x="167669" y="90820"/>
                  </a:lnTo>
                  <a:lnTo>
                    <a:pt x="6987" y="90820"/>
                  </a:lnTo>
                  <a:lnTo>
                    <a:pt x="6987" y="6986"/>
                  </a:lnTo>
                  <a:close/>
                  <a:moveTo>
                    <a:pt x="3494" y="0"/>
                  </a:moveTo>
                  <a:cubicBezTo>
                    <a:pt x="1573" y="0"/>
                    <a:pt x="1" y="1572"/>
                    <a:pt x="1" y="3493"/>
                  </a:cubicBezTo>
                  <a:lnTo>
                    <a:pt x="1" y="94313"/>
                  </a:lnTo>
                  <a:cubicBezTo>
                    <a:pt x="1" y="96234"/>
                    <a:pt x="1573" y="97806"/>
                    <a:pt x="3494" y="97806"/>
                  </a:cubicBezTo>
                  <a:lnTo>
                    <a:pt x="171162" y="97806"/>
                  </a:lnTo>
                  <a:cubicBezTo>
                    <a:pt x="173083" y="97806"/>
                    <a:pt x="174655" y="96234"/>
                    <a:pt x="174655" y="94313"/>
                  </a:cubicBezTo>
                  <a:lnTo>
                    <a:pt x="174655" y="3493"/>
                  </a:lnTo>
                  <a:cubicBezTo>
                    <a:pt x="174655" y="1572"/>
                    <a:pt x="173083" y="0"/>
                    <a:pt x="171162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3188327" y="-3700392"/>
              <a:ext cx="3667750" cy="1746550"/>
            </a:xfrm>
            <a:custGeom>
              <a:rect b="b" l="l" r="r" t="t"/>
              <a:pathLst>
                <a:path extrusionOk="0" h="69862" w="146710">
                  <a:moveTo>
                    <a:pt x="126100" y="6986"/>
                  </a:moveTo>
                  <a:cubicBezTo>
                    <a:pt x="127498" y="13833"/>
                    <a:pt x="132877" y="19212"/>
                    <a:pt x="139723" y="20610"/>
                  </a:cubicBezTo>
                  <a:lnTo>
                    <a:pt x="139723" y="49253"/>
                  </a:lnTo>
                  <a:cubicBezTo>
                    <a:pt x="132877" y="50650"/>
                    <a:pt x="127498" y="56029"/>
                    <a:pt x="126100" y="62876"/>
                  </a:cubicBezTo>
                  <a:lnTo>
                    <a:pt x="20609" y="62876"/>
                  </a:lnTo>
                  <a:cubicBezTo>
                    <a:pt x="19212" y="56029"/>
                    <a:pt x="13833" y="50650"/>
                    <a:pt x="6986" y="49253"/>
                  </a:cubicBezTo>
                  <a:lnTo>
                    <a:pt x="6986" y="20610"/>
                  </a:lnTo>
                  <a:cubicBezTo>
                    <a:pt x="13833" y="19212"/>
                    <a:pt x="19212" y="13833"/>
                    <a:pt x="20609" y="6986"/>
                  </a:cubicBezTo>
                  <a:close/>
                  <a:moveTo>
                    <a:pt x="17466" y="0"/>
                  </a:moveTo>
                  <a:cubicBezTo>
                    <a:pt x="15544" y="0"/>
                    <a:pt x="13972" y="1572"/>
                    <a:pt x="13972" y="3493"/>
                  </a:cubicBezTo>
                  <a:cubicBezTo>
                    <a:pt x="13972" y="9257"/>
                    <a:pt x="9257" y="13973"/>
                    <a:pt x="3493" y="13973"/>
                  </a:cubicBezTo>
                  <a:cubicBezTo>
                    <a:pt x="2585" y="13973"/>
                    <a:pt x="1677" y="14357"/>
                    <a:pt x="1013" y="14986"/>
                  </a:cubicBezTo>
                  <a:cubicBezTo>
                    <a:pt x="384" y="15649"/>
                    <a:pt x="0" y="16523"/>
                    <a:pt x="0" y="17466"/>
                  </a:cubicBezTo>
                  <a:lnTo>
                    <a:pt x="0" y="52397"/>
                  </a:lnTo>
                  <a:cubicBezTo>
                    <a:pt x="0" y="54318"/>
                    <a:pt x="1572" y="55890"/>
                    <a:pt x="3493" y="55890"/>
                  </a:cubicBezTo>
                  <a:cubicBezTo>
                    <a:pt x="9257" y="55890"/>
                    <a:pt x="13972" y="60605"/>
                    <a:pt x="13972" y="66369"/>
                  </a:cubicBezTo>
                  <a:cubicBezTo>
                    <a:pt x="13972" y="67312"/>
                    <a:pt x="14357" y="68185"/>
                    <a:pt x="14985" y="68849"/>
                  </a:cubicBezTo>
                  <a:cubicBezTo>
                    <a:pt x="15649" y="69478"/>
                    <a:pt x="16557" y="69862"/>
                    <a:pt x="17466" y="69862"/>
                  </a:cubicBezTo>
                  <a:lnTo>
                    <a:pt x="129244" y="69862"/>
                  </a:lnTo>
                  <a:cubicBezTo>
                    <a:pt x="131165" y="69862"/>
                    <a:pt x="132737" y="68290"/>
                    <a:pt x="132737" y="66369"/>
                  </a:cubicBezTo>
                  <a:cubicBezTo>
                    <a:pt x="132737" y="60605"/>
                    <a:pt x="137453" y="55890"/>
                    <a:pt x="143217" y="55890"/>
                  </a:cubicBezTo>
                  <a:cubicBezTo>
                    <a:pt x="144160" y="55890"/>
                    <a:pt x="145033" y="55540"/>
                    <a:pt x="145697" y="54877"/>
                  </a:cubicBezTo>
                  <a:cubicBezTo>
                    <a:pt x="146325" y="54213"/>
                    <a:pt x="146710" y="53340"/>
                    <a:pt x="146710" y="52397"/>
                  </a:cubicBezTo>
                  <a:lnTo>
                    <a:pt x="146710" y="17466"/>
                  </a:lnTo>
                  <a:cubicBezTo>
                    <a:pt x="146710" y="15545"/>
                    <a:pt x="145138" y="13973"/>
                    <a:pt x="143217" y="13973"/>
                  </a:cubicBezTo>
                  <a:cubicBezTo>
                    <a:pt x="137453" y="13973"/>
                    <a:pt x="132737" y="9257"/>
                    <a:pt x="132737" y="3493"/>
                  </a:cubicBezTo>
                  <a:cubicBezTo>
                    <a:pt x="132737" y="1572"/>
                    <a:pt x="131165" y="0"/>
                    <a:pt x="129244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4498227" y="-3351092"/>
              <a:ext cx="1047950" cy="1047950"/>
            </a:xfrm>
            <a:custGeom>
              <a:rect b="b" l="l" r="r" t="t"/>
              <a:pathLst>
                <a:path extrusionOk="0" h="41918" w="41918">
                  <a:moveTo>
                    <a:pt x="20959" y="6987"/>
                  </a:moveTo>
                  <a:cubicBezTo>
                    <a:pt x="28679" y="6987"/>
                    <a:pt x="34931" y="13239"/>
                    <a:pt x="34931" y="20959"/>
                  </a:cubicBezTo>
                  <a:cubicBezTo>
                    <a:pt x="34931" y="28679"/>
                    <a:pt x="28679" y="34931"/>
                    <a:pt x="20959" y="34931"/>
                  </a:cubicBezTo>
                  <a:cubicBezTo>
                    <a:pt x="13239" y="34931"/>
                    <a:pt x="6987" y="28679"/>
                    <a:pt x="6987" y="20959"/>
                  </a:cubicBezTo>
                  <a:cubicBezTo>
                    <a:pt x="6987" y="13239"/>
                    <a:pt x="13239" y="6987"/>
                    <a:pt x="20959" y="6987"/>
                  </a:cubicBezTo>
                  <a:close/>
                  <a:moveTo>
                    <a:pt x="20959" y="1"/>
                  </a:moveTo>
                  <a:cubicBezTo>
                    <a:pt x="9397" y="1"/>
                    <a:pt x="0" y="9397"/>
                    <a:pt x="0" y="20959"/>
                  </a:cubicBezTo>
                  <a:cubicBezTo>
                    <a:pt x="0" y="32521"/>
                    <a:pt x="9397" y="41918"/>
                    <a:pt x="20959" y="41918"/>
                  </a:cubicBezTo>
                  <a:cubicBezTo>
                    <a:pt x="32521" y="41918"/>
                    <a:pt x="41917" y="32521"/>
                    <a:pt x="41917" y="20959"/>
                  </a:cubicBezTo>
                  <a:cubicBezTo>
                    <a:pt x="41917" y="9397"/>
                    <a:pt x="32521" y="1"/>
                    <a:pt x="20959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2489702" y="-3001792"/>
              <a:ext cx="174675" cy="174700"/>
            </a:xfrm>
            <a:custGeom>
              <a:rect b="b" l="l" r="r" t="t"/>
              <a:pathLst>
                <a:path extrusionOk="0" h="6988" w="6987">
                  <a:moveTo>
                    <a:pt x="0" y="1"/>
                  </a:moveTo>
                  <a:lnTo>
                    <a:pt x="0" y="6987"/>
                  </a:lnTo>
                  <a:lnTo>
                    <a:pt x="6987" y="6987"/>
                  </a:lnTo>
                  <a:lnTo>
                    <a:pt x="6987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2140402" y="-3001792"/>
              <a:ext cx="174675" cy="174700"/>
            </a:xfrm>
            <a:custGeom>
              <a:rect b="b" l="l" r="r" t="t"/>
              <a:pathLst>
                <a:path extrusionOk="0" h="6988" w="6987">
                  <a:moveTo>
                    <a:pt x="0" y="1"/>
                  </a:moveTo>
                  <a:lnTo>
                    <a:pt x="0" y="6987"/>
                  </a:lnTo>
                  <a:lnTo>
                    <a:pt x="6986" y="6987"/>
                  </a:lnTo>
                  <a:lnTo>
                    <a:pt x="6986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2140402" y="-265246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6"/>
                  </a:lnTo>
                  <a:lnTo>
                    <a:pt x="6986" y="6986"/>
                  </a:lnTo>
                  <a:lnTo>
                    <a:pt x="6986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2140402" y="-230316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1"/>
                  </a:moveTo>
                  <a:lnTo>
                    <a:pt x="0" y="6987"/>
                  </a:lnTo>
                  <a:lnTo>
                    <a:pt x="6986" y="6987"/>
                  </a:lnTo>
                  <a:lnTo>
                    <a:pt x="6986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2140402" y="-1953867"/>
              <a:ext cx="174675" cy="174700"/>
            </a:xfrm>
            <a:custGeom>
              <a:rect b="b" l="l" r="r" t="t"/>
              <a:pathLst>
                <a:path extrusionOk="0" h="6988" w="6987">
                  <a:moveTo>
                    <a:pt x="0" y="1"/>
                  </a:moveTo>
                  <a:lnTo>
                    <a:pt x="0" y="6987"/>
                  </a:lnTo>
                  <a:lnTo>
                    <a:pt x="6986" y="6987"/>
                  </a:lnTo>
                  <a:lnTo>
                    <a:pt x="6986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2140402" y="-1604542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6"/>
                  </a:lnTo>
                  <a:lnTo>
                    <a:pt x="6986" y="6986"/>
                  </a:lnTo>
                  <a:lnTo>
                    <a:pt x="6986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6681402" y="-1080592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1"/>
                  </a:moveTo>
                  <a:lnTo>
                    <a:pt x="0" y="6987"/>
                  </a:lnTo>
                  <a:lnTo>
                    <a:pt x="6987" y="6987"/>
                  </a:lnTo>
                  <a:lnTo>
                    <a:pt x="6987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6681402" y="-1429892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7"/>
                  </a:lnTo>
                  <a:lnTo>
                    <a:pt x="6987" y="6987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8"/>
            <p:cNvSpPr/>
            <p:nvPr/>
          </p:nvSpPr>
          <p:spPr>
            <a:xfrm>
              <a:off x="6681402" y="-73126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8"/>
            <p:cNvSpPr/>
            <p:nvPr/>
          </p:nvSpPr>
          <p:spPr>
            <a:xfrm>
              <a:off x="6681402" y="-38196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7"/>
                  </a:lnTo>
                  <a:lnTo>
                    <a:pt x="6987" y="6987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8"/>
            <p:cNvSpPr/>
            <p:nvPr/>
          </p:nvSpPr>
          <p:spPr>
            <a:xfrm>
              <a:off x="6681402" y="-3266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1"/>
                  </a:moveTo>
                  <a:lnTo>
                    <a:pt x="0" y="6987"/>
                  </a:lnTo>
                  <a:lnTo>
                    <a:pt x="6987" y="6987"/>
                  </a:lnTo>
                  <a:lnTo>
                    <a:pt x="6987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8"/>
            <p:cNvSpPr/>
            <p:nvPr/>
          </p:nvSpPr>
          <p:spPr>
            <a:xfrm>
              <a:off x="6681402" y="316658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8"/>
            <p:cNvSpPr/>
            <p:nvPr/>
          </p:nvSpPr>
          <p:spPr>
            <a:xfrm>
              <a:off x="6332102" y="316658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6"/>
                  </a:lnTo>
                  <a:lnTo>
                    <a:pt x="6986" y="6986"/>
                  </a:lnTo>
                  <a:lnTo>
                    <a:pt x="6986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8"/>
            <p:cNvSpPr/>
            <p:nvPr/>
          </p:nvSpPr>
          <p:spPr>
            <a:xfrm>
              <a:off x="5982777" y="316658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1" y="0"/>
                  </a:moveTo>
                  <a:lnTo>
                    <a:pt x="1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5633477" y="316658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8"/>
            <p:cNvSpPr/>
            <p:nvPr/>
          </p:nvSpPr>
          <p:spPr>
            <a:xfrm>
              <a:off x="5284177" y="316658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6"/>
                  </a:lnTo>
                  <a:lnTo>
                    <a:pt x="6986" y="6986"/>
                  </a:lnTo>
                  <a:lnTo>
                    <a:pt x="6986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8"/>
            <p:cNvSpPr/>
            <p:nvPr/>
          </p:nvSpPr>
          <p:spPr>
            <a:xfrm>
              <a:off x="3799602" y="-2914442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1" y="0"/>
                  </a:moveTo>
                  <a:lnTo>
                    <a:pt x="1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8"/>
            <p:cNvSpPr/>
            <p:nvPr/>
          </p:nvSpPr>
          <p:spPr>
            <a:xfrm>
              <a:off x="6070102" y="-2914442"/>
              <a:ext cx="174700" cy="174675"/>
            </a:xfrm>
            <a:custGeom>
              <a:rect b="b" l="l" r="r" t="t"/>
              <a:pathLst>
                <a:path extrusionOk="0" h="6987" w="6988">
                  <a:moveTo>
                    <a:pt x="1" y="0"/>
                  </a:moveTo>
                  <a:lnTo>
                    <a:pt x="1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2" name="Google Shape;602;p18"/>
          <p:cNvGrpSpPr/>
          <p:nvPr/>
        </p:nvGrpSpPr>
        <p:grpSpPr>
          <a:xfrm>
            <a:off x="557448" y="1223684"/>
            <a:ext cx="511911" cy="511911"/>
            <a:chOff x="1972099" y="-5649467"/>
            <a:chExt cx="5239625" cy="5239625"/>
          </a:xfrm>
        </p:grpSpPr>
        <p:sp>
          <p:nvSpPr>
            <p:cNvPr id="603" name="Google Shape;603;p18"/>
            <p:cNvSpPr/>
            <p:nvPr/>
          </p:nvSpPr>
          <p:spPr>
            <a:xfrm>
              <a:off x="1972099" y="-5649467"/>
              <a:ext cx="4453700" cy="5239625"/>
            </a:xfrm>
            <a:custGeom>
              <a:rect b="b" l="l" r="r" t="t"/>
              <a:pathLst>
                <a:path extrusionOk="0" h="209585" w="178148">
                  <a:moveTo>
                    <a:pt x="132737" y="6986"/>
                  </a:moveTo>
                  <a:cubicBezTo>
                    <a:pt x="138501" y="6986"/>
                    <a:pt x="143216" y="11702"/>
                    <a:pt x="143216" y="17465"/>
                  </a:cubicBezTo>
                  <a:lnTo>
                    <a:pt x="143216" y="24452"/>
                  </a:lnTo>
                  <a:lnTo>
                    <a:pt x="24452" y="24452"/>
                  </a:lnTo>
                  <a:lnTo>
                    <a:pt x="24452" y="17465"/>
                  </a:lnTo>
                  <a:cubicBezTo>
                    <a:pt x="24452" y="11702"/>
                    <a:pt x="29167" y="6986"/>
                    <a:pt x="34931" y="6986"/>
                  </a:cubicBezTo>
                  <a:close/>
                  <a:moveTo>
                    <a:pt x="87327" y="45410"/>
                  </a:moveTo>
                  <a:cubicBezTo>
                    <a:pt x="91169" y="45410"/>
                    <a:pt x="94313" y="48554"/>
                    <a:pt x="94313" y="52396"/>
                  </a:cubicBezTo>
                  <a:lnTo>
                    <a:pt x="80341" y="52396"/>
                  </a:lnTo>
                  <a:cubicBezTo>
                    <a:pt x="80341" y="48554"/>
                    <a:pt x="83485" y="45410"/>
                    <a:pt x="87327" y="45410"/>
                  </a:cubicBezTo>
                  <a:close/>
                  <a:moveTo>
                    <a:pt x="160682" y="59382"/>
                  </a:moveTo>
                  <a:cubicBezTo>
                    <a:pt x="166445" y="59382"/>
                    <a:pt x="171161" y="64098"/>
                    <a:pt x="171161" y="69862"/>
                  </a:cubicBezTo>
                  <a:lnTo>
                    <a:pt x="171161" y="73355"/>
                  </a:lnTo>
                  <a:lnTo>
                    <a:pt x="80341" y="73355"/>
                  </a:lnTo>
                  <a:lnTo>
                    <a:pt x="80341" y="59382"/>
                  </a:lnTo>
                  <a:close/>
                  <a:moveTo>
                    <a:pt x="171161" y="80341"/>
                  </a:moveTo>
                  <a:lnTo>
                    <a:pt x="171161" y="87327"/>
                  </a:lnTo>
                  <a:lnTo>
                    <a:pt x="80341" y="87327"/>
                  </a:lnTo>
                  <a:lnTo>
                    <a:pt x="80341" y="80341"/>
                  </a:lnTo>
                  <a:close/>
                  <a:moveTo>
                    <a:pt x="171161" y="94313"/>
                  </a:moveTo>
                  <a:lnTo>
                    <a:pt x="171161" y="115272"/>
                  </a:lnTo>
                  <a:cubicBezTo>
                    <a:pt x="171161" y="121035"/>
                    <a:pt x="166445" y="125751"/>
                    <a:pt x="160682" y="125751"/>
                  </a:cubicBezTo>
                  <a:lnTo>
                    <a:pt x="80341" y="125751"/>
                  </a:lnTo>
                  <a:lnTo>
                    <a:pt x="80341" y="94313"/>
                  </a:lnTo>
                  <a:close/>
                  <a:moveTo>
                    <a:pt x="94313" y="132737"/>
                  </a:moveTo>
                  <a:cubicBezTo>
                    <a:pt x="94313" y="136580"/>
                    <a:pt x="91169" y="139723"/>
                    <a:pt x="87327" y="139723"/>
                  </a:cubicBezTo>
                  <a:cubicBezTo>
                    <a:pt x="83485" y="139723"/>
                    <a:pt x="80341" y="136580"/>
                    <a:pt x="80341" y="132737"/>
                  </a:cubicBezTo>
                  <a:close/>
                  <a:moveTo>
                    <a:pt x="143216" y="31438"/>
                  </a:moveTo>
                  <a:lnTo>
                    <a:pt x="143216" y="52396"/>
                  </a:lnTo>
                  <a:lnTo>
                    <a:pt x="101299" y="52396"/>
                  </a:lnTo>
                  <a:cubicBezTo>
                    <a:pt x="101299" y="44677"/>
                    <a:pt x="95047" y="38424"/>
                    <a:pt x="87327" y="38424"/>
                  </a:cubicBezTo>
                  <a:cubicBezTo>
                    <a:pt x="79607" y="38424"/>
                    <a:pt x="73355" y="44677"/>
                    <a:pt x="73355" y="52396"/>
                  </a:cubicBezTo>
                  <a:lnTo>
                    <a:pt x="73355" y="55889"/>
                  </a:lnTo>
                  <a:lnTo>
                    <a:pt x="73355" y="129244"/>
                  </a:lnTo>
                  <a:lnTo>
                    <a:pt x="73355" y="132737"/>
                  </a:lnTo>
                  <a:cubicBezTo>
                    <a:pt x="73355" y="140457"/>
                    <a:pt x="79607" y="146709"/>
                    <a:pt x="87327" y="146709"/>
                  </a:cubicBezTo>
                  <a:cubicBezTo>
                    <a:pt x="95047" y="146709"/>
                    <a:pt x="101299" y="140457"/>
                    <a:pt x="101299" y="132737"/>
                  </a:cubicBezTo>
                  <a:lnTo>
                    <a:pt x="143216" y="132737"/>
                  </a:lnTo>
                  <a:lnTo>
                    <a:pt x="143216" y="153696"/>
                  </a:lnTo>
                  <a:lnTo>
                    <a:pt x="55889" y="153696"/>
                  </a:lnTo>
                  <a:lnTo>
                    <a:pt x="55889" y="127498"/>
                  </a:lnTo>
                  <a:cubicBezTo>
                    <a:pt x="55889" y="120756"/>
                    <a:pt x="50405" y="115272"/>
                    <a:pt x="43664" y="115272"/>
                  </a:cubicBezTo>
                  <a:cubicBezTo>
                    <a:pt x="36922" y="115272"/>
                    <a:pt x="31438" y="120756"/>
                    <a:pt x="31438" y="127498"/>
                  </a:cubicBezTo>
                  <a:lnTo>
                    <a:pt x="31438" y="148770"/>
                  </a:lnTo>
                  <a:lnTo>
                    <a:pt x="24452" y="155757"/>
                  </a:lnTo>
                  <a:lnTo>
                    <a:pt x="24452" y="31438"/>
                  </a:lnTo>
                  <a:close/>
                  <a:moveTo>
                    <a:pt x="143216" y="160682"/>
                  </a:moveTo>
                  <a:lnTo>
                    <a:pt x="143216" y="167668"/>
                  </a:lnTo>
                  <a:cubicBezTo>
                    <a:pt x="143216" y="173432"/>
                    <a:pt x="138501" y="178147"/>
                    <a:pt x="132737" y="178147"/>
                  </a:cubicBezTo>
                  <a:lnTo>
                    <a:pt x="55889" y="178147"/>
                  </a:lnTo>
                  <a:lnTo>
                    <a:pt x="55889" y="160682"/>
                  </a:lnTo>
                  <a:close/>
                  <a:moveTo>
                    <a:pt x="34931" y="0"/>
                  </a:moveTo>
                  <a:cubicBezTo>
                    <a:pt x="25290" y="0"/>
                    <a:pt x="17465" y="7825"/>
                    <a:pt x="17465" y="17465"/>
                  </a:cubicBezTo>
                  <a:lnTo>
                    <a:pt x="17465" y="121000"/>
                  </a:lnTo>
                  <a:lnTo>
                    <a:pt x="803" y="140981"/>
                  </a:lnTo>
                  <a:cubicBezTo>
                    <a:pt x="279" y="141610"/>
                    <a:pt x="0" y="142413"/>
                    <a:pt x="0" y="143216"/>
                  </a:cubicBezTo>
                  <a:lnTo>
                    <a:pt x="0" y="209585"/>
                  </a:lnTo>
                  <a:lnTo>
                    <a:pt x="6986" y="209585"/>
                  </a:lnTo>
                  <a:lnTo>
                    <a:pt x="6986" y="144474"/>
                  </a:lnTo>
                  <a:lnTo>
                    <a:pt x="17465" y="131899"/>
                  </a:lnTo>
                  <a:lnTo>
                    <a:pt x="17465" y="164175"/>
                  </a:lnTo>
                  <a:cubicBezTo>
                    <a:pt x="17465" y="165572"/>
                    <a:pt x="18304" y="166865"/>
                    <a:pt x="19631" y="167389"/>
                  </a:cubicBezTo>
                  <a:cubicBezTo>
                    <a:pt x="20062" y="167575"/>
                    <a:pt x="20516" y="167664"/>
                    <a:pt x="20968" y="167664"/>
                  </a:cubicBezTo>
                  <a:cubicBezTo>
                    <a:pt x="21871" y="167664"/>
                    <a:pt x="22763" y="167307"/>
                    <a:pt x="23439" y="166655"/>
                  </a:cubicBezTo>
                  <a:lnTo>
                    <a:pt x="37411" y="152683"/>
                  </a:lnTo>
                  <a:cubicBezTo>
                    <a:pt x="38075" y="152019"/>
                    <a:pt x="38424" y="151146"/>
                    <a:pt x="38424" y="150203"/>
                  </a:cubicBezTo>
                  <a:lnTo>
                    <a:pt x="38424" y="127498"/>
                  </a:lnTo>
                  <a:cubicBezTo>
                    <a:pt x="38424" y="124598"/>
                    <a:pt x="40764" y="122258"/>
                    <a:pt x="43664" y="122258"/>
                  </a:cubicBezTo>
                  <a:cubicBezTo>
                    <a:pt x="46563" y="122258"/>
                    <a:pt x="48903" y="124598"/>
                    <a:pt x="48903" y="127498"/>
                  </a:cubicBezTo>
                  <a:lnTo>
                    <a:pt x="48903" y="187194"/>
                  </a:lnTo>
                  <a:lnTo>
                    <a:pt x="35944" y="200119"/>
                  </a:lnTo>
                  <a:cubicBezTo>
                    <a:pt x="35315" y="200782"/>
                    <a:pt x="34931" y="201691"/>
                    <a:pt x="34931" y="202599"/>
                  </a:cubicBezTo>
                  <a:lnTo>
                    <a:pt x="34931" y="209585"/>
                  </a:lnTo>
                  <a:lnTo>
                    <a:pt x="41917" y="209585"/>
                  </a:lnTo>
                  <a:lnTo>
                    <a:pt x="41917" y="204031"/>
                  </a:lnTo>
                  <a:lnTo>
                    <a:pt x="54876" y="191107"/>
                  </a:lnTo>
                  <a:cubicBezTo>
                    <a:pt x="55540" y="190443"/>
                    <a:pt x="55889" y="189570"/>
                    <a:pt x="55889" y="188626"/>
                  </a:cubicBezTo>
                  <a:lnTo>
                    <a:pt x="55889" y="185133"/>
                  </a:lnTo>
                  <a:lnTo>
                    <a:pt x="132737" y="185133"/>
                  </a:lnTo>
                  <a:cubicBezTo>
                    <a:pt x="142378" y="185133"/>
                    <a:pt x="150203" y="177309"/>
                    <a:pt x="150203" y="167668"/>
                  </a:cubicBezTo>
                  <a:lnTo>
                    <a:pt x="150203" y="132737"/>
                  </a:lnTo>
                  <a:lnTo>
                    <a:pt x="160682" y="132737"/>
                  </a:lnTo>
                  <a:cubicBezTo>
                    <a:pt x="170323" y="132737"/>
                    <a:pt x="178147" y="124913"/>
                    <a:pt x="178147" y="115272"/>
                  </a:cubicBezTo>
                  <a:lnTo>
                    <a:pt x="178147" y="69862"/>
                  </a:lnTo>
                  <a:cubicBezTo>
                    <a:pt x="178147" y="60221"/>
                    <a:pt x="170323" y="52396"/>
                    <a:pt x="160682" y="52396"/>
                  </a:cubicBezTo>
                  <a:lnTo>
                    <a:pt x="150203" y="52396"/>
                  </a:lnTo>
                  <a:lnTo>
                    <a:pt x="150203" y="17465"/>
                  </a:lnTo>
                  <a:cubicBezTo>
                    <a:pt x="150203" y="7825"/>
                    <a:pt x="142378" y="0"/>
                    <a:pt x="132737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8"/>
            <p:cNvSpPr/>
            <p:nvPr/>
          </p:nvSpPr>
          <p:spPr>
            <a:xfrm>
              <a:off x="6513099" y="-5649467"/>
              <a:ext cx="698625" cy="698650"/>
            </a:xfrm>
            <a:custGeom>
              <a:rect b="b" l="l" r="r" t="t"/>
              <a:pathLst>
                <a:path extrusionOk="0" h="27946" w="27945">
                  <a:moveTo>
                    <a:pt x="13973" y="10375"/>
                  </a:moveTo>
                  <a:cubicBezTo>
                    <a:pt x="14986" y="11737"/>
                    <a:pt x="16208" y="12960"/>
                    <a:pt x="17570" y="13973"/>
                  </a:cubicBezTo>
                  <a:cubicBezTo>
                    <a:pt x="16208" y="14986"/>
                    <a:pt x="14986" y="16208"/>
                    <a:pt x="13973" y="17571"/>
                  </a:cubicBezTo>
                  <a:cubicBezTo>
                    <a:pt x="12960" y="16208"/>
                    <a:pt x="11737" y="14986"/>
                    <a:pt x="10375" y="13973"/>
                  </a:cubicBezTo>
                  <a:cubicBezTo>
                    <a:pt x="11737" y="12960"/>
                    <a:pt x="12960" y="11737"/>
                    <a:pt x="13973" y="10375"/>
                  </a:cubicBezTo>
                  <a:close/>
                  <a:moveTo>
                    <a:pt x="10480" y="1"/>
                  </a:moveTo>
                  <a:cubicBezTo>
                    <a:pt x="10480" y="5764"/>
                    <a:pt x="5764" y="10480"/>
                    <a:pt x="0" y="10480"/>
                  </a:cubicBezTo>
                  <a:lnTo>
                    <a:pt x="0" y="17466"/>
                  </a:lnTo>
                  <a:cubicBezTo>
                    <a:pt x="5764" y="17466"/>
                    <a:pt x="10480" y="22182"/>
                    <a:pt x="10480" y="27945"/>
                  </a:cubicBezTo>
                  <a:lnTo>
                    <a:pt x="17466" y="27945"/>
                  </a:lnTo>
                  <a:cubicBezTo>
                    <a:pt x="17466" y="22182"/>
                    <a:pt x="22181" y="17466"/>
                    <a:pt x="27945" y="17466"/>
                  </a:cubicBezTo>
                  <a:lnTo>
                    <a:pt x="27945" y="10480"/>
                  </a:lnTo>
                  <a:cubicBezTo>
                    <a:pt x="22181" y="10480"/>
                    <a:pt x="17466" y="5764"/>
                    <a:pt x="17466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5989124" y="-5649467"/>
              <a:ext cx="698650" cy="698625"/>
            </a:xfrm>
            <a:custGeom>
              <a:rect b="b" l="l" r="r" t="t"/>
              <a:pathLst>
                <a:path extrusionOk="0" h="27945" w="27946">
                  <a:moveTo>
                    <a:pt x="13973" y="10375"/>
                  </a:moveTo>
                  <a:cubicBezTo>
                    <a:pt x="14986" y="11737"/>
                    <a:pt x="16209" y="12960"/>
                    <a:pt x="17571" y="13973"/>
                  </a:cubicBezTo>
                  <a:cubicBezTo>
                    <a:pt x="16209" y="14986"/>
                    <a:pt x="14986" y="16208"/>
                    <a:pt x="13973" y="17570"/>
                  </a:cubicBezTo>
                  <a:cubicBezTo>
                    <a:pt x="12960" y="16208"/>
                    <a:pt x="11738" y="14986"/>
                    <a:pt x="10375" y="13973"/>
                  </a:cubicBezTo>
                  <a:cubicBezTo>
                    <a:pt x="11738" y="12960"/>
                    <a:pt x="12960" y="11737"/>
                    <a:pt x="13973" y="10375"/>
                  </a:cubicBezTo>
                  <a:close/>
                  <a:moveTo>
                    <a:pt x="10480" y="0"/>
                  </a:moveTo>
                  <a:cubicBezTo>
                    <a:pt x="10480" y="5764"/>
                    <a:pt x="5764" y="10480"/>
                    <a:pt x="1" y="10480"/>
                  </a:cubicBezTo>
                  <a:lnTo>
                    <a:pt x="1" y="17466"/>
                  </a:lnTo>
                  <a:cubicBezTo>
                    <a:pt x="5764" y="17466"/>
                    <a:pt x="10480" y="22181"/>
                    <a:pt x="10480" y="27945"/>
                  </a:cubicBezTo>
                  <a:lnTo>
                    <a:pt x="17466" y="27945"/>
                  </a:lnTo>
                  <a:cubicBezTo>
                    <a:pt x="17466" y="22181"/>
                    <a:pt x="22182" y="17466"/>
                    <a:pt x="27945" y="17466"/>
                  </a:cubicBezTo>
                  <a:lnTo>
                    <a:pt x="27945" y="10480"/>
                  </a:lnTo>
                  <a:cubicBezTo>
                    <a:pt x="22182" y="10480"/>
                    <a:pt x="17466" y="5764"/>
                    <a:pt x="17466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2932674" y="-5649467"/>
              <a:ext cx="698650" cy="698650"/>
            </a:xfrm>
            <a:custGeom>
              <a:rect b="b" l="l" r="r" t="t"/>
              <a:pathLst>
                <a:path extrusionOk="0" h="27946" w="27946">
                  <a:moveTo>
                    <a:pt x="13973" y="10375"/>
                  </a:moveTo>
                  <a:cubicBezTo>
                    <a:pt x="14986" y="11738"/>
                    <a:pt x="16209" y="12960"/>
                    <a:pt x="17571" y="13973"/>
                  </a:cubicBezTo>
                  <a:cubicBezTo>
                    <a:pt x="16209" y="14986"/>
                    <a:pt x="14986" y="16209"/>
                    <a:pt x="13973" y="17571"/>
                  </a:cubicBezTo>
                  <a:cubicBezTo>
                    <a:pt x="12960" y="16209"/>
                    <a:pt x="11738" y="14986"/>
                    <a:pt x="10375" y="13973"/>
                  </a:cubicBezTo>
                  <a:cubicBezTo>
                    <a:pt x="11738" y="12960"/>
                    <a:pt x="12960" y="11738"/>
                    <a:pt x="13973" y="10375"/>
                  </a:cubicBezTo>
                  <a:close/>
                  <a:moveTo>
                    <a:pt x="10480" y="1"/>
                  </a:moveTo>
                  <a:cubicBezTo>
                    <a:pt x="10480" y="5764"/>
                    <a:pt x="5764" y="10480"/>
                    <a:pt x="1" y="10480"/>
                  </a:cubicBezTo>
                  <a:lnTo>
                    <a:pt x="1" y="17466"/>
                  </a:lnTo>
                  <a:cubicBezTo>
                    <a:pt x="5764" y="17466"/>
                    <a:pt x="10480" y="22182"/>
                    <a:pt x="10480" y="27946"/>
                  </a:cubicBezTo>
                  <a:lnTo>
                    <a:pt x="17466" y="27946"/>
                  </a:lnTo>
                  <a:cubicBezTo>
                    <a:pt x="17466" y="22182"/>
                    <a:pt x="22182" y="17466"/>
                    <a:pt x="27946" y="17466"/>
                  </a:cubicBezTo>
                  <a:lnTo>
                    <a:pt x="27946" y="10480"/>
                  </a:lnTo>
                  <a:cubicBezTo>
                    <a:pt x="22182" y="10480"/>
                    <a:pt x="17466" y="5764"/>
                    <a:pt x="17466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6687749" y="-5649467"/>
              <a:ext cx="174675" cy="174700"/>
            </a:xfrm>
            <a:custGeom>
              <a:rect b="b" l="l" r="r" t="t"/>
              <a:pathLst>
                <a:path extrusionOk="0" h="6988" w="6987">
                  <a:moveTo>
                    <a:pt x="0" y="1"/>
                  </a:moveTo>
                  <a:lnTo>
                    <a:pt x="0" y="6987"/>
                  </a:lnTo>
                  <a:lnTo>
                    <a:pt x="6987" y="6987"/>
                  </a:lnTo>
                  <a:lnTo>
                    <a:pt x="6987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7037049" y="-5649467"/>
              <a:ext cx="174675" cy="174700"/>
            </a:xfrm>
            <a:custGeom>
              <a:rect b="b" l="l" r="r" t="t"/>
              <a:pathLst>
                <a:path extrusionOk="0" h="6988" w="6987">
                  <a:moveTo>
                    <a:pt x="1" y="1"/>
                  </a:moveTo>
                  <a:lnTo>
                    <a:pt x="1" y="6987"/>
                  </a:lnTo>
                  <a:lnTo>
                    <a:pt x="6987" y="6987"/>
                  </a:lnTo>
                  <a:lnTo>
                    <a:pt x="6987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6687749" y="-564946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6687749" y="-564946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1"/>
                  </a:moveTo>
                  <a:lnTo>
                    <a:pt x="0" y="6987"/>
                  </a:lnTo>
                  <a:lnTo>
                    <a:pt x="6987" y="6987"/>
                  </a:lnTo>
                  <a:lnTo>
                    <a:pt x="6987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8"/>
            <p:cNvSpPr/>
            <p:nvPr/>
          </p:nvSpPr>
          <p:spPr>
            <a:xfrm>
              <a:off x="5901799" y="-564946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1" y="0"/>
                  </a:moveTo>
                  <a:lnTo>
                    <a:pt x="1" y="6987"/>
                  </a:lnTo>
                  <a:lnTo>
                    <a:pt x="6987" y="6987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5552499" y="-564946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7"/>
                  </a:lnTo>
                  <a:lnTo>
                    <a:pt x="6987" y="6987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8"/>
            <p:cNvSpPr/>
            <p:nvPr/>
          </p:nvSpPr>
          <p:spPr>
            <a:xfrm>
              <a:off x="5203199" y="-564946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7"/>
                  </a:lnTo>
                  <a:lnTo>
                    <a:pt x="6986" y="6987"/>
                  </a:lnTo>
                  <a:lnTo>
                    <a:pt x="6986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4" name="Google Shape;614;p18"/>
          <p:cNvGrpSpPr/>
          <p:nvPr/>
        </p:nvGrpSpPr>
        <p:grpSpPr>
          <a:xfrm>
            <a:off x="8074659" y="1223684"/>
            <a:ext cx="511911" cy="511911"/>
            <a:chOff x="8074659" y="1299884"/>
            <a:chExt cx="511911" cy="511911"/>
          </a:xfrm>
        </p:grpSpPr>
        <p:sp>
          <p:nvSpPr>
            <p:cNvPr id="615" name="Google Shape;615;p18"/>
            <p:cNvSpPr/>
            <p:nvPr/>
          </p:nvSpPr>
          <p:spPr>
            <a:xfrm>
              <a:off x="8074659" y="1299884"/>
              <a:ext cx="511911" cy="511911"/>
            </a:xfrm>
            <a:custGeom>
              <a:rect b="b" l="l" r="r" t="t"/>
              <a:pathLst>
                <a:path extrusionOk="0" h="209585" w="209585">
                  <a:moveTo>
                    <a:pt x="104792" y="6986"/>
                  </a:moveTo>
                  <a:cubicBezTo>
                    <a:pt x="125995" y="6986"/>
                    <a:pt x="143216" y="24242"/>
                    <a:pt x="143216" y="45410"/>
                  </a:cubicBezTo>
                  <a:cubicBezTo>
                    <a:pt x="143216" y="58893"/>
                    <a:pt x="136230" y="70735"/>
                    <a:pt x="125681" y="77616"/>
                  </a:cubicBezTo>
                  <a:cubicBezTo>
                    <a:pt x="124319" y="78524"/>
                    <a:pt x="122852" y="79328"/>
                    <a:pt x="121385" y="80027"/>
                  </a:cubicBezTo>
                  <a:cubicBezTo>
                    <a:pt x="121210" y="80096"/>
                    <a:pt x="121035" y="80166"/>
                    <a:pt x="120896" y="80271"/>
                  </a:cubicBezTo>
                  <a:cubicBezTo>
                    <a:pt x="115831" y="82559"/>
                    <a:pt x="110312" y="83703"/>
                    <a:pt x="104792" y="83703"/>
                  </a:cubicBezTo>
                  <a:cubicBezTo>
                    <a:pt x="99273" y="83703"/>
                    <a:pt x="93754" y="82559"/>
                    <a:pt x="88689" y="80271"/>
                  </a:cubicBezTo>
                  <a:cubicBezTo>
                    <a:pt x="88550" y="80166"/>
                    <a:pt x="88375" y="80096"/>
                    <a:pt x="88235" y="80027"/>
                  </a:cubicBezTo>
                  <a:cubicBezTo>
                    <a:pt x="86733" y="79328"/>
                    <a:pt x="85301" y="78524"/>
                    <a:pt x="83904" y="77616"/>
                  </a:cubicBezTo>
                  <a:cubicBezTo>
                    <a:pt x="73355" y="70735"/>
                    <a:pt x="66369" y="58893"/>
                    <a:pt x="66369" y="45410"/>
                  </a:cubicBezTo>
                  <a:cubicBezTo>
                    <a:pt x="66369" y="24242"/>
                    <a:pt x="83624" y="6986"/>
                    <a:pt x="104792" y="6986"/>
                  </a:cubicBezTo>
                  <a:close/>
                  <a:moveTo>
                    <a:pt x="150203" y="83834"/>
                  </a:moveTo>
                  <a:cubicBezTo>
                    <a:pt x="154045" y="83834"/>
                    <a:pt x="157189" y="86978"/>
                    <a:pt x="157189" y="90820"/>
                  </a:cubicBezTo>
                  <a:cubicBezTo>
                    <a:pt x="157189" y="94663"/>
                    <a:pt x="154045" y="97806"/>
                    <a:pt x="150203" y="97806"/>
                  </a:cubicBezTo>
                  <a:lnTo>
                    <a:pt x="59382" y="97806"/>
                  </a:lnTo>
                  <a:cubicBezTo>
                    <a:pt x="55540" y="97806"/>
                    <a:pt x="52396" y="94663"/>
                    <a:pt x="52396" y="90820"/>
                  </a:cubicBezTo>
                  <a:cubicBezTo>
                    <a:pt x="52396" y="86978"/>
                    <a:pt x="55540" y="83834"/>
                    <a:pt x="59382" y="83834"/>
                  </a:cubicBezTo>
                  <a:lnTo>
                    <a:pt x="80620" y="83834"/>
                  </a:lnTo>
                  <a:cubicBezTo>
                    <a:pt x="81354" y="84288"/>
                    <a:pt x="82122" y="84742"/>
                    <a:pt x="82856" y="85161"/>
                  </a:cubicBezTo>
                  <a:cubicBezTo>
                    <a:pt x="82996" y="85231"/>
                    <a:pt x="83100" y="85301"/>
                    <a:pt x="83240" y="85371"/>
                  </a:cubicBezTo>
                  <a:cubicBezTo>
                    <a:pt x="84393" y="86000"/>
                    <a:pt x="85581" y="86559"/>
                    <a:pt x="86803" y="87083"/>
                  </a:cubicBezTo>
                  <a:cubicBezTo>
                    <a:pt x="87117" y="87222"/>
                    <a:pt x="87432" y="87327"/>
                    <a:pt x="87746" y="87467"/>
                  </a:cubicBezTo>
                  <a:cubicBezTo>
                    <a:pt x="88724" y="87851"/>
                    <a:pt x="89702" y="88235"/>
                    <a:pt x="90680" y="88550"/>
                  </a:cubicBezTo>
                  <a:cubicBezTo>
                    <a:pt x="90995" y="88654"/>
                    <a:pt x="91344" y="88759"/>
                    <a:pt x="91658" y="88864"/>
                  </a:cubicBezTo>
                  <a:cubicBezTo>
                    <a:pt x="92916" y="89248"/>
                    <a:pt x="94208" y="89598"/>
                    <a:pt x="95501" y="89842"/>
                  </a:cubicBezTo>
                  <a:cubicBezTo>
                    <a:pt x="95710" y="89912"/>
                    <a:pt x="95955" y="89947"/>
                    <a:pt x="96199" y="89982"/>
                  </a:cubicBezTo>
                  <a:cubicBezTo>
                    <a:pt x="97317" y="90191"/>
                    <a:pt x="98435" y="90366"/>
                    <a:pt x="99553" y="90506"/>
                  </a:cubicBezTo>
                  <a:cubicBezTo>
                    <a:pt x="99937" y="90541"/>
                    <a:pt x="100286" y="90576"/>
                    <a:pt x="100671" y="90611"/>
                  </a:cubicBezTo>
                  <a:cubicBezTo>
                    <a:pt x="102033" y="90750"/>
                    <a:pt x="103395" y="90820"/>
                    <a:pt x="104792" y="90820"/>
                  </a:cubicBezTo>
                  <a:cubicBezTo>
                    <a:pt x="106190" y="90820"/>
                    <a:pt x="107552" y="90750"/>
                    <a:pt x="108914" y="90611"/>
                  </a:cubicBezTo>
                  <a:cubicBezTo>
                    <a:pt x="109299" y="90576"/>
                    <a:pt x="109648" y="90541"/>
                    <a:pt x="110032" y="90506"/>
                  </a:cubicBezTo>
                  <a:cubicBezTo>
                    <a:pt x="111150" y="90366"/>
                    <a:pt x="112268" y="90191"/>
                    <a:pt x="113385" y="89982"/>
                  </a:cubicBezTo>
                  <a:cubicBezTo>
                    <a:pt x="113630" y="89947"/>
                    <a:pt x="113874" y="89912"/>
                    <a:pt x="114084" y="89842"/>
                  </a:cubicBezTo>
                  <a:cubicBezTo>
                    <a:pt x="115377" y="89598"/>
                    <a:pt x="116669" y="89248"/>
                    <a:pt x="117926" y="88864"/>
                  </a:cubicBezTo>
                  <a:cubicBezTo>
                    <a:pt x="118241" y="88759"/>
                    <a:pt x="118590" y="88654"/>
                    <a:pt x="118905" y="88550"/>
                  </a:cubicBezTo>
                  <a:cubicBezTo>
                    <a:pt x="119883" y="88235"/>
                    <a:pt x="120861" y="87851"/>
                    <a:pt x="121839" y="87467"/>
                  </a:cubicBezTo>
                  <a:cubicBezTo>
                    <a:pt x="122153" y="87327"/>
                    <a:pt x="122467" y="87222"/>
                    <a:pt x="122782" y="87083"/>
                  </a:cubicBezTo>
                  <a:cubicBezTo>
                    <a:pt x="124004" y="86559"/>
                    <a:pt x="125192" y="86000"/>
                    <a:pt x="126345" y="85371"/>
                  </a:cubicBezTo>
                  <a:cubicBezTo>
                    <a:pt x="126485" y="85301"/>
                    <a:pt x="126589" y="85231"/>
                    <a:pt x="126729" y="85161"/>
                  </a:cubicBezTo>
                  <a:cubicBezTo>
                    <a:pt x="127498" y="84742"/>
                    <a:pt x="128231" y="84288"/>
                    <a:pt x="128965" y="83834"/>
                  </a:cubicBezTo>
                  <a:close/>
                  <a:moveTo>
                    <a:pt x="76848" y="150203"/>
                  </a:moveTo>
                  <a:lnTo>
                    <a:pt x="76848" y="171161"/>
                  </a:lnTo>
                  <a:lnTo>
                    <a:pt x="62875" y="171161"/>
                  </a:lnTo>
                  <a:lnTo>
                    <a:pt x="62875" y="150203"/>
                  </a:lnTo>
                  <a:close/>
                  <a:moveTo>
                    <a:pt x="111779" y="136230"/>
                  </a:moveTo>
                  <a:lnTo>
                    <a:pt x="111779" y="171161"/>
                  </a:lnTo>
                  <a:lnTo>
                    <a:pt x="97806" y="171161"/>
                  </a:lnTo>
                  <a:lnTo>
                    <a:pt x="97806" y="136230"/>
                  </a:lnTo>
                  <a:close/>
                  <a:moveTo>
                    <a:pt x="146709" y="122258"/>
                  </a:moveTo>
                  <a:lnTo>
                    <a:pt x="146709" y="171161"/>
                  </a:lnTo>
                  <a:lnTo>
                    <a:pt x="132737" y="171161"/>
                  </a:lnTo>
                  <a:lnTo>
                    <a:pt x="132737" y="122258"/>
                  </a:lnTo>
                  <a:close/>
                  <a:moveTo>
                    <a:pt x="178147" y="69862"/>
                  </a:moveTo>
                  <a:lnTo>
                    <a:pt x="178147" y="171161"/>
                  </a:lnTo>
                  <a:lnTo>
                    <a:pt x="153696" y="171161"/>
                  </a:lnTo>
                  <a:lnTo>
                    <a:pt x="153696" y="118765"/>
                  </a:lnTo>
                  <a:cubicBezTo>
                    <a:pt x="153696" y="116844"/>
                    <a:pt x="152124" y="115272"/>
                    <a:pt x="150203" y="115272"/>
                  </a:cubicBezTo>
                  <a:lnTo>
                    <a:pt x="129244" y="115272"/>
                  </a:lnTo>
                  <a:cubicBezTo>
                    <a:pt x="127323" y="115272"/>
                    <a:pt x="125751" y="116844"/>
                    <a:pt x="125751" y="118765"/>
                  </a:cubicBezTo>
                  <a:lnTo>
                    <a:pt x="125751" y="171161"/>
                  </a:lnTo>
                  <a:lnTo>
                    <a:pt x="118765" y="171161"/>
                  </a:lnTo>
                  <a:lnTo>
                    <a:pt x="118765" y="132737"/>
                  </a:lnTo>
                  <a:cubicBezTo>
                    <a:pt x="118765" y="130816"/>
                    <a:pt x="117193" y="129244"/>
                    <a:pt x="115272" y="129244"/>
                  </a:cubicBezTo>
                  <a:lnTo>
                    <a:pt x="94313" y="129244"/>
                  </a:lnTo>
                  <a:cubicBezTo>
                    <a:pt x="92392" y="129244"/>
                    <a:pt x="90820" y="130816"/>
                    <a:pt x="90820" y="132737"/>
                  </a:cubicBezTo>
                  <a:lnTo>
                    <a:pt x="90820" y="171161"/>
                  </a:lnTo>
                  <a:lnTo>
                    <a:pt x="83834" y="171161"/>
                  </a:lnTo>
                  <a:lnTo>
                    <a:pt x="83834" y="146709"/>
                  </a:lnTo>
                  <a:cubicBezTo>
                    <a:pt x="83834" y="144788"/>
                    <a:pt x="82262" y="143216"/>
                    <a:pt x="80341" y="143216"/>
                  </a:cubicBezTo>
                  <a:lnTo>
                    <a:pt x="59382" y="143216"/>
                  </a:lnTo>
                  <a:cubicBezTo>
                    <a:pt x="57461" y="143216"/>
                    <a:pt x="55889" y="144788"/>
                    <a:pt x="55889" y="146709"/>
                  </a:cubicBezTo>
                  <a:lnTo>
                    <a:pt x="55889" y="171161"/>
                  </a:lnTo>
                  <a:lnTo>
                    <a:pt x="31438" y="171161"/>
                  </a:lnTo>
                  <a:lnTo>
                    <a:pt x="31438" y="69862"/>
                  </a:lnTo>
                  <a:lnTo>
                    <a:pt x="66578" y="69862"/>
                  </a:lnTo>
                  <a:cubicBezTo>
                    <a:pt x="68185" y="72377"/>
                    <a:pt x="70036" y="74717"/>
                    <a:pt x="72097" y="76848"/>
                  </a:cubicBezTo>
                  <a:lnTo>
                    <a:pt x="59382" y="76848"/>
                  </a:lnTo>
                  <a:cubicBezTo>
                    <a:pt x="51663" y="76848"/>
                    <a:pt x="45410" y="83100"/>
                    <a:pt x="45410" y="90820"/>
                  </a:cubicBezTo>
                  <a:cubicBezTo>
                    <a:pt x="45410" y="98540"/>
                    <a:pt x="51663" y="104792"/>
                    <a:pt x="59382" y="104792"/>
                  </a:cubicBezTo>
                  <a:lnTo>
                    <a:pt x="150203" y="104792"/>
                  </a:lnTo>
                  <a:cubicBezTo>
                    <a:pt x="157922" y="104792"/>
                    <a:pt x="164175" y="98540"/>
                    <a:pt x="164175" y="90820"/>
                  </a:cubicBezTo>
                  <a:cubicBezTo>
                    <a:pt x="164175" y="83100"/>
                    <a:pt x="157922" y="76848"/>
                    <a:pt x="150203" y="76848"/>
                  </a:cubicBezTo>
                  <a:lnTo>
                    <a:pt x="137488" y="76848"/>
                  </a:lnTo>
                  <a:cubicBezTo>
                    <a:pt x="139549" y="74717"/>
                    <a:pt x="141400" y="72377"/>
                    <a:pt x="143007" y="69862"/>
                  </a:cubicBezTo>
                  <a:close/>
                  <a:moveTo>
                    <a:pt x="181640" y="55889"/>
                  </a:moveTo>
                  <a:cubicBezTo>
                    <a:pt x="187404" y="55889"/>
                    <a:pt x="192120" y="60605"/>
                    <a:pt x="192120" y="66369"/>
                  </a:cubicBezTo>
                  <a:lnTo>
                    <a:pt x="192120" y="185133"/>
                  </a:lnTo>
                  <a:lnTo>
                    <a:pt x="17465" y="185133"/>
                  </a:lnTo>
                  <a:lnTo>
                    <a:pt x="17465" y="66369"/>
                  </a:lnTo>
                  <a:cubicBezTo>
                    <a:pt x="17465" y="60605"/>
                    <a:pt x="22181" y="55889"/>
                    <a:pt x="27945" y="55889"/>
                  </a:cubicBezTo>
                  <a:lnTo>
                    <a:pt x="60640" y="55889"/>
                  </a:lnTo>
                  <a:cubicBezTo>
                    <a:pt x="61234" y="58300"/>
                    <a:pt x="61932" y="60640"/>
                    <a:pt x="62875" y="62875"/>
                  </a:cubicBezTo>
                  <a:lnTo>
                    <a:pt x="27945" y="62875"/>
                  </a:lnTo>
                  <a:cubicBezTo>
                    <a:pt x="26023" y="62875"/>
                    <a:pt x="24452" y="64447"/>
                    <a:pt x="24452" y="66369"/>
                  </a:cubicBezTo>
                  <a:lnTo>
                    <a:pt x="24452" y="174654"/>
                  </a:lnTo>
                  <a:cubicBezTo>
                    <a:pt x="24452" y="176575"/>
                    <a:pt x="26023" y="178147"/>
                    <a:pt x="27945" y="178147"/>
                  </a:cubicBezTo>
                  <a:lnTo>
                    <a:pt x="181640" y="178147"/>
                  </a:lnTo>
                  <a:cubicBezTo>
                    <a:pt x="183561" y="178147"/>
                    <a:pt x="185133" y="176575"/>
                    <a:pt x="185133" y="174654"/>
                  </a:cubicBezTo>
                  <a:lnTo>
                    <a:pt x="185133" y="66369"/>
                  </a:lnTo>
                  <a:cubicBezTo>
                    <a:pt x="185133" y="64447"/>
                    <a:pt x="183561" y="62875"/>
                    <a:pt x="181640" y="62875"/>
                  </a:cubicBezTo>
                  <a:lnTo>
                    <a:pt x="146709" y="62875"/>
                  </a:lnTo>
                  <a:cubicBezTo>
                    <a:pt x="147653" y="60640"/>
                    <a:pt x="148351" y="58300"/>
                    <a:pt x="148945" y="55889"/>
                  </a:cubicBezTo>
                  <a:close/>
                  <a:moveTo>
                    <a:pt x="202599" y="192120"/>
                  </a:moveTo>
                  <a:cubicBezTo>
                    <a:pt x="202599" y="197883"/>
                    <a:pt x="197883" y="202599"/>
                    <a:pt x="192120" y="202599"/>
                  </a:cubicBezTo>
                  <a:lnTo>
                    <a:pt x="17465" y="202599"/>
                  </a:lnTo>
                  <a:cubicBezTo>
                    <a:pt x="11702" y="202599"/>
                    <a:pt x="6986" y="197883"/>
                    <a:pt x="6986" y="192120"/>
                  </a:cubicBezTo>
                  <a:close/>
                  <a:moveTo>
                    <a:pt x="104792" y="0"/>
                  </a:moveTo>
                  <a:cubicBezTo>
                    <a:pt x="79747" y="0"/>
                    <a:pt x="59382" y="20365"/>
                    <a:pt x="59382" y="45410"/>
                  </a:cubicBezTo>
                  <a:cubicBezTo>
                    <a:pt x="59382" y="46598"/>
                    <a:pt x="59452" y="47750"/>
                    <a:pt x="59557" y="48903"/>
                  </a:cubicBezTo>
                  <a:lnTo>
                    <a:pt x="27945" y="48903"/>
                  </a:lnTo>
                  <a:cubicBezTo>
                    <a:pt x="18304" y="48903"/>
                    <a:pt x="10479" y="56728"/>
                    <a:pt x="10479" y="66369"/>
                  </a:cubicBezTo>
                  <a:lnTo>
                    <a:pt x="10479" y="185133"/>
                  </a:lnTo>
                  <a:lnTo>
                    <a:pt x="3493" y="185133"/>
                  </a:lnTo>
                  <a:cubicBezTo>
                    <a:pt x="1572" y="185133"/>
                    <a:pt x="0" y="186705"/>
                    <a:pt x="0" y="188626"/>
                  </a:cubicBezTo>
                  <a:lnTo>
                    <a:pt x="0" y="192120"/>
                  </a:lnTo>
                  <a:cubicBezTo>
                    <a:pt x="0" y="201760"/>
                    <a:pt x="7825" y="209585"/>
                    <a:pt x="17465" y="209585"/>
                  </a:cubicBezTo>
                  <a:lnTo>
                    <a:pt x="192120" y="209585"/>
                  </a:lnTo>
                  <a:cubicBezTo>
                    <a:pt x="201760" y="209585"/>
                    <a:pt x="209585" y="201760"/>
                    <a:pt x="209585" y="192120"/>
                  </a:cubicBezTo>
                  <a:lnTo>
                    <a:pt x="209585" y="188626"/>
                  </a:lnTo>
                  <a:cubicBezTo>
                    <a:pt x="209585" y="186705"/>
                    <a:pt x="208013" y="185133"/>
                    <a:pt x="206092" y="185133"/>
                  </a:cubicBezTo>
                  <a:lnTo>
                    <a:pt x="199106" y="185133"/>
                  </a:lnTo>
                  <a:lnTo>
                    <a:pt x="199106" y="66369"/>
                  </a:lnTo>
                  <a:cubicBezTo>
                    <a:pt x="199106" y="56728"/>
                    <a:pt x="191281" y="48903"/>
                    <a:pt x="181640" y="48903"/>
                  </a:cubicBezTo>
                  <a:lnTo>
                    <a:pt x="150028" y="48903"/>
                  </a:lnTo>
                  <a:cubicBezTo>
                    <a:pt x="150133" y="47750"/>
                    <a:pt x="150203" y="46598"/>
                    <a:pt x="150203" y="45410"/>
                  </a:cubicBezTo>
                  <a:cubicBezTo>
                    <a:pt x="150203" y="20365"/>
                    <a:pt x="129838" y="0"/>
                    <a:pt x="104792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8"/>
            <p:cNvSpPr/>
            <p:nvPr/>
          </p:nvSpPr>
          <p:spPr>
            <a:xfrm>
              <a:off x="8253826" y="1331109"/>
              <a:ext cx="153577" cy="153575"/>
            </a:xfrm>
            <a:custGeom>
              <a:rect b="b" l="l" r="r" t="t"/>
              <a:pathLst>
                <a:path extrusionOk="0" h="62876" w="62877">
                  <a:moveTo>
                    <a:pt x="31438" y="6986"/>
                  </a:moveTo>
                  <a:cubicBezTo>
                    <a:pt x="44922" y="6986"/>
                    <a:pt x="55890" y="17955"/>
                    <a:pt x="55890" y="31438"/>
                  </a:cubicBezTo>
                  <a:cubicBezTo>
                    <a:pt x="55890" y="44921"/>
                    <a:pt x="44922" y="55890"/>
                    <a:pt x="31438" y="55890"/>
                  </a:cubicBezTo>
                  <a:cubicBezTo>
                    <a:pt x="17955" y="55890"/>
                    <a:pt x="6987" y="44921"/>
                    <a:pt x="6987" y="31438"/>
                  </a:cubicBezTo>
                  <a:cubicBezTo>
                    <a:pt x="6987" y="17955"/>
                    <a:pt x="17955" y="6986"/>
                    <a:pt x="31438" y="6986"/>
                  </a:cubicBezTo>
                  <a:close/>
                  <a:moveTo>
                    <a:pt x="31438" y="0"/>
                  </a:moveTo>
                  <a:cubicBezTo>
                    <a:pt x="14113" y="0"/>
                    <a:pt x="1" y="14112"/>
                    <a:pt x="1" y="31438"/>
                  </a:cubicBezTo>
                  <a:cubicBezTo>
                    <a:pt x="1" y="48764"/>
                    <a:pt x="14113" y="62876"/>
                    <a:pt x="31438" y="62876"/>
                  </a:cubicBezTo>
                  <a:cubicBezTo>
                    <a:pt x="48764" y="62876"/>
                    <a:pt x="62876" y="48764"/>
                    <a:pt x="62876" y="31438"/>
                  </a:cubicBezTo>
                  <a:cubicBezTo>
                    <a:pt x="62876" y="14112"/>
                    <a:pt x="48764" y="0"/>
                    <a:pt x="31438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8305018" y="1356697"/>
              <a:ext cx="51192" cy="102385"/>
            </a:xfrm>
            <a:custGeom>
              <a:rect b="b" l="l" r="r" t="t"/>
              <a:pathLst>
                <a:path extrusionOk="0" h="41918" w="20959">
                  <a:moveTo>
                    <a:pt x="6986" y="1"/>
                  </a:moveTo>
                  <a:lnTo>
                    <a:pt x="6986" y="4122"/>
                  </a:lnTo>
                  <a:cubicBezTo>
                    <a:pt x="2934" y="5590"/>
                    <a:pt x="0" y="9432"/>
                    <a:pt x="0" y="13973"/>
                  </a:cubicBezTo>
                  <a:cubicBezTo>
                    <a:pt x="0" y="19736"/>
                    <a:pt x="4716" y="24452"/>
                    <a:pt x="10479" y="24452"/>
                  </a:cubicBezTo>
                  <a:cubicBezTo>
                    <a:pt x="12401" y="24452"/>
                    <a:pt x="13973" y="26024"/>
                    <a:pt x="13973" y="27945"/>
                  </a:cubicBezTo>
                  <a:cubicBezTo>
                    <a:pt x="13973" y="29866"/>
                    <a:pt x="12401" y="31438"/>
                    <a:pt x="10479" y="31438"/>
                  </a:cubicBezTo>
                  <a:cubicBezTo>
                    <a:pt x="8558" y="31438"/>
                    <a:pt x="6986" y="29866"/>
                    <a:pt x="6986" y="27945"/>
                  </a:cubicBezTo>
                  <a:lnTo>
                    <a:pt x="0" y="27945"/>
                  </a:lnTo>
                  <a:cubicBezTo>
                    <a:pt x="0" y="32486"/>
                    <a:pt x="2934" y="36329"/>
                    <a:pt x="6986" y="37796"/>
                  </a:cubicBezTo>
                  <a:lnTo>
                    <a:pt x="6986" y="41918"/>
                  </a:lnTo>
                  <a:lnTo>
                    <a:pt x="13973" y="41918"/>
                  </a:lnTo>
                  <a:lnTo>
                    <a:pt x="13973" y="37796"/>
                  </a:lnTo>
                  <a:cubicBezTo>
                    <a:pt x="18025" y="36329"/>
                    <a:pt x="20959" y="32486"/>
                    <a:pt x="20959" y="27945"/>
                  </a:cubicBezTo>
                  <a:cubicBezTo>
                    <a:pt x="20959" y="22182"/>
                    <a:pt x="16243" y="17466"/>
                    <a:pt x="10479" y="17466"/>
                  </a:cubicBezTo>
                  <a:cubicBezTo>
                    <a:pt x="8558" y="17466"/>
                    <a:pt x="6986" y="15894"/>
                    <a:pt x="6986" y="13973"/>
                  </a:cubicBezTo>
                  <a:cubicBezTo>
                    <a:pt x="6986" y="12052"/>
                    <a:pt x="8558" y="10480"/>
                    <a:pt x="10479" y="10480"/>
                  </a:cubicBezTo>
                  <a:cubicBezTo>
                    <a:pt x="12401" y="10480"/>
                    <a:pt x="13973" y="12052"/>
                    <a:pt x="13973" y="13973"/>
                  </a:cubicBezTo>
                  <a:lnTo>
                    <a:pt x="20959" y="13973"/>
                  </a:lnTo>
                  <a:cubicBezTo>
                    <a:pt x="20959" y="9432"/>
                    <a:pt x="18025" y="5590"/>
                    <a:pt x="13973" y="4122"/>
                  </a:cubicBezTo>
                  <a:lnTo>
                    <a:pt x="13973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8" name="Google Shape;618;p18"/>
          <p:cNvGrpSpPr/>
          <p:nvPr/>
        </p:nvGrpSpPr>
        <p:grpSpPr>
          <a:xfrm>
            <a:off x="8072540" y="2860753"/>
            <a:ext cx="511911" cy="511911"/>
            <a:chOff x="409151" y="-4528252"/>
            <a:chExt cx="5239625" cy="5239625"/>
          </a:xfrm>
        </p:grpSpPr>
        <p:sp>
          <p:nvSpPr>
            <p:cNvPr id="619" name="Google Shape;619;p18"/>
            <p:cNvSpPr/>
            <p:nvPr/>
          </p:nvSpPr>
          <p:spPr>
            <a:xfrm>
              <a:off x="409151" y="-2432427"/>
              <a:ext cx="2532500" cy="3143800"/>
            </a:xfrm>
            <a:custGeom>
              <a:rect b="b" l="l" r="r" t="t"/>
              <a:pathLst>
                <a:path extrusionOk="0" h="125752" w="101300">
                  <a:moveTo>
                    <a:pt x="73355" y="6987"/>
                  </a:moveTo>
                  <a:cubicBezTo>
                    <a:pt x="75276" y="6987"/>
                    <a:pt x="76848" y="8559"/>
                    <a:pt x="76848" y="10480"/>
                  </a:cubicBezTo>
                  <a:lnTo>
                    <a:pt x="76848" y="17466"/>
                  </a:lnTo>
                  <a:lnTo>
                    <a:pt x="20958" y="17466"/>
                  </a:lnTo>
                  <a:lnTo>
                    <a:pt x="20958" y="10480"/>
                  </a:lnTo>
                  <a:cubicBezTo>
                    <a:pt x="20958" y="8559"/>
                    <a:pt x="22530" y="6987"/>
                    <a:pt x="24452" y="6987"/>
                  </a:cubicBezTo>
                  <a:close/>
                  <a:moveTo>
                    <a:pt x="10479" y="45411"/>
                  </a:moveTo>
                  <a:cubicBezTo>
                    <a:pt x="12400" y="45411"/>
                    <a:pt x="13972" y="46983"/>
                    <a:pt x="13972" y="48904"/>
                  </a:cubicBezTo>
                  <a:cubicBezTo>
                    <a:pt x="13972" y="50825"/>
                    <a:pt x="12400" y="52397"/>
                    <a:pt x="10479" y="52397"/>
                  </a:cubicBezTo>
                  <a:cubicBezTo>
                    <a:pt x="8558" y="52397"/>
                    <a:pt x="6986" y="50825"/>
                    <a:pt x="6986" y="48904"/>
                  </a:cubicBezTo>
                  <a:cubicBezTo>
                    <a:pt x="6986" y="46983"/>
                    <a:pt x="8558" y="45411"/>
                    <a:pt x="10479" y="45411"/>
                  </a:cubicBezTo>
                  <a:close/>
                  <a:moveTo>
                    <a:pt x="10479" y="59383"/>
                  </a:moveTo>
                  <a:cubicBezTo>
                    <a:pt x="12400" y="59383"/>
                    <a:pt x="13972" y="60955"/>
                    <a:pt x="13972" y="62876"/>
                  </a:cubicBezTo>
                  <a:cubicBezTo>
                    <a:pt x="13972" y="64798"/>
                    <a:pt x="12400" y="66370"/>
                    <a:pt x="10479" y="66370"/>
                  </a:cubicBezTo>
                  <a:cubicBezTo>
                    <a:pt x="8558" y="66370"/>
                    <a:pt x="6986" y="64798"/>
                    <a:pt x="6986" y="62876"/>
                  </a:cubicBezTo>
                  <a:cubicBezTo>
                    <a:pt x="6986" y="60955"/>
                    <a:pt x="8558" y="59383"/>
                    <a:pt x="10479" y="59383"/>
                  </a:cubicBezTo>
                  <a:close/>
                  <a:moveTo>
                    <a:pt x="10479" y="73356"/>
                  </a:moveTo>
                  <a:cubicBezTo>
                    <a:pt x="12400" y="73356"/>
                    <a:pt x="13972" y="74928"/>
                    <a:pt x="13972" y="76849"/>
                  </a:cubicBezTo>
                  <a:cubicBezTo>
                    <a:pt x="13972" y="78770"/>
                    <a:pt x="12400" y="80342"/>
                    <a:pt x="10479" y="80342"/>
                  </a:cubicBezTo>
                  <a:cubicBezTo>
                    <a:pt x="8558" y="80342"/>
                    <a:pt x="6986" y="78770"/>
                    <a:pt x="6986" y="76849"/>
                  </a:cubicBezTo>
                  <a:cubicBezTo>
                    <a:pt x="6986" y="74928"/>
                    <a:pt x="8558" y="73356"/>
                    <a:pt x="10479" y="73356"/>
                  </a:cubicBezTo>
                  <a:close/>
                  <a:moveTo>
                    <a:pt x="76848" y="24453"/>
                  </a:moveTo>
                  <a:lnTo>
                    <a:pt x="76848" y="48904"/>
                  </a:lnTo>
                  <a:lnTo>
                    <a:pt x="76848" y="59383"/>
                  </a:lnTo>
                  <a:lnTo>
                    <a:pt x="76848" y="87328"/>
                  </a:lnTo>
                  <a:lnTo>
                    <a:pt x="20958" y="87328"/>
                  </a:lnTo>
                  <a:lnTo>
                    <a:pt x="20958" y="24453"/>
                  </a:lnTo>
                  <a:close/>
                  <a:moveTo>
                    <a:pt x="10479" y="87328"/>
                  </a:moveTo>
                  <a:cubicBezTo>
                    <a:pt x="12400" y="87328"/>
                    <a:pt x="13972" y="88900"/>
                    <a:pt x="13972" y="90821"/>
                  </a:cubicBezTo>
                  <a:cubicBezTo>
                    <a:pt x="13972" y="92742"/>
                    <a:pt x="12400" y="94314"/>
                    <a:pt x="10479" y="94314"/>
                  </a:cubicBezTo>
                  <a:cubicBezTo>
                    <a:pt x="8558" y="94314"/>
                    <a:pt x="6986" y="92742"/>
                    <a:pt x="6986" y="90821"/>
                  </a:cubicBezTo>
                  <a:cubicBezTo>
                    <a:pt x="6986" y="88900"/>
                    <a:pt x="8558" y="87328"/>
                    <a:pt x="10479" y="87328"/>
                  </a:cubicBezTo>
                  <a:close/>
                  <a:moveTo>
                    <a:pt x="76848" y="94314"/>
                  </a:moveTo>
                  <a:lnTo>
                    <a:pt x="76848" y="101300"/>
                  </a:lnTo>
                  <a:cubicBezTo>
                    <a:pt x="76848" y="103222"/>
                    <a:pt x="75276" y="104793"/>
                    <a:pt x="73355" y="104793"/>
                  </a:cubicBezTo>
                  <a:lnTo>
                    <a:pt x="24452" y="104793"/>
                  </a:lnTo>
                  <a:cubicBezTo>
                    <a:pt x="22530" y="104793"/>
                    <a:pt x="20958" y="103222"/>
                    <a:pt x="20958" y="101300"/>
                  </a:cubicBezTo>
                  <a:lnTo>
                    <a:pt x="20958" y="94314"/>
                  </a:lnTo>
                  <a:close/>
                  <a:moveTo>
                    <a:pt x="24452" y="1"/>
                  </a:moveTo>
                  <a:cubicBezTo>
                    <a:pt x="18688" y="1"/>
                    <a:pt x="13972" y="4717"/>
                    <a:pt x="13972" y="10480"/>
                  </a:cubicBezTo>
                  <a:lnTo>
                    <a:pt x="13972" y="39054"/>
                  </a:lnTo>
                  <a:cubicBezTo>
                    <a:pt x="12889" y="38669"/>
                    <a:pt x="11702" y="38425"/>
                    <a:pt x="10479" y="38425"/>
                  </a:cubicBezTo>
                  <a:cubicBezTo>
                    <a:pt x="4716" y="38425"/>
                    <a:pt x="0" y="43141"/>
                    <a:pt x="0" y="48904"/>
                  </a:cubicBezTo>
                  <a:cubicBezTo>
                    <a:pt x="0" y="51594"/>
                    <a:pt x="1048" y="54039"/>
                    <a:pt x="2725" y="55890"/>
                  </a:cubicBezTo>
                  <a:cubicBezTo>
                    <a:pt x="1048" y="57742"/>
                    <a:pt x="0" y="60187"/>
                    <a:pt x="0" y="62876"/>
                  </a:cubicBezTo>
                  <a:cubicBezTo>
                    <a:pt x="0" y="65566"/>
                    <a:pt x="1048" y="68011"/>
                    <a:pt x="2725" y="69863"/>
                  </a:cubicBezTo>
                  <a:cubicBezTo>
                    <a:pt x="1048" y="71714"/>
                    <a:pt x="0" y="74159"/>
                    <a:pt x="0" y="76849"/>
                  </a:cubicBezTo>
                  <a:cubicBezTo>
                    <a:pt x="0" y="79538"/>
                    <a:pt x="1048" y="81984"/>
                    <a:pt x="2725" y="83835"/>
                  </a:cubicBezTo>
                  <a:cubicBezTo>
                    <a:pt x="1048" y="85686"/>
                    <a:pt x="0" y="88131"/>
                    <a:pt x="0" y="90821"/>
                  </a:cubicBezTo>
                  <a:cubicBezTo>
                    <a:pt x="0" y="96585"/>
                    <a:pt x="4716" y="101300"/>
                    <a:pt x="10479" y="101300"/>
                  </a:cubicBezTo>
                  <a:cubicBezTo>
                    <a:pt x="11702" y="101300"/>
                    <a:pt x="12889" y="101056"/>
                    <a:pt x="13972" y="100672"/>
                  </a:cubicBezTo>
                  <a:lnTo>
                    <a:pt x="13972" y="101300"/>
                  </a:lnTo>
                  <a:cubicBezTo>
                    <a:pt x="13972" y="107064"/>
                    <a:pt x="18688" y="111780"/>
                    <a:pt x="24452" y="111780"/>
                  </a:cubicBezTo>
                  <a:lnTo>
                    <a:pt x="31438" y="111780"/>
                  </a:lnTo>
                  <a:lnTo>
                    <a:pt x="31438" y="125752"/>
                  </a:lnTo>
                  <a:lnTo>
                    <a:pt x="38424" y="125752"/>
                  </a:lnTo>
                  <a:lnTo>
                    <a:pt x="38424" y="111780"/>
                  </a:lnTo>
                  <a:lnTo>
                    <a:pt x="73355" y="111780"/>
                  </a:lnTo>
                  <a:cubicBezTo>
                    <a:pt x="79118" y="111780"/>
                    <a:pt x="83834" y="107064"/>
                    <a:pt x="83834" y="101300"/>
                  </a:cubicBezTo>
                  <a:lnTo>
                    <a:pt x="83834" y="59383"/>
                  </a:lnTo>
                  <a:lnTo>
                    <a:pt x="83834" y="48904"/>
                  </a:lnTo>
                  <a:cubicBezTo>
                    <a:pt x="83834" y="42407"/>
                    <a:pt x="88305" y="36923"/>
                    <a:pt x="94313" y="35386"/>
                  </a:cubicBezTo>
                  <a:lnTo>
                    <a:pt x="94313" y="125752"/>
                  </a:lnTo>
                  <a:lnTo>
                    <a:pt x="101299" y="125752"/>
                  </a:lnTo>
                  <a:lnTo>
                    <a:pt x="101299" y="31439"/>
                  </a:lnTo>
                  <a:cubicBezTo>
                    <a:pt x="101299" y="29518"/>
                    <a:pt x="99728" y="27946"/>
                    <a:pt x="97806" y="27946"/>
                  </a:cubicBezTo>
                  <a:cubicBezTo>
                    <a:pt x="92427" y="27946"/>
                    <a:pt x="87537" y="30007"/>
                    <a:pt x="83834" y="33325"/>
                  </a:cubicBezTo>
                  <a:lnTo>
                    <a:pt x="83834" y="10480"/>
                  </a:lnTo>
                  <a:cubicBezTo>
                    <a:pt x="83834" y="4717"/>
                    <a:pt x="79118" y="1"/>
                    <a:pt x="73355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2679651" y="-4528252"/>
              <a:ext cx="2969125" cy="2969125"/>
            </a:xfrm>
            <a:custGeom>
              <a:rect b="b" l="l" r="r" t="t"/>
              <a:pathLst>
                <a:path extrusionOk="0" h="118765" w="118765">
                  <a:moveTo>
                    <a:pt x="59383" y="6986"/>
                  </a:moveTo>
                  <a:cubicBezTo>
                    <a:pt x="88270" y="6986"/>
                    <a:pt x="111779" y="30495"/>
                    <a:pt x="111779" y="59382"/>
                  </a:cubicBezTo>
                  <a:cubicBezTo>
                    <a:pt x="111779" y="88270"/>
                    <a:pt x="88270" y="111779"/>
                    <a:pt x="59383" y="111779"/>
                  </a:cubicBezTo>
                  <a:cubicBezTo>
                    <a:pt x="30495" y="111779"/>
                    <a:pt x="6986" y="88270"/>
                    <a:pt x="6986" y="59382"/>
                  </a:cubicBezTo>
                  <a:cubicBezTo>
                    <a:pt x="6986" y="30495"/>
                    <a:pt x="30495" y="6986"/>
                    <a:pt x="59383" y="6986"/>
                  </a:cubicBezTo>
                  <a:close/>
                  <a:moveTo>
                    <a:pt x="59383" y="0"/>
                  </a:moveTo>
                  <a:cubicBezTo>
                    <a:pt x="26652" y="0"/>
                    <a:pt x="0" y="26652"/>
                    <a:pt x="0" y="59382"/>
                  </a:cubicBezTo>
                  <a:cubicBezTo>
                    <a:pt x="0" y="92113"/>
                    <a:pt x="26652" y="118765"/>
                    <a:pt x="59383" y="118765"/>
                  </a:cubicBezTo>
                  <a:cubicBezTo>
                    <a:pt x="92113" y="118765"/>
                    <a:pt x="118765" y="92113"/>
                    <a:pt x="118765" y="59382"/>
                  </a:cubicBezTo>
                  <a:cubicBezTo>
                    <a:pt x="118765" y="26652"/>
                    <a:pt x="92113" y="0"/>
                    <a:pt x="59383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3028951" y="-4178952"/>
              <a:ext cx="2270525" cy="2270525"/>
            </a:xfrm>
            <a:custGeom>
              <a:rect b="b" l="l" r="r" t="t"/>
              <a:pathLst>
                <a:path extrusionOk="0" h="90821" w="90821">
                  <a:moveTo>
                    <a:pt x="45411" y="6986"/>
                  </a:moveTo>
                  <a:cubicBezTo>
                    <a:pt x="66614" y="6986"/>
                    <a:pt x="83834" y="24207"/>
                    <a:pt x="83834" y="45410"/>
                  </a:cubicBezTo>
                  <a:cubicBezTo>
                    <a:pt x="83834" y="66613"/>
                    <a:pt x="66614" y="83834"/>
                    <a:pt x="45411" y="83834"/>
                  </a:cubicBezTo>
                  <a:cubicBezTo>
                    <a:pt x="24242" y="83834"/>
                    <a:pt x="6987" y="66613"/>
                    <a:pt x="6987" y="45410"/>
                  </a:cubicBezTo>
                  <a:cubicBezTo>
                    <a:pt x="6987" y="24207"/>
                    <a:pt x="24242" y="6986"/>
                    <a:pt x="45411" y="6986"/>
                  </a:cubicBezTo>
                  <a:close/>
                  <a:moveTo>
                    <a:pt x="45411" y="0"/>
                  </a:moveTo>
                  <a:cubicBezTo>
                    <a:pt x="20365" y="0"/>
                    <a:pt x="0" y="20365"/>
                    <a:pt x="0" y="45410"/>
                  </a:cubicBezTo>
                  <a:cubicBezTo>
                    <a:pt x="0" y="70456"/>
                    <a:pt x="20365" y="90820"/>
                    <a:pt x="45411" y="90820"/>
                  </a:cubicBezTo>
                  <a:cubicBezTo>
                    <a:pt x="70456" y="90820"/>
                    <a:pt x="90821" y="70456"/>
                    <a:pt x="90821" y="45410"/>
                  </a:cubicBezTo>
                  <a:cubicBezTo>
                    <a:pt x="90821" y="20365"/>
                    <a:pt x="70456" y="0"/>
                    <a:pt x="45411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3727576" y="-3829652"/>
              <a:ext cx="873275" cy="1571925"/>
            </a:xfrm>
            <a:custGeom>
              <a:rect b="b" l="l" r="r" t="t"/>
              <a:pathLst>
                <a:path extrusionOk="0" h="62877" w="34931">
                  <a:moveTo>
                    <a:pt x="13972" y="1"/>
                  </a:moveTo>
                  <a:lnTo>
                    <a:pt x="13972" y="6987"/>
                  </a:lnTo>
                  <a:cubicBezTo>
                    <a:pt x="6253" y="6987"/>
                    <a:pt x="0" y="13239"/>
                    <a:pt x="0" y="20959"/>
                  </a:cubicBezTo>
                  <a:cubicBezTo>
                    <a:pt x="0" y="28679"/>
                    <a:pt x="6253" y="34931"/>
                    <a:pt x="13972" y="34931"/>
                  </a:cubicBezTo>
                  <a:lnTo>
                    <a:pt x="20959" y="34931"/>
                  </a:lnTo>
                  <a:cubicBezTo>
                    <a:pt x="24801" y="34931"/>
                    <a:pt x="27945" y="38075"/>
                    <a:pt x="27945" y="41918"/>
                  </a:cubicBezTo>
                  <a:cubicBezTo>
                    <a:pt x="27945" y="45760"/>
                    <a:pt x="24801" y="48904"/>
                    <a:pt x="20959" y="48904"/>
                  </a:cubicBezTo>
                  <a:lnTo>
                    <a:pt x="13972" y="48904"/>
                  </a:lnTo>
                  <a:cubicBezTo>
                    <a:pt x="10130" y="48904"/>
                    <a:pt x="6986" y="45760"/>
                    <a:pt x="6986" y="41918"/>
                  </a:cubicBezTo>
                  <a:lnTo>
                    <a:pt x="0" y="41918"/>
                  </a:lnTo>
                  <a:cubicBezTo>
                    <a:pt x="0" y="49637"/>
                    <a:pt x="6253" y="55890"/>
                    <a:pt x="13972" y="55890"/>
                  </a:cubicBezTo>
                  <a:lnTo>
                    <a:pt x="13972" y="62876"/>
                  </a:lnTo>
                  <a:lnTo>
                    <a:pt x="20959" y="62876"/>
                  </a:lnTo>
                  <a:lnTo>
                    <a:pt x="20959" y="55890"/>
                  </a:lnTo>
                  <a:cubicBezTo>
                    <a:pt x="28678" y="55890"/>
                    <a:pt x="34931" y="49637"/>
                    <a:pt x="34931" y="41918"/>
                  </a:cubicBezTo>
                  <a:cubicBezTo>
                    <a:pt x="34931" y="34198"/>
                    <a:pt x="28678" y="27945"/>
                    <a:pt x="20959" y="27945"/>
                  </a:cubicBezTo>
                  <a:lnTo>
                    <a:pt x="13972" y="27945"/>
                  </a:lnTo>
                  <a:cubicBezTo>
                    <a:pt x="10130" y="27945"/>
                    <a:pt x="6986" y="24802"/>
                    <a:pt x="6986" y="20959"/>
                  </a:cubicBezTo>
                  <a:cubicBezTo>
                    <a:pt x="6986" y="17117"/>
                    <a:pt x="10130" y="13973"/>
                    <a:pt x="13972" y="13973"/>
                  </a:cubicBezTo>
                  <a:lnTo>
                    <a:pt x="20959" y="13973"/>
                  </a:lnTo>
                  <a:cubicBezTo>
                    <a:pt x="24801" y="13973"/>
                    <a:pt x="27945" y="17117"/>
                    <a:pt x="27945" y="20959"/>
                  </a:cubicBezTo>
                  <a:lnTo>
                    <a:pt x="34931" y="20959"/>
                  </a:lnTo>
                  <a:cubicBezTo>
                    <a:pt x="34931" y="13239"/>
                    <a:pt x="28678" y="6987"/>
                    <a:pt x="20959" y="6987"/>
                  </a:cubicBezTo>
                  <a:lnTo>
                    <a:pt x="20959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3378251" y="-313102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1" y="0"/>
                  </a:moveTo>
                  <a:lnTo>
                    <a:pt x="1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4775501" y="-313102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6"/>
                  </a:lnTo>
                  <a:lnTo>
                    <a:pt x="6986" y="6986"/>
                  </a:lnTo>
                  <a:lnTo>
                    <a:pt x="6986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1631726" y="-3480352"/>
              <a:ext cx="174675" cy="174700"/>
            </a:xfrm>
            <a:custGeom>
              <a:rect b="b" l="l" r="r" t="t"/>
              <a:pathLst>
                <a:path extrusionOk="0" h="6988" w="6987">
                  <a:moveTo>
                    <a:pt x="0" y="1"/>
                  </a:moveTo>
                  <a:lnTo>
                    <a:pt x="0" y="6987"/>
                  </a:lnTo>
                  <a:lnTo>
                    <a:pt x="6986" y="6987"/>
                  </a:lnTo>
                  <a:lnTo>
                    <a:pt x="6986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1981026" y="-3480352"/>
              <a:ext cx="174675" cy="174700"/>
            </a:xfrm>
            <a:custGeom>
              <a:rect b="b" l="l" r="r" t="t"/>
              <a:pathLst>
                <a:path extrusionOk="0" h="6988" w="6987">
                  <a:moveTo>
                    <a:pt x="0" y="1"/>
                  </a:moveTo>
                  <a:lnTo>
                    <a:pt x="0" y="6987"/>
                  </a:lnTo>
                  <a:lnTo>
                    <a:pt x="6987" y="6987"/>
                  </a:lnTo>
                  <a:lnTo>
                    <a:pt x="6987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2330326" y="-3480352"/>
              <a:ext cx="174675" cy="174700"/>
            </a:xfrm>
            <a:custGeom>
              <a:rect b="b" l="l" r="r" t="t"/>
              <a:pathLst>
                <a:path extrusionOk="0" h="6988" w="6987">
                  <a:moveTo>
                    <a:pt x="1" y="1"/>
                  </a:moveTo>
                  <a:lnTo>
                    <a:pt x="1" y="6987"/>
                  </a:lnTo>
                  <a:lnTo>
                    <a:pt x="6987" y="6987"/>
                  </a:lnTo>
                  <a:lnTo>
                    <a:pt x="6987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1282401" y="-3480352"/>
              <a:ext cx="174675" cy="174700"/>
            </a:xfrm>
            <a:custGeom>
              <a:rect b="b" l="l" r="r" t="t"/>
              <a:pathLst>
                <a:path extrusionOk="0" h="6988" w="6987">
                  <a:moveTo>
                    <a:pt x="1" y="1"/>
                  </a:moveTo>
                  <a:lnTo>
                    <a:pt x="1" y="6987"/>
                  </a:lnTo>
                  <a:lnTo>
                    <a:pt x="6987" y="6987"/>
                  </a:lnTo>
                  <a:lnTo>
                    <a:pt x="6987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1282401" y="-313102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1" y="0"/>
                  </a:moveTo>
                  <a:lnTo>
                    <a:pt x="1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1282401" y="-278172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1" y="1"/>
                  </a:moveTo>
                  <a:lnTo>
                    <a:pt x="1" y="6987"/>
                  </a:lnTo>
                  <a:lnTo>
                    <a:pt x="6987" y="6987"/>
                  </a:lnTo>
                  <a:lnTo>
                    <a:pt x="6987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3465576" y="-161902"/>
              <a:ext cx="174700" cy="174675"/>
            </a:xfrm>
            <a:custGeom>
              <a:rect b="b" l="l" r="r" t="t"/>
              <a:pathLst>
                <a:path extrusionOk="0" h="6987" w="6988">
                  <a:moveTo>
                    <a:pt x="1" y="0"/>
                  </a:moveTo>
                  <a:lnTo>
                    <a:pt x="1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3116276" y="-161902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1" y="0"/>
                  </a:moveTo>
                  <a:lnTo>
                    <a:pt x="1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3814901" y="-161902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6"/>
                  </a:lnTo>
                  <a:lnTo>
                    <a:pt x="6986" y="6986"/>
                  </a:lnTo>
                  <a:lnTo>
                    <a:pt x="6986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4164201" y="-161902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1" y="0"/>
                  </a:moveTo>
                  <a:lnTo>
                    <a:pt x="1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4513501" y="-161902"/>
              <a:ext cx="174700" cy="174675"/>
            </a:xfrm>
            <a:custGeom>
              <a:rect b="b" l="l" r="r" t="t"/>
              <a:pathLst>
                <a:path extrusionOk="0" h="6987" w="6988">
                  <a:moveTo>
                    <a:pt x="1" y="0"/>
                  </a:moveTo>
                  <a:lnTo>
                    <a:pt x="1" y="6986"/>
                  </a:lnTo>
                  <a:lnTo>
                    <a:pt x="6987" y="6986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8"/>
            <p:cNvSpPr/>
            <p:nvPr/>
          </p:nvSpPr>
          <p:spPr>
            <a:xfrm>
              <a:off x="4862826" y="-161902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6"/>
                  </a:lnTo>
                  <a:lnTo>
                    <a:pt x="6986" y="6986"/>
                  </a:lnTo>
                  <a:lnTo>
                    <a:pt x="6986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4862826" y="-51122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1"/>
                  </a:moveTo>
                  <a:lnTo>
                    <a:pt x="0" y="6987"/>
                  </a:lnTo>
                  <a:lnTo>
                    <a:pt x="6986" y="6987"/>
                  </a:lnTo>
                  <a:lnTo>
                    <a:pt x="6986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4862826" y="-86052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7"/>
                  </a:lnTo>
                  <a:lnTo>
                    <a:pt x="6986" y="6987"/>
                  </a:lnTo>
                  <a:lnTo>
                    <a:pt x="6986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4862826" y="-1209827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0"/>
                  </a:moveTo>
                  <a:lnTo>
                    <a:pt x="0" y="6986"/>
                  </a:lnTo>
                  <a:lnTo>
                    <a:pt x="6986" y="6986"/>
                  </a:lnTo>
                  <a:lnTo>
                    <a:pt x="6986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4862826" y="-1559152"/>
              <a:ext cx="174675" cy="174675"/>
            </a:xfrm>
            <a:custGeom>
              <a:rect b="b" l="l" r="r" t="t"/>
              <a:pathLst>
                <a:path extrusionOk="0" h="6987" w="6987">
                  <a:moveTo>
                    <a:pt x="0" y="1"/>
                  </a:moveTo>
                  <a:lnTo>
                    <a:pt x="0" y="6987"/>
                  </a:lnTo>
                  <a:lnTo>
                    <a:pt x="6986" y="6987"/>
                  </a:lnTo>
                  <a:lnTo>
                    <a:pt x="6986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1220401" y="-1446502"/>
              <a:ext cx="909975" cy="673325"/>
            </a:xfrm>
            <a:custGeom>
              <a:rect b="b" l="l" r="r" t="t"/>
              <a:pathLst>
                <a:path extrusionOk="0" h="26933" w="36399">
                  <a:moveTo>
                    <a:pt x="31438" y="1"/>
                  </a:moveTo>
                  <a:lnTo>
                    <a:pt x="12960" y="18514"/>
                  </a:lnTo>
                  <a:lnTo>
                    <a:pt x="4961" y="10480"/>
                  </a:lnTo>
                  <a:lnTo>
                    <a:pt x="1" y="15440"/>
                  </a:lnTo>
                  <a:lnTo>
                    <a:pt x="10480" y="25920"/>
                  </a:lnTo>
                  <a:cubicBezTo>
                    <a:pt x="11179" y="26583"/>
                    <a:pt x="12052" y="26933"/>
                    <a:pt x="12960" y="26933"/>
                  </a:cubicBezTo>
                  <a:cubicBezTo>
                    <a:pt x="13868" y="26933"/>
                    <a:pt x="14742" y="26583"/>
                    <a:pt x="15440" y="25920"/>
                  </a:cubicBezTo>
                  <a:lnTo>
                    <a:pt x="36399" y="4961"/>
                  </a:lnTo>
                  <a:lnTo>
                    <a:pt x="31438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2" name="Google Shape;642;p18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9"/>
          <p:cNvSpPr/>
          <p:nvPr/>
        </p:nvSpPr>
        <p:spPr>
          <a:xfrm>
            <a:off x="1125124" y="3650872"/>
            <a:ext cx="2558327" cy="1085785"/>
          </a:xfrm>
          <a:custGeom>
            <a:rect b="b" l="l" r="r" t="t"/>
            <a:pathLst>
              <a:path extrusionOk="0" h="35699" w="84114">
                <a:moveTo>
                  <a:pt x="1" y="0"/>
                </a:moveTo>
                <a:lnTo>
                  <a:pt x="1" y="11433"/>
                </a:lnTo>
                <a:cubicBezTo>
                  <a:pt x="1" y="17640"/>
                  <a:pt x="4086" y="23847"/>
                  <a:pt x="12320" y="28597"/>
                </a:cubicBezTo>
                <a:cubicBezTo>
                  <a:pt x="20522" y="33332"/>
                  <a:pt x="31282" y="35699"/>
                  <a:pt x="42045" y="35699"/>
                </a:cubicBezTo>
                <a:cubicBezTo>
                  <a:pt x="52809" y="35699"/>
                  <a:pt x="63576" y="33332"/>
                  <a:pt x="71794" y="28597"/>
                </a:cubicBezTo>
                <a:cubicBezTo>
                  <a:pt x="80028" y="23847"/>
                  <a:pt x="84114" y="17640"/>
                  <a:pt x="84114" y="11433"/>
                </a:cubicBezTo>
                <a:lnTo>
                  <a:pt x="84114" y="0"/>
                </a:ln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9"/>
          <p:cNvSpPr/>
          <p:nvPr/>
        </p:nvSpPr>
        <p:spPr>
          <a:xfrm>
            <a:off x="1125124" y="2912091"/>
            <a:ext cx="2558327" cy="1477591"/>
          </a:xfrm>
          <a:custGeom>
            <a:rect b="b" l="l" r="r" t="t"/>
            <a:pathLst>
              <a:path extrusionOk="0" h="48581" w="84114">
                <a:moveTo>
                  <a:pt x="42057" y="0"/>
                </a:moveTo>
                <a:cubicBezTo>
                  <a:pt x="18812" y="0"/>
                  <a:pt x="1" y="10894"/>
                  <a:pt x="1" y="24290"/>
                </a:cubicBezTo>
                <a:cubicBezTo>
                  <a:pt x="1" y="37718"/>
                  <a:pt x="18812" y="48580"/>
                  <a:pt x="42057" y="48580"/>
                </a:cubicBezTo>
                <a:cubicBezTo>
                  <a:pt x="65302" y="48580"/>
                  <a:pt x="84114" y="37718"/>
                  <a:pt x="84114" y="24290"/>
                </a:cubicBezTo>
                <a:cubicBezTo>
                  <a:pt x="84114" y="10894"/>
                  <a:pt x="65302" y="0"/>
                  <a:pt x="42057" y="0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9"/>
          <p:cNvSpPr/>
          <p:nvPr/>
        </p:nvSpPr>
        <p:spPr>
          <a:xfrm>
            <a:off x="1226254" y="3176002"/>
            <a:ext cx="2079626" cy="881609"/>
          </a:xfrm>
          <a:custGeom>
            <a:rect b="b" l="l" r="r" t="t"/>
            <a:pathLst>
              <a:path extrusionOk="0" h="28986" w="68375">
                <a:moveTo>
                  <a:pt x="1" y="0"/>
                </a:moveTo>
                <a:lnTo>
                  <a:pt x="1" y="9248"/>
                </a:lnTo>
                <a:cubicBezTo>
                  <a:pt x="1" y="14315"/>
                  <a:pt x="3326" y="19350"/>
                  <a:pt x="10008" y="23214"/>
                </a:cubicBezTo>
                <a:cubicBezTo>
                  <a:pt x="16690" y="27061"/>
                  <a:pt x="25439" y="28985"/>
                  <a:pt x="34188" y="28985"/>
                </a:cubicBezTo>
                <a:cubicBezTo>
                  <a:pt x="42936" y="28985"/>
                  <a:pt x="51685" y="27061"/>
                  <a:pt x="58367" y="23214"/>
                </a:cubicBezTo>
                <a:cubicBezTo>
                  <a:pt x="65049" y="19350"/>
                  <a:pt x="68374" y="14315"/>
                  <a:pt x="68374" y="9248"/>
                </a:cubicBezTo>
                <a:lnTo>
                  <a:pt x="68374" y="0"/>
                </a:lnTo>
                <a:close/>
              </a:path>
            </a:pathLst>
          </a:custGeom>
          <a:solidFill>
            <a:srgbClr val="ACB3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9"/>
          <p:cNvSpPr/>
          <p:nvPr/>
        </p:nvSpPr>
        <p:spPr>
          <a:xfrm>
            <a:off x="1226254" y="2574971"/>
            <a:ext cx="2079626" cy="1201149"/>
          </a:xfrm>
          <a:custGeom>
            <a:rect b="b" l="l" r="r" t="t"/>
            <a:pathLst>
              <a:path extrusionOk="0" h="39492" w="68375">
                <a:moveTo>
                  <a:pt x="34203" y="0"/>
                </a:moveTo>
                <a:cubicBezTo>
                  <a:pt x="15329" y="0"/>
                  <a:pt x="1" y="8836"/>
                  <a:pt x="1" y="19761"/>
                </a:cubicBezTo>
                <a:cubicBezTo>
                  <a:pt x="1" y="30655"/>
                  <a:pt x="15329" y="39491"/>
                  <a:pt x="34203" y="39491"/>
                </a:cubicBezTo>
                <a:cubicBezTo>
                  <a:pt x="53078" y="39491"/>
                  <a:pt x="68374" y="30655"/>
                  <a:pt x="68374" y="19761"/>
                </a:cubicBezTo>
                <a:cubicBezTo>
                  <a:pt x="68374" y="8836"/>
                  <a:pt x="53078" y="0"/>
                  <a:pt x="34203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9"/>
          <p:cNvSpPr/>
          <p:nvPr/>
        </p:nvSpPr>
        <p:spPr>
          <a:xfrm>
            <a:off x="1293684" y="2566273"/>
            <a:ext cx="1641345" cy="842617"/>
          </a:xfrm>
          <a:custGeom>
            <a:rect b="b" l="l" r="r" t="t"/>
            <a:pathLst>
              <a:path extrusionOk="0" h="27704" w="53965">
                <a:moveTo>
                  <a:pt x="1" y="1"/>
                </a:moveTo>
                <a:lnTo>
                  <a:pt x="1" y="12130"/>
                </a:lnTo>
                <a:cubicBezTo>
                  <a:pt x="1" y="16120"/>
                  <a:pt x="2629" y="20079"/>
                  <a:pt x="7886" y="23119"/>
                </a:cubicBezTo>
                <a:cubicBezTo>
                  <a:pt x="13159" y="26175"/>
                  <a:pt x="20063" y="27703"/>
                  <a:pt x="26967" y="27703"/>
                </a:cubicBezTo>
                <a:cubicBezTo>
                  <a:pt x="33871" y="27703"/>
                  <a:pt x="40775" y="26175"/>
                  <a:pt x="46047" y="23119"/>
                </a:cubicBezTo>
                <a:cubicBezTo>
                  <a:pt x="51336" y="20079"/>
                  <a:pt x="53965" y="16089"/>
                  <a:pt x="53965" y="12130"/>
                </a:cubicBezTo>
                <a:lnTo>
                  <a:pt x="53965" y="1"/>
                </a:lnTo>
                <a:close/>
              </a:path>
            </a:pathLst>
          </a:custGeom>
          <a:solidFill>
            <a:srgbClr val="F4AA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9"/>
          <p:cNvSpPr/>
          <p:nvPr/>
        </p:nvSpPr>
        <p:spPr>
          <a:xfrm>
            <a:off x="1293684" y="2092377"/>
            <a:ext cx="1641345" cy="947853"/>
          </a:xfrm>
          <a:custGeom>
            <a:rect b="b" l="l" r="r" t="t"/>
            <a:pathLst>
              <a:path extrusionOk="0" h="31164" w="53965">
                <a:moveTo>
                  <a:pt x="26983" y="1"/>
                </a:moveTo>
                <a:cubicBezTo>
                  <a:pt x="12067" y="1"/>
                  <a:pt x="1" y="6968"/>
                  <a:pt x="1" y="15582"/>
                </a:cubicBezTo>
                <a:cubicBezTo>
                  <a:pt x="1" y="24196"/>
                  <a:pt x="12067" y="31163"/>
                  <a:pt x="26983" y="31163"/>
                </a:cubicBezTo>
                <a:cubicBezTo>
                  <a:pt x="41867" y="31163"/>
                  <a:pt x="53965" y="24196"/>
                  <a:pt x="53965" y="15582"/>
                </a:cubicBezTo>
                <a:cubicBezTo>
                  <a:pt x="53965" y="6968"/>
                  <a:pt x="41867" y="1"/>
                  <a:pt x="26983" y="1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9"/>
          <p:cNvSpPr/>
          <p:nvPr/>
        </p:nvSpPr>
        <p:spPr>
          <a:xfrm>
            <a:off x="1410234" y="1843886"/>
            <a:ext cx="1050899" cy="867162"/>
          </a:xfrm>
          <a:custGeom>
            <a:rect b="b" l="l" r="r" t="t"/>
            <a:pathLst>
              <a:path extrusionOk="0" h="28511" w="34552">
                <a:moveTo>
                  <a:pt x="1" y="0"/>
                </a:moveTo>
                <a:lnTo>
                  <a:pt x="1" y="18527"/>
                </a:lnTo>
                <a:cubicBezTo>
                  <a:pt x="1" y="21092"/>
                  <a:pt x="1711" y="23625"/>
                  <a:pt x="5068" y="25589"/>
                </a:cubicBezTo>
                <a:cubicBezTo>
                  <a:pt x="8440" y="27536"/>
                  <a:pt x="12858" y="28510"/>
                  <a:pt x="17276" y="28510"/>
                </a:cubicBezTo>
                <a:cubicBezTo>
                  <a:pt x="21694" y="28510"/>
                  <a:pt x="26112" y="27536"/>
                  <a:pt x="29485" y="25589"/>
                </a:cubicBezTo>
                <a:cubicBezTo>
                  <a:pt x="32873" y="23625"/>
                  <a:pt x="34552" y="21092"/>
                  <a:pt x="34552" y="18527"/>
                </a:cubicBezTo>
                <a:lnTo>
                  <a:pt x="34552" y="0"/>
                </a:lnTo>
                <a:close/>
              </a:path>
            </a:pathLst>
          </a:custGeom>
          <a:solidFill>
            <a:srgbClr val="336B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9"/>
          <p:cNvSpPr/>
          <p:nvPr/>
        </p:nvSpPr>
        <p:spPr>
          <a:xfrm>
            <a:off x="1359197" y="1540953"/>
            <a:ext cx="1153002" cy="606597"/>
          </a:xfrm>
          <a:custGeom>
            <a:rect b="b" l="l" r="r" t="t"/>
            <a:pathLst>
              <a:path extrusionOk="0" h="19944" w="37909">
                <a:moveTo>
                  <a:pt x="18954" y="0"/>
                </a:moveTo>
                <a:cubicBezTo>
                  <a:pt x="14536" y="0"/>
                  <a:pt x="10118" y="966"/>
                  <a:pt x="6746" y="2898"/>
                </a:cubicBezTo>
                <a:cubicBezTo>
                  <a:pt x="0" y="6793"/>
                  <a:pt x="0" y="13127"/>
                  <a:pt x="6746" y="17022"/>
                </a:cubicBezTo>
                <a:cubicBezTo>
                  <a:pt x="10118" y="18970"/>
                  <a:pt x="14536" y="19944"/>
                  <a:pt x="18954" y="19944"/>
                </a:cubicBezTo>
                <a:cubicBezTo>
                  <a:pt x="23372" y="19944"/>
                  <a:pt x="27790" y="18970"/>
                  <a:pt x="31163" y="17022"/>
                </a:cubicBezTo>
                <a:cubicBezTo>
                  <a:pt x="37908" y="13127"/>
                  <a:pt x="37908" y="6793"/>
                  <a:pt x="31163" y="2898"/>
                </a:cubicBezTo>
                <a:cubicBezTo>
                  <a:pt x="27790" y="966"/>
                  <a:pt x="23372" y="0"/>
                  <a:pt x="18954" y="0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9"/>
          <p:cNvSpPr/>
          <p:nvPr/>
        </p:nvSpPr>
        <p:spPr>
          <a:xfrm>
            <a:off x="1506558" y="1149420"/>
            <a:ext cx="629986" cy="750125"/>
          </a:xfrm>
          <a:custGeom>
            <a:rect b="b" l="l" r="r" t="t"/>
            <a:pathLst>
              <a:path extrusionOk="0" h="24663" w="20713">
                <a:moveTo>
                  <a:pt x="1" y="0"/>
                </a:moveTo>
                <a:lnTo>
                  <a:pt x="1" y="18685"/>
                </a:lnTo>
                <a:cubicBezTo>
                  <a:pt x="1" y="20205"/>
                  <a:pt x="1014" y="21757"/>
                  <a:pt x="3041" y="22928"/>
                </a:cubicBezTo>
                <a:cubicBezTo>
                  <a:pt x="5068" y="24084"/>
                  <a:pt x="7720" y="24662"/>
                  <a:pt x="10372" y="24662"/>
                </a:cubicBezTo>
                <a:cubicBezTo>
                  <a:pt x="13024" y="24662"/>
                  <a:pt x="15677" y="24084"/>
                  <a:pt x="17704" y="22928"/>
                </a:cubicBezTo>
                <a:cubicBezTo>
                  <a:pt x="19699" y="21757"/>
                  <a:pt x="20712" y="20205"/>
                  <a:pt x="20712" y="18685"/>
                </a:cubicBezTo>
                <a:lnTo>
                  <a:pt x="20712" y="0"/>
                </a:ln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9"/>
          <p:cNvSpPr/>
          <p:nvPr/>
        </p:nvSpPr>
        <p:spPr>
          <a:xfrm>
            <a:off x="1475748" y="967843"/>
            <a:ext cx="691607" cy="364128"/>
          </a:xfrm>
          <a:custGeom>
            <a:rect b="b" l="l" r="r" t="t"/>
            <a:pathLst>
              <a:path extrusionOk="0" h="11972" w="22739">
                <a:moveTo>
                  <a:pt x="11385" y="0"/>
                </a:moveTo>
                <a:cubicBezTo>
                  <a:pt x="8733" y="0"/>
                  <a:pt x="6081" y="586"/>
                  <a:pt x="4054" y="1758"/>
                </a:cubicBezTo>
                <a:cubicBezTo>
                  <a:pt x="0" y="4102"/>
                  <a:pt x="0" y="7870"/>
                  <a:pt x="4054" y="10214"/>
                </a:cubicBezTo>
                <a:cubicBezTo>
                  <a:pt x="6081" y="11385"/>
                  <a:pt x="8733" y="11971"/>
                  <a:pt x="11385" y="11971"/>
                </a:cubicBezTo>
                <a:cubicBezTo>
                  <a:pt x="14037" y="11971"/>
                  <a:pt x="16690" y="11385"/>
                  <a:pt x="18717" y="10214"/>
                </a:cubicBezTo>
                <a:cubicBezTo>
                  <a:pt x="22739" y="7870"/>
                  <a:pt x="22739" y="4102"/>
                  <a:pt x="18717" y="1758"/>
                </a:cubicBezTo>
                <a:cubicBezTo>
                  <a:pt x="16690" y="586"/>
                  <a:pt x="14037" y="0"/>
                  <a:pt x="11385" y="0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9"/>
          <p:cNvSpPr/>
          <p:nvPr/>
        </p:nvSpPr>
        <p:spPr>
          <a:xfrm>
            <a:off x="4892265" y="1092575"/>
            <a:ext cx="3126632" cy="609730"/>
          </a:xfrm>
          <a:custGeom>
            <a:rect b="b" l="l" r="r" t="t"/>
            <a:pathLst>
              <a:path extrusionOk="0" h="20047" w="102799">
                <a:moveTo>
                  <a:pt x="3579" y="1"/>
                </a:moveTo>
                <a:cubicBezTo>
                  <a:pt x="1615" y="1"/>
                  <a:pt x="0" y="1616"/>
                  <a:pt x="0" y="3611"/>
                </a:cubicBezTo>
                <a:lnTo>
                  <a:pt x="0" y="16437"/>
                </a:lnTo>
                <a:cubicBezTo>
                  <a:pt x="0" y="18432"/>
                  <a:pt x="1584" y="20047"/>
                  <a:pt x="3579" y="20047"/>
                </a:cubicBezTo>
                <a:lnTo>
                  <a:pt x="99188" y="20047"/>
                </a:lnTo>
                <a:cubicBezTo>
                  <a:pt x="101183" y="20047"/>
                  <a:pt x="102798" y="18432"/>
                  <a:pt x="102798" y="16437"/>
                </a:cubicBezTo>
                <a:lnTo>
                  <a:pt x="102798" y="3611"/>
                </a:lnTo>
                <a:cubicBezTo>
                  <a:pt x="102798" y="1616"/>
                  <a:pt x="101183" y="1"/>
                  <a:pt x="99188" y="1"/>
                </a:cubicBez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9"/>
          <p:cNvSpPr/>
          <p:nvPr/>
        </p:nvSpPr>
        <p:spPr>
          <a:xfrm>
            <a:off x="4892265" y="1816908"/>
            <a:ext cx="3126632" cy="608787"/>
          </a:xfrm>
          <a:custGeom>
            <a:rect b="b" l="l" r="r" t="t"/>
            <a:pathLst>
              <a:path extrusionOk="0" h="20016" w="102799">
                <a:moveTo>
                  <a:pt x="3579" y="1"/>
                </a:moveTo>
                <a:cubicBezTo>
                  <a:pt x="1615" y="1"/>
                  <a:pt x="0" y="1616"/>
                  <a:pt x="0" y="3611"/>
                </a:cubicBezTo>
                <a:lnTo>
                  <a:pt x="0" y="16437"/>
                </a:lnTo>
                <a:cubicBezTo>
                  <a:pt x="0" y="18400"/>
                  <a:pt x="1584" y="20015"/>
                  <a:pt x="3579" y="20015"/>
                </a:cubicBezTo>
                <a:lnTo>
                  <a:pt x="99188" y="20015"/>
                </a:lnTo>
                <a:cubicBezTo>
                  <a:pt x="101183" y="20015"/>
                  <a:pt x="102798" y="18432"/>
                  <a:pt x="102798" y="16437"/>
                </a:cubicBezTo>
                <a:lnTo>
                  <a:pt x="102798" y="3611"/>
                </a:lnTo>
                <a:cubicBezTo>
                  <a:pt x="102798" y="1616"/>
                  <a:pt x="101183" y="1"/>
                  <a:pt x="99188" y="1"/>
                </a:cubicBezTo>
                <a:close/>
              </a:path>
            </a:pathLst>
          </a:custGeom>
          <a:solidFill>
            <a:srgbClr val="336B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9"/>
          <p:cNvSpPr/>
          <p:nvPr/>
        </p:nvSpPr>
        <p:spPr>
          <a:xfrm>
            <a:off x="4892265" y="2541241"/>
            <a:ext cx="3126632" cy="608787"/>
          </a:xfrm>
          <a:custGeom>
            <a:rect b="b" l="l" r="r" t="t"/>
            <a:pathLst>
              <a:path extrusionOk="0" h="20016" w="102799">
                <a:moveTo>
                  <a:pt x="3579" y="1"/>
                </a:moveTo>
                <a:cubicBezTo>
                  <a:pt x="1615" y="1"/>
                  <a:pt x="0" y="1616"/>
                  <a:pt x="0" y="3579"/>
                </a:cubicBezTo>
                <a:lnTo>
                  <a:pt x="0" y="16405"/>
                </a:lnTo>
                <a:cubicBezTo>
                  <a:pt x="0" y="18400"/>
                  <a:pt x="1584" y="20015"/>
                  <a:pt x="3579" y="20015"/>
                </a:cubicBezTo>
                <a:lnTo>
                  <a:pt x="99188" y="20015"/>
                </a:lnTo>
                <a:cubicBezTo>
                  <a:pt x="101183" y="20015"/>
                  <a:pt x="102798" y="18400"/>
                  <a:pt x="102798" y="16405"/>
                </a:cubicBezTo>
                <a:lnTo>
                  <a:pt x="102798" y="3579"/>
                </a:lnTo>
                <a:cubicBezTo>
                  <a:pt x="102798" y="1616"/>
                  <a:pt x="101183" y="1"/>
                  <a:pt x="99188" y="1"/>
                </a:cubicBezTo>
                <a:close/>
              </a:path>
            </a:pathLst>
          </a:custGeom>
          <a:solidFill>
            <a:srgbClr val="F4AA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9"/>
          <p:cNvSpPr/>
          <p:nvPr/>
        </p:nvSpPr>
        <p:spPr>
          <a:xfrm>
            <a:off x="4892265" y="3264601"/>
            <a:ext cx="3126632" cy="609760"/>
          </a:xfrm>
          <a:custGeom>
            <a:rect b="b" l="l" r="r" t="t"/>
            <a:pathLst>
              <a:path extrusionOk="0" h="20048" w="102799">
                <a:moveTo>
                  <a:pt x="3579" y="1"/>
                </a:moveTo>
                <a:cubicBezTo>
                  <a:pt x="1615" y="1"/>
                  <a:pt x="0" y="1616"/>
                  <a:pt x="0" y="3611"/>
                </a:cubicBezTo>
                <a:lnTo>
                  <a:pt x="0" y="16437"/>
                </a:lnTo>
                <a:cubicBezTo>
                  <a:pt x="0" y="18432"/>
                  <a:pt x="1584" y="20047"/>
                  <a:pt x="3579" y="20047"/>
                </a:cubicBezTo>
                <a:lnTo>
                  <a:pt x="99188" y="20047"/>
                </a:lnTo>
                <a:cubicBezTo>
                  <a:pt x="101183" y="20047"/>
                  <a:pt x="102798" y="18432"/>
                  <a:pt x="102798" y="16437"/>
                </a:cubicBezTo>
                <a:lnTo>
                  <a:pt x="102798" y="3611"/>
                </a:lnTo>
                <a:cubicBezTo>
                  <a:pt x="102798" y="1616"/>
                  <a:pt x="101183" y="1"/>
                  <a:pt x="99188" y="1"/>
                </a:cubicBezTo>
                <a:close/>
              </a:path>
            </a:pathLst>
          </a:custGeom>
          <a:solidFill>
            <a:srgbClr val="ACB3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9"/>
          <p:cNvSpPr/>
          <p:nvPr/>
        </p:nvSpPr>
        <p:spPr>
          <a:xfrm>
            <a:off x="4892265" y="3988934"/>
            <a:ext cx="3126632" cy="609760"/>
          </a:xfrm>
          <a:custGeom>
            <a:rect b="b" l="l" r="r" t="t"/>
            <a:pathLst>
              <a:path extrusionOk="0" h="20048" w="102799">
                <a:moveTo>
                  <a:pt x="3579" y="1"/>
                </a:moveTo>
                <a:cubicBezTo>
                  <a:pt x="1615" y="1"/>
                  <a:pt x="0" y="1616"/>
                  <a:pt x="0" y="3611"/>
                </a:cubicBezTo>
                <a:lnTo>
                  <a:pt x="0" y="16437"/>
                </a:lnTo>
                <a:cubicBezTo>
                  <a:pt x="0" y="18432"/>
                  <a:pt x="1584" y="20047"/>
                  <a:pt x="3579" y="20047"/>
                </a:cubicBezTo>
                <a:lnTo>
                  <a:pt x="99188" y="20047"/>
                </a:lnTo>
                <a:cubicBezTo>
                  <a:pt x="101183" y="20047"/>
                  <a:pt x="102798" y="18432"/>
                  <a:pt x="102798" y="16437"/>
                </a:cubicBezTo>
                <a:lnTo>
                  <a:pt x="102798" y="3611"/>
                </a:lnTo>
                <a:cubicBezTo>
                  <a:pt x="102798" y="1616"/>
                  <a:pt x="101183" y="1"/>
                  <a:pt x="99188" y="1"/>
                </a:cubicBez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9"/>
          <p:cNvSpPr/>
          <p:nvPr/>
        </p:nvSpPr>
        <p:spPr>
          <a:xfrm>
            <a:off x="4668806" y="1092575"/>
            <a:ext cx="608756" cy="609730"/>
          </a:xfrm>
          <a:custGeom>
            <a:rect b="b" l="l" r="r" t="t"/>
            <a:pathLst>
              <a:path extrusionOk="0" h="20047" w="20015">
                <a:moveTo>
                  <a:pt x="10008" y="1"/>
                </a:moveTo>
                <a:cubicBezTo>
                  <a:pt x="4465" y="1"/>
                  <a:pt x="0" y="4498"/>
                  <a:pt x="0" y="10008"/>
                </a:cubicBezTo>
                <a:cubicBezTo>
                  <a:pt x="0" y="15550"/>
                  <a:pt x="4465" y="20047"/>
                  <a:pt x="10008" y="20047"/>
                </a:cubicBezTo>
                <a:cubicBezTo>
                  <a:pt x="15518" y="20047"/>
                  <a:pt x="20015" y="15550"/>
                  <a:pt x="20015" y="10008"/>
                </a:cubicBezTo>
                <a:cubicBezTo>
                  <a:pt x="20015" y="4498"/>
                  <a:pt x="15518" y="1"/>
                  <a:pt x="10008" y="1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3" name="Google Shape;663;p19"/>
          <p:cNvSpPr/>
          <p:nvPr/>
        </p:nvSpPr>
        <p:spPr>
          <a:xfrm>
            <a:off x="4668806" y="1816908"/>
            <a:ext cx="608756" cy="608787"/>
          </a:xfrm>
          <a:custGeom>
            <a:rect b="b" l="l" r="r" t="t"/>
            <a:pathLst>
              <a:path extrusionOk="0" h="20016" w="20015">
                <a:moveTo>
                  <a:pt x="10008" y="1"/>
                </a:moveTo>
                <a:cubicBezTo>
                  <a:pt x="4465" y="1"/>
                  <a:pt x="0" y="4466"/>
                  <a:pt x="0" y="10008"/>
                </a:cubicBezTo>
                <a:cubicBezTo>
                  <a:pt x="0" y="15550"/>
                  <a:pt x="4465" y="20015"/>
                  <a:pt x="10008" y="20015"/>
                </a:cubicBezTo>
                <a:cubicBezTo>
                  <a:pt x="15518" y="20015"/>
                  <a:pt x="20015" y="15550"/>
                  <a:pt x="20015" y="10008"/>
                </a:cubicBezTo>
                <a:cubicBezTo>
                  <a:pt x="20015" y="4466"/>
                  <a:pt x="15518" y="1"/>
                  <a:pt x="10008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4" name="Google Shape;664;p19"/>
          <p:cNvSpPr/>
          <p:nvPr/>
        </p:nvSpPr>
        <p:spPr>
          <a:xfrm>
            <a:off x="4668806" y="2540268"/>
            <a:ext cx="608756" cy="609760"/>
          </a:xfrm>
          <a:custGeom>
            <a:rect b="b" l="l" r="r" t="t"/>
            <a:pathLst>
              <a:path extrusionOk="0" h="20048" w="20015">
                <a:moveTo>
                  <a:pt x="10008" y="1"/>
                </a:moveTo>
                <a:cubicBezTo>
                  <a:pt x="4465" y="1"/>
                  <a:pt x="0" y="4498"/>
                  <a:pt x="0" y="10040"/>
                </a:cubicBezTo>
                <a:cubicBezTo>
                  <a:pt x="0" y="15550"/>
                  <a:pt x="4465" y="20047"/>
                  <a:pt x="10008" y="20047"/>
                </a:cubicBezTo>
                <a:cubicBezTo>
                  <a:pt x="15518" y="20047"/>
                  <a:pt x="20015" y="15550"/>
                  <a:pt x="20015" y="10040"/>
                </a:cubicBezTo>
                <a:cubicBezTo>
                  <a:pt x="20015" y="4498"/>
                  <a:pt x="15518" y="1"/>
                  <a:pt x="10008" y="1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5" name="Google Shape;665;p19"/>
          <p:cNvSpPr/>
          <p:nvPr/>
        </p:nvSpPr>
        <p:spPr>
          <a:xfrm>
            <a:off x="4668806" y="3264601"/>
            <a:ext cx="608756" cy="609760"/>
          </a:xfrm>
          <a:custGeom>
            <a:rect b="b" l="l" r="r" t="t"/>
            <a:pathLst>
              <a:path extrusionOk="0" h="20048" w="20015">
                <a:moveTo>
                  <a:pt x="10008" y="1"/>
                </a:moveTo>
                <a:cubicBezTo>
                  <a:pt x="4465" y="1"/>
                  <a:pt x="0" y="4498"/>
                  <a:pt x="0" y="10040"/>
                </a:cubicBezTo>
                <a:cubicBezTo>
                  <a:pt x="0" y="15550"/>
                  <a:pt x="4465" y="20047"/>
                  <a:pt x="10008" y="20047"/>
                </a:cubicBezTo>
                <a:cubicBezTo>
                  <a:pt x="15518" y="20047"/>
                  <a:pt x="20015" y="15550"/>
                  <a:pt x="20015" y="10040"/>
                </a:cubicBezTo>
                <a:cubicBezTo>
                  <a:pt x="20015" y="4498"/>
                  <a:pt x="15518" y="1"/>
                  <a:pt x="10008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6" name="Google Shape;666;p19"/>
          <p:cNvSpPr/>
          <p:nvPr/>
        </p:nvSpPr>
        <p:spPr>
          <a:xfrm>
            <a:off x="4668806" y="3988934"/>
            <a:ext cx="608756" cy="608787"/>
          </a:xfrm>
          <a:custGeom>
            <a:rect b="b" l="l" r="r" t="t"/>
            <a:pathLst>
              <a:path extrusionOk="0" h="20016" w="20015">
                <a:moveTo>
                  <a:pt x="10008" y="1"/>
                </a:moveTo>
                <a:cubicBezTo>
                  <a:pt x="4465" y="1"/>
                  <a:pt x="0" y="4498"/>
                  <a:pt x="0" y="10008"/>
                </a:cubicBezTo>
                <a:cubicBezTo>
                  <a:pt x="0" y="15550"/>
                  <a:pt x="4465" y="20016"/>
                  <a:pt x="10008" y="20016"/>
                </a:cubicBezTo>
                <a:cubicBezTo>
                  <a:pt x="15518" y="20016"/>
                  <a:pt x="20015" y="15550"/>
                  <a:pt x="20015" y="10008"/>
                </a:cubicBezTo>
                <a:cubicBezTo>
                  <a:pt x="20015" y="4498"/>
                  <a:pt x="15518" y="1"/>
                  <a:pt x="10008" y="1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7" name="Google Shape;667;p19"/>
          <p:cNvSpPr txBox="1"/>
          <p:nvPr/>
        </p:nvSpPr>
        <p:spPr>
          <a:xfrm>
            <a:off x="5323850" y="1219825"/>
            <a:ext cx="860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3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68" name="Google Shape;668;p19"/>
          <p:cNvSpPr txBox="1"/>
          <p:nvPr/>
        </p:nvSpPr>
        <p:spPr>
          <a:xfrm>
            <a:off x="6183801" y="121983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19"/>
          <p:cNvSpPr txBox="1"/>
          <p:nvPr/>
        </p:nvSpPr>
        <p:spPr>
          <a:xfrm>
            <a:off x="5323850" y="1944175"/>
            <a:ext cx="860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3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70" name="Google Shape;670;p19"/>
          <p:cNvSpPr txBox="1"/>
          <p:nvPr/>
        </p:nvSpPr>
        <p:spPr>
          <a:xfrm>
            <a:off x="6183801" y="194418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19"/>
          <p:cNvSpPr txBox="1"/>
          <p:nvPr/>
        </p:nvSpPr>
        <p:spPr>
          <a:xfrm>
            <a:off x="5323850" y="2667550"/>
            <a:ext cx="860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3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72" name="Google Shape;672;p19"/>
          <p:cNvSpPr txBox="1"/>
          <p:nvPr/>
        </p:nvSpPr>
        <p:spPr>
          <a:xfrm>
            <a:off x="6183801" y="2667562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Despite being red, it’s actually a cold place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19"/>
          <p:cNvSpPr txBox="1"/>
          <p:nvPr/>
        </p:nvSpPr>
        <p:spPr>
          <a:xfrm>
            <a:off x="5323850" y="3391875"/>
            <a:ext cx="860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3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74" name="Google Shape;674;p19"/>
          <p:cNvSpPr txBox="1"/>
          <p:nvPr/>
        </p:nvSpPr>
        <p:spPr>
          <a:xfrm>
            <a:off x="6183801" y="339188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19"/>
          <p:cNvSpPr txBox="1"/>
          <p:nvPr/>
        </p:nvSpPr>
        <p:spPr>
          <a:xfrm>
            <a:off x="5323850" y="4116200"/>
            <a:ext cx="860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3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76" name="Google Shape;676;p19"/>
          <p:cNvSpPr txBox="1"/>
          <p:nvPr/>
        </p:nvSpPr>
        <p:spPr>
          <a:xfrm>
            <a:off x="6183801" y="4116212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77" name="Google Shape;677;p19"/>
          <p:cNvGrpSpPr/>
          <p:nvPr/>
        </p:nvGrpSpPr>
        <p:grpSpPr>
          <a:xfrm>
            <a:off x="4806729" y="1205087"/>
            <a:ext cx="332886" cy="384679"/>
            <a:chOff x="1627725" y="340025"/>
            <a:chExt cx="4340100" cy="5015375"/>
          </a:xfrm>
        </p:grpSpPr>
        <p:sp>
          <p:nvSpPr>
            <p:cNvPr id="678" name="Google Shape;678;p19"/>
            <p:cNvSpPr/>
            <p:nvPr/>
          </p:nvSpPr>
          <p:spPr>
            <a:xfrm>
              <a:off x="1627725" y="340025"/>
              <a:ext cx="4340100" cy="5015375"/>
            </a:xfrm>
            <a:custGeom>
              <a:rect b="b" l="l" r="r" t="t"/>
              <a:pathLst>
                <a:path extrusionOk="0" h="200615" w="173604">
                  <a:moveTo>
                    <a:pt x="122603" y="4902"/>
                  </a:moveTo>
                  <a:cubicBezTo>
                    <a:pt x="123553" y="4902"/>
                    <a:pt x="124581" y="5100"/>
                    <a:pt x="125717" y="5547"/>
                  </a:cubicBezTo>
                  <a:cubicBezTo>
                    <a:pt x="127250" y="6264"/>
                    <a:pt x="128751" y="7047"/>
                    <a:pt x="130219" y="7928"/>
                  </a:cubicBezTo>
                  <a:cubicBezTo>
                    <a:pt x="134744" y="10558"/>
                    <a:pt x="140847" y="14076"/>
                    <a:pt x="146833" y="14076"/>
                  </a:cubicBezTo>
                  <a:cubicBezTo>
                    <a:pt x="147232" y="14076"/>
                    <a:pt x="147631" y="14061"/>
                    <a:pt x="148029" y="14028"/>
                  </a:cubicBezTo>
                  <a:cubicBezTo>
                    <a:pt x="148167" y="14016"/>
                    <a:pt x="148295" y="14010"/>
                    <a:pt x="148413" y="14010"/>
                  </a:cubicBezTo>
                  <a:cubicBezTo>
                    <a:pt x="149532" y="14010"/>
                    <a:pt x="149839" y="14535"/>
                    <a:pt x="149986" y="15007"/>
                  </a:cubicBezTo>
                  <a:cubicBezTo>
                    <a:pt x="150182" y="15757"/>
                    <a:pt x="149889" y="16540"/>
                    <a:pt x="149301" y="17029"/>
                  </a:cubicBezTo>
                  <a:cubicBezTo>
                    <a:pt x="147736" y="18399"/>
                    <a:pt x="146170" y="19606"/>
                    <a:pt x="144506" y="20878"/>
                  </a:cubicBezTo>
                  <a:cubicBezTo>
                    <a:pt x="139972" y="24369"/>
                    <a:pt x="135275" y="27989"/>
                    <a:pt x="130154" y="35361"/>
                  </a:cubicBezTo>
                  <a:cubicBezTo>
                    <a:pt x="125358" y="42277"/>
                    <a:pt x="121314" y="49682"/>
                    <a:pt x="118052" y="57445"/>
                  </a:cubicBezTo>
                  <a:lnTo>
                    <a:pt x="103634" y="57445"/>
                  </a:lnTo>
                  <a:lnTo>
                    <a:pt x="113680" y="40972"/>
                  </a:lnTo>
                  <a:cubicBezTo>
                    <a:pt x="114398" y="39830"/>
                    <a:pt x="114007" y="38330"/>
                    <a:pt x="112865" y="37612"/>
                  </a:cubicBezTo>
                  <a:cubicBezTo>
                    <a:pt x="112474" y="37366"/>
                    <a:pt x="112037" y="37251"/>
                    <a:pt x="111604" y="37251"/>
                  </a:cubicBezTo>
                  <a:cubicBezTo>
                    <a:pt x="110773" y="37251"/>
                    <a:pt x="109956" y="37677"/>
                    <a:pt x="109505" y="38428"/>
                  </a:cubicBezTo>
                  <a:lnTo>
                    <a:pt x="97925" y="57445"/>
                  </a:lnTo>
                  <a:lnTo>
                    <a:pt x="92021" y="57445"/>
                  </a:lnTo>
                  <a:lnTo>
                    <a:pt x="91597" y="30501"/>
                  </a:lnTo>
                  <a:cubicBezTo>
                    <a:pt x="91565" y="29151"/>
                    <a:pt x="90488" y="28086"/>
                    <a:pt x="89177" y="28086"/>
                  </a:cubicBezTo>
                  <a:cubicBezTo>
                    <a:pt x="89157" y="28086"/>
                    <a:pt x="89137" y="28087"/>
                    <a:pt x="89118" y="28087"/>
                  </a:cubicBezTo>
                  <a:cubicBezTo>
                    <a:pt x="87748" y="28120"/>
                    <a:pt x="86671" y="29229"/>
                    <a:pt x="86704" y="30566"/>
                  </a:cubicBezTo>
                  <a:lnTo>
                    <a:pt x="87095" y="57445"/>
                  </a:lnTo>
                  <a:lnTo>
                    <a:pt x="78190" y="57445"/>
                  </a:lnTo>
                  <a:lnTo>
                    <a:pt x="69709" y="41559"/>
                  </a:lnTo>
                  <a:cubicBezTo>
                    <a:pt x="69281" y="40726"/>
                    <a:pt x="68433" y="40250"/>
                    <a:pt x="67552" y="40250"/>
                  </a:cubicBezTo>
                  <a:cubicBezTo>
                    <a:pt x="67157" y="40250"/>
                    <a:pt x="66755" y="40346"/>
                    <a:pt x="66382" y="40548"/>
                  </a:cubicBezTo>
                  <a:cubicBezTo>
                    <a:pt x="65175" y="41168"/>
                    <a:pt x="64751" y="42668"/>
                    <a:pt x="65403" y="43875"/>
                  </a:cubicBezTo>
                  <a:lnTo>
                    <a:pt x="72645" y="57445"/>
                  </a:lnTo>
                  <a:lnTo>
                    <a:pt x="58879" y="57445"/>
                  </a:lnTo>
                  <a:cubicBezTo>
                    <a:pt x="56498" y="49225"/>
                    <a:pt x="52681" y="41494"/>
                    <a:pt x="47625" y="34579"/>
                  </a:cubicBezTo>
                  <a:cubicBezTo>
                    <a:pt x="42634" y="27696"/>
                    <a:pt x="36404" y="21759"/>
                    <a:pt x="29293" y="17094"/>
                  </a:cubicBezTo>
                  <a:cubicBezTo>
                    <a:pt x="27499" y="15887"/>
                    <a:pt x="26651" y="13800"/>
                    <a:pt x="27205" y="11940"/>
                  </a:cubicBezTo>
                  <a:cubicBezTo>
                    <a:pt x="27401" y="11255"/>
                    <a:pt x="27792" y="10636"/>
                    <a:pt x="28314" y="10179"/>
                  </a:cubicBezTo>
                  <a:cubicBezTo>
                    <a:pt x="28640" y="10048"/>
                    <a:pt x="28999" y="9918"/>
                    <a:pt x="29326" y="9820"/>
                  </a:cubicBezTo>
                  <a:cubicBezTo>
                    <a:pt x="30461" y="9507"/>
                    <a:pt x="32285" y="9361"/>
                    <a:pt x="34230" y="9361"/>
                  </a:cubicBezTo>
                  <a:cubicBezTo>
                    <a:pt x="37148" y="9361"/>
                    <a:pt x="40338" y="9690"/>
                    <a:pt x="41884" y="10277"/>
                  </a:cubicBezTo>
                  <a:cubicBezTo>
                    <a:pt x="42602" y="10570"/>
                    <a:pt x="43287" y="10864"/>
                    <a:pt x="43874" y="11157"/>
                  </a:cubicBezTo>
                  <a:cubicBezTo>
                    <a:pt x="44168" y="11288"/>
                    <a:pt x="44396" y="11418"/>
                    <a:pt x="44624" y="11516"/>
                  </a:cubicBezTo>
                  <a:cubicBezTo>
                    <a:pt x="50952" y="14322"/>
                    <a:pt x="53823" y="16442"/>
                    <a:pt x="55943" y="18008"/>
                  </a:cubicBezTo>
                  <a:cubicBezTo>
                    <a:pt x="56204" y="18203"/>
                    <a:pt x="56433" y="18366"/>
                    <a:pt x="56694" y="18530"/>
                  </a:cubicBezTo>
                  <a:cubicBezTo>
                    <a:pt x="58658" y="19949"/>
                    <a:pt x="60555" y="21117"/>
                    <a:pt x="63357" y="21117"/>
                  </a:cubicBezTo>
                  <a:cubicBezTo>
                    <a:pt x="63904" y="21117"/>
                    <a:pt x="64486" y="21072"/>
                    <a:pt x="65109" y="20976"/>
                  </a:cubicBezTo>
                  <a:cubicBezTo>
                    <a:pt x="68404" y="20422"/>
                    <a:pt x="70068" y="18366"/>
                    <a:pt x="71242" y="16409"/>
                  </a:cubicBezTo>
                  <a:cubicBezTo>
                    <a:pt x="72025" y="15039"/>
                    <a:pt x="72743" y="13637"/>
                    <a:pt x="73362" y="12201"/>
                  </a:cubicBezTo>
                  <a:cubicBezTo>
                    <a:pt x="74047" y="10701"/>
                    <a:pt x="74928" y="8809"/>
                    <a:pt x="75548" y="8417"/>
                  </a:cubicBezTo>
                  <a:cubicBezTo>
                    <a:pt x="76629" y="7731"/>
                    <a:pt x="78011" y="7175"/>
                    <a:pt x="79665" y="7175"/>
                  </a:cubicBezTo>
                  <a:cubicBezTo>
                    <a:pt x="81704" y="7175"/>
                    <a:pt x="84155" y="8020"/>
                    <a:pt x="86965" y="10505"/>
                  </a:cubicBezTo>
                  <a:cubicBezTo>
                    <a:pt x="91094" y="14140"/>
                    <a:pt x="94744" y="15831"/>
                    <a:pt x="99052" y="15831"/>
                  </a:cubicBezTo>
                  <a:cubicBezTo>
                    <a:pt x="101007" y="15831"/>
                    <a:pt x="103096" y="15483"/>
                    <a:pt x="105428" y="14811"/>
                  </a:cubicBezTo>
                  <a:cubicBezTo>
                    <a:pt x="105852" y="14680"/>
                    <a:pt x="106243" y="14550"/>
                    <a:pt x="106667" y="14387"/>
                  </a:cubicBezTo>
                  <a:cubicBezTo>
                    <a:pt x="108396" y="13734"/>
                    <a:pt x="112963" y="11484"/>
                    <a:pt x="115083" y="9266"/>
                  </a:cubicBezTo>
                  <a:cubicBezTo>
                    <a:pt x="117388" y="6886"/>
                    <a:pt x="119599" y="4902"/>
                    <a:pt x="122603" y="4902"/>
                  </a:cubicBezTo>
                  <a:close/>
                  <a:moveTo>
                    <a:pt x="121314" y="62338"/>
                  </a:moveTo>
                  <a:cubicBezTo>
                    <a:pt x="122292" y="62338"/>
                    <a:pt x="123042" y="63121"/>
                    <a:pt x="123042" y="64067"/>
                  </a:cubicBezTo>
                  <a:lnTo>
                    <a:pt x="123042" y="69580"/>
                  </a:lnTo>
                  <a:cubicBezTo>
                    <a:pt x="123042" y="70526"/>
                    <a:pt x="122292" y="71309"/>
                    <a:pt x="121314" y="71309"/>
                  </a:cubicBezTo>
                  <a:lnTo>
                    <a:pt x="53529" y="71309"/>
                  </a:lnTo>
                  <a:cubicBezTo>
                    <a:pt x="52551" y="71309"/>
                    <a:pt x="51801" y="70526"/>
                    <a:pt x="51801" y="69580"/>
                  </a:cubicBezTo>
                  <a:lnTo>
                    <a:pt x="51801" y="64067"/>
                  </a:lnTo>
                  <a:cubicBezTo>
                    <a:pt x="51801" y="63121"/>
                    <a:pt x="52551" y="62338"/>
                    <a:pt x="53529" y="62338"/>
                  </a:cubicBezTo>
                  <a:close/>
                  <a:moveTo>
                    <a:pt x="120857" y="76201"/>
                  </a:moveTo>
                  <a:cubicBezTo>
                    <a:pt x="122716" y="76984"/>
                    <a:pt x="130675" y="80573"/>
                    <a:pt x="139548" y="88336"/>
                  </a:cubicBezTo>
                  <a:cubicBezTo>
                    <a:pt x="151095" y="98350"/>
                    <a:pt x="159479" y="111464"/>
                    <a:pt x="163719" y="126143"/>
                  </a:cubicBezTo>
                  <a:cubicBezTo>
                    <a:pt x="163850" y="126599"/>
                    <a:pt x="163980" y="127088"/>
                    <a:pt x="164111" y="127545"/>
                  </a:cubicBezTo>
                  <a:cubicBezTo>
                    <a:pt x="168482" y="143464"/>
                    <a:pt x="165155" y="160230"/>
                    <a:pt x="154977" y="173539"/>
                  </a:cubicBezTo>
                  <a:cubicBezTo>
                    <a:pt x="144213" y="187631"/>
                    <a:pt x="127707" y="195721"/>
                    <a:pt x="109668" y="195721"/>
                  </a:cubicBezTo>
                  <a:lnTo>
                    <a:pt x="64098" y="195721"/>
                  </a:lnTo>
                  <a:cubicBezTo>
                    <a:pt x="63963" y="195722"/>
                    <a:pt x="63827" y="195722"/>
                    <a:pt x="63691" y="195722"/>
                  </a:cubicBezTo>
                  <a:cubicBezTo>
                    <a:pt x="45739" y="195722"/>
                    <a:pt x="28854" y="187163"/>
                    <a:pt x="18202" y="172691"/>
                  </a:cubicBezTo>
                  <a:cubicBezTo>
                    <a:pt x="8025" y="158795"/>
                    <a:pt x="5154" y="141474"/>
                    <a:pt x="10308" y="125229"/>
                  </a:cubicBezTo>
                  <a:cubicBezTo>
                    <a:pt x="10667" y="124055"/>
                    <a:pt x="11091" y="122881"/>
                    <a:pt x="11515" y="121706"/>
                  </a:cubicBezTo>
                  <a:cubicBezTo>
                    <a:pt x="21595" y="94371"/>
                    <a:pt x="46484" y="80801"/>
                    <a:pt x="54671" y="76365"/>
                  </a:cubicBezTo>
                  <a:lnTo>
                    <a:pt x="54965" y="76201"/>
                  </a:lnTo>
                  <a:close/>
                  <a:moveTo>
                    <a:pt x="122545" y="0"/>
                  </a:moveTo>
                  <a:cubicBezTo>
                    <a:pt x="117232" y="0"/>
                    <a:pt x="113694" y="3688"/>
                    <a:pt x="111560" y="5873"/>
                  </a:cubicBezTo>
                  <a:cubicBezTo>
                    <a:pt x="110223" y="7308"/>
                    <a:pt x="106439" y="9233"/>
                    <a:pt x="104906" y="9820"/>
                  </a:cubicBezTo>
                  <a:cubicBezTo>
                    <a:pt x="104612" y="9918"/>
                    <a:pt x="104351" y="10016"/>
                    <a:pt x="104090" y="10114"/>
                  </a:cubicBezTo>
                  <a:cubicBezTo>
                    <a:pt x="102272" y="10640"/>
                    <a:pt x="100670" y="10965"/>
                    <a:pt x="99130" y="10965"/>
                  </a:cubicBezTo>
                  <a:cubicBezTo>
                    <a:pt x="96277" y="10965"/>
                    <a:pt x="93637" y="9848"/>
                    <a:pt x="90227" y="6819"/>
                  </a:cubicBezTo>
                  <a:cubicBezTo>
                    <a:pt x="86302" y="3355"/>
                    <a:pt x="82686" y="2283"/>
                    <a:pt x="79720" y="2283"/>
                  </a:cubicBezTo>
                  <a:cubicBezTo>
                    <a:pt x="76597" y="2283"/>
                    <a:pt x="74194" y="3471"/>
                    <a:pt x="72906" y="4307"/>
                  </a:cubicBezTo>
                  <a:cubicBezTo>
                    <a:pt x="71079" y="5482"/>
                    <a:pt x="70068" y="7635"/>
                    <a:pt x="68926" y="10146"/>
                  </a:cubicBezTo>
                  <a:cubicBezTo>
                    <a:pt x="68371" y="11418"/>
                    <a:pt x="67752" y="12691"/>
                    <a:pt x="67034" y="13898"/>
                  </a:cubicBezTo>
                  <a:cubicBezTo>
                    <a:pt x="66023" y="15594"/>
                    <a:pt x="65338" y="15953"/>
                    <a:pt x="64327" y="16148"/>
                  </a:cubicBezTo>
                  <a:cubicBezTo>
                    <a:pt x="63950" y="16208"/>
                    <a:pt x="63614" y="16239"/>
                    <a:pt x="63300" y="16239"/>
                  </a:cubicBezTo>
                  <a:cubicBezTo>
                    <a:pt x="62064" y="16239"/>
                    <a:pt x="61177" y="15753"/>
                    <a:pt x="59564" y="14583"/>
                  </a:cubicBezTo>
                  <a:cubicBezTo>
                    <a:pt x="59336" y="14419"/>
                    <a:pt x="59075" y="14224"/>
                    <a:pt x="58846" y="14061"/>
                  </a:cubicBezTo>
                  <a:cubicBezTo>
                    <a:pt x="56694" y="12462"/>
                    <a:pt x="53399" y="10081"/>
                    <a:pt x="46614" y="7047"/>
                  </a:cubicBezTo>
                  <a:cubicBezTo>
                    <a:pt x="46418" y="6950"/>
                    <a:pt x="46190" y="6852"/>
                    <a:pt x="45962" y="6721"/>
                  </a:cubicBezTo>
                  <a:cubicBezTo>
                    <a:pt x="45309" y="6428"/>
                    <a:pt x="44494" y="6036"/>
                    <a:pt x="43646" y="5710"/>
                  </a:cubicBezTo>
                  <a:cubicBezTo>
                    <a:pt x="41556" y="4917"/>
                    <a:pt x="37779" y="4479"/>
                    <a:pt x="34262" y="4479"/>
                  </a:cubicBezTo>
                  <a:cubicBezTo>
                    <a:pt x="31850" y="4479"/>
                    <a:pt x="29560" y="4685"/>
                    <a:pt x="28021" y="5123"/>
                  </a:cubicBezTo>
                  <a:cubicBezTo>
                    <a:pt x="27140" y="5319"/>
                    <a:pt x="26292" y="5677"/>
                    <a:pt x="25509" y="6167"/>
                  </a:cubicBezTo>
                  <a:cubicBezTo>
                    <a:pt x="24041" y="7243"/>
                    <a:pt x="22997" y="8776"/>
                    <a:pt x="22508" y="10538"/>
                  </a:cubicBezTo>
                  <a:cubicBezTo>
                    <a:pt x="21366" y="14485"/>
                    <a:pt x="22997" y="18758"/>
                    <a:pt x="26585" y="21172"/>
                  </a:cubicBezTo>
                  <a:cubicBezTo>
                    <a:pt x="33207" y="25510"/>
                    <a:pt x="39014" y="31023"/>
                    <a:pt x="43646" y="37449"/>
                  </a:cubicBezTo>
                  <a:cubicBezTo>
                    <a:pt x="48115" y="43516"/>
                    <a:pt x="51507" y="50269"/>
                    <a:pt x="53758" y="57445"/>
                  </a:cubicBezTo>
                  <a:lnTo>
                    <a:pt x="53529" y="57445"/>
                  </a:lnTo>
                  <a:cubicBezTo>
                    <a:pt x="49876" y="57478"/>
                    <a:pt x="46908" y="60413"/>
                    <a:pt x="46908" y="64067"/>
                  </a:cubicBezTo>
                  <a:lnTo>
                    <a:pt x="46908" y="69580"/>
                  </a:lnTo>
                  <a:cubicBezTo>
                    <a:pt x="46908" y="71243"/>
                    <a:pt x="47527" y="72874"/>
                    <a:pt x="48669" y="74081"/>
                  </a:cubicBezTo>
                  <a:cubicBezTo>
                    <a:pt x="42276" y="77702"/>
                    <a:pt x="36241" y="81943"/>
                    <a:pt x="30663" y="86738"/>
                  </a:cubicBezTo>
                  <a:cubicBezTo>
                    <a:pt x="19474" y="96426"/>
                    <a:pt x="11482" y="107614"/>
                    <a:pt x="6916" y="120010"/>
                  </a:cubicBezTo>
                  <a:cubicBezTo>
                    <a:pt x="6459" y="121250"/>
                    <a:pt x="6035" y="122489"/>
                    <a:pt x="5643" y="123729"/>
                  </a:cubicBezTo>
                  <a:cubicBezTo>
                    <a:pt x="0" y="141506"/>
                    <a:pt x="3132" y="160393"/>
                    <a:pt x="14255" y="175562"/>
                  </a:cubicBezTo>
                  <a:cubicBezTo>
                    <a:pt x="25820" y="191305"/>
                    <a:pt x="44173" y="200615"/>
                    <a:pt x="63691" y="200615"/>
                  </a:cubicBezTo>
                  <a:cubicBezTo>
                    <a:pt x="63827" y="200615"/>
                    <a:pt x="63962" y="200615"/>
                    <a:pt x="64098" y="200614"/>
                  </a:cubicBezTo>
                  <a:lnTo>
                    <a:pt x="109668" y="200614"/>
                  </a:lnTo>
                  <a:cubicBezTo>
                    <a:pt x="129240" y="200614"/>
                    <a:pt x="147181" y="191839"/>
                    <a:pt x="158859" y="176508"/>
                  </a:cubicBezTo>
                  <a:cubicBezTo>
                    <a:pt x="169950" y="161992"/>
                    <a:pt x="173603" y="143659"/>
                    <a:pt x="168841" y="126273"/>
                  </a:cubicBezTo>
                  <a:cubicBezTo>
                    <a:pt x="168710" y="125751"/>
                    <a:pt x="168547" y="125262"/>
                    <a:pt x="168417" y="124740"/>
                  </a:cubicBezTo>
                  <a:cubicBezTo>
                    <a:pt x="161990" y="102721"/>
                    <a:pt x="146920" y="84226"/>
                    <a:pt x="126631" y="73527"/>
                  </a:cubicBezTo>
                  <a:cubicBezTo>
                    <a:pt x="127479" y="72385"/>
                    <a:pt x="127935" y="70982"/>
                    <a:pt x="127935" y="69580"/>
                  </a:cubicBezTo>
                  <a:lnTo>
                    <a:pt x="127935" y="64067"/>
                  </a:lnTo>
                  <a:cubicBezTo>
                    <a:pt x="127935" y="61164"/>
                    <a:pt x="126043" y="58587"/>
                    <a:pt x="123238" y="57739"/>
                  </a:cubicBezTo>
                  <a:cubicBezTo>
                    <a:pt x="126239" y="50888"/>
                    <a:pt x="129925" y="44332"/>
                    <a:pt x="134166" y="38167"/>
                  </a:cubicBezTo>
                  <a:cubicBezTo>
                    <a:pt x="138863" y="31382"/>
                    <a:pt x="143038" y="28152"/>
                    <a:pt x="147507" y="24727"/>
                  </a:cubicBezTo>
                  <a:cubicBezTo>
                    <a:pt x="149138" y="23488"/>
                    <a:pt x="150835" y="22183"/>
                    <a:pt x="152531" y="20682"/>
                  </a:cubicBezTo>
                  <a:cubicBezTo>
                    <a:pt x="154586" y="18954"/>
                    <a:pt x="155434" y="16148"/>
                    <a:pt x="154684" y="13571"/>
                  </a:cubicBezTo>
                  <a:cubicBezTo>
                    <a:pt x="153980" y="11338"/>
                    <a:pt x="151985" y="9105"/>
                    <a:pt x="148377" y="9105"/>
                  </a:cubicBezTo>
                  <a:cubicBezTo>
                    <a:pt x="148138" y="9105"/>
                    <a:pt x="147891" y="9115"/>
                    <a:pt x="147638" y="9135"/>
                  </a:cubicBezTo>
                  <a:cubicBezTo>
                    <a:pt x="147366" y="9157"/>
                    <a:pt x="147092" y="9167"/>
                    <a:pt x="146816" y="9167"/>
                  </a:cubicBezTo>
                  <a:cubicBezTo>
                    <a:pt x="142154" y="9167"/>
                    <a:pt x="136915" y="6151"/>
                    <a:pt x="132665" y="3688"/>
                  </a:cubicBezTo>
                  <a:cubicBezTo>
                    <a:pt x="131002" y="2676"/>
                    <a:pt x="129273" y="1796"/>
                    <a:pt x="127511" y="1013"/>
                  </a:cubicBezTo>
                  <a:cubicBezTo>
                    <a:pt x="125707" y="298"/>
                    <a:pt x="124054" y="0"/>
                    <a:pt x="1225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2890925" y="2883575"/>
              <a:ext cx="1903400" cy="1827550"/>
            </a:xfrm>
            <a:custGeom>
              <a:rect b="b" l="l" r="r" t="t"/>
              <a:pathLst>
                <a:path extrusionOk="0" h="73102" w="76136">
                  <a:moveTo>
                    <a:pt x="38068" y="4894"/>
                  </a:moveTo>
                  <a:cubicBezTo>
                    <a:pt x="56368" y="4894"/>
                    <a:pt x="71242" y="19083"/>
                    <a:pt x="71242" y="36535"/>
                  </a:cubicBezTo>
                  <a:cubicBezTo>
                    <a:pt x="71242" y="54019"/>
                    <a:pt x="56368" y="68209"/>
                    <a:pt x="38068" y="68209"/>
                  </a:cubicBezTo>
                  <a:cubicBezTo>
                    <a:pt x="19768" y="68209"/>
                    <a:pt x="4893" y="54019"/>
                    <a:pt x="4893" y="36535"/>
                  </a:cubicBezTo>
                  <a:cubicBezTo>
                    <a:pt x="4893" y="19083"/>
                    <a:pt x="19768" y="4894"/>
                    <a:pt x="38068" y="4894"/>
                  </a:cubicBezTo>
                  <a:close/>
                  <a:moveTo>
                    <a:pt x="38068" y="1"/>
                  </a:moveTo>
                  <a:cubicBezTo>
                    <a:pt x="17093" y="1"/>
                    <a:pt x="0" y="16409"/>
                    <a:pt x="0" y="36535"/>
                  </a:cubicBezTo>
                  <a:cubicBezTo>
                    <a:pt x="0" y="56694"/>
                    <a:pt x="17093" y="73102"/>
                    <a:pt x="38068" y="73102"/>
                  </a:cubicBezTo>
                  <a:cubicBezTo>
                    <a:pt x="59075" y="73102"/>
                    <a:pt x="76135" y="56694"/>
                    <a:pt x="76135" y="36535"/>
                  </a:cubicBezTo>
                  <a:cubicBezTo>
                    <a:pt x="76135" y="16409"/>
                    <a:pt x="59075" y="1"/>
                    <a:pt x="380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3562075" y="3209775"/>
              <a:ext cx="590450" cy="1142550"/>
            </a:xfrm>
            <a:custGeom>
              <a:rect b="b" l="l" r="r" t="t"/>
              <a:pathLst>
                <a:path extrusionOk="0" h="45702" w="23618">
                  <a:moveTo>
                    <a:pt x="11776" y="1"/>
                  </a:moveTo>
                  <a:cubicBezTo>
                    <a:pt x="10406" y="1"/>
                    <a:pt x="9330" y="1110"/>
                    <a:pt x="9330" y="2447"/>
                  </a:cubicBezTo>
                  <a:lnTo>
                    <a:pt x="9330" y="4568"/>
                  </a:lnTo>
                  <a:cubicBezTo>
                    <a:pt x="7471" y="4894"/>
                    <a:pt x="5742" y="5775"/>
                    <a:pt x="4372" y="7079"/>
                  </a:cubicBezTo>
                  <a:cubicBezTo>
                    <a:pt x="1436" y="9950"/>
                    <a:pt x="1273" y="13897"/>
                    <a:pt x="1273" y="15039"/>
                  </a:cubicBezTo>
                  <a:cubicBezTo>
                    <a:pt x="1338" y="19573"/>
                    <a:pt x="4828" y="23389"/>
                    <a:pt x="9754" y="24335"/>
                  </a:cubicBezTo>
                  <a:lnTo>
                    <a:pt x="10211" y="24400"/>
                  </a:lnTo>
                  <a:cubicBezTo>
                    <a:pt x="10569" y="24466"/>
                    <a:pt x="10961" y="24564"/>
                    <a:pt x="11222" y="24596"/>
                  </a:cubicBezTo>
                  <a:cubicBezTo>
                    <a:pt x="11352" y="24629"/>
                    <a:pt x="11776" y="24759"/>
                    <a:pt x="11907" y="24792"/>
                  </a:cubicBezTo>
                  <a:cubicBezTo>
                    <a:pt x="11972" y="24792"/>
                    <a:pt x="12005" y="24825"/>
                    <a:pt x="12070" y="24857"/>
                  </a:cubicBezTo>
                  <a:cubicBezTo>
                    <a:pt x="12103" y="24857"/>
                    <a:pt x="12103" y="24857"/>
                    <a:pt x="12135" y="24890"/>
                  </a:cubicBezTo>
                  <a:lnTo>
                    <a:pt x="12788" y="25118"/>
                  </a:lnTo>
                  <a:cubicBezTo>
                    <a:pt x="12853" y="25151"/>
                    <a:pt x="12885" y="25151"/>
                    <a:pt x="12951" y="25183"/>
                  </a:cubicBezTo>
                  <a:cubicBezTo>
                    <a:pt x="13244" y="25346"/>
                    <a:pt x="13342" y="25379"/>
                    <a:pt x="13538" y="25510"/>
                  </a:cubicBezTo>
                  <a:lnTo>
                    <a:pt x="13929" y="25705"/>
                  </a:lnTo>
                  <a:cubicBezTo>
                    <a:pt x="13929" y="25738"/>
                    <a:pt x="13962" y="25770"/>
                    <a:pt x="13994" y="25770"/>
                  </a:cubicBezTo>
                  <a:cubicBezTo>
                    <a:pt x="14386" y="25999"/>
                    <a:pt x="17811" y="28119"/>
                    <a:pt x="17941" y="31022"/>
                  </a:cubicBezTo>
                  <a:cubicBezTo>
                    <a:pt x="18007" y="32719"/>
                    <a:pt x="17583" y="33991"/>
                    <a:pt x="16637" y="34937"/>
                  </a:cubicBezTo>
                  <a:cubicBezTo>
                    <a:pt x="15153" y="36420"/>
                    <a:pt x="12715" y="36836"/>
                    <a:pt x="11302" y="36836"/>
                  </a:cubicBezTo>
                  <a:cubicBezTo>
                    <a:pt x="11193" y="36836"/>
                    <a:pt x="11090" y="36833"/>
                    <a:pt x="10993" y="36829"/>
                  </a:cubicBezTo>
                  <a:cubicBezTo>
                    <a:pt x="9102" y="36763"/>
                    <a:pt x="5350" y="35132"/>
                    <a:pt x="5024" y="32327"/>
                  </a:cubicBezTo>
                  <a:cubicBezTo>
                    <a:pt x="4903" y="31057"/>
                    <a:pt x="3829" y="30124"/>
                    <a:pt x="2608" y="30124"/>
                  </a:cubicBezTo>
                  <a:cubicBezTo>
                    <a:pt x="2512" y="30124"/>
                    <a:pt x="2414" y="30130"/>
                    <a:pt x="2317" y="30142"/>
                  </a:cubicBezTo>
                  <a:cubicBezTo>
                    <a:pt x="947" y="30272"/>
                    <a:pt x="1" y="31512"/>
                    <a:pt x="164" y="32882"/>
                  </a:cubicBezTo>
                  <a:cubicBezTo>
                    <a:pt x="457" y="35524"/>
                    <a:pt x="2023" y="37872"/>
                    <a:pt x="4567" y="39569"/>
                  </a:cubicBezTo>
                  <a:cubicBezTo>
                    <a:pt x="6003" y="40515"/>
                    <a:pt x="7634" y="41200"/>
                    <a:pt x="9330" y="41526"/>
                  </a:cubicBezTo>
                  <a:lnTo>
                    <a:pt x="9330" y="43255"/>
                  </a:lnTo>
                  <a:cubicBezTo>
                    <a:pt x="9330" y="44625"/>
                    <a:pt x="10439" y="45701"/>
                    <a:pt x="11776" y="45701"/>
                  </a:cubicBezTo>
                  <a:cubicBezTo>
                    <a:pt x="13114" y="45701"/>
                    <a:pt x="14223" y="44625"/>
                    <a:pt x="14223" y="43255"/>
                  </a:cubicBezTo>
                  <a:lnTo>
                    <a:pt x="14223" y="41428"/>
                  </a:lnTo>
                  <a:cubicBezTo>
                    <a:pt x="16441" y="41004"/>
                    <a:pt x="18463" y="39960"/>
                    <a:pt x="20094" y="38394"/>
                  </a:cubicBezTo>
                  <a:cubicBezTo>
                    <a:pt x="22019" y="36470"/>
                    <a:pt x="22965" y="33860"/>
                    <a:pt x="22834" y="30794"/>
                  </a:cubicBezTo>
                  <a:cubicBezTo>
                    <a:pt x="22606" y="25575"/>
                    <a:pt x="17941" y="22411"/>
                    <a:pt x="16506" y="21563"/>
                  </a:cubicBezTo>
                  <a:cubicBezTo>
                    <a:pt x="16441" y="21530"/>
                    <a:pt x="16311" y="21465"/>
                    <a:pt x="16278" y="21432"/>
                  </a:cubicBezTo>
                  <a:lnTo>
                    <a:pt x="15952" y="21236"/>
                  </a:lnTo>
                  <a:cubicBezTo>
                    <a:pt x="15658" y="21073"/>
                    <a:pt x="15528" y="21008"/>
                    <a:pt x="15104" y="20812"/>
                  </a:cubicBezTo>
                  <a:cubicBezTo>
                    <a:pt x="14908" y="20714"/>
                    <a:pt x="14712" y="20617"/>
                    <a:pt x="14516" y="20551"/>
                  </a:cubicBezTo>
                  <a:lnTo>
                    <a:pt x="13897" y="20323"/>
                  </a:lnTo>
                  <a:cubicBezTo>
                    <a:pt x="13701" y="20225"/>
                    <a:pt x="13505" y="20160"/>
                    <a:pt x="13277" y="20095"/>
                  </a:cubicBezTo>
                  <a:cubicBezTo>
                    <a:pt x="12885" y="19964"/>
                    <a:pt x="12461" y="19866"/>
                    <a:pt x="12135" y="19801"/>
                  </a:cubicBezTo>
                  <a:cubicBezTo>
                    <a:pt x="11874" y="19736"/>
                    <a:pt x="11483" y="19671"/>
                    <a:pt x="11157" y="19605"/>
                  </a:cubicBezTo>
                  <a:lnTo>
                    <a:pt x="10667" y="19507"/>
                  </a:lnTo>
                  <a:cubicBezTo>
                    <a:pt x="7601" y="18920"/>
                    <a:pt x="6198" y="16800"/>
                    <a:pt x="6166" y="14973"/>
                  </a:cubicBezTo>
                  <a:cubicBezTo>
                    <a:pt x="6166" y="13636"/>
                    <a:pt x="6557" y="11777"/>
                    <a:pt x="7797" y="10602"/>
                  </a:cubicBezTo>
                  <a:cubicBezTo>
                    <a:pt x="8689" y="9710"/>
                    <a:pt x="9987" y="9252"/>
                    <a:pt x="11668" y="9252"/>
                  </a:cubicBezTo>
                  <a:cubicBezTo>
                    <a:pt x="11831" y="9252"/>
                    <a:pt x="11998" y="9256"/>
                    <a:pt x="12168" y="9265"/>
                  </a:cubicBezTo>
                  <a:cubicBezTo>
                    <a:pt x="17256" y="9461"/>
                    <a:pt x="18463" y="13408"/>
                    <a:pt x="18594" y="13864"/>
                  </a:cubicBezTo>
                  <a:cubicBezTo>
                    <a:pt x="18873" y="14979"/>
                    <a:pt x="19866" y="15689"/>
                    <a:pt x="20963" y="15689"/>
                  </a:cubicBezTo>
                  <a:cubicBezTo>
                    <a:pt x="21150" y="15689"/>
                    <a:pt x="21340" y="15668"/>
                    <a:pt x="21530" y="15626"/>
                  </a:cubicBezTo>
                  <a:cubicBezTo>
                    <a:pt x="22834" y="15300"/>
                    <a:pt x="23617" y="13995"/>
                    <a:pt x="23324" y="12690"/>
                  </a:cubicBezTo>
                  <a:cubicBezTo>
                    <a:pt x="22117" y="8449"/>
                    <a:pt x="18561" y="5285"/>
                    <a:pt x="14223" y="4568"/>
                  </a:cubicBezTo>
                  <a:lnTo>
                    <a:pt x="14223" y="2447"/>
                  </a:lnTo>
                  <a:cubicBezTo>
                    <a:pt x="14223" y="1110"/>
                    <a:pt x="13114" y="1"/>
                    <a:pt x="11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1" name="Google Shape;681;p19"/>
          <p:cNvGrpSpPr/>
          <p:nvPr/>
        </p:nvGrpSpPr>
        <p:grpSpPr>
          <a:xfrm>
            <a:off x="4762349" y="2664668"/>
            <a:ext cx="421671" cy="384743"/>
            <a:chOff x="1266075" y="543800"/>
            <a:chExt cx="5049950" cy="4607700"/>
          </a:xfrm>
        </p:grpSpPr>
        <p:sp>
          <p:nvSpPr>
            <p:cNvPr id="682" name="Google Shape;682;p19"/>
            <p:cNvSpPr/>
            <p:nvPr/>
          </p:nvSpPr>
          <p:spPr>
            <a:xfrm>
              <a:off x="1266075" y="2593275"/>
              <a:ext cx="4820800" cy="2558225"/>
            </a:xfrm>
            <a:custGeom>
              <a:rect b="b" l="l" r="r" t="t"/>
              <a:pathLst>
                <a:path extrusionOk="0" h="102329" w="192832">
                  <a:moveTo>
                    <a:pt x="13259" y="0"/>
                  </a:moveTo>
                  <a:cubicBezTo>
                    <a:pt x="12607" y="0"/>
                    <a:pt x="11987" y="261"/>
                    <a:pt x="11530" y="718"/>
                  </a:cubicBezTo>
                  <a:lnTo>
                    <a:pt x="1777" y="10439"/>
                  </a:lnTo>
                  <a:cubicBezTo>
                    <a:pt x="1" y="12215"/>
                    <a:pt x="1621" y="14662"/>
                    <a:pt x="3517" y="14662"/>
                  </a:cubicBezTo>
                  <a:cubicBezTo>
                    <a:pt x="4093" y="14662"/>
                    <a:pt x="4695" y="14436"/>
                    <a:pt x="5235" y="13896"/>
                  </a:cubicBezTo>
                  <a:lnTo>
                    <a:pt x="10421" y="8742"/>
                  </a:lnTo>
                  <a:lnTo>
                    <a:pt x="10421" y="8742"/>
                  </a:lnTo>
                  <a:cubicBezTo>
                    <a:pt x="10389" y="11189"/>
                    <a:pt x="10454" y="13668"/>
                    <a:pt x="10584" y="16114"/>
                  </a:cubicBezTo>
                  <a:cubicBezTo>
                    <a:pt x="12085" y="40481"/>
                    <a:pt x="23208" y="63283"/>
                    <a:pt x="41541" y="79397"/>
                  </a:cubicBezTo>
                  <a:cubicBezTo>
                    <a:pt x="58144" y="94177"/>
                    <a:pt x="79555" y="102329"/>
                    <a:pt x="101755" y="102329"/>
                  </a:cubicBezTo>
                  <a:cubicBezTo>
                    <a:pt x="101799" y="102329"/>
                    <a:pt x="101843" y="102329"/>
                    <a:pt x="101887" y="102329"/>
                  </a:cubicBezTo>
                  <a:cubicBezTo>
                    <a:pt x="103910" y="102329"/>
                    <a:pt x="105932" y="102263"/>
                    <a:pt x="107955" y="102133"/>
                  </a:cubicBezTo>
                  <a:cubicBezTo>
                    <a:pt x="128995" y="100730"/>
                    <a:pt x="148925" y="92119"/>
                    <a:pt x="164355" y="77733"/>
                  </a:cubicBezTo>
                  <a:cubicBezTo>
                    <a:pt x="179523" y="63511"/>
                    <a:pt x="189504" y="44592"/>
                    <a:pt x="192636" y="24041"/>
                  </a:cubicBezTo>
                  <a:cubicBezTo>
                    <a:pt x="192832" y="22704"/>
                    <a:pt x="191918" y="21464"/>
                    <a:pt x="190581" y="21268"/>
                  </a:cubicBezTo>
                  <a:cubicBezTo>
                    <a:pt x="190446" y="21245"/>
                    <a:pt x="190313" y="21234"/>
                    <a:pt x="190181" y="21234"/>
                  </a:cubicBezTo>
                  <a:cubicBezTo>
                    <a:pt x="189004" y="21234"/>
                    <a:pt x="187981" y="22120"/>
                    <a:pt x="187776" y="23323"/>
                  </a:cubicBezTo>
                  <a:cubicBezTo>
                    <a:pt x="184807" y="42797"/>
                    <a:pt x="175380" y="60706"/>
                    <a:pt x="160995" y="74145"/>
                  </a:cubicBezTo>
                  <a:cubicBezTo>
                    <a:pt x="144678" y="89313"/>
                    <a:pt x="123512" y="97313"/>
                    <a:pt x="102016" y="97313"/>
                  </a:cubicBezTo>
                  <a:cubicBezTo>
                    <a:pt x="91152" y="97313"/>
                    <a:pt x="80205" y="95269"/>
                    <a:pt x="69757" y="91075"/>
                  </a:cubicBezTo>
                  <a:cubicBezTo>
                    <a:pt x="38638" y="78614"/>
                    <a:pt x="17500" y="49289"/>
                    <a:pt x="15477" y="15821"/>
                  </a:cubicBezTo>
                  <a:cubicBezTo>
                    <a:pt x="15314" y="13244"/>
                    <a:pt x="15249" y="10667"/>
                    <a:pt x="15314" y="8090"/>
                  </a:cubicBezTo>
                  <a:lnTo>
                    <a:pt x="15314" y="8090"/>
                  </a:lnTo>
                  <a:lnTo>
                    <a:pt x="21121" y="14027"/>
                  </a:lnTo>
                  <a:cubicBezTo>
                    <a:pt x="21659" y="14573"/>
                    <a:pt x="22264" y="14801"/>
                    <a:pt x="22845" y="14801"/>
                  </a:cubicBezTo>
                  <a:cubicBezTo>
                    <a:pt x="24729" y="14801"/>
                    <a:pt x="26356" y="12397"/>
                    <a:pt x="24611" y="10602"/>
                  </a:cubicBezTo>
                  <a:lnTo>
                    <a:pt x="14988" y="750"/>
                  </a:lnTo>
                  <a:cubicBezTo>
                    <a:pt x="14531" y="294"/>
                    <a:pt x="13912" y="0"/>
                    <a:pt x="132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1587750" y="543800"/>
              <a:ext cx="4728275" cy="2233800"/>
            </a:xfrm>
            <a:custGeom>
              <a:rect b="b" l="l" r="r" t="t"/>
              <a:pathLst>
                <a:path extrusionOk="0" h="89352" w="189131">
                  <a:moveTo>
                    <a:pt x="89138" y="1"/>
                  </a:moveTo>
                  <a:cubicBezTo>
                    <a:pt x="68139" y="1"/>
                    <a:pt x="47125" y="7220"/>
                    <a:pt x="30076" y="21698"/>
                  </a:cubicBezTo>
                  <a:cubicBezTo>
                    <a:pt x="15397" y="34126"/>
                    <a:pt x="4992" y="50860"/>
                    <a:pt x="327" y="69518"/>
                  </a:cubicBezTo>
                  <a:cubicBezTo>
                    <a:pt x="1" y="70823"/>
                    <a:pt x="816" y="72128"/>
                    <a:pt x="2089" y="72454"/>
                  </a:cubicBezTo>
                  <a:cubicBezTo>
                    <a:pt x="2289" y="72504"/>
                    <a:pt x="2490" y="72528"/>
                    <a:pt x="2689" y="72528"/>
                  </a:cubicBezTo>
                  <a:cubicBezTo>
                    <a:pt x="3780" y="72528"/>
                    <a:pt x="4781" y="71802"/>
                    <a:pt x="5057" y="70725"/>
                  </a:cubicBezTo>
                  <a:cubicBezTo>
                    <a:pt x="9493" y="53045"/>
                    <a:pt x="19344" y="37192"/>
                    <a:pt x="33241" y="25449"/>
                  </a:cubicBezTo>
                  <a:cubicBezTo>
                    <a:pt x="49379" y="11738"/>
                    <a:pt x="69279" y="4902"/>
                    <a:pt x="89163" y="4902"/>
                  </a:cubicBezTo>
                  <a:cubicBezTo>
                    <a:pt x="109632" y="4902"/>
                    <a:pt x="130084" y="12146"/>
                    <a:pt x="146399" y="26591"/>
                  </a:cubicBezTo>
                  <a:cubicBezTo>
                    <a:pt x="162480" y="40748"/>
                    <a:pt x="172756" y="60352"/>
                    <a:pt x="175267" y="81653"/>
                  </a:cubicBezTo>
                  <a:lnTo>
                    <a:pt x="168678" y="76695"/>
                  </a:lnTo>
                  <a:cubicBezTo>
                    <a:pt x="168177" y="76319"/>
                    <a:pt x="167664" y="76158"/>
                    <a:pt x="167180" y="76158"/>
                  </a:cubicBezTo>
                  <a:cubicBezTo>
                    <a:pt x="165144" y="76158"/>
                    <a:pt x="163628" y="79001"/>
                    <a:pt x="165710" y="80609"/>
                  </a:cubicBezTo>
                  <a:lnTo>
                    <a:pt x="176703" y="88862"/>
                  </a:lnTo>
                  <a:cubicBezTo>
                    <a:pt x="177127" y="89156"/>
                    <a:pt x="177649" y="89351"/>
                    <a:pt x="178171" y="89351"/>
                  </a:cubicBezTo>
                  <a:cubicBezTo>
                    <a:pt x="178301" y="89351"/>
                    <a:pt x="178432" y="89319"/>
                    <a:pt x="178529" y="89319"/>
                  </a:cubicBezTo>
                  <a:cubicBezTo>
                    <a:pt x="179182" y="89221"/>
                    <a:pt x="179769" y="88862"/>
                    <a:pt x="180160" y="88340"/>
                  </a:cubicBezTo>
                  <a:lnTo>
                    <a:pt x="188315" y="77249"/>
                  </a:lnTo>
                  <a:cubicBezTo>
                    <a:pt x="189131" y="76173"/>
                    <a:pt x="188903" y="74640"/>
                    <a:pt x="187793" y="73824"/>
                  </a:cubicBezTo>
                  <a:cubicBezTo>
                    <a:pt x="187363" y="73511"/>
                    <a:pt x="186859" y="73360"/>
                    <a:pt x="186360" y="73360"/>
                  </a:cubicBezTo>
                  <a:cubicBezTo>
                    <a:pt x="185611" y="73360"/>
                    <a:pt x="184871" y="73700"/>
                    <a:pt x="184401" y="74346"/>
                  </a:cubicBezTo>
                  <a:lnTo>
                    <a:pt x="180030" y="80283"/>
                  </a:lnTo>
                  <a:cubicBezTo>
                    <a:pt x="177225" y="58101"/>
                    <a:pt x="166427" y="37714"/>
                    <a:pt x="149628" y="22937"/>
                  </a:cubicBezTo>
                  <a:cubicBezTo>
                    <a:pt x="132382" y="7660"/>
                    <a:pt x="110768" y="1"/>
                    <a:pt x="891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3178800" y="1773175"/>
              <a:ext cx="1273825" cy="2093950"/>
            </a:xfrm>
            <a:custGeom>
              <a:rect b="b" l="l" r="r" t="t"/>
              <a:pathLst>
                <a:path extrusionOk="0" h="83758" w="50953">
                  <a:moveTo>
                    <a:pt x="48175" y="1"/>
                  </a:moveTo>
                  <a:cubicBezTo>
                    <a:pt x="47321" y="1"/>
                    <a:pt x="46489" y="436"/>
                    <a:pt x="46027" y="1228"/>
                  </a:cubicBezTo>
                  <a:lnTo>
                    <a:pt x="718" y="80038"/>
                  </a:lnTo>
                  <a:cubicBezTo>
                    <a:pt x="0" y="81212"/>
                    <a:pt x="392" y="82745"/>
                    <a:pt x="1599" y="83430"/>
                  </a:cubicBezTo>
                  <a:cubicBezTo>
                    <a:pt x="1979" y="83652"/>
                    <a:pt x="2398" y="83758"/>
                    <a:pt x="2812" y="83758"/>
                  </a:cubicBezTo>
                  <a:cubicBezTo>
                    <a:pt x="3675" y="83758"/>
                    <a:pt x="4518" y="83300"/>
                    <a:pt x="4958" y="82484"/>
                  </a:cubicBezTo>
                  <a:lnTo>
                    <a:pt x="50267" y="3675"/>
                  </a:lnTo>
                  <a:cubicBezTo>
                    <a:pt x="50952" y="2500"/>
                    <a:pt x="50528" y="1000"/>
                    <a:pt x="49387" y="315"/>
                  </a:cubicBezTo>
                  <a:cubicBezTo>
                    <a:pt x="49004" y="102"/>
                    <a:pt x="48587" y="1"/>
                    <a:pt x="481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4035875" y="2632400"/>
              <a:ext cx="941925" cy="1319500"/>
            </a:xfrm>
            <a:custGeom>
              <a:rect b="b" l="l" r="r" t="t"/>
              <a:pathLst>
                <a:path extrusionOk="0" h="52780" w="37677">
                  <a:moveTo>
                    <a:pt x="18822" y="4894"/>
                  </a:moveTo>
                  <a:cubicBezTo>
                    <a:pt x="26521" y="4894"/>
                    <a:pt x="32784" y="14549"/>
                    <a:pt x="32784" y="26390"/>
                  </a:cubicBezTo>
                  <a:cubicBezTo>
                    <a:pt x="32784" y="38264"/>
                    <a:pt x="26521" y="47887"/>
                    <a:pt x="18822" y="47887"/>
                  </a:cubicBezTo>
                  <a:cubicBezTo>
                    <a:pt x="11124" y="47887"/>
                    <a:pt x="4894" y="38264"/>
                    <a:pt x="4894" y="26390"/>
                  </a:cubicBezTo>
                  <a:cubicBezTo>
                    <a:pt x="4894" y="14549"/>
                    <a:pt x="11124" y="4894"/>
                    <a:pt x="18822" y="4894"/>
                  </a:cubicBezTo>
                  <a:close/>
                  <a:moveTo>
                    <a:pt x="18822" y="1"/>
                  </a:moveTo>
                  <a:cubicBezTo>
                    <a:pt x="13603" y="1"/>
                    <a:pt x="8775" y="2871"/>
                    <a:pt x="5220" y="8091"/>
                  </a:cubicBezTo>
                  <a:cubicBezTo>
                    <a:pt x="1860" y="13016"/>
                    <a:pt x="1" y="19508"/>
                    <a:pt x="1" y="26390"/>
                  </a:cubicBezTo>
                  <a:cubicBezTo>
                    <a:pt x="1" y="33273"/>
                    <a:pt x="1860" y="39797"/>
                    <a:pt x="5220" y="44723"/>
                  </a:cubicBezTo>
                  <a:cubicBezTo>
                    <a:pt x="8775" y="49909"/>
                    <a:pt x="13603" y="52780"/>
                    <a:pt x="18822" y="52780"/>
                  </a:cubicBezTo>
                  <a:cubicBezTo>
                    <a:pt x="24042" y="52780"/>
                    <a:pt x="28869" y="49909"/>
                    <a:pt x="32425" y="44723"/>
                  </a:cubicBezTo>
                  <a:cubicBezTo>
                    <a:pt x="35817" y="39797"/>
                    <a:pt x="37677" y="33273"/>
                    <a:pt x="37677" y="26390"/>
                  </a:cubicBezTo>
                  <a:cubicBezTo>
                    <a:pt x="37677" y="19508"/>
                    <a:pt x="35817" y="13016"/>
                    <a:pt x="32425" y="8091"/>
                  </a:cubicBezTo>
                  <a:cubicBezTo>
                    <a:pt x="28869" y="2871"/>
                    <a:pt x="24042" y="1"/>
                    <a:pt x="18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2623450" y="1772875"/>
              <a:ext cx="941100" cy="1320325"/>
            </a:xfrm>
            <a:custGeom>
              <a:rect b="b" l="l" r="r" t="t"/>
              <a:pathLst>
                <a:path extrusionOk="0" h="52813" w="37644">
                  <a:moveTo>
                    <a:pt x="18822" y="4894"/>
                  </a:moveTo>
                  <a:cubicBezTo>
                    <a:pt x="26520" y="4894"/>
                    <a:pt x="32750" y="14549"/>
                    <a:pt x="32750" y="26423"/>
                  </a:cubicBezTo>
                  <a:cubicBezTo>
                    <a:pt x="32750" y="38264"/>
                    <a:pt x="26520" y="47919"/>
                    <a:pt x="18822" y="47919"/>
                  </a:cubicBezTo>
                  <a:cubicBezTo>
                    <a:pt x="11123" y="47919"/>
                    <a:pt x="4860" y="38264"/>
                    <a:pt x="4860" y="26423"/>
                  </a:cubicBezTo>
                  <a:cubicBezTo>
                    <a:pt x="4860" y="14549"/>
                    <a:pt x="11123" y="4894"/>
                    <a:pt x="18822" y="4894"/>
                  </a:cubicBezTo>
                  <a:close/>
                  <a:moveTo>
                    <a:pt x="18822" y="1"/>
                  </a:moveTo>
                  <a:cubicBezTo>
                    <a:pt x="13603" y="1"/>
                    <a:pt x="8775" y="2871"/>
                    <a:pt x="5219" y="8090"/>
                  </a:cubicBezTo>
                  <a:cubicBezTo>
                    <a:pt x="1827" y="13016"/>
                    <a:pt x="0" y="19507"/>
                    <a:pt x="0" y="26423"/>
                  </a:cubicBezTo>
                  <a:cubicBezTo>
                    <a:pt x="0" y="33305"/>
                    <a:pt x="1827" y="39797"/>
                    <a:pt x="5219" y="44722"/>
                  </a:cubicBezTo>
                  <a:cubicBezTo>
                    <a:pt x="8775" y="49942"/>
                    <a:pt x="13603" y="52812"/>
                    <a:pt x="18822" y="52812"/>
                  </a:cubicBezTo>
                  <a:cubicBezTo>
                    <a:pt x="24041" y="52812"/>
                    <a:pt x="28869" y="49942"/>
                    <a:pt x="32424" y="44722"/>
                  </a:cubicBezTo>
                  <a:cubicBezTo>
                    <a:pt x="35784" y="39797"/>
                    <a:pt x="37643" y="33305"/>
                    <a:pt x="37643" y="26423"/>
                  </a:cubicBezTo>
                  <a:cubicBezTo>
                    <a:pt x="37643" y="19507"/>
                    <a:pt x="35784" y="13016"/>
                    <a:pt x="32424" y="8090"/>
                  </a:cubicBezTo>
                  <a:cubicBezTo>
                    <a:pt x="28869" y="2871"/>
                    <a:pt x="24041" y="1"/>
                    <a:pt x="18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19"/>
          <p:cNvGrpSpPr/>
          <p:nvPr/>
        </p:nvGrpSpPr>
        <p:grpSpPr>
          <a:xfrm>
            <a:off x="4790644" y="4124305"/>
            <a:ext cx="402061" cy="350977"/>
            <a:chOff x="1292550" y="645850"/>
            <a:chExt cx="5044675" cy="4403725"/>
          </a:xfrm>
        </p:grpSpPr>
        <p:sp>
          <p:nvSpPr>
            <p:cNvPr id="688" name="Google Shape;688;p19"/>
            <p:cNvSpPr/>
            <p:nvPr/>
          </p:nvSpPr>
          <p:spPr>
            <a:xfrm>
              <a:off x="1292550" y="645850"/>
              <a:ext cx="5044675" cy="4403725"/>
            </a:xfrm>
            <a:custGeom>
              <a:rect b="b" l="l" r="r" t="t"/>
              <a:pathLst>
                <a:path extrusionOk="0" h="176149" w="201787">
                  <a:moveTo>
                    <a:pt x="121706" y="12978"/>
                  </a:moveTo>
                  <a:cubicBezTo>
                    <a:pt x="121944" y="12978"/>
                    <a:pt x="122183" y="12980"/>
                    <a:pt x="122423" y="12984"/>
                  </a:cubicBezTo>
                  <a:cubicBezTo>
                    <a:pt x="147214" y="13342"/>
                    <a:pt x="167797" y="32262"/>
                    <a:pt x="170309" y="56955"/>
                  </a:cubicBezTo>
                  <a:cubicBezTo>
                    <a:pt x="172788" y="81648"/>
                    <a:pt x="156380" y="104287"/>
                    <a:pt x="132144" y="109571"/>
                  </a:cubicBezTo>
                  <a:cubicBezTo>
                    <a:pt x="128633" y="110340"/>
                    <a:pt x="125120" y="110711"/>
                    <a:pt x="121655" y="110711"/>
                  </a:cubicBezTo>
                  <a:cubicBezTo>
                    <a:pt x="101166" y="110711"/>
                    <a:pt x="82347" y="97758"/>
                    <a:pt x="75483" y="77669"/>
                  </a:cubicBezTo>
                  <a:cubicBezTo>
                    <a:pt x="75418" y="77310"/>
                    <a:pt x="75320" y="76984"/>
                    <a:pt x="75124" y="76690"/>
                  </a:cubicBezTo>
                  <a:cubicBezTo>
                    <a:pt x="72971" y="69840"/>
                    <a:pt x="72319" y="62631"/>
                    <a:pt x="73232" y="55553"/>
                  </a:cubicBezTo>
                  <a:cubicBezTo>
                    <a:pt x="76398" y="31162"/>
                    <a:pt x="97192" y="12978"/>
                    <a:pt x="121706" y="12978"/>
                  </a:cubicBezTo>
                  <a:close/>
                  <a:moveTo>
                    <a:pt x="177196" y="128772"/>
                  </a:moveTo>
                  <a:cubicBezTo>
                    <a:pt x="178464" y="128772"/>
                    <a:pt x="179717" y="129334"/>
                    <a:pt x="180551" y="130415"/>
                  </a:cubicBezTo>
                  <a:lnTo>
                    <a:pt x="194839" y="148878"/>
                  </a:lnTo>
                  <a:cubicBezTo>
                    <a:pt x="196274" y="150737"/>
                    <a:pt x="195915" y="153380"/>
                    <a:pt x="194056" y="154815"/>
                  </a:cubicBezTo>
                  <a:cubicBezTo>
                    <a:pt x="193277" y="155416"/>
                    <a:pt x="192361" y="155708"/>
                    <a:pt x="191454" y="155708"/>
                  </a:cubicBezTo>
                  <a:cubicBezTo>
                    <a:pt x="190195" y="155708"/>
                    <a:pt x="188953" y="155145"/>
                    <a:pt x="188119" y="154065"/>
                  </a:cubicBezTo>
                  <a:lnTo>
                    <a:pt x="173832" y="135602"/>
                  </a:lnTo>
                  <a:cubicBezTo>
                    <a:pt x="172396" y="133742"/>
                    <a:pt x="172723" y="131100"/>
                    <a:pt x="174582" y="129665"/>
                  </a:cubicBezTo>
                  <a:cubicBezTo>
                    <a:pt x="175361" y="129064"/>
                    <a:pt x="176282" y="128772"/>
                    <a:pt x="177196" y="128772"/>
                  </a:cubicBezTo>
                  <a:close/>
                  <a:moveTo>
                    <a:pt x="49387" y="33730"/>
                  </a:moveTo>
                  <a:lnTo>
                    <a:pt x="49387" y="171255"/>
                  </a:lnTo>
                  <a:lnTo>
                    <a:pt x="24889" y="171255"/>
                  </a:lnTo>
                  <a:lnTo>
                    <a:pt x="24889" y="33730"/>
                  </a:lnTo>
                  <a:close/>
                  <a:moveTo>
                    <a:pt x="75515" y="89314"/>
                  </a:moveTo>
                  <a:lnTo>
                    <a:pt x="75515" y="89314"/>
                  </a:lnTo>
                  <a:cubicBezTo>
                    <a:pt x="76657" y="91239"/>
                    <a:pt x="77897" y="93065"/>
                    <a:pt x="79267" y="94827"/>
                  </a:cubicBezTo>
                  <a:cubicBezTo>
                    <a:pt x="84747" y="101938"/>
                    <a:pt x="91956" y="107581"/>
                    <a:pt x="100176" y="111202"/>
                  </a:cubicBezTo>
                  <a:lnTo>
                    <a:pt x="100176" y="171255"/>
                  </a:lnTo>
                  <a:lnTo>
                    <a:pt x="75679" y="171255"/>
                  </a:lnTo>
                  <a:lnTo>
                    <a:pt x="75515" y="89314"/>
                  </a:lnTo>
                  <a:close/>
                  <a:moveTo>
                    <a:pt x="105069" y="113061"/>
                  </a:moveTo>
                  <a:cubicBezTo>
                    <a:pt x="110386" y="114823"/>
                    <a:pt x="115964" y="115736"/>
                    <a:pt x="121575" y="115801"/>
                  </a:cubicBezTo>
                  <a:lnTo>
                    <a:pt x="121575" y="171255"/>
                  </a:lnTo>
                  <a:lnTo>
                    <a:pt x="105069" y="171255"/>
                  </a:lnTo>
                  <a:lnTo>
                    <a:pt x="105069" y="113061"/>
                  </a:lnTo>
                  <a:close/>
                  <a:moveTo>
                    <a:pt x="151161" y="107288"/>
                  </a:moveTo>
                  <a:lnTo>
                    <a:pt x="150965" y="171255"/>
                  </a:lnTo>
                  <a:lnTo>
                    <a:pt x="126468" y="171255"/>
                  </a:lnTo>
                  <a:lnTo>
                    <a:pt x="126468" y="115606"/>
                  </a:lnTo>
                  <a:cubicBezTo>
                    <a:pt x="135275" y="114921"/>
                    <a:pt x="143756" y="112050"/>
                    <a:pt x="151161" y="107288"/>
                  </a:cubicBezTo>
                  <a:close/>
                  <a:moveTo>
                    <a:pt x="2447" y="1"/>
                  </a:moveTo>
                  <a:cubicBezTo>
                    <a:pt x="1110" y="1"/>
                    <a:pt x="0" y="1110"/>
                    <a:pt x="0" y="2447"/>
                  </a:cubicBezTo>
                  <a:lnTo>
                    <a:pt x="0" y="172756"/>
                  </a:lnTo>
                  <a:cubicBezTo>
                    <a:pt x="0" y="174615"/>
                    <a:pt x="1501" y="176148"/>
                    <a:pt x="3393" y="176148"/>
                  </a:cubicBezTo>
                  <a:lnTo>
                    <a:pt x="186651" y="176148"/>
                  </a:lnTo>
                  <a:cubicBezTo>
                    <a:pt x="188021" y="176148"/>
                    <a:pt x="189098" y="175039"/>
                    <a:pt x="189098" y="173702"/>
                  </a:cubicBezTo>
                  <a:cubicBezTo>
                    <a:pt x="189098" y="172364"/>
                    <a:pt x="188021" y="171255"/>
                    <a:pt x="186651" y="171255"/>
                  </a:cubicBezTo>
                  <a:lnTo>
                    <a:pt x="155858" y="171255"/>
                  </a:lnTo>
                  <a:lnTo>
                    <a:pt x="156054" y="109734"/>
                  </a:lnTo>
                  <a:lnTo>
                    <a:pt x="169885" y="127512"/>
                  </a:lnTo>
                  <a:cubicBezTo>
                    <a:pt x="167406" y="130807"/>
                    <a:pt x="167438" y="135341"/>
                    <a:pt x="169950" y="138603"/>
                  </a:cubicBezTo>
                  <a:lnTo>
                    <a:pt x="184237" y="157066"/>
                  </a:lnTo>
                  <a:cubicBezTo>
                    <a:pt x="186046" y="159388"/>
                    <a:pt x="188753" y="160610"/>
                    <a:pt x="191486" y="160610"/>
                  </a:cubicBezTo>
                  <a:cubicBezTo>
                    <a:pt x="193436" y="160610"/>
                    <a:pt x="195400" y="159987"/>
                    <a:pt x="197057" y="158697"/>
                  </a:cubicBezTo>
                  <a:cubicBezTo>
                    <a:pt x="201069" y="155598"/>
                    <a:pt x="201787" y="149857"/>
                    <a:pt x="198688" y="145877"/>
                  </a:cubicBezTo>
                  <a:lnTo>
                    <a:pt x="184433" y="127414"/>
                  </a:lnTo>
                  <a:cubicBezTo>
                    <a:pt x="182659" y="125133"/>
                    <a:pt x="179956" y="123877"/>
                    <a:pt x="177188" y="123877"/>
                  </a:cubicBezTo>
                  <a:cubicBezTo>
                    <a:pt x="176038" y="123877"/>
                    <a:pt x="174877" y="124094"/>
                    <a:pt x="173767" y="124544"/>
                  </a:cubicBezTo>
                  <a:lnTo>
                    <a:pt x="157000" y="102982"/>
                  </a:lnTo>
                  <a:cubicBezTo>
                    <a:pt x="179084" y="84291"/>
                    <a:pt x="182509" y="51540"/>
                    <a:pt x="164829" y="28674"/>
                  </a:cubicBezTo>
                  <a:cubicBezTo>
                    <a:pt x="154176" y="14939"/>
                    <a:pt x="138165" y="7739"/>
                    <a:pt x="121991" y="7739"/>
                  </a:cubicBezTo>
                  <a:cubicBezTo>
                    <a:pt x="110430" y="7739"/>
                    <a:pt x="98786" y="11418"/>
                    <a:pt x="88955" y="19018"/>
                  </a:cubicBezTo>
                  <a:cubicBezTo>
                    <a:pt x="70883" y="32980"/>
                    <a:pt x="63544" y="56792"/>
                    <a:pt x="70590" y="78517"/>
                  </a:cubicBezTo>
                  <a:lnTo>
                    <a:pt x="70786" y="171255"/>
                  </a:lnTo>
                  <a:lnTo>
                    <a:pt x="54280" y="171255"/>
                  </a:lnTo>
                  <a:lnTo>
                    <a:pt x="54280" y="32719"/>
                  </a:lnTo>
                  <a:cubicBezTo>
                    <a:pt x="54280" y="30598"/>
                    <a:pt x="52551" y="28870"/>
                    <a:pt x="50431" y="28837"/>
                  </a:cubicBezTo>
                  <a:lnTo>
                    <a:pt x="23846" y="28837"/>
                  </a:lnTo>
                  <a:cubicBezTo>
                    <a:pt x="21725" y="28870"/>
                    <a:pt x="19996" y="30598"/>
                    <a:pt x="19996" y="32719"/>
                  </a:cubicBezTo>
                  <a:lnTo>
                    <a:pt x="19996" y="171255"/>
                  </a:lnTo>
                  <a:lnTo>
                    <a:pt x="4893" y="171255"/>
                  </a:lnTo>
                  <a:lnTo>
                    <a:pt x="4893" y="2447"/>
                  </a:lnTo>
                  <a:cubicBezTo>
                    <a:pt x="4893" y="1110"/>
                    <a:pt x="3784" y="1"/>
                    <a:pt x="24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3980425" y="1339025"/>
              <a:ext cx="770675" cy="1604925"/>
            </a:xfrm>
            <a:custGeom>
              <a:rect b="b" l="l" r="r" t="t"/>
              <a:pathLst>
                <a:path extrusionOk="0" h="64197" w="30827">
                  <a:moveTo>
                    <a:pt x="15365" y="1"/>
                  </a:moveTo>
                  <a:cubicBezTo>
                    <a:pt x="13994" y="1"/>
                    <a:pt x="12918" y="1110"/>
                    <a:pt x="12918" y="2447"/>
                  </a:cubicBezTo>
                  <a:lnTo>
                    <a:pt x="12918" y="6492"/>
                  </a:lnTo>
                  <a:cubicBezTo>
                    <a:pt x="10276" y="6818"/>
                    <a:pt x="7797" y="7993"/>
                    <a:pt x="5872" y="9852"/>
                  </a:cubicBezTo>
                  <a:cubicBezTo>
                    <a:pt x="1925" y="13669"/>
                    <a:pt x="1697" y="19149"/>
                    <a:pt x="1729" y="20714"/>
                  </a:cubicBezTo>
                  <a:cubicBezTo>
                    <a:pt x="1827" y="26782"/>
                    <a:pt x="6329" y="31870"/>
                    <a:pt x="12722" y="33143"/>
                  </a:cubicBezTo>
                  <a:lnTo>
                    <a:pt x="13375" y="33273"/>
                  </a:lnTo>
                  <a:cubicBezTo>
                    <a:pt x="13831" y="33371"/>
                    <a:pt x="14386" y="33469"/>
                    <a:pt x="14745" y="33534"/>
                  </a:cubicBezTo>
                  <a:cubicBezTo>
                    <a:pt x="14973" y="33599"/>
                    <a:pt x="15528" y="33762"/>
                    <a:pt x="15789" y="33828"/>
                  </a:cubicBezTo>
                  <a:cubicBezTo>
                    <a:pt x="15886" y="33860"/>
                    <a:pt x="15984" y="33925"/>
                    <a:pt x="16082" y="33958"/>
                  </a:cubicBezTo>
                  <a:cubicBezTo>
                    <a:pt x="16115" y="33958"/>
                    <a:pt x="16147" y="33991"/>
                    <a:pt x="16180" y="33991"/>
                  </a:cubicBezTo>
                  <a:lnTo>
                    <a:pt x="17093" y="34350"/>
                  </a:lnTo>
                  <a:cubicBezTo>
                    <a:pt x="17191" y="34382"/>
                    <a:pt x="17289" y="34415"/>
                    <a:pt x="17354" y="34480"/>
                  </a:cubicBezTo>
                  <a:cubicBezTo>
                    <a:pt x="17811" y="34708"/>
                    <a:pt x="17909" y="34774"/>
                    <a:pt x="18235" y="34937"/>
                  </a:cubicBezTo>
                  <a:cubicBezTo>
                    <a:pt x="18366" y="35035"/>
                    <a:pt x="18496" y="35100"/>
                    <a:pt x="18692" y="35230"/>
                  </a:cubicBezTo>
                  <a:lnTo>
                    <a:pt x="18822" y="35296"/>
                  </a:lnTo>
                  <a:cubicBezTo>
                    <a:pt x="18855" y="35328"/>
                    <a:pt x="18887" y="35328"/>
                    <a:pt x="18920" y="35361"/>
                  </a:cubicBezTo>
                  <a:cubicBezTo>
                    <a:pt x="19866" y="35948"/>
                    <a:pt x="24694" y="39177"/>
                    <a:pt x="24890" y="43907"/>
                  </a:cubicBezTo>
                  <a:cubicBezTo>
                    <a:pt x="25020" y="46745"/>
                    <a:pt x="24270" y="48996"/>
                    <a:pt x="22639" y="50594"/>
                  </a:cubicBezTo>
                  <a:cubicBezTo>
                    <a:pt x="20624" y="52609"/>
                    <a:pt x="17322" y="53510"/>
                    <a:pt x="14768" y="53510"/>
                  </a:cubicBezTo>
                  <a:cubicBezTo>
                    <a:pt x="14594" y="53510"/>
                    <a:pt x="14422" y="53506"/>
                    <a:pt x="14255" y="53497"/>
                  </a:cubicBezTo>
                  <a:cubicBezTo>
                    <a:pt x="11222" y="53367"/>
                    <a:pt x="5546" y="50757"/>
                    <a:pt x="5024" y="45995"/>
                  </a:cubicBezTo>
                  <a:cubicBezTo>
                    <a:pt x="4903" y="44722"/>
                    <a:pt x="3853" y="43759"/>
                    <a:pt x="2606" y="43759"/>
                  </a:cubicBezTo>
                  <a:cubicBezTo>
                    <a:pt x="2511" y="43759"/>
                    <a:pt x="2414" y="43765"/>
                    <a:pt x="2317" y="43777"/>
                  </a:cubicBezTo>
                  <a:cubicBezTo>
                    <a:pt x="979" y="43940"/>
                    <a:pt x="1" y="45147"/>
                    <a:pt x="164" y="46517"/>
                  </a:cubicBezTo>
                  <a:cubicBezTo>
                    <a:pt x="914" y="53400"/>
                    <a:pt x="7699" y="57542"/>
                    <a:pt x="12918" y="58293"/>
                  </a:cubicBezTo>
                  <a:lnTo>
                    <a:pt x="12918" y="61750"/>
                  </a:lnTo>
                  <a:cubicBezTo>
                    <a:pt x="12918" y="63088"/>
                    <a:pt x="13994" y="64197"/>
                    <a:pt x="15365" y="64197"/>
                  </a:cubicBezTo>
                  <a:cubicBezTo>
                    <a:pt x="16702" y="64197"/>
                    <a:pt x="17811" y="63088"/>
                    <a:pt x="17811" y="61750"/>
                  </a:cubicBezTo>
                  <a:lnTo>
                    <a:pt x="17811" y="58129"/>
                  </a:lnTo>
                  <a:cubicBezTo>
                    <a:pt x="20682" y="57640"/>
                    <a:pt x="23748" y="56401"/>
                    <a:pt x="26096" y="54052"/>
                  </a:cubicBezTo>
                  <a:cubicBezTo>
                    <a:pt x="28673" y="51475"/>
                    <a:pt x="29946" y="47887"/>
                    <a:pt x="29782" y="43711"/>
                  </a:cubicBezTo>
                  <a:cubicBezTo>
                    <a:pt x="29489" y="36698"/>
                    <a:pt x="23389" y="32360"/>
                    <a:pt x="21464" y="31185"/>
                  </a:cubicBezTo>
                  <a:lnTo>
                    <a:pt x="21301" y="31088"/>
                  </a:lnTo>
                  <a:cubicBezTo>
                    <a:pt x="21269" y="31055"/>
                    <a:pt x="21236" y="31055"/>
                    <a:pt x="21203" y="31022"/>
                  </a:cubicBezTo>
                  <a:cubicBezTo>
                    <a:pt x="21008" y="30924"/>
                    <a:pt x="20845" y="30827"/>
                    <a:pt x="20714" y="30729"/>
                  </a:cubicBezTo>
                  <a:cubicBezTo>
                    <a:pt x="20355" y="30533"/>
                    <a:pt x="20160" y="30403"/>
                    <a:pt x="19605" y="30142"/>
                  </a:cubicBezTo>
                  <a:cubicBezTo>
                    <a:pt x="19377" y="30011"/>
                    <a:pt x="19116" y="29881"/>
                    <a:pt x="18855" y="29783"/>
                  </a:cubicBezTo>
                  <a:lnTo>
                    <a:pt x="18007" y="29457"/>
                  </a:lnTo>
                  <a:cubicBezTo>
                    <a:pt x="17746" y="29359"/>
                    <a:pt x="17485" y="29261"/>
                    <a:pt x="17224" y="29163"/>
                  </a:cubicBezTo>
                  <a:cubicBezTo>
                    <a:pt x="16669" y="29000"/>
                    <a:pt x="16147" y="28837"/>
                    <a:pt x="15691" y="28739"/>
                  </a:cubicBezTo>
                  <a:cubicBezTo>
                    <a:pt x="15332" y="28674"/>
                    <a:pt x="14810" y="28576"/>
                    <a:pt x="14321" y="28478"/>
                  </a:cubicBezTo>
                  <a:lnTo>
                    <a:pt x="13668" y="28347"/>
                  </a:lnTo>
                  <a:cubicBezTo>
                    <a:pt x="8873" y="27402"/>
                    <a:pt x="6655" y="23813"/>
                    <a:pt x="6622" y="20649"/>
                  </a:cubicBezTo>
                  <a:cubicBezTo>
                    <a:pt x="6590" y="18431"/>
                    <a:pt x="7275" y="15332"/>
                    <a:pt x="9297" y="13342"/>
                  </a:cubicBezTo>
                  <a:cubicBezTo>
                    <a:pt x="10769" y="11932"/>
                    <a:pt x="12817" y="11213"/>
                    <a:pt x="15414" y="11213"/>
                  </a:cubicBezTo>
                  <a:cubicBezTo>
                    <a:pt x="15580" y="11213"/>
                    <a:pt x="15749" y="11216"/>
                    <a:pt x="15919" y="11222"/>
                  </a:cubicBezTo>
                  <a:cubicBezTo>
                    <a:pt x="20518" y="11287"/>
                    <a:pt x="24498" y="14321"/>
                    <a:pt x="25738" y="18725"/>
                  </a:cubicBezTo>
                  <a:cubicBezTo>
                    <a:pt x="26015" y="19863"/>
                    <a:pt x="27002" y="20623"/>
                    <a:pt x="28094" y="20623"/>
                  </a:cubicBezTo>
                  <a:cubicBezTo>
                    <a:pt x="28285" y="20623"/>
                    <a:pt x="28479" y="20600"/>
                    <a:pt x="28673" y="20551"/>
                  </a:cubicBezTo>
                  <a:cubicBezTo>
                    <a:pt x="30011" y="20225"/>
                    <a:pt x="30826" y="18920"/>
                    <a:pt x="30500" y="17616"/>
                  </a:cubicBezTo>
                  <a:cubicBezTo>
                    <a:pt x="28934" y="11679"/>
                    <a:pt x="23911" y="7275"/>
                    <a:pt x="17811" y="6492"/>
                  </a:cubicBezTo>
                  <a:lnTo>
                    <a:pt x="17811" y="2447"/>
                  </a:lnTo>
                  <a:cubicBezTo>
                    <a:pt x="17811" y="1110"/>
                    <a:pt x="16702" y="1"/>
                    <a:pt x="153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9"/>
          <p:cNvGrpSpPr/>
          <p:nvPr/>
        </p:nvGrpSpPr>
        <p:grpSpPr>
          <a:xfrm>
            <a:off x="4828576" y="3368829"/>
            <a:ext cx="326202" cy="401274"/>
            <a:chOff x="1761450" y="339450"/>
            <a:chExt cx="4077525" cy="5015925"/>
          </a:xfrm>
        </p:grpSpPr>
        <p:sp>
          <p:nvSpPr>
            <p:cNvPr id="691" name="Google Shape;691;p19"/>
            <p:cNvSpPr/>
            <p:nvPr/>
          </p:nvSpPr>
          <p:spPr>
            <a:xfrm>
              <a:off x="1761450" y="2068075"/>
              <a:ext cx="1485875" cy="2749900"/>
            </a:xfrm>
            <a:custGeom>
              <a:rect b="b" l="l" r="r" t="t"/>
              <a:pathLst>
                <a:path extrusionOk="0" h="109996" w="59435">
                  <a:moveTo>
                    <a:pt x="29685" y="4894"/>
                  </a:moveTo>
                  <a:cubicBezTo>
                    <a:pt x="45310" y="4894"/>
                    <a:pt x="53367" y="8123"/>
                    <a:pt x="54443" y="9624"/>
                  </a:cubicBezTo>
                  <a:cubicBezTo>
                    <a:pt x="53367" y="11157"/>
                    <a:pt x="45310" y="14386"/>
                    <a:pt x="29685" y="14386"/>
                  </a:cubicBezTo>
                  <a:cubicBezTo>
                    <a:pt x="14093" y="14386"/>
                    <a:pt x="6036" y="11157"/>
                    <a:pt x="4959" y="9624"/>
                  </a:cubicBezTo>
                  <a:cubicBezTo>
                    <a:pt x="6036" y="8123"/>
                    <a:pt x="14093" y="4894"/>
                    <a:pt x="29685" y="4894"/>
                  </a:cubicBezTo>
                  <a:close/>
                  <a:moveTo>
                    <a:pt x="54509" y="15365"/>
                  </a:moveTo>
                  <a:lnTo>
                    <a:pt x="54509" y="24792"/>
                  </a:lnTo>
                  <a:cubicBezTo>
                    <a:pt x="53758" y="26488"/>
                    <a:pt x="44658" y="30403"/>
                    <a:pt x="29815" y="30403"/>
                  </a:cubicBezTo>
                  <a:cubicBezTo>
                    <a:pt x="13081" y="30403"/>
                    <a:pt x="5807" y="27695"/>
                    <a:pt x="4894" y="26390"/>
                  </a:cubicBezTo>
                  <a:lnTo>
                    <a:pt x="4894" y="15365"/>
                  </a:lnTo>
                  <a:cubicBezTo>
                    <a:pt x="11190" y="18333"/>
                    <a:pt x="22215" y="19279"/>
                    <a:pt x="29685" y="19279"/>
                  </a:cubicBezTo>
                  <a:cubicBezTo>
                    <a:pt x="37188" y="19279"/>
                    <a:pt x="48213" y="18333"/>
                    <a:pt x="54509" y="15365"/>
                  </a:cubicBezTo>
                  <a:close/>
                  <a:moveTo>
                    <a:pt x="54509" y="30827"/>
                  </a:moveTo>
                  <a:lnTo>
                    <a:pt x="54509" y="44070"/>
                  </a:lnTo>
                  <a:cubicBezTo>
                    <a:pt x="53758" y="45767"/>
                    <a:pt x="44658" y="49681"/>
                    <a:pt x="29815" y="49681"/>
                  </a:cubicBezTo>
                  <a:cubicBezTo>
                    <a:pt x="13081" y="49681"/>
                    <a:pt x="5807" y="46974"/>
                    <a:pt x="4894" y="45669"/>
                  </a:cubicBezTo>
                  <a:lnTo>
                    <a:pt x="4894" y="32066"/>
                  </a:lnTo>
                  <a:cubicBezTo>
                    <a:pt x="6525" y="32719"/>
                    <a:pt x="8221" y="33241"/>
                    <a:pt x="9950" y="33567"/>
                  </a:cubicBezTo>
                  <a:cubicBezTo>
                    <a:pt x="15071" y="34676"/>
                    <a:pt x="22117" y="35296"/>
                    <a:pt x="29815" y="35296"/>
                  </a:cubicBezTo>
                  <a:cubicBezTo>
                    <a:pt x="37155" y="35296"/>
                    <a:pt x="44233" y="34382"/>
                    <a:pt x="49746" y="32686"/>
                  </a:cubicBezTo>
                  <a:cubicBezTo>
                    <a:pt x="51377" y="32197"/>
                    <a:pt x="52976" y="31577"/>
                    <a:pt x="54509" y="30827"/>
                  </a:cubicBezTo>
                  <a:close/>
                  <a:moveTo>
                    <a:pt x="54509" y="50105"/>
                  </a:moveTo>
                  <a:lnTo>
                    <a:pt x="54509" y="63349"/>
                  </a:lnTo>
                  <a:cubicBezTo>
                    <a:pt x="53758" y="65045"/>
                    <a:pt x="44658" y="68959"/>
                    <a:pt x="29815" y="68959"/>
                  </a:cubicBezTo>
                  <a:cubicBezTo>
                    <a:pt x="13081" y="68959"/>
                    <a:pt x="5775" y="66252"/>
                    <a:pt x="4894" y="64947"/>
                  </a:cubicBezTo>
                  <a:lnTo>
                    <a:pt x="4894" y="51345"/>
                  </a:lnTo>
                  <a:cubicBezTo>
                    <a:pt x="6525" y="51997"/>
                    <a:pt x="8221" y="52486"/>
                    <a:pt x="9950" y="52845"/>
                  </a:cubicBezTo>
                  <a:cubicBezTo>
                    <a:pt x="15071" y="53954"/>
                    <a:pt x="22117" y="54574"/>
                    <a:pt x="29815" y="54574"/>
                  </a:cubicBezTo>
                  <a:cubicBezTo>
                    <a:pt x="37155" y="54574"/>
                    <a:pt x="44233" y="53661"/>
                    <a:pt x="49746" y="51964"/>
                  </a:cubicBezTo>
                  <a:cubicBezTo>
                    <a:pt x="51377" y="51475"/>
                    <a:pt x="52976" y="50855"/>
                    <a:pt x="54509" y="50105"/>
                  </a:cubicBezTo>
                  <a:close/>
                  <a:moveTo>
                    <a:pt x="54509" y="69383"/>
                  </a:moveTo>
                  <a:lnTo>
                    <a:pt x="54509" y="82855"/>
                  </a:lnTo>
                  <a:cubicBezTo>
                    <a:pt x="53528" y="84533"/>
                    <a:pt x="44932" y="88052"/>
                    <a:pt x="31076" y="88052"/>
                  </a:cubicBezTo>
                  <a:cubicBezTo>
                    <a:pt x="30650" y="88052"/>
                    <a:pt x="30219" y="88049"/>
                    <a:pt x="29783" y="88042"/>
                  </a:cubicBezTo>
                  <a:cubicBezTo>
                    <a:pt x="13049" y="87781"/>
                    <a:pt x="5775" y="84976"/>
                    <a:pt x="4927" y="83638"/>
                  </a:cubicBezTo>
                  <a:cubicBezTo>
                    <a:pt x="4927" y="83573"/>
                    <a:pt x="4894" y="83475"/>
                    <a:pt x="4894" y="83377"/>
                  </a:cubicBezTo>
                  <a:lnTo>
                    <a:pt x="4894" y="70623"/>
                  </a:lnTo>
                  <a:cubicBezTo>
                    <a:pt x="6525" y="71275"/>
                    <a:pt x="8221" y="71765"/>
                    <a:pt x="9950" y="72123"/>
                  </a:cubicBezTo>
                  <a:cubicBezTo>
                    <a:pt x="15071" y="73233"/>
                    <a:pt x="22117" y="73852"/>
                    <a:pt x="29815" y="73852"/>
                  </a:cubicBezTo>
                  <a:cubicBezTo>
                    <a:pt x="37155" y="73852"/>
                    <a:pt x="44233" y="72939"/>
                    <a:pt x="49746" y="71243"/>
                  </a:cubicBezTo>
                  <a:cubicBezTo>
                    <a:pt x="51377" y="70753"/>
                    <a:pt x="52976" y="70134"/>
                    <a:pt x="54509" y="69383"/>
                  </a:cubicBezTo>
                  <a:close/>
                  <a:moveTo>
                    <a:pt x="54509" y="88792"/>
                  </a:moveTo>
                  <a:lnTo>
                    <a:pt x="54509" y="100274"/>
                  </a:lnTo>
                  <a:cubicBezTo>
                    <a:pt x="53693" y="101742"/>
                    <a:pt x="45669" y="105102"/>
                    <a:pt x="29685" y="105102"/>
                  </a:cubicBezTo>
                  <a:cubicBezTo>
                    <a:pt x="13734" y="105102"/>
                    <a:pt x="5677" y="101742"/>
                    <a:pt x="4894" y="100274"/>
                  </a:cubicBezTo>
                  <a:lnTo>
                    <a:pt x="4894" y="89347"/>
                  </a:lnTo>
                  <a:cubicBezTo>
                    <a:pt x="6492" y="89999"/>
                    <a:pt x="8188" y="90521"/>
                    <a:pt x="9885" y="90913"/>
                  </a:cubicBezTo>
                  <a:cubicBezTo>
                    <a:pt x="14973" y="92087"/>
                    <a:pt x="22019" y="92804"/>
                    <a:pt x="29718" y="92935"/>
                  </a:cubicBezTo>
                  <a:lnTo>
                    <a:pt x="30990" y="92935"/>
                  </a:lnTo>
                  <a:cubicBezTo>
                    <a:pt x="37873" y="92935"/>
                    <a:pt x="44462" y="92119"/>
                    <a:pt x="49681" y="90619"/>
                  </a:cubicBezTo>
                  <a:cubicBezTo>
                    <a:pt x="51345" y="90130"/>
                    <a:pt x="52943" y="89543"/>
                    <a:pt x="54509" y="88792"/>
                  </a:cubicBezTo>
                  <a:close/>
                  <a:moveTo>
                    <a:pt x="29685" y="1"/>
                  </a:moveTo>
                  <a:cubicBezTo>
                    <a:pt x="18659" y="1"/>
                    <a:pt x="1" y="2023"/>
                    <a:pt x="1" y="9624"/>
                  </a:cubicBezTo>
                  <a:lnTo>
                    <a:pt x="1" y="100372"/>
                  </a:lnTo>
                  <a:cubicBezTo>
                    <a:pt x="1" y="107973"/>
                    <a:pt x="18659" y="109995"/>
                    <a:pt x="29685" y="109995"/>
                  </a:cubicBezTo>
                  <a:cubicBezTo>
                    <a:pt x="40710" y="109995"/>
                    <a:pt x="59402" y="107973"/>
                    <a:pt x="59402" y="100372"/>
                  </a:cubicBezTo>
                  <a:lnTo>
                    <a:pt x="59402" y="83508"/>
                  </a:lnTo>
                  <a:cubicBezTo>
                    <a:pt x="59434" y="83312"/>
                    <a:pt x="59434" y="83116"/>
                    <a:pt x="59434" y="82921"/>
                  </a:cubicBezTo>
                  <a:cubicBezTo>
                    <a:pt x="59434" y="82758"/>
                    <a:pt x="59434" y="82594"/>
                    <a:pt x="59402" y="82399"/>
                  </a:cubicBezTo>
                  <a:lnTo>
                    <a:pt x="59402" y="9624"/>
                  </a:lnTo>
                  <a:cubicBezTo>
                    <a:pt x="59402" y="2023"/>
                    <a:pt x="40710" y="1"/>
                    <a:pt x="296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1922125" y="339450"/>
              <a:ext cx="3368825" cy="1579425"/>
            </a:xfrm>
            <a:custGeom>
              <a:rect b="b" l="l" r="r" t="t"/>
              <a:pathLst>
                <a:path extrusionOk="0" h="63177" w="134753">
                  <a:moveTo>
                    <a:pt x="117684" y="1"/>
                  </a:moveTo>
                  <a:cubicBezTo>
                    <a:pt x="116516" y="1"/>
                    <a:pt x="115477" y="822"/>
                    <a:pt x="115279" y="2014"/>
                  </a:cubicBezTo>
                  <a:cubicBezTo>
                    <a:pt x="115018" y="3384"/>
                    <a:pt x="115964" y="4689"/>
                    <a:pt x="117334" y="4885"/>
                  </a:cubicBezTo>
                  <a:lnTo>
                    <a:pt x="126272" y="6483"/>
                  </a:lnTo>
                  <a:lnTo>
                    <a:pt x="93097" y="31535"/>
                  </a:lnTo>
                  <a:lnTo>
                    <a:pt x="62500" y="25044"/>
                  </a:lnTo>
                  <a:lnTo>
                    <a:pt x="62239" y="25044"/>
                  </a:lnTo>
                  <a:cubicBezTo>
                    <a:pt x="61097" y="25044"/>
                    <a:pt x="60021" y="25631"/>
                    <a:pt x="59401" y="26577"/>
                  </a:cubicBezTo>
                  <a:lnTo>
                    <a:pt x="40579" y="50259"/>
                  </a:lnTo>
                  <a:lnTo>
                    <a:pt x="2838" y="58349"/>
                  </a:lnTo>
                  <a:cubicBezTo>
                    <a:pt x="0" y="58936"/>
                    <a:pt x="424" y="63144"/>
                    <a:pt x="3360" y="63177"/>
                  </a:cubicBezTo>
                  <a:cubicBezTo>
                    <a:pt x="3523" y="63177"/>
                    <a:pt x="3719" y="63144"/>
                    <a:pt x="3882" y="63111"/>
                  </a:cubicBezTo>
                  <a:lnTo>
                    <a:pt x="41753" y="55022"/>
                  </a:lnTo>
                  <a:cubicBezTo>
                    <a:pt x="42765" y="54891"/>
                    <a:pt x="43678" y="54337"/>
                    <a:pt x="44265" y="53488"/>
                  </a:cubicBezTo>
                  <a:lnTo>
                    <a:pt x="62826" y="30133"/>
                  </a:lnTo>
                  <a:lnTo>
                    <a:pt x="92706" y="36461"/>
                  </a:lnTo>
                  <a:cubicBezTo>
                    <a:pt x="92948" y="36509"/>
                    <a:pt x="93192" y="36534"/>
                    <a:pt x="93435" y="36534"/>
                  </a:cubicBezTo>
                  <a:cubicBezTo>
                    <a:pt x="94173" y="36534"/>
                    <a:pt x="94897" y="36308"/>
                    <a:pt x="95511" y="35841"/>
                  </a:cubicBezTo>
                  <a:lnTo>
                    <a:pt x="129338" y="10332"/>
                  </a:lnTo>
                  <a:lnTo>
                    <a:pt x="128294" y="19238"/>
                  </a:lnTo>
                  <a:cubicBezTo>
                    <a:pt x="128163" y="20575"/>
                    <a:pt x="129109" y="21782"/>
                    <a:pt x="130447" y="21945"/>
                  </a:cubicBezTo>
                  <a:cubicBezTo>
                    <a:pt x="130545" y="21945"/>
                    <a:pt x="130643" y="21978"/>
                    <a:pt x="130740" y="21978"/>
                  </a:cubicBezTo>
                  <a:cubicBezTo>
                    <a:pt x="131980" y="21978"/>
                    <a:pt x="133024" y="21032"/>
                    <a:pt x="133154" y="19792"/>
                  </a:cubicBezTo>
                  <a:lnTo>
                    <a:pt x="134753" y="6059"/>
                  </a:lnTo>
                  <a:lnTo>
                    <a:pt x="134753" y="5766"/>
                  </a:lnTo>
                  <a:cubicBezTo>
                    <a:pt x="134753" y="4950"/>
                    <a:pt x="134426" y="4167"/>
                    <a:pt x="133872" y="3547"/>
                  </a:cubicBezTo>
                  <a:cubicBezTo>
                    <a:pt x="133807" y="3482"/>
                    <a:pt x="133709" y="3384"/>
                    <a:pt x="133644" y="3319"/>
                  </a:cubicBezTo>
                  <a:cubicBezTo>
                    <a:pt x="133122" y="2862"/>
                    <a:pt x="132437" y="2569"/>
                    <a:pt x="131752" y="2504"/>
                  </a:cubicBezTo>
                  <a:lnTo>
                    <a:pt x="118214" y="57"/>
                  </a:lnTo>
                  <a:cubicBezTo>
                    <a:pt x="118036" y="19"/>
                    <a:pt x="117859" y="1"/>
                    <a:pt x="117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3457700" y="1586125"/>
              <a:ext cx="2381275" cy="3769250"/>
            </a:xfrm>
            <a:custGeom>
              <a:rect b="b" l="l" r="r" t="t"/>
              <a:pathLst>
                <a:path extrusionOk="0" h="150770" w="95251">
                  <a:moveTo>
                    <a:pt x="29684" y="4894"/>
                  </a:moveTo>
                  <a:cubicBezTo>
                    <a:pt x="45309" y="4894"/>
                    <a:pt x="53366" y="8156"/>
                    <a:pt x="54443" y="9656"/>
                  </a:cubicBezTo>
                  <a:cubicBezTo>
                    <a:pt x="53366" y="11189"/>
                    <a:pt x="45309" y="14419"/>
                    <a:pt x="29684" y="14419"/>
                  </a:cubicBezTo>
                  <a:cubicBezTo>
                    <a:pt x="14059" y="14419"/>
                    <a:pt x="6035" y="11189"/>
                    <a:pt x="4958" y="9656"/>
                  </a:cubicBezTo>
                  <a:cubicBezTo>
                    <a:pt x="6035" y="8156"/>
                    <a:pt x="14059" y="4894"/>
                    <a:pt x="29684" y="4894"/>
                  </a:cubicBezTo>
                  <a:close/>
                  <a:moveTo>
                    <a:pt x="54475" y="15397"/>
                  </a:moveTo>
                  <a:lnTo>
                    <a:pt x="54475" y="24824"/>
                  </a:lnTo>
                  <a:cubicBezTo>
                    <a:pt x="53758" y="26521"/>
                    <a:pt x="44657" y="30435"/>
                    <a:pt x="29782" y="30435"/>
                  </a:cubicBezTo>
                  <a:cubicBezTo>
                    <a:pt x="13081" y="30435"/>
                    <a:pt x="5774" y="27728"/>
                    <a:pt x="4893" y="26423"/>
                  </a:cubicBezTo>
                  <a:lnTo>
                    <a:pt x="4893" y="15397"/>
                  </a:lnTo>
                  <a:cubicBezTo>
                    <a:pt x="11189" y="18366"/>
                    <a:pt x="22182" y="19312"/>
                    <a:pt x="29684" y="19312"/>
                  </a:cubicBezTo>
                  <a:cubicBezTo>
                    <a:pt x="37187" y="19312"/>
                    <a:pt x="48212" y="18366"/>
                    <a:pt x="54475" y="15397"/>
                  </a:cubicBezTo>
                  <a:close/>
                  <a:moveTo>
                    <a:pt x="54475" y="30826"/>
                  </a:moveTo>
                  <a:lnTo>
                    <a:pt x="54475" y="44103"/>
                  </a:lnTo>
                  <a:cubicBezTo>
                    <a:pt x="53758" y="45799"/>
                    <a:pt x="44657" y="49713"/>
                    <a:pt x="29782" y="49713"/>
                  </a:cubicBezTo>
                  <a:cubicBezTo>
                    <a:pt x="13081" y="49713"/>
                    <a:pt x="5774" y="47006"/>
                    <a:pt x="4893" y="45701"/>
                  </a:cubicBezTo>
                  <a:lnTo>
                    <a:pt x="4893" y="32066"/>
                  </a:lnTo>
                  <a:cubicBezTo>
                    <a:pt x="6524" y="32751"/>
                    <a:pt x="8220" y="33240"/>
                    <a:pt x="9949" y="33599"/>
                  </a:cubicBezTo>
                  <a:cubicBezTo>
                    <a:pt x="15038" y="34708"/>
                    <a:pt x="22084" y="35328"/>
                    <a:pt x="29782" y="35328"/>
                  </a:cubicBezTo>
                  <a:cubicBezTo>
                    <a:pt x="37154" y="35328"/>
                    <a:pt x="44233" y="34415"/>
                    <a:pt x="49713" y="32718"/>
                  </a:cubicBezTo>
                  <a:cubicBezTo>
                    <a:pt x="51377" y="32229"/>
                    <a:pt x="52975" y="31609"/>
                    <a:pt x="54475" y="30826"/>
                  </a:cubicBezTo>
                  <a:close/>
                  <a:moveTo>
                    <a:pt x="54475" y="50105"/>
                  </a:moveTo>
                  <a:lnTo>
                    <a:pt x="54475" y="63381"/>
                  </a:lnTo>
                  <a:cubicBezTo>
                    <a:pt x="53758" y="65077"/>
                    <a:pt x="44657" y="68992"/>
                    <a:pt x="29782" y="68992"/>
                  </a:cubicBezTo>
                  <a:cubicBezTo>
                    <a:pt x="13081" y="68992"/>
                    <a:pt x="5774" y="66284"/>
                    <a:pt x="4893" y="64979"/>
                  </a:cubicBezTo>
                  <a:lnTo>
                    <a:pt x="4893" y="51377"/>
                  </a:lnTo>
                  <a:cubicBezTo>
                    <a:pt x="6524" y="52029"/>
                    <a:pt x="8220" y="52519"/>
                    <a:pt x="9949" y="52877"/>
                  </a:cubicBezTo>
                  <a:cubicBezTo>
                    <a:pt x="15038" y="53987"/>
                    <a:pt x="22084" y="54606"/>
                    <a:pt x="29782" y="54606"/>
                  </a:cubicBezTo>
                  <a:cubicBezTo>
                    <a:pt x="37154" y="54606"/>
                    <a:pt x="44233" y="53693"/>
                    <a:pt x="49713" y="51997"/>
                  </a:cubicBezTo>
                  <a:cubicBezTo>
                    <a:pt x="51377" y="51507"/>
                    <a:pt x="52975" y="50888"/>
                    <a:pt x="54475" y="50105"/>
                  </a:cubicBezTo>
                  <a:close/>
                  <a:moveTo>
                    <a:pt x="54475" y="69383"/>
                  </a:moveTo>
                  <a:lnTo>
                    <a:pt x="54475" y="82888"/>
                  </a:lnTo>
                  <a:cubicBezTo>
                    <a:pt x="53522" y="84572"/>
                    <a:pt x="44862" y="88082"/>
                    <a:pt x="30908" y="88082"/>
                  </a:cubicBezTo>
                  <a:cubicBezTo>
                    <a:pt x="30536" y="88082"/>
                    <a:pt x="30161" y="88079"/>
                    <a:pt x="29782" y="88074"/>
                  </a:cubicBezTo>
                  <a:cubicBezTo>
                    <a:pt x="13048" y="87813"/>
                    <a:pt x="5774" y="84975"/>
                    <a:pt x="4893" y="83671"/>
                  </a:cubicBezTo>
                  <a:cubicBezTo>
                    <a:pt x="4893" y="83573"/>
                    <a:pt x="4893" y="83507"/>
                    <a:pt x="4893" y="83410"/>
                  </a:cubicBezTo>
                  <a:lnTo>
                    <a:pt x="4893" y="70623"/>
                  </a:lnTo>
                  <a:cubicBezTo>
                    <a:pt x="6524" y="71308"/>
                    <a:pt x="8220" y="71797"/>
                    <a:pt x="9949" y="72156"/>
                  </a:cubicBezTo>
                  <a:cubicBezTo>
                    <a:pt x="15038" y="73265"/>
                    <a:pt x="22084" y="73885"/>
                    <a:pt x="29782" y="73885"/>
                  </a:cubicBezTo>
                  <a:cubicBezTo>
                    <a:pt x="37154" y="73885"/>
                    <a:pt x="44233" y="72971"/>
                    <a:pt x="49713" y="71275"/>
                  </a:cubicBezTo>
                  <a:cubicBezTo>
                    <a:pt x="51377" y="70786"/>
                    <a:pt x="52975" y="70166"/>
                    <a:pt x="54475" y="69383"/>
                  </a:cubicBezTo>
                  <a:close/>
                  <a:moveTo>
                    <a:pt x="54475" y="88825"/>
                  </a:moveTo>
                  <a:lnTo>
                    <a:pt x="54475" y="95185"/>
                  </a:lnTo>
                  <a:cubicBezTo>
                    <a:pt x="49191" y="97371"/>
                    <a:pt x="44657" y="101057"/>
                    <a:pt x="41427" y="105819"/>
                  </a:cubicBezTo>
                  <a:cubicBezTo>
                    <a:pt x="37821" y="106217"/>
                    <a:pt x="34157" y="106442"/>
                    <a:pt x="30516" y="106442"/>
                  </a:cubicBezTo>
                  <a:cubicBezTo>
                    <a:pt x="30271" y="106442"/>
                    <a:pt x="30027" y="106441"/>
                    <a:pt x="29782" y="106439"/>
                  </a:cubicBezTo>
                  <a:cubicBezTo>
                    <a:pt x="23095" y="106341"/>
                    <a:pt x="16865" y="105754"/>
                    <a:pt x="12233" y="104808"/>
                  </a:cubicBezTo>
                  <a:cubicBezTo>
                    <a:pt x="7079" y="103732"/>
                    <a:pt x="5252" y="102492"/>
                    <a:pt x="4926" y="102036"/>
                  </a:cubicBezTo>
                  <a:cubicBezTo>
                    <a:pt x="4893" y="101938"/>
                    <a:pt x="4893" y="101872"/>
                    <a:pt x="4893" y="101775"/>
                  </a:cubicBezTo>
                  <a:lnTo>
                    <a:pt x="4893" y="89379"/>
                  </a:lnTo>
                  <a:cubicBezTo>
                    <a:pt x="6492" y="90031"/>
                    <a:pt x="8188" y="90553"/>
                    <a:pt x="9884" y="90945"/>
                  </a:cubicBezTo>
                  <a:cubicBezTo>
                    <a:pt x="14973" y="92119"/>
                    <a:pt x="22019" y="92837"/>
                    <a:pt x="29717" y="92967"/>
                  </a:cubicBezTo>
                  <a:lnTo>
                    <a:pt x="30989" y="92967"/>
                  </a:lnTo>
                  <a:cubicBezTo>
                    <a:pt x="37872" y="92967"/>
                    <a:pt x="44461" y="92152"/>
                    <a:pt x="49680" y="90619"/>
                  </a:cubicBezTo>
                  <a:cubicBezTo>
                    <a:pt x="51311" y="90162"/>
                    <a:pt x="52942" y="89575"/>
                    <a:pt x="54475" y="88825"/>
                  </a:cubicBezTo>
                  <a:close/>
                  <a:moveTo>
                    <a:pt x="4893" y="107744"/>
                  </a:moveTo>
                  <a:cubicBezTo>
                    <a:pt x="6492" y="108396"/>
                    <a:pt x="8188" y="108918"/>
                    <a:pt x="9884" y="109310"/>
                  </a:cubicBezTo>
                  <a:cubicBezTo>
                    <a:pt x="14973" y="110484"/>
                    <a:pt x="22019" y="111202"/>
                    <a:pt x="29717" y="111332"/>
                  </a:cubicBezTo>
                  <a:lnTo>
                    <a:pt x="30793" y="111332"/>
                  </a:lnTo>
                  <a:cubicBezTo>
                    <a:pt x="33305" y="111332"/>
                    <a:pt x="36045" y="111202"/>
                    <a:pt x="38622" y="111006"/>
                  </a:cubicBezTo>
                  <a:lnTo>
                    <a:pt x="38622" y="111006"/>
                  </a:lnTo>
                  <a:cubicBezTo>
                    <a:pt x="37219" y="114431"/>
                    <a:pt x="36469" y="118117"/>
                    <a:pt x="36469" y="121836"/>
                  </a:cubicBezTo>
                  <a:cubicBezTo>
                    <a:pt x="36469" y="122553"/>
                    <a:pt x="36502" y="123271"/>
                    <a:pt x="36567" y="123956"/>
                  </a:cubicBezTo>
                  <a:cubicBezTo>
                    <a:pt x="34316" y="124184"/>
                    <a:pt x="31674" y="124380"/>
                    <a:pt x="29684" y="124380"/>
                  </a:cubicBezTo>
                  <a:cubicBezTo>
                    <a:pt x="13733" y="124380"/>
                    <a:pt x="5676" y="121020"/>
                    <a:pt x="4893" y="119552"/>
                  </a:cubicBezTo>
                  <a:lnTo>
                    <a:pt x="4893" y="107744"/>
                  </a:lnTo>
                  <a:close/>
                  <a:moveTo>
                    <a:pt x="65860" y="97828"/>
                  </a:moveTo>
                  <a:cubicBezTo>
                    <a:pt x="79364" y="97828"/>
                    <a:pt x="90357" y="108592"/>
                    <a:pt x="90357" y="121836"/>
                  </a:cubicBezTo>
                  <a:cubicBezTo>
                    <a:pt x="90357" y="135112"/>
                    <a:pt x="79364" y="145877"/>
                    <a:pt x="65860" y="145877"/>
                  </a:cubicBezTo>
                  <a:cubicBezTo>
                    <a:pt x="52355" y="145877"/>
                    <a:pt x="41362" y="135112"/>
                    <a:pt x="41362" y="121836"/>
                  </a:cubicBezTo>
                  <a:cubicBezTo>
                    <a:pt x="41362" y="108592"/>
                    <a:pt x="52355" y="97828"/>
                    <a:pt x="65860" y="97828"/>
                  </a:cubicBezTo>
                  <a:close/>
                  <a:moveTo>
                    <a:pt x="29684" y="1"/>
                  </a:moveTo>
                  <a:cubicBezTo>
                    <a:pt x="18659" y="1"/>
                    <a:pt x="0" y="2056"/>
                    <a:pt x="0" y="9656"/>
                  </a:cubicBezTo>
                  <a:lnTo>
                    <a:pt x="0" y="119650"/>
                  </a:lnTo>
                  <a:cubicBezTo>
                    <a:pt x="0" y="127251"/>
                    <a:pt x="18659" y="129273"/>
                    <a:pt x="29684" y="129273"/>
                  </a:cubicBezTo>
                  <a:cubicBezTo>
                    <a:pt x="32000" y="129273"/>
                    <a:pt x="34903" y="129045"/>
                    <a:pt x="37350" y="128816"/>
                  </a:cubicBezTo>
                  <a:cubicBezTo>
                    <a:pt x="40514" y="141408"/>
                    <a:pt x="52094" y="150770"/>
                    <a:pt x="65860" y="150770"/>
                  </a:cubicBezTo>
                  <a:cubicBezTo>
                    <a:pt x="82072" y="150770"/>
                    <a:pt x="95250" y="137787"/>
                    <a:pt x="95250" y="121836"/>
                  </a:cubicBezTo>
                  <a:cubicBezTo>
                    <a:pt x="95250" y="105917"/>
                    <a:pt x="82072" y="92935"/>
                    <a:pt x="65860" y="92935"/>
                  </a:cubicBezTo>
                  <a:cubicBezTo>
                    <a:pt x="63674" y="92935"/>
                    <a:pt x="61521" y="93163"/>
                    <a:pt x="59368" y="93652"/>
                  </a:cubicBezTo>
                  <a:lnTo>
                    <a:pt x="59368" y="83540"/>
                  </a:lnTo>
                  <a:cubicBezTo>
                    <a:pt x="59401" y="83344"/>
                    <a:pt x="59434" y="83149"/>
                    <a:pt x="59434" y="82953"/>
                  </a:cubicBezTo>
                  <a:cubicBezTo>
                    <a:pt x="59434" y="82790"/>
                    <a:pt x="59434" y="82594"/>
                    <a:pt x="59368" y="82431"/>
                  </a:cubicBezTo>
                  <a:lnTo>
                    <a:pt x="59368" y="9656"/>
                  </a:lnTo>
                  <a:cubicBezTo>
                    <a:pt x="59368" y="2056"/>
                    <a:pt x="40710" y="1"/>
                    <a:pt x="29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4876650" y="4163100"/>
              <a:ext cx="478725" cy="914200"/>
            </a:xfrm>
            <a:custGeom>
              <a:rect b="b" l="l" r="r" t="t"/>
              <a:pathLst>
                <a:path extrusionOk="0" h="36568" w="19149">
                  <a:moveTo>
                    <a:pt x="9526" y="0"/>
                  </a:moveTo>
                  <a:cubicBezTo>
                    <a:pt x="8156" y="0"/>
                    <a:pt x="7079" y="1077"/>
                    <a:pt x="7079" y="2447"/>
                  </a:cubicBezTo>
                  <a:lnTo>
                    <a:pt x="7079" y="3654"/>
                  </a:lnTo>
                  <a:cubicBezTo>
                    <a:pt x="5742" y="3980"/>
                    <a:pt x="4535" y="4665"/>
                    <a:pt x="3556" y="5611"/>
                  </a:cubicBezTo>
                  <a:cubicBezTo>
                    <a:pt x="1110" y="7960"/>
                    <a:pt x="979" y="11254"/>
                    <a:pt x="979" y="12200"/>
                  </a:cubicBezTo>
                  <a:cubicBezTo>
                    <a:pt x="1012" y="13994"/>
                    <a:pt x="1697" y="15756"/>
                    <a:pt x="2871" y="17093"/>
                  </a:cubicBezTo>
                  <a:cubicBezTo>
                    <a:pt x="4144" y="18594"/>
                    <a:pt x="5938" y="19605"/>
                    <a:pt x="7862" y="19964"/>
                  </a:cubicBezTo>
                  <a:lnTo>
                    <a:pt x="8188" y="19996"/>
                  </a:lnTo>
                  <a:cubicBezTo>
                    <a:pt x="8449" y="20062"/>
                    <a:pt x="8776" y="20127"/>
                    <a:pt x="8971" y="20159"/>
                  </a:cubicBezTo>
                  <a:cubicBezTo>
                    <a:pt x="9069" y="20192"/>
                    <a:pt x="9330" y="20257"/>
                    <a:pt x="9428" y="20290"/>
                  </a:cubicBezTo>
                  <a:cubicBezTo>
                    <a:pt x="9461" y="20290"/>
                    <a:pt x="9461" y="20290"/>
                    <a:pt x="9493" y="20323"/>
                  </a:cubicBezTo>
                  <a:cubicBezTo>
                    <a:pt x="9526" y="20323"/>
                    <a:pt x="9558" y="20323"/>
                    <a:pt x="9591" y="20355"/>
                  </a:cubicBezTo>
                  <a:lnTo>
                    <a:pt x="10080" y="20551"/>
                  </a:lnTo>
                  <a:lnTo>
                    <a:pt x="10113" y="20551"/>
                  </a:lnTo>
                  <a:cubicBezTo>
                    <a:pt x="10309" y="20649"/>
                    <a:pt x="10374" y="20714"/>
                    <a:pt x="10537" y="20779"/>
                  </a:cubicBezTo>
                  <a:lnTo>
                    <a:pt x="10798" y="20942"/>
                  </a:lnTo>
                  <a:cubicBezTo>
                    <a:pt x="10831" y="20975"/>
                    <a:pt x="10863" y="20975"/>
                    <a:pt x="10896" y="21008"/>
                  </a:cubicBezTo>
                  <a:cubicBezTo>
                    <a:pt x="11157" y="21171"/>
                    <a:pt x="13505" y="22639"/>
                    <a:pt x="13603" y="24628"/>
                  </a:cubicBezTo>
                  <a:cubicBezTo>
                    <a:pt x="13636" y="25803"/>
                    <a:pt x="13342" y="26683"/>
                    <a:pt x="12723" y="27303"/>
                  </a:cubicBezTo>
                  <a:cubicBezTo>
                    <a:pt x="11847" y="28210"/>
                    <a:pt x="10252" y="28577"/>
                    <a:pt x="9115" y="28577"/>
                  </a:cubicBezTo>
                  <a:cubicBezTo>
                    <a:pt x="9066" y="28577"/>
                    <a:pt x="9018" y="28577"/>
                    <a:pt x="8971" y="28575"/>
                  </a:cubicBezTo>
                  <a:cubicBezTo>
                    <a:pt x="7732" y="28510"/>
                    <a:pt x="5220" y="27401"/>
                    <a:pt x="5024" y="25574"/>
                  </a:cubicBezTo>
                  <a:cubicBezTo>
                    <a:pt x="4871" y="24289"/>
                    <a:pt x="3799" y="23377"/>
                    <a:pt x="2563" y="23377"/>
                  </a:cubicBezTo>
                  <a:cubicBezTo>
                    <a:pt x="2482" y="23377"/>
                    <a:pt x="2399" y="23381"/>
                    <a:pt x="2317" y="23389"/>
                  </a:cubicBezTo>
                  <a:cubicBezTo>
                    <a:pt x="979" y="23552"/>
                    <a:pt x="1" y="24759"/>
                    <a:pt x="164" y="26096"/>
                  </a:cubicBezTo>
                  <a:cubicBezTo>
                    <a:pt x="588" y="30109"/>
                    <a:pt x="4078" y="32457"/>
                    <a:pt x="7079" y="33207"/>
                  </a:cubicBezTo>
                  <a:lnTo>
                    <a:pt x="7079" y="34121"/>
                  </a:lnTo>
                  <a:cubicBezTo>
                    <a:pt x="7079" y="35458"/>
                    <a:pt x="8156" y="36567"/>
                    <a:pt x="9526" y="36567"/>
                  </a:cubicBezTo>
                  <a:cubicBezTo>
                    <a:pt x="10863" y="36567"/>
                    <a:pt x="11972" y="35458"/>
                    <a:pt x="11972" y="34121"/>
                  </a:cubicBezTo>
                  <a:lnTo>
                    <a:pt x="11972" y="33110"/>
                  </a:lnTo>
                  <a:cubicBezTo>
                    <a:pt x="13571" y="32718"/>
                    <a:pt x="15006" y="31903"/>
                    <a:pt x="16180" y="30794"/>
                  </a:cubicBezTo>
                  <a:cubicBezTo>
                    <a:pt x="17811" y="29163"/>
                    <a:pt x="18594" y="26977"/>
                    <a:pt x="18496" y="24433"/>
                  </a:cubicBezTo>
                  <a:cubicBezTo>
                    <a:pt x="18301" y="20127"/>
                    <a:pt x="14582" y="17517"/>
                    <a:pt x="13408" y="16800"/>
                  </a:cubicBezTo>
                  <a:lnTo>
                    <a:pt x="13375" y="16767"/>
                  </a:lnTo>
                  <a:cubicBezTo>
                    <a:pt x="13342" y="16767"/>
                    <a:pt x="13277" y="16734"/>
                    <a:pt x="13244" y="16702"/>
                  </a:cubicBezTo>
                  <a:lnTo>
                    <a:pt x="12983" y="16571"/>
                  </a:lnTo>
                  <a:cubicBezTo>
                    <a:pt x="12788" y="16441"/>
                    <a:pt x="12657" y="16376"/>
                    <a:pt x="12331" y="16212"/>
                  </a:cubicBezTo>
                  <a:cubicBezTo>
                    <a:pt x="12168" y="16115"/>
                    <a:pt x="12005" y="16049"/>
                    <a:pt x="11809" y="15984"/>
                  </a:cubicBezTo>
                  <a:lnTo>
                    <a:pt x="11353" y="15788"/>
                  </a:lnTo>
                  <a:cubicBezTo>
                    <a:pt x="11189" y="15723"/>
                    <a:pt x="11026" y="15658"/>
                    <a:pt x="10863" y="15625"/>
                  </a:cubicBezTo>
                  <a:cubicBezTo>
                    <a:pt x="10504" y="15495"/>
                    <a:pt x="10211" y="15430"/>
                    <a:pt x="9917" y="15364"/>
                  </a:cubicBezTo>
                  <a:cubicBezTo>
                    <a:pt x="9722" y="15332"/>
                    <a:pt x="9395" y="15267"/>
                    <a:pt x="9134" y="15201"/>
                  </a:cubicBezTo>
                  <a:lnTo>
                    <a:pt x="8808" y="15136"/>
                  </a:lnTo>
                  <a:cubicBezTo>
                    <a:pt x="6818" y="14745"/>
                    <a:pt x="5905" y="13342"/>
                    <a:pt x="5872" y="12135"/>
                  </a:cubicBezTo>
                  <a:cubicBezTo>
                    <a:pt x="5872" y="11254"/>
                    <a:pt x="6133" y="9917"/>
                    <a:pt x="6981" y="9101"/>
                  </a:cubicBezTo>
                  <a:cubicBezTo>
                    <a:pt x="7567" y="8516"/>
                    <a:pt x="8415" y="8251"/>
                    <a:pt x="9579" y="8251"/>
                  </a:cubicBezTo>
                  <a:cubicBezTo>
                    <a:pt x="9647" y="8251"/>
                    <a:pt x="9717" y="8251"/>
                    <a:pt x="9787" y="8253"/>
                  </a:cubicBezTo>
                  <a:cubicBezTo>
                    <a:pt x="13179" y="8384"/>
                    <a:pt x="13995" y="11091"/>
                    <a:pt x="14093" y="11417"/>
                  </a:cubicBezTo>
                  <a:cubicBezTo>
                    <a:pt x="14369" y="12522"/>
                    <a:pt x="15347" y="13253"/>
                    <a:pt x="16432" y="13253"/>
                  </a:cubicBezTo>
                  <a:cubicBezTo>
                    <a:pt x="16628" y="13253"/>
                    <a:pt x="16828" y="13229"/>
                    <a:pt x="17028" y="13179"/>
                  </a:cubicBezTo>
                  <a:cubicBezTo>
                    <a:pt x="18333" y="12885"/>
                    <a:pt x="19149" y="11548"/>
                    <a:pt x="18855" y="10243"/>
                  </a:cubicBezTo>
                  <a:cubicBezTo>
                    <a:pt x="17942" y="6948"/>
                    <a:pt x="15300" y="4404"/>
                    <a:pt x="11972" y="3621"/>
                  </a:cubicBezTo>
                  <a:lnTo>
                    <a:pt x="11972" y="2447"/>
                  </a:lnTo>
                  <a:cubicBezTo>
                    <a:pt x="11972" y="1077"/>
                    <a:pt x="10863" y="0"/>
                    <a:pt x="9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19"/>
          <p:cNvGrpSpPr/>
          <p:nvPr/>
        </p:nvGrpSpPr>
        <p:grpSpPr>
          <a:xfrm>
            <a:off x="4825220" y="1932193"/>
            <a:ext cx="332922" cy="379159"/>
            <a:chOff x="1598350" y="340050"/>
            <a:chExt cx="4403725" cy="5015325"/>
          </a:xfrm>
        </p:grpSpPr>
        <p:sp>
          <p:nvSpPr>
            <p:cNvPr id="696" name="Google Shape;696;p19"/>
            <p:cNvSpPr/>
            <p:nvPr/>
          </p:nvSpPr>
          <p:spPr>
            <a:xfrm>
              <a:off x="1877250" y="731500"/>
              <a:ext cx="2800450" cy="1172700"/>
            </a:xfrm>
            <a:custGeom>
              <a:rect b="b" l="l" r="r" t="t"/>
              <a:pathLst>
                <a:path extrusionOk="0" h="46908" w="112018">
                  <a:moveTo>
                    <a:pt x="107125" y="4893"/>
                  </a:moveTo>
                  <a:lnTo>
                    <a:pt x="107125" y="42014"/>
                  </a:lnTo>
                  <a:lnTo>
                    <a:pt x="4894" y="42014"/>
                  </a:lnTo>
                  <a:lnTo>
                    <a:pt x="4894" y="4893"/>
                  </a:lnTo>
                  <a:close/>
                  <a:moveTo>
                    <a:pt x="3263" y="0"/>
                  </a:moveTo>
                  <a:cubicBezTo>
                    <a:pt x="1469" y="0"/>
                    <a:pt x="1" y="1468"/>
                    <a:pt x="1" y="3262"/>
                  </a:cubicBezTo>
                  <a:lnTo>
                    <a:pt x="1" y="43645"/>
                  </a:lnTo>
                  <a:cubicBezTo>
                    <a:pt x="1" y="45439"/>
                    <a:pt x="1469" y="46907"/>
                    <a:pt x="3263" y="46907"/>
                  </a:cubicBezTo>
                  <a:lnTo>
                    <a:pt x="108756" y="46907"/>
                  </a:lnTo>
                  <a:cubicBezTo>
                    <a:pt x="110550" y="46907"/>
                    <a:pt x="112018" y="45439"/>
                    <a:pt x="112018" y="43645"/>
                  </a:cubicBezTo>
                  <a:lnTo>
                    <a:pt x="112018" y="3262"/>
                  </a:lnTo>
                  <a:cubicBezTo>
                    <a:pt x="112018" y="1468"/>
                    <a:pt x="110550" y="0"/>
                    <a:pt x="1087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1598350" y="340050"/>
              <a:ext cx="4403725" cy="5015325"/>
            </a:xfrm>
            <a:custGeom>
              <a:rect b="b" l="l" r="r" t="t"/>
              <a:pathLst>
                <a:path extrusionOk="0" h="200613" w="176149">
                  <a:moveTo>
                    <a:pt x="44136" y="76788"/>
                  </a:moveTo>
                  <a:lnTo>
                    <a:pt x="44136" y="99883"/>
                  </a:lnTo>
                  <a:lnTo>
                    <a:pt x="14452" y="99883"/>
                  </a:lnTo>
                  <a:lnTo>
                    <a:pt x="14452" y="76788"/>
                  </a:lnTo>
                  <a:close/>
                  <a:moveTo>
                    <a:pt x="81648" y="76788"/>
                  </a:moveTo>
                  <a:lnTo>
                    <a:pt x="81648" y="99883"/>
                  </a:lnTo>
                  <a:lnTo>
                    <a:pt x="49029" y="99883"/>
                  </a:lnTo>
                  <a:lnTo>
                    <a:pt x="49029" y="76788"/>
                  </a:lnTo>
                  <a:close/>
                  <a:moveTo>
                    <a:pt x="118705" y="76788"/>
                  </a:moveTo>
                  <a:lnTo>
                    <a:pt x="118705" y="99883"/>
                  </a:lnTo>
                  <a:lnTo>
                    <a:pt x="86541" y="99883"/>
                  </a:lnTo>
                  <a:lnTo>
                    <a:pt x="86541" y="76788"/>
                  </a:lnTo>
                  <a:close/>
                  <a:moveTo>
                    <a:pt x="118705" y="104775"/>
                  </a:moveTo>
                  <a:lnTo>
                    <a:pt x="118705" y="106113"/>
                  </a:lnTo>
                  <a:cubicBezTo>
                    <a:pt x="105526" y="108462"/>
                    <a:pt x="93914" y="116127"/>
                    <a:pt x="86541" y="127283"/>
                  </a:cubicBezTo>
                  <a:lnTo>
                    <a:pt x="86541" y="104775"/>
                  </a:lnTo>
                  <a:close/>
                  <a:moveTo>
                    <a:pt x="44136" y="104775"/>
                  </a:moveTo>
                  <a:lnTo>
                    <a:pt x="44136" y="127707"/>
                  </a:lnTo>
                  <a:lnTo>
                    <a:pt x="14452" y="127707"/>
                  </a:lnTo>
                  <a:lnTo>
                    <a:pt x="14452" y="104775"/>
                  </a:lnTo>
                  <a:close/>
                  <a:moveTo>
                    <a:pt x="81648" y="104775"/>
                  </a:moveTo>
                  <a:lnTo>
                    <a:pt x="81648" y="127707"/>
                  </a:lnTo>
                  <a:lnTo>
                    <a:pt x="49029" y="127707"/>
                  </a:lnTo>
                  <a:lnTo>
                    <a:pt x="49029" y="104775"/>
                  </a:lnTo>
                  <a:close/>
                  <a:moveTo>
                    <a:pt x="44136" y="132600"/>
                  </a:moveTo>
                  <a:lnTo>
                    <a:pt x="44136" y="156380"/>
                  </a:lnTo>
                  <a:lnTo>
                    <a:pt x="14452" y="156380"/>
                  </a:lnTo>
                  <a:lnTo>
                    <a:pt x="14452" y="132600"/>
                  </a:lnTo>
                  <a:close/>
                  <a:moveTo>
                    <a:pt x="81648" y="132600"/>
                  </a:moveTo>
                  <a:lnTo>
                    <a:pt x="81648" y="137004"/>
                  </a:lnTo>
                  <a:cubicBezTo>
                    <a:pt x="79789" y="142125"/>
                    <a:pt x="78843" y="147540"/>
                    <a:pt x="78843" y="152988"/>
                  </a:cubicBezTo>
                  <a:cubicBezTo>
                    <a:pt x="78843" y="154129"/>
                    <a:pt x="78876" y="155271"/>
                    <a:pt x="78974" y="156380"/>
                  </a:cubicBezTo>
                  <a:lnTo>
                    <a:pt x="49029" y="156380"/>
                  </a:lnTo>
                  <a:lnTo>
                    <a:pt x="49029" y="132600"/>
                  </a:lnTo>
                  <a:close/>
                  <a:moveTo>
                    <a:pt x="44136" y="161273"/>
                  </a:moveTo>
                  <a:lnTo>
                    <a:pt x="44136" y="183748"/>
                  </a:lnTo>
                  <a:lnTo>
                    <a:pt x="14452" y="183748"/>
                  </a:lnTo>
                  <a:lnTo>
                    <a:pt x="14452" y="161273"/>
                  </a:lnTo>
                  <a:close/>
                  <a:moveTo>
                    <a:pt x="79593" y="161273"/>
                  </a:moveTo>
                  <a:cubicBezTo>
                    <a:pt x="80017" y="163752"/>
                    <a:pt x="80670" y="166166"/>
                    <a:pt x="81485" y="168515"/>
                  </a:cubicBezTo>
                  <a:cubicBezTo>
                    <a:pt x="80637" y="168906"/>
                    <a:pt x="80050" y="169754"/>
                    <a:pt x="80050" y="170733"/>
                  </a:cubicBezTo>
                  <a:lnTo>
                    <a:pt x="80050" y="183748"/>
                  </a:lnTo>
                  <a:lnTo>
                    <a:pt x="49029" y="183748"/>
                  </a:lnTo>
                  <a:lnTo>
                    <a:pt x="49029" y="161273"/>
                  </a:lnTo>
                  <a:close/>
                  <a:moveTo>
                    <a:pt x="84943" y="176083"/>
                  </a:moveTo>
                  <a:cubicBezTo>
                    <a:pt x="86509" y="178790"/>
                    <a:pt x="88336" y="181367"/>
                    <a:pt x="90391" y="183748"/>
                  </a:cubicBezTo>
                  <a:lnTo>
                    <a:pt x="84943" y="183748"/>
                  </a:lnTo>
                  <a:lnTo>
                    <a:pt x="84943" y="176083"/>
                  </a:lnTo>
                  <a:close/>
                  <a:moveTo>
                    <a:pt x="123924" y="4893"/>
                  </a:moveTo>
                  <a:cubicBezTo>
                    <a:pt x="127251" y="4926"/>
                    <a:pt x="129958" y="7634"/>
                    <a:pt x="129926" y="10961"/>
                  </a:cubicBezTo>
                  <a:lnTo>
                    <a:pt x="129926" y="105395"/>
                  </a:lnTo>
                  <a:cubicBezTo>
                    <a:pt x="129143" y="105363"/>
                    <a:pt x="128327" y="105330"/>
                    <a:pt x="127479" y="105330"/>
                  </a:cubicBezTo>
                  <a:cubicBezTo>
                    <a:pt x="126175" y="105330"/>
                    <a:pt x="124870" y="105395"/>
                    <a:pt x="123598" y="105493"/>
                  </a:cubicBezTo>
                  <a:lnTo>
                    <a:pt x="123598" y="75189"/>
                  </a:lnTo>
                  <a:cubicBezTo>
                    <a:pt x="123598" y="73363"/>
                    <a:pt x="122097" y="71895"/>
                    <a:pt x="120303" y="71895"/>
                  </a:cubicBezTo>
                  <a:lnTo>
                    <a:pt x="12853" y="71895"/>
                  </a:lnTo>
                  <a:cubicBezTo>
                    <a:pt x="11026" y="71895"/>
                    <a:pt x="9559" y="73363"/>
                    <a:pt x="9559" y="75189"/>
                  </a:cubicBezTo>
                  <a:lnTo>
                    <a:pt x="9559" y="185347"/>
                  </a:lnTo>
                  <a:cubicBezTo>
                    <a:pt x="9559" y="187173"/>
                    <a:pt x="11026" y="188641"/>
                    <a:pt x="12853" y="188641"/>
                  </a:cubicBezTo>
                  <a:lnTo>
                    <a:pt x="81681" y="188641"/>
                  </a:lnTo>
                  <a:cubicBezTo>
                    <a:pt x="81942" y="188739"/>
                    <a:pt x="82219" y="188788"/>
                    <a:pt x="82501" y="188788"/>
                  </a:cubicBezTo>
                  <a:cubicBezTo>
                    <a:pt x="82782" y="188788"/>
                    <a:pt x="83067" y="188739"/>
                    <a:pt x="83345" y="188641"/>
                  </a:cubicBezTo>
                  <a:lnTo>
                    <a:pt x="95284" y="188641"/>
                  </a:lnTo>
                  <a:cubicBezTo>
                    <a:pt x="98480" y="191414"/>
                    <a:pt x="102036" y="193762"/>
                    <a:pt x="105852" y="195622"/>
                  </a:cubicBezTo>
                  <a:lnTo>
                    <a:pt x="10896" y="195622"/>
                  </a:lnTo>
                  <a:cubicBezTo>
                    <a:pt x="7569" y="195622"/>
                    <a:pt x="4894" y="192914"/>
                    <a:pt x="4894" y="189587"/>
                  </a:cubicBezTo>
                  <a:lnTo>
                    <a:pt x="4894" y="10961"/>
                  </a:lnTo>
                  <a:cubicBezTo>
                    <a:pt x="4894" y="7634"/>
                    <a:pt x="7569" y="4926"/>
                    <a:pt x="10896" y="4893"/>
                  </a:cubicBezTo>
                  <a:close/>
                  <a:moveTo>
                    <a:pt x="127479" y="110223"/>
                  </a:moveTo>
                  <a:cubicBezTo>
                    <a:pt x="151618" y="110223"/>
                    <a:pt x="171255" y="129403"/>
                    <a:pt x="171255" y="152988"/>
                  </a:cubicBezTo>
                  <a:cubicBezTo>
                    <a:pt x="171255" y="176539"/>
                    <a:pt x="151618" y="195720"/>
                    <a:pt x="127479" y="195720"/>
                  </a:cubicBezTo>
                  <a:cubicBezTo>
                    <a:pt x="103373" y="195720"/>
                    <a:pt x="83736" y="176539"/>
                    <a:pt x="83736" y="152988"/>
                  </a:cubicBezTo>
                  <a:cubicBezTo>
                    <a:pt x="83736" y="129403"/>
                    <a:pt x="103373" y="110223"/>
                    <a:pt x="127479" y="110223"/>
                  </a:cubicBezTo>
                  <a:close/>
                  <a:moveTo>
                    <a:pt x="10896" y="0"/>
                  </a:moveTo>
                  <a:cubicBezTo>
                    <a:pt x="4861" y="33"/>
                    <a:pt x="1" y="4926"/>
                    <a:pt x="1" y="10961"/>
                  </a:cubicBezTo>
                  <a:lnTo>
                    <a:pt x="1" y="189587"/>
                  </a:lnTo>
                  <a:cubicBezTo>
                    <a:pt x="1" y="195589"/>
                    <a:pt x="4861" y="200515"/>
                    <a:pt x="10896" y="200515"/>
                  </a:cubicBezTo>
                  <a:lnTo>
                    <a:pt x="124250" y="200515"/>
                  </a:lnTo>
                  <a:cubicBezTo>
                    <a:pt x="125326" y="200580"/>
                    <a:pt x="126403" y="200613"/>
                    <a:pt x="127479" y="200613"/>
                  </a:cubicBezTo>
                  <a:cubicBezTo>
                    <a:pt x="154326" y="200613"/>
                    <a:pt x="176148" y="179247"/>
                    <a:pt x="176148" y="152988"/>
                  </a:cubicBezTo>
                  <a:cubicBezTo>
                    <a:pt x="176148" y="129143"/>
                    <a:pt x="158207" y="109342"/>
                    <a:pt x="134819" y="105885"/>
                  </a:cubicBezTo>
                  <a:lnTo>
                    <a:pt x="134819" y="10961"/>
                  </a:lnTo>
                  <a:cubicBezTo>
                    <a:pt x="134851" y="4926"/>
                    <a:pt x="129958" y="33"/>
                    <a:pt x="1239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4441175" y="3406325"/>
              <a:ext cx="726650" cy="1474425"/>
            </a:xfrm>
            <a:custGeom>
              <a:rect b="b" l="l" r="r" t="t"/>
              <a:pathLst>
                <a:path extrusionOk="0" h="58977" w="29066">
                  <a:moveTo>
                    <a:pt x="14484" y="0"/>
                  </a:moveTo>
                  <a:cubicBezTo>
                    <a:pt x="13147" y="0"/>
                    <a:pt x="12038" y="1077"/>
                    <a:pt x="12038" y="2447"/>
                  </a:cubicBezTo>
                  <a:lnTo>
                    <a:pt x="12038" y="5904"/>
                  </a:lnTo>
                  <a:cubicBezTo>
                    <a:pt x="9558" y="6231"/>
                    <a:pt x="7275" y="7340"/>
                    <a:pt x="5448" y="9068"/>
                  </a:cubicBezTo>
                  <a:cubicBezTo>
                    <a:pt x="1795" y="12657"/>
                    <a:pt x="1599" y="17648"/>
                    <a:pt x="1599" y="19083"/>
                  </a:cubicBezTo>
                  <a:cubicBezTo>
                    <a:pt x="1697" y="24726"/>
                    <a:pt x="5970" y="29456"/>
                    <a:pt x="12005" y="30630"/>
                  </a:cubicBezTo>
                  <a:lnTo>
                    <a:pt x="12527" y="30728"/>
                  </a:lnTo>
                  <a:cubicBezTo>
                    <a:pt x="12983" y="30826"/>
                    <a:pt x="13538" y="30924"/>
                    <a:pt x="13897" y="30989"/>
                  </a:cubicBezTo>
                  <a:cubicBezTo>
                    <a:pt x="14093" y="31054"/>
                    <a:pt x="14582" y="31185"/>
                    <a:pt x="14843" y="31283"/>
                  </a:cubicBezTo>
                  <a:cubicBezTo>
                    <a:pt x="14941" y="31283"/>
                    <a:pt x="15039" y="31315"/>
                    <a:pt x="15104" y="31348"/>
                  </a:cubicBezTo>
                  <a:cubicBezTo>
                    <a:pt x="15136" y="31380"/>
                    <a:pt x="15169" y="31380"/>
                    <a:pt x="15202" y="31413"/>
                  </a:cubicBezTo>
                  <a:lnTo>
                    <a:pt x="16050" y="31739"/>
                  </a:lnTo>
                  <a:cubicBezTo>
                    <a:pt x="16148" y="31772"/>
                    <a:pt x="16213" y="31805"/>
                    <a:pt x="16311" y="31837"/>
                  </a:cubicBezTo>
                  <a:cubicBezTo>
                    <a:pt x="16702" y="32033"/>
                    <a:pt x="16800" y="32098"/>
                    <a:pt x="17094" y="32261"/>
                  </a:cubicBezTo>
                  <a:cubicBezTo>
                    <a:pt x="17224" y="32326"/>
                    <a:pt x="17355" y="32424"/>
                    <a:pt x="17550" y="32522"/>
                  </a:cubicBezTo>
                  <a:lnTo>
                    <a:pt x="17648" y="32587"/>
                  </a:lnTo>
                  <a:cubicBezTo>
                    <a:pt x="17681" y="32587"/>
                    <a:pt x="17681" y="32620"/>
                    <a:pt x="17746" y="32653"/>
                  </a:cubicBezTo>
                  <a:cubicBezTo>
                    <a:pt x="18627" y="33175"/>
                    <a:pt x="23030" y="36045"/>
                    <a:pt x="23226" y="40253"/>
                  </a:cubicBezTo>
                  <a:cubicBezTo>
                    <a:pt x="23324" y="42765"/>
                    <a:pt x="22672" y="44689"/>
                    <a:pt x="21236" y="46125"/>
                  </a:cubicBezTo>
                  <a:cubicBezTo>
                    <a:pt x="19360" y="48001"/>
                    <a:pt x="16294" y="48775"/>
                    <a:pt x="13899" y="48775"/>
                  </a:cubicBezTo>
                  <a:cubicBezTo>
                    <a:pt x="13754" y="48775"/>
                    <a:pt x="13612" y="48772"/>
                    <a:pt x="13473" y="48767"/>
                  </a:cubicBezTo>
                  <a:cubicBezTo>
                    <a:pt x="8319" y="48571"/>
                    <a:pt x="5285" y="44396"/>
                    <a:pt x="5024" y="42112"/>
                  </a:cubicBezTo>
                  <a:cubicBezTo>
                    <a:pt x="4873" y="40843"/>
                    <a:pt x="3825" y="39909"/>
                    <a:pt x="2608" y="39909"/>
                  </a:cubicBezTo>
                  <a:cubicBezTo>
                    <a:pt x="2512" y="39909"/>
                    <a:pt x="2415" y="39915"/>
                    <a:pt x="2317" y="39927"/>
                  </a:cubicBezTo>
                  <a:cubicBezTo>
                    <a:pt x="947" y="40090"/>
                    <a:pt x="1" y="41297"/>
                    <a:pt x="164" y="42634"/>
                  </a:cubicBezTo>
                  <a:cubicBezTo>
                    <a:pt x="849" y="48963"/>
                    <a:pt x="7145" y="52812"/>
                    <a:pt x="12038" y="53562"/>
                  </a:cubicBezTo>
                  <a:lnTo>
                    <a:pt x="12038" y="56530"/>
                  </a:lnTo>
                  <a:cubicBezTo>
                    <a:pt x="12038" y="57868"/>
                    <a:pt x="13147" y="58977"/>
                    <a:pt x="14484" y="58977"/>
                  </a:cubicBezTo>
                  <a:cubicBezTo>
                    <a:pt x="15854" y="58977"/>
                    <a:pt x="16930" y="57868"/>
                    <a:pt x="16930" y="56530"/>
                  </a:cubicBezTo>
                  <a:lnTo>
                    <a:pt x="16930" y="53399"/>
                  </a:lnTo>
                  <a:cubicBezTo>
                    <a:pt x="19638" y="52910"/>
                    <a:pt x="22508" y="51768"/>
                    <a:pt x="24694" y="49582"/>
                  </a:cubicBezTo>
                  <a:cubicBezTo>
                    <a:pt x="27108" y="47201"/>
                    <a:pt x="28282" y="43907"/>
                    <a:pt x="28119" y="40057"/>
                  </a:cubicBezTo>
                  <a:cubicBezTo>
                    <a:pt x="27826" y="33533"/>
                    <a:pt x="22052" y="29554"/>
                    <a:pt x="20258" y="28445"/>
                  </a:cubicBezTo>
                  <a:cubicBezTo>
                    <a:pt x="20225" y="28412"/>
                    <a:pt x="20062" y="28314"/>
                    <a:pt x="19997" y="28314"/>
                  </a:cubicBezTo>
                  <a:cubicBezTo>
                    <a:pt x="19834" y="28184"/>
                    <a:pt x="19671" y="28118"/>
                    <a:pt x="19573" y="28053"/>
                  </a:cubicBezTo>
                  <a:cubicBezTo>
                    <a:pt x="19214" y="27825"/>
                    <a:pt x="19018" y="27727"/>
                    <a:pt x="18529" y="27466"/>
                  </a:cubicBezTo>
                  <a:cubicBezTo>
                    <a:pt x="18268" y="27368"/>
                    <a:pt x="18040" y="27238"/>
                    <a:pt x="17811" y="27140"/>
                  </a:cubicBezTo>
                  <a:lnTo>
                    <a:pt x="16996" y="26846"/>
                  </a:lnTo>
                  <a:cubicBezTo>
                    <a:pt x="16767" y="26748"/>
                    <a:pt x="16506" y="26651"/>
                    <a:pt x="16245" y="26585"/>
                  </a:cubicBezTo>
                  <a:cubicBezTo>
                    <a:pt x="15724" y="26422"/>
                    <a:pt x="15234" y="26292"/>
                    <a:pt x="14810" y="26194"/>
                  </a:cubicBezTo>
                  <a:cubicBezTo>
                    <a:pt x="14484" y="26129"/>
                    <a:pt x="13929" y="26031"/>
                    <a:pt x="13473" y="25933"/>
                  </a:cubicBezTo>
                  <a:lnTo>
                    <a:pt x="12918" y="25835"/>
                  </a:lnTo>
                  <a:cubicBezTo>
                    <a:pt x="8547" y="24987"/>
                    <a:pt x="6525" y="21790"/>
                    <a:pt x="6492" y="19018"/>
                  </a:cubicBezTo>
                  <a:cubicBezTo>
                    <a:pt x="6460" y="17060"/>
                    <a:pt x="7079" y="14353"/>
                    <a:pt x="8873" y="12591"/>
                  </a:cubicBezTo>
                  <a:cubicBezTo>
                    <a:pt x="10215" y="11280"/>
                    <a:pt x="12098" y="10625"/>
                    <a:pt x="14496" y="10625"/>
                  </a:cubicBezTo>
                  <a:cubicBezTo>
                    <a:pt x="14664" y="10625"/>
                    <a:pt x="14834" y="10628"/>
                    <a:pt x="15006" y="10634"/>
                  </a:cubicBezTo>
                  <a:cubicBezTo>
                    <a:pt x="22280" y="10928"/>
                    <a:pt x="23944" y="17028"/>
                    <a:pt x="24009" y="17354"/>
                  </a:cubicBezTo>
                  <a:cubicBezTo>
                    <a:pt x="24285" y="18459"/>
                    <a:pt x="25286" y="19189"/>
                    <a:pt x="26379" y="19189"/>
                  </a:cubicBezTo>
                  <a:cubicBezTo>
                    <a:pt x="26577" y="19189"/>
                    <a:pt x="26777" y="19165"/>
                    <a:pt x="26977" y="19115"/>
                  </a:cubicBezTo>
                  <a:cubicBezTo>
                    <a:pt x="28282" y="18789"/>
                    <a:pt x="29065" y="17484"/>
                    <a:pt x="28772" y="16180"/>
                  </a:cubicBezTo>
                  <a:cubicBezTo>
                    <a:pt x="27238" y="10699"/>
                    <a:pt x="22574" y="6655"/>
                    <a:pt x="16930" y="5904"/>
                  </a:cubicBezTo>
                  <a:lnTo>
                    <a:pt x="16930" y="2447"/>
                  </a:lnTo>
                  <a:cubicBezTo>
                    <a:pt x="16930" y="1077"/>
                    <a:pt x="15854" y="0"/>
                    <a:pt x="144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9" name="Google Shape;699;p19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4" name="Google Shape;704;p20"/>
          <p:cNvGrpSpPr/>
          <p:nvPr/>
        </p:nvGrpSpPr>
        <p:grpSpPr>
          <a:xfrm>
            <a:off x="685697" y="1436417"/>
            <a:ext cx="3045568" cy="2880392"/>
            <a:chOff x="2750250" y="2018450"/>
            <a:chExt cx="2113950" cy="1999300"/>
          </a:xfrm>
        </p:grpSpPr>
        <p:sp>
          <p:nvSpPr>
            <p:cNvPr id="705" name="Google Shape;705;p20"/>
            <p:cNvSpPr/>
            <p:nvPr/>
          </p:nvSpPr>
          <p:spPr>
            <a:xfrm>
              <a:off x="3057450" y="2173450"/>
              <a:ext cx="1798025" cy="1271100"/>
            </a:xfrm>
            <a:custGeom>
              <a:rect b="b" l="l" r="r" t="t"/>
              <a:pathLst>
                <a:path extrusionOk="0" h="50844" w="71921">
                  <a:moveTo>
                    <a:pt x="16754" y="1"/>
                  </a:moveTo>
                  <a:cubicBezTo>
                    <a:pt x="11597" y="1"/>
                    <a:pt x="6022" y="282"/>
                    <a:pt x="1" y="902"/>
                  </a:cubicBezTo>
                  <a:lnTo>
                    <a:pt x="1" y="32381"/>
                  </a:lnTo>
                  <a:lnTo>
                    <a:pt x="29706" y="49514"/>
                  </a:lnTo>
                  <a:lnTo>
                    <a:pt x="71636" y="50844"/>
                  </a:lnTo>
                  <a:cubicBezTo>
                    <a:pt x="71921" y="47867"/>
                    <a:pt x="71636" y="19397"/>
                    <a:pt x="71636" y="19397"/>
                  </a:cubicBezTo>
                  <a:cubicBezTo>
                    <a:pt x="65158" y="11197"/>
                    <a:pt x="49267" y="1"/>
                    <a:pt x="16754" y="1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0"/>
            <p:cNvSpPr/>
            <p:nvPr/>
          </p:nvSpPr>
          <p:spPr>
            <a:xfrm>
              <a:off x="3057450" y="2018450"/>
              <a:ext cx="1806750" cy="639925"/>
            </a:xfrm>
            <a:custGeom>
              <a:rect b="b" l="l" r="r" t="t"/>
              <a:pathLst>
                <a:path extrusionOk="0" h="25597" w="72270">
                  <a:moveTo>
                    <a:pt x="29706" y="0"/>
                  </a:moveTo>
                  <a:cubicBezTo>
                    <a:pt x="18954" y="0"/>
                    <a:pt x="8203" y="2368"/>
                    <a:pt x="1" y="7102"/>
                  </a:cubicBezTo>
                  <a:lnTo>
                    <a:pt x="29706" y="24267"/>
                  </a:lnTo>
                  <a:lnTo>
                    <a:pt x="71636" y="25597"/>
                  </a:lnTo>
                  <a:cubicBezTo>
                    <a:pt x="72269" y="18946"/>
                    <a:pt x="68216" y="12169"/>
                    <a:pt x="59412" y="7102"/>
                  </a:cubicBezTo>
                  <a:cubicBezTo>
                    <a:pt x="51209" y="2368"/>
                    <a:pt x="40458" y="0"/>
                    <a:pt x="29706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0"/>
            <p:cNvSpPr/>
            <p:nvPr/>
          </p:nvSpPr>
          <p:spPr>
            <a:xfrm>
              <a:off x="3800100" y="2625100"/>
              <a:ext cx="1055375" cy="819450"/>
            </a:xfrm>
            <a:custGeom>
              <a:rect b="b" l="l" r="r" t="t"/>
              <a:pathLst>
                <a:path extrusionOk="0" h="32778" w="42215">
                  <a:moveTo>
                    <a:pt x="0" y="1"/>
                  </a:moveTo>
                  <a:lnTo>
                    <a:pt x="0" y="31448"/>
                  </a:lnTo>
                  <a:lnTo>
                    <a:pt x="41930" y="32778"/>
                  </a:lnTo>
                  <a:cubicBezTo>
                    <a:pt x="42215" y="29801"/>
                    <a:pt x="41930" y="1331"/>
                    <a:pt x="41930" y="133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0"/>
            <p:cNvSpPr/>
            <p:nvPr/>
          </p:nvSpPr>
          <p:spPr>
            <a:xfrm>
              <a:off x="3800100" y="3022550"/>
              <a:ext cx="1048250" cy="817875"/>
            </a:xfrm>
            <a:custGeom>
              <a:rect b="b" l="l" r="r" t="t"/>
              <a:pathLst>
                <a:path extrusionOk="0" h="32715" w="41930">
                  <a:moveTo>
                    <a:pt x="0" y="0"/>
                  </a:moveTo>
                  <a:lnTo>
                    <a:pt x="0" y="15550"/>
                  </a:lnTo>
                  <a:lnTo>
                    <a:pt x="29706" y="32714"/>
                  </a:lnTo>
                  <a:cubicBezTo>
                    <a:pt x="37306" y="28312"/>
                    <a:pt x="41392" y="22644"/>
                    <a:pt x="41930" y="16880"/>
                  </a:cubicBezTo>
                  <a:lnTo>
                    <a:pt x="41930" y="1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0"/>
            <p:cNvSpPr/>
            <p:nvPr/>
          </p:nvSpPr>
          <p:spPr>
            <a:xfrm>
              <a:off x="3800100" y="3022550"/>
              <a:ext cx="1048250" cy="429125"/>
            </a:xfrm>
            <a:custGeom>
              <a:rect b="b" l="l" r="r" t="t"/>
              <a:pathLst>
                <a:path extrusionOk="0" h="17165" w="41930">
                  <a:moveTo>
                    <a:pt x="0" y="0"/>
                  </a:moveTo>
                  <a:lnTo>
                    <a:pt x="29706" y="17165"/>
                  </a:lnTo>
                  <a:cubicBezTo>
                    <a:pt x="37306" y="12763"/>
                    <a:pt x="41392" y="7094"/>
                    <a:pt x="41930" y="13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0"/>
            <p:cNvSpPr/>
            <p:nvPr/>
          </p:nvSpPr>
          <p:spPr>
            <a:xfrm>
              <a:off x="2750250" y="2786625"/>
              <a:ext cx="1049875" cy="1098125"/>
            </a:xfrm>
            <a:custGeom>
              <a:rect b="b" l="l" r="r" t="t"/>
              <a:pathLst>
                <a:path extrusionOk="0" h="43925" w="41995">
                  <a:moveTo>
                    <a:pt x="1" y="0"/>
                  </a:moveTo>
                  <a:lnTo>
                    <a:pt x="1" y="24987"/>
                  </a:lnTo>
                  <a:cubicBezTo>
                    <a:pt x="1" y="31194"/>
                    <a:pt x="4086" y="37401"/>
                    <a:pt x="12289" y="42151"/>
                  </a:cubicBezTo>
                  <a:cubicBezTo>
                    <a:pt x="13397" y="42785"/>
                    <a:pt x="14569" y="43387"/>
                    <a:pt x="15772" y="43925"/>
                  </a:cubicBezTo>
                  <a:lnTo>
                    <a:pt x="41994" y="24987"/>
                  </a:lnTo>
                  <a:lnTo>
                    <a:pt x="41994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0"/>
            <p:cNvSpPr/>
            <p:nvPr/>
          </p:nvSpPr>
          <p:spPr>
            <a:xfrm>
              <a:off x="2750250" y="2358300"/>
              <a:ext cx="1049875" cy="901800"/>
            </a:xfrm>
            <a:custGeom>
              <a:rect b="b" l="l" r="r" t="t"/>
              <a:pathLst>
                <a:path extrusionOk="0" h="36072" w="41995">
                  <a:moveTo>
                    <a:pt x="12289" y="0"/>
                  </a:moveTo>
                  <a:cubicBezTo>
                    <a:pt x="4086" y="4719"/>
                    <a:pt x="1" y="10926"/>
                    <a:pt x="1" y="17133"/>
                  </a:cubicBezTo>
                  <a:cubicBezTo>
                    <a:pt x="1" y="23340"/>
                    <a:pt x="4086" y="29547"/>
                    <a:pt x="12289" y="34298"/>
                  </a:cubicBezTo>
                  <a:cubicBezTo>
                    <a:pt x="13397" y="34931"/>
                    <a:pt x="14569" y="35533"/>
                    <a:pt x="15772" y="36071"/>
                  </a:cubicBezTo>
                  <a:lnTo>
                    <a:pt x="41994" y="17133"/>
                  </a:lnTo>
                  <a:lnTo>
                    <a:pt x="12289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0"/>
            <p:cNvSpPr/>
            <p:nvPr/>
          </p:nvSpPr>
          <p:spPr>
            <a:xfrm>
              <a:off x="3144550" y="2786625"/>
              <a:ext cx="655575" cy="1098125"/>
            </a:xfrm>
            <a:custGeom>
              <a:rect b="b" l="l" r="r" t="t"/>
              <a:pathLst>
                <a:path extrusionOk="0" h="43925" w="26223">
                  <a:moveTo>
                    <a:pt x="26222" y="0"/>
                  </a:moveTo>
                  <a:lnTo>
                    <a:pt x="0" y="18938"/>
                  </a:lnTo>
                  <a:lnTo>
                    <a:pt x="0" y="43925"/>
                  </a:lnTo>
                  <a:lnTo>
                    <a:pt x="26222" y="24987"/>
                  </a:lnTo>
                  <a:lnTo>
                    <a:pt x="26222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3140575" y="3275900"/>
              <a:ext cx="1402175" cy="741850"/>
            </a:xfrm>
            <a:custGeom>
              <a:rect b="b" l="l" r="r" t="t"/>
              <a:pathLst>
                <a:path extrusionOk="0" h="29674" w="56087">
                  <a:moveTo>
                    <a:pt x="26381" y="1"/>
                  </a:moveTo>
                  <a:lnTo>
                    <a:pt x="159" y="3611"/>
                  </a:lnTo>
                  <a:lnTo>
                    <a:pt x="1" y="24354"/>
                  </a:lnTo>
                  <a:cubicBezTo>
                    <a:pt x="7664" y="27898"/>
                    <a:pt x="16979" y="29674"/>
                    <a:pt x="26292" y="29674"/>
                  </a:cubicBezTo>
                  <a:cubicBezTo>
                    <a:pt x="37032" y="29674"/>
                    <a:pt x="47768" y="27313"/>
                    <a:pt x="55960" y="22580"/>
                  </a:cubicBezTo>
                  <a:lnTo>
                    <a:pt x="56087" y="1806"/>
                  </a:lnTo>
                  <a:lnTo>
                    <a:pt x="26381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0"/>
            <p:cNvSpPr/>
            <p:nvPr/>
          </p:nvSpPr>
          <p:spPr>
            <a:xfrm>
              <a:off x="3140575" y="2892700"/>
              <a:ext cx="1399025" cy="606125"/>
            </a:xfrm>
            <a:custGeom>
              <a:rect b="b" l="l" r="r" t="t"/>
              <a:pathLst>
                <a:path extrusionOk="0" h="24245" w="55961">
                  <a:moveTo>
                    <a:pt x="26254" y="1"/>
                  </a:moveTo>
                  <a:lnTo>
                    <a:pt x="1" y="18939"/>
                  </a:lnTo>
                  <a:cubicBezTo>
                    <a:pt x="7648" y="22476"/>
                    <a:pt x="16941" y="24245"/>
                    <a:pt x="26234" y="24245"/>
                  </a:cubicBezTo>
                  <a:cubicBezTo>
                    <a:pt x="36993" y="24245"/>
                    <a:pt x="47753" y="21874"/>
                    <a:pt x="55960" y="17134"/>
                  </a:cubicBezTo>
                  <a:lnTo>
                    <a:pt x="26254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5" name="Google Shape;715;p20"/>
          <p:cNvSpPr txBox="1"/>
          <p:nvPr/>
        </p:nvSpPr>
        <p:spPr>
          <a:xfrm>
            <a:off x="4393605" y="206700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EE762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EE7623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16" name="Google Shape;716;p20"/>
          <p:cNvSpPr txBox="1"/>
          <p:nvPr/>
        </p:nvSpPr>
        <p:spPr>
          <a:xfrm>
            <a:off x="4393605" y="2352049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20"/>
          <p:cNvSpPr txBox="1"/>
          <p:nvPr/>
        </p:nvSpPr>
        <p:spPr>
          <a:xfrm>
            <a:off x="4393605" y="357485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CB3B7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ACB3B7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18" name="Google Shape;718;p20"/>
          <p:cNvSpPr txBox="1"/>
          <p:nvPr/>
        </p:nvSpPr>
        <p:spPr>
          <a:xfrm>
            <a:off x="4393605" y="3835556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20"/>
          <p:cNvSpPr txBox="1"/>
          <p:nvPr/>
        </p:nvSpPr>
        <p:spPr>
          <a:xfrm>
            <a:off x="6623203" y="206700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B4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500">
              <a:solidFill>
                <a:srgbClr val="FFB4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20" name="Google Shape;720;p20"/>
          <p:cNvSpPr txBox="1"/>
          <p:nvPr/>
        </p:nvSpPr>
        <p:spPr>
          <a:xfrm>
            <a:off x="6623203" y="2352048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20"/>
          <p:cNvSpPr txBox="1"/>
          <p:nvPr/>
        </p:nvSpPr>
        <p:spPr>
          <a:xfrm>
            <a:off x="6623203" y="357485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6B99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336B99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22" name="Google Shape;722;p20"/>
          <p:cNvSpPr txBox="1"/>
          <p:nvPr/>
        </p:nvSpPr>
        <p:spPr>
          <a:xfrm>
            <a:off x="6623203" y="383555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third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23" name="Google Shape;723;p20"/>
          <p:cNvGrpSpPr/>
          <p:nvPr/>
        </p:nvGrpSpPr>
        <p:grpSpPr>
          <a:xfrm>
            <a:off x="7260583" y="1562451"/>
            <a:ext cx="475704" cy="466596"/>
            <a:chOff x="1065850" y="238125"/>
            <a:chExt cx="5357025" cy="5219200"/>
          </a:xfrm>
        </p:grpSpPr>
        <p:sp>
          <p:nvSpPr>
            <p:cNvPr id="724" name="Google Shape;724;p20"/>
            <p:cNvSpPr/>
            <p:nvPr/>
          </p:nvSpPr>
          <p:spPr>
            <a:xfrm>
              <a:off x="4081550" y="3135575"/>
              <a:ext cx="1527450" cy="1528250"/>
            </a:xfrm>
            <a:custGeom>
              <a:rect b="b" l="l" r="r" t="t"/>
              <a:pathLst>
                <a:path extrusionOk="0" h="61130" w="61098">
                  <a:moveTo>
                    <a:pt x="10634" y="0"/>
                  </a:moveTo>
                  <a:lnTo>
                    <a:pt x="0" y="10667"/>
                  </a:lnTo>
                  <a:lnTo>
                    <a:pt x="50463" y="61130"/>
                  </a:lnTo>
                  <a:lnTo>
                    <a:pt x="61097" y="50463"/>
                  </a:lnTo>
                  <a:lnTo>
                    <a:pt x="10634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0"/>
            <p:cNvSpPr/>
            <p:nvPr/>
          </p:nvSpPr>
          <p:spPr>
            <a:xfrm>
              <a:off x="4207950" y="3135575"/>
              <a:ext cx="1401050" cy="1401850"/>
            </a:xfrm>
            <a:custGeom>
              <a:rect b="b" l="l" r="r" t="t"/>
              <a:pathLst>
                <a:path extrusionOk="0" h="56074" w="56042">
                  <a:moveTo>
                    <a:pt x="5578" y="0"/>
                  </a:moveTo>
                  <a:lnTo>
                    <a:pt x="1" y="5611"/>
                  </a:lnTo>
                  <a:lnTo>
                    <a:pt x="50463" y="56074"/>
                  </a:lnTo>
                  <a:lnTo>
                    <a:pt x="56041" y="50463"/>
                  </a:lnTo>
                  <a:lnTo>
                    <a:pt x="5578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0"/>
            <p:cNvSpPr/>
            <p:nvPr/>
          </p:nvSpPr>
          <p:spPr>
            <a:xfrm>
              <a:off x="1065850" y="311700"/>
              <a:ext cx="4108500" cy="3915450"/>
            </a:xfrm>
            <a:custGeom>
              <a:rect b="b" l="l" r="r" t="t"/>
              <a:pathLst>
                <a:path extrusionOk="0" h="156618" w="164340">
                  <a:moveTo>
                    <a:pt x="85958" y="1"/>
                  </a:moveTo>
                  <a:cubicBezTo>
                    <a:pt x="65917" y="1"/>
                    <a:pt x="45880" y="7642"/>
                    <a:pt x="30598" y="22925"/>
                  </a:cubicBezTo>
                  <a:cubicBezTo>
                    <a:pt x="0" y="53522"/>
                    <a:pt x="0" y="103104"/>
                    <a:pt x="30598" y="133669"/>
                  </a:cubicBezTo>
                  <a:cubicBezTo>
                    <a:pt x="45880" y="148968"/>
                    <a:pt x="65917" y="156617"/>
                    <a:pt x="85958" y="156617"/>
                  </a:cubicBezTo>
                  <a:cubicBezTo>
                    <a:pt x="105998" y="156617"/>
                    <a:pt x="126043" y="148968"/>
                    <a:pt x="141342" y="133669"/>
                  </a:cubicBezTo>
                  <a:cubicBezTo>
                    <a:pt x="154227" y="120784"/>
                    <a:pt x="161664" y="104572"/>
                    <a:pt x="163719" y="87773"/>
                  </a:cubicBezTo>
                  <a:cubicBezTo>
                    <a:pt x="164045" y="85065"/>
                    <a:pt x="164209" y="82358"/>
                    <a:pt x="164274" y="79618"/>
                  </a:cubicBezTo>
                  <a:cubicBezTo>
                    <a:pt x="164339" y="76030"/>
                    <a:pt x="164143" y="72409"/>
                    <a:pt x="163687" y="68788"/>
                  </a:cubicBezTo>
                  <a:cubicBezTo>
                    <a:pt x="161664" y="52021"/>
                    <a:pt x="154227" y="35809"/>
                    <a:pt x="141342" y="22925"/>
                  </a:cubicBezTo>
                  <a:cubicBezTo>
                    <a:pt x="126043" y="7642"/>
                    <a:pt x="105998" y="1"/>
                    <a:pt x="85958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0"/>
            <p:cNvSpPr/>
            <p:nvPr/>
          </p:nvSpPr>
          <p:spPr>
            <a:xfrm>
              <a:off x="1585325" y="639325"/>
              <a:ext cx="3259550" cy="3259575"/>
            </a:xfrm>
            <a:custGeom>
              <a:rect b="b" l="l" r="r" t="t"/>
              <a:pathLst>
                <a:path extrusionOk="0" h="130383" w="130382">
                  <a:moveTo>
                    <a:pt x="65175" y="1"/>
                  </a:moveTo>
                  <a:cubicBezTo>
                    <a:pt x="29195" y="1"/>
                    <a:pt x="0" y="29196"/>
                    <a:pt x="0" y="65208"/>
                  </a:cubicBezTo>
                  <a:cubicBezTo>
                    <a:pt x="0" y="101220"/>
                    <a:pt x="29195" y="130383"/>
                    <a:pt x="65175" y="130383"/>
                  </a:cubicBezTo>
                  <a:cubicBezTo>
                    <a:pt x="101187" y="130383"/>
                    <a:pt x="130382" y="101220"/>
                    <a:pt x="130382" y="65208"/>
                  </a:cubicBezTo>
                  <a:cubicBezTo>
                    <a:pt x="130382" y="29196"/>
                    <a:pt x="101187" y="1"/>
                    <a:pt x="65175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0"/>
            <p:cNvSpPr/>
            <p:nvPr/>
          </p:nvSpPr>
          <p:spPr>
            <a:xfrm>
              <a:off x="2974925" y="639450"/>
              <a:ext cx="2028975" cy="3259825"/>
            </a:xfrm>
            <a:custGeom>
              <a:rect b="b" l="l" r="r" t="t"/>
              <a:pathLst>
                <a:path extrusionOk="0" h="130393" w="81159">
                  <a:moveTo>
                    <a:pt x="9641" y="1"/>
                  </a:moveTo>
                  <a:cubicBezTo>
                    <a:pt x="6419" y="1"/>
                    <a:pt x="3196" y="238"/>
                    <a:pt x="0" y="714"/>
                  </a:cubicBezTo>
                  <a:cubicBezTo>
                    <a:pt x="13342" y="2671"/>
                    <a:pt x="26194" y="8803"/>
                    <a:pt x="36502" y="19079"/>
                  </a:cubicBezTo>
                  <a:cubicBezTo>
                    <a:pt x="61945" y="44555"/>
                    <a:pt x="61945" y="85819"/>
                    <a:pt x="36502" y="111295"/>
                  </a:cubicBezTo>
                  <a:cubicBezTo>
                    <a:pt x="26194" y="121570"/>
                    <a:pt x="13342" y="127703"/>
                    <a:pt x="0" y="129693"/>
                  </a:cubicBezTo>
                  <a:cubicBezTo>
                    <a:pt x="3165" y="130159"/>
                    <a:pt x="6359" y="130392"/>
                    <a:pt x="9554" y="130392"/>
                  </a:cubicBezTo>
                  <a:cubicBezTo>
                    <a:pt x="26245" y="130392"/>
                    <a:pt x="42956" y="124026"/>
                    <a:pt x="55715" y="111295"/>
                  </a:cubicBezTo>
                  <a:cubicBezTo>
                    <a:pt x="81158" y="85819"/>
                    <a:pt x="81158" y="44555"/>
                    <a:pt x="55715" y="19079"/>
                  </a:cubicBezTo>
                  <a:cubicBezTo>
                    <a:pt x="42975" y="6366"/>
                    <a:pt x="26318" y="1"/>
                    <a:pt x="9641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0"/>
            <p:cNvSpPr/>
            <p:nvPr/>
          </p:nvSpPr>
          <p:spPr>
            <a:xfrm>
              <a:off x="4855450" y="3921700"/>
              <a:ext cx="1485875" cy="1461400"/>
            </a:xfrm>
            <a:custGeom>
              <a:rect b="b" l="l" r="r" t="t"/>
              <a:pathLst>
                <a:path extrusionOk="0" h="58456" w="59435">
                  <a:moveTo>
                    <a:pt x="17697" y="1"/>
                  </a:moveTo>
                  <a:cubicBezTo>
                    <a:pt x="16417" y="1"/>
                    <a:pt x="15136" y="490"/>
                    <a:pt x="14158" y="1469"/>
                  </a:cubicBezTo>
                  <a:lnTo>
                    <a:pt x="1958" y="13669"/>
                  </a:lnTo>
                  <a:cubicBezTo>
                    <a:pt x="1" y="15626"/>
                    <a:pt x="1" y="18790"/>
                    <a:pt x="1958" y="20747"/>
                  </a:cubicBezTo>
                  <a:lnTo>
                    <a:pt x="38199" y="56988"/>
                  </a:lnTo>
                  <a:cubicBezTo>
                    <a:pt x="39177" y="57966"/>
                    <a:pt x="40457" y="58456"/>
                    <a:pt x="41738" y="58456"/>
                  </a:cubicBezTo>
                  <a:cubicBezTo>
                    <a:pt x="43018" y="58456"/>
                    <a:pt x="44298" y="57966"/>
                    <a:pt x="45277" y="56988"/>
                  </a:cubicBezTo>
                  <a:lnTo>
                    <a:pt x="57477" y="44788"/>
                  </a:lnTo>
                  <a:cubicBezTo>
                    <a:pt x="59434" y="42831"/>
                    <a:pt x="59434" y="39667"/>
                    <a:pt x="57477" y="37709"/>
                  </a:cubicBezTo>
                  <a:lnTo>
                    <a:pt x="21236" y="1469"/>
                  </a:lnTo>
                  <a:cubicBezTo>
                    <a:pt x="20258" y="490"/>
                    <a:pt x="18977" y="1"/>
                    <a:pt x="17697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0"/>
            <p:cNvSpPr/>
            <p:nvPr/>
          </p:nvSpPr>
          <p:spPr>
            <a:xfrm>
              <a:off x="4984300" y="3921700"/>
              <a:ext cx="1357025" cy="1344800"/>
            </a:xfrm>
            <a:custGeom>
              <a:rect b="b" l="l" r="r" t="t"/>
              <a:pathLst>
                <a:path extrusionOk="0" h="53792" w="54281">
                  <a:moveTo>
                    <a:pt x="60" y="10412"/>
                  </a:moveTo>
                  <a:cubicBezTo>
                    <a:pt x="40" y="10432"/>
                    <a:pt x="20" y="10452"/>
                    <a:pt x="1" y="10472"/>
                  </a:cubicBezTo>
                  <a:lnTo>
                    <a:pt x="60" y="10412"/>
                  </a:lnTo>
                  <a:close/>
                  <a:moveTo>
                    <a:pt x="12543" y="1"/>
                  </a:moveTo>
                  <a:cubicBezTo>
                    <a:pt x="11263" y="1"/>
                    <a:pt x="9982" y="490"/>
                    <a:pt x="9004" y="1469"/>
                  </a:cubicBezTo>
                  <a:lnTo>
                    <a:pt x="60" y="10412"/>
                  </a:lnTo>
                  <a:lnTo>
                    <a:pt x="60" y="10412"/>
                  </a:lnTo>
                  <a:cubicBezTo>
                    <a:pt x="1015" y="9473"/>
                    <a:pt x="2261" y="9004"/>
                    <a:pt x="3511" y="9004"/>
                  </a:cubicBezTo>
                  <a:cubicBezTo>
                    <a:pt x="4788" y="9004"/>
                    <a:pt x="6068" y="9493"/>
                    <a:pt x="7047" y="10472"/>
                  </a:cubicBezTo>
                  <a:lnTo>
                    <a:pt x="43320" y="46713"/>
                  </a:lnTo>
                  <a:cubicBezTo>
                    <a:pt x="45244" y="48670"/>
                    <a:pt x="45244" y="51834"/>
                    <a:pt x="43320" y="53791"/>
                  </a:cubicBezTo>
                  <a:lnTo>
                    <a:pt x="52323" y="44788"/>
                  </a:lnTo>
                  <a:cubicBezTo>
                    <a:pt x="54280" y="42831"/>
                    <a:pt x="54280" y="39667"/>
                    <a:pt x="52323" y="37709"/>
                  </a:cubicBezTo>
                  <a:lnTo>
                    <a:pt x="16082" y="1469"/>
                  </a:lnTo>
                  <a:cubicBezTo>
                    <a:pt x="15104" y="490"/>
                    <a:pt x="13823" y="1"/>
                    <a:pt x="12543" y="1"/>
                  </a:cubicBez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0"/>
            <p:cNvSpPr/>
            <p:nvPr/>
          </p:nvSpPr>
          <p:spPr>
            <a:xfrm>
              <a:off x="1193050" y="238125"/>
              <a:ext cx="4044075" cy="1870750"/>
            </a:xfrm>
            <a:custGeom>
              <a:rect b="b" l="l" r="r" t="t"/>
              <a:pathLst>
                <a:path extrusionOk="0" h="74830" w="161763">
                  <a:moveTo>
                    <a:pt x="80878" y="0"/>
                  </a:moveTo>
                  <a:cubicBezTo>
                    <a:pt x="60062" y="0"/>
                    <a:pt x="39243" y="7927"/>
                    <a:pt x="23389" y="23780"/>
                  </a:cubicBezTo>
                  <a:cubicBezTo>
                    <a:pt x="10439" y="36763"/>
                    <a:pt x="2415" y="53203"/>
                    <a:pt x="197" y="71405"/>
                  </a:cubicBezTo>
                  <a:cubicBezTo>
                    <a:pt x="1" y="73036"/>
                    <a:pt x="1143" y="74504"/>
                    <a:pt x="2774" y="74699"/>
                  </a:cubicBezTo>
                  <a:cubicBezTo>
                    <a:pt x="2893" y="74714"/>
                    <a:pt x="3012" y="74721"/>
                    <a:pt x="3130" y="74721"/>
                  </a:cubicBezTo>
                  <a:cubicBezTo>
                    <a:pt x="4617" y="74721"/>
                    <a:pt x="5919" y="73604"/>
                    <a:pt x="6101" y="72123"/>
                  </a:cubicBezTo>
                  <a:cubicBezTo>
                    <a:pt x="8123" y="55258"/>
                    <a:pt x="15593" y="39992"/>
                    <a:pt x="27597" y="27955"/>
                  </a:cubicBezTo>
                  <a:cubicBezTo>
                    <a:pt x="42293" y="13276"/>
                    <a:pt x="61587" y="5937"/>
                    <a:pt x="80882" y="5937"/>
                  </a:cubicBezTo>
                  <a:cubicBezTo>
                    <a:pt x="100176" y="5937"/>
                    <a:pt x="119471" y="13276"/>
                    <a:pt x="134166" y="27955"/>
                  </a:cubicBezTo>
                  <a:cubicBezTo>
                    <a:pt x="146203" y="40025"/>
                    <a:pt x="153640" y="55323"/>
                    <a:pt x="155663" y="72220"/>
                  </a:cubicBezTo>
                  <a:cubicBezTo>
                    <a:pt x="155859" y="73721"/>
                    <a:pt x="157131" y="74830"/>
                    <a:pt x="158631" y="74830"/>
                  </a:cubicBezTo>
                  <a:lnTo>
                    <a:pt x="158990" y="74830"/>
                  </a:lnTo>
                  <a:cubicBezTo>
                    <a:pt x="160621" y="74634"/>
                    <a:pt x="161763" y="73134"/>
                    <a:pt x="161567" y="71503"/>
                  </a:cubicBezTo>
                  <a:cubicBezTo>
                    <a:pt x="159382" y="53301"/>
                    <a:pt x="151357" y="36763"/>
                    <a:pt x="138342" y="23780"/>
                  </a:cubicBezTo>
                  <a:cubicBezTo>
                    <a:pt x="122505" y="7927"/>
                    <a:pt x="101693" y="0"/>
                    <a:pt x="808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0"/>
            <p:cNvSpPr/>
            <p:nvPr/>
          </p:nvSpPr>
          <p:spPr>
            <a:xfrm>
              <a:off x="1193050" y="2428000"/>
              <a:ext cx="5229825" cy="3029325"/>
            </a:xfrm>
            <a:custGeom>
              <a:rect b="b" l="l" r="r" t="t"/>
              <a:pathLst>
                <a:path extrusionOk="0" h="121173" w="209193">
                  <a:moveTo>
                    <a:pt x="141473" y="47810"/>
                  </a:moveTo>
                  <a:lnTo>
                    <a:pt x="155663" y="62000"/>
                  </a:lnTo>
                  <a:lnTo>
                    <a:pt x="149237" y="68426"/>
                  </a:lnTo>
                  <a:lnTo>
                    <a:pt x="135047" y="54269"/>
                  </a:lnTo>
                  <a:cubicBezTo>
                    <a:pt x="135047" y="54236"/>
                    <a:pt x="135080" y="54236"/>
                    <a:pt x="135080" y="54204"/>
                  </a:cubicBezTo>
                  <a:cubicBezTo>
                    <a:pt x="135569" y="53779"/>
                    <a:pt x="136058" y="53323"/>
                    <a:pt x="136548" y="52866"/>
                  </a:cubicBezTo>
                  <a:cubicBezTo>
                    <a:pt x="136613" y="52801"/>
                    <a:pt x="136678" y="52736"/>
                    <a:pt x="136743" y="52670"/>
                  </a:cubicBezTo>
                  <a:cubicBezTo>
                    <a:pt x="137298" y="52181"/>
                    <a:pt x="137820" y="51659"/>
                    <a:pt x="138342" y="51137"/>
                  </a:cubicBezTo>
                  <a:cubicBezTo>
                    <a:pt x="138864" y="50615"/>
                    <a:pt x="139353" y="50093"/>
                    <a:pt x="139842" y="49572"/>
                  </a:cubicBezTo>
                  <a:cubicBezTo>
                    <a:pt x="139907" y="49506"/>
                    <a:pt x="139973" y="49441"/>
                    <a:pt x="140038" y="49376"/>
                  </a:cubicBezTo>
                  <a:cubicBezTo>
                    <a:pt x="140527" y="48854"/>
                    <a:pt x="141017" y="48332"/>
                    <a:pt x="141473" y="47810"/>
                  </a:cubicBezTo>
                  <a:close/>
                  <a:moveTo>
                    <a:pt x="164177" y="62717"/>
                  </a:moveTo>
                  <a:cubicBezTo>
                    <a:pt x="164699" y="62717"/>
                    <a:pt x="165220" y="62913"/>
                    <a:pt x="165612" y="63304"/>
                  </a:cubicBezTo>
                  <a:lnTo>
                    <a:pt x="201885" y="99578"/>
                  </a:lnTo>
                  <a:cubicBezTo>
                    <a:pt x="202668" y="100361"/>
                    <a:pt x="202668" y="101633"/>
                    <a:pt x="201885" y="102416"/>
                  </a:cubicBezTo>
                  <a:lnTo>
                    <a:pt x="189653" y="114648"/>
                  </a:lnTo>
                  <a:cubicBezTo>
                    <a:pt x="189261" y="115040"/>
                    <a:pt x="188748" y="115235"/>
                    <a:pt x="188230" y="115235"/>
                  </a:cubicBezTo>
                  <a:cubicBezTo>
                    <a:pt x="187712" y="115235"/>
                    <a:pt x="187190" y="115040"/>
                    <a:pt x="186782" y="114648"/>
                  </a:cubicBezTo>
                  <a:lnTo>
                    <a:pt x="150542" y="78375"/>
                  </a:lnTo>
                  <a:cubicBezTo>
                    <a:pt x="150150" y="78016"/>
                    <a:pt x="149954" y="77494"/>
                    <a:pt x="149954" y="76940"/>
                  </a:cubicBezTo>
                  <a:cubicBezTo>
                    <a:pt x="149954" y="76418"/>
                    <a:pt x="150150" y="75896"/>
                    <a:pt x="150542" y="75537"/>
                  </a:cubicBezTo>
                  <a:lnTo>
                    <a:pt x="151324" y="74754"/>
                  </a:lnTo>
                  <a:lnTo>
                    <a:pt x="161958" y="64087"/>
                  </a:lnTo>
                  <a:lnTo>
                    <a:pt x="162741" y="63304"/>
                  </a:lnTo>
                  <a:cubicBezTo>
                    <a:pt x="163133" y="62913"/>
                    <a:pt x="163655" y="62717"/>
                    <a:pt x="164177" y="62717"/>
                  </a:cubicBezTo>
                  <a:close/>
                  <a:moveTo>
                    <a:pt x="158635" y="1"/>
                  </a:moveTo>
                  <a:cubicBezTo>
                    <a:pt x="157151" y="1"/>
                    <a:pt x="155877" y="1120"/>
                    <a:pt x="155695" y="2632"/>
                  </a:cubicBezTo>
                  <a:cubicBezTo>
                    <a:pt x="153967" y="17082"/>
                    <a:pt x="148258" y="30358"/>
                    <a:pt x="139092" y="41482"/>
                  </a:cubicBezTo>
                  <a:cubicBezTo>
                    <a:pt x="139092" y="41482"/>
                    <a:pt x="139059" y="41514"/>
                    <a:pt x="139027" y="41547"/>
                  </a:cubicBezTo>
                  <a:cubicBezTo>
                    <a:pt x="137885" y="42917"/>
                    <a:pt x="136711" y="44254"/>
                    <a:pt x="135471" y="45559"/>
                  </a:cubicBezTo>
                  <a:cubicBezTo>
                    <a:pt x="135439" y="45592"/>
                    <a:pt x="135406" y="45625"/>
                    <a:pt x="135373" y="45657"/>
                  </a:cubicBezTo>
                  <a:cubicBezTo>
                    <a:pt x="134982" y="46081"/>
                    <a:pt x="134590" y="46473"/>
                    <a:pt x="134199" y="46864"/>
                  </a:cubicBezTo>
                  <a:cubicBezTo>
                    <a:pt x="134199" y="46897"/>
                    <a:pt x="134166" y="46897"/>
                    <a:pt x="134166" y="46929"/>
                  </a:cubicBezTo>
                  <a:cubicBezTo>
                    <a:pt x="133710" y="47353"/>
                    <a:pt x="133286" y="47777"/>
                    <a:pt x="132829" y="48201"/>
                  </a:cubicBezTo>
                  <a:cubicBezTo>
                    <a:pt x="132503" y="48528"/>
                    <a:pt x="132177" y="48821"/>
                    <a:pt x="131818" y="49147"/>
                  </a:cubicBezTo>
                  <a:cubicBezTo>
                    <a:pt x="131720" y="49245"/>
                    <a:pt x="131622" y="49343"/>
                    <a:pt x="131524" y="49441"/>
                  </a:cubicBezTo>
                  <a:cubicBezTo>
                    <a:pt x="131133" y="49767"/>
                    <a:pt x="130741" y="50126"/>
                    <a:pt x="130350" y="50452"/>
                  </a:cubicBezTo>
                  <a:cubicBezTo>
                    <a:pt x="130285" y="50518"/>
                    <a:pt x="130219" y="50583"/>
                    <a:pt x="130154" y="50648"/>
                  </a:cubicBezTo>
                  <a:cubicBezTo>
                    <a:pt x="129763" y="50974"/>
                    <a:pt x="129404" y="51268"/>
                    <a:pt x="129045" y="51594"/>
                  </a:cubicBezTo>
                  <a:cubicBezTo>
                    <a:pt x="115128" y="63163"/>
                    <a:pt x="97992" y="68951"/>
                    <a:pt x="80859" y="68951"/>
                  </a:cubicBezTo>
                  <a:cubicBezTo>
                    <a:pt x="61569" y="68951"/>
                    <a:pt x="42282" y="61614"/>
                    <a:pt x="27597" y="46929"/>
                  </a:cubicBezTo>
                  <a:cubicBezTo>
                    <a:pt x="15593" y="34893"/>
                    <a:pt x="8156" y="19659"/>
                    <a:pt x="6101" y="2827"/>
                  </a:cubicBezTo>
                  <a:cubicBezTo>
                    <a:pt x="5920" y="1319"/>
                    <a:pt x="4622" y="228"/>
                    <a:pt x="3138" y="228"/>
                  </a:cubicBezTo>
                  <a:cubicBezTo>
                    <a:pt x="3017" y="228"/>
                    <a:pt x="2896" y="236"/>
                    <a:pt x="2774" y="250"/>
                  </a:cubicBezTo>
                  <a:cubicBezTo>
                    <a:pt x="1175" y="446"/>
                    <a:pt x="1" y="1914"/>
                    <a:pt x="197" y="3545"/>
                  </a:cubicBezTo>
                  <a:cubicBezTo>
                    <a:pt x="2415" y="21714"/>
                    <a:pt x="10439" y="38155"/>
                    <a:pt x="23389" y="51137"/>
                  </a:cubicBezTo>
                  <a:cubicBezTo>
                    <a:pt x="39243" y="66958"/>
                    <a:pt x="60054" y="74885"/>
                    <a:pt x="80866" y="74885"/>
                  </a:cubicBezTo>
                  <a:cubicBezTo>
                    <a:pt x="98382" y="74885"/>
                    <a:pt x="115899" y="69274"/>
                    <a:pt x="130448" y="58085"/>
                  </a:cubicBezTo>
                  <a:lnTo>
                    <a:pt x="145192" y="72797"/>
                  </a:lnTo>
                  <a:cubicBezTo>
                    <a:pt x="144409" y="74036"/>
                    <a:pt x="144018" y="75472"/>
                    <a:pt x="144018" y="76940"/>
                  </a:cubicBezTo>
                  <a:cubicBezTo>
                    <a:pt x="144018" y="79093"/>
                    <a:pt x="144833" y="81082"/>
                    <a:pt x="146334" y="82583"/>
                  </a:cubicBezTo>
                  <a:lnTo>
                    <a:pt x="182574" y="118856"/>
                  </a:lnTo>
                  <a:cubicBezTo>
                    <a:pt x="184140" y="120389"/>
                    <a:pt x="186195" y="121172"/>
                    <a:pt x="188217" y="121172"/>
                  </a:cubicBezTo>
                  <a:cubicBezTo>
                    <a:pt x="190273" y="121172"/>
                    <a:pt x="192295" y="120389"/>
                    <a:pt x="193861" y="118856"/>
                  </a:cubicBezTo>
                  <a:lnTo>
                    <a:pt x="206061" y="106624"/>
                  </a:lnTo>
                  <a:cubicBezTo>
                    <a:pt x="209192" y="103525"/>
                    <a:pt x="209192" y="98469"/>
                    <a:pt x="206061" y="95370"/>
                  </a:cubicBezTo>
                  <a:lnTo>
                    <a:pt x="169820" y="59097"/>
                  </a:lnTo>
                  <a:cubicBezTo>
                    <a:pt x="168276" y="57552"/>
                    <a:pt x="166241" y="56777"/>
                    <a:pt x="164204" y="56777"/>
                  </a:cubicBezTo>
                  <a:cubicBezTo>
                    <a:pt x="162757" y="56777"/>
                    <a:pt x="161308" y="57169"/>
                    <a:pt x="160034" y="57955"/>
                  </a:cubicBezTo>
                  <a:lnTo>
                    <a:pt x="145322" y="43243"/>
                  </a:lnTo>
                  <a:cubicBezTo>
                    <a:pt x="154260" y="31663"/>
                    <a:pt x="159838" y="18061"/>
                    <a:pt x="161600" y="3349"/>
                  </a:cubicBezTo>
                  <a:cubicBezTo>
                    <a:pt x="161795" y="1718"/>
                    <a:pt x="160621" y="218"/>
                    <a:pt x="158990" y="22"/>
                  </a:cubicBezTo>
                  <a:cubicBezTo>
                    <a:pt x="158871" y="8"/>
                    <a:pt x="158752" y="1"/>
                    <a:pt x="158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0"/>
            <p:cNvSpPr/>
            <p:nvPr/>
          </p:nvSpPr>
          <p:spPr>
            <a:xfrm>
              <a:off x="1345550" y="565750"/>
              <a:ext cx="3739075" cy="3406550"/>
            </a:xfrm>
            <a:custGeom>
              <a:rect b="b" l="l" r="r" t="t"/>
              <a:pathLst>
                <a:path extrusionOk="0" h="136262" w="149563">
                  <a:moveTo>
                    <a:pt x="74766" y="5945"/>
                  </a:moveTo>
                  <a:cubicBezTo>
                    <a:pt x="90717" y="5945"/>
                    <a:pt x="106635" y="12012"/>
                    <a:pt x="118770" y="24147"/>
                  </a:cubicBezTo>
                  <a:cubicBezTo>
                    <a:pt x="143039" y="48416"/>
                    <a:pt x="143039" y="87886"/>
                    <a:pt x="118770" y="112155"/>
                  </a:cubicBezTo>
                  <a:cubicBezTo>
                    <a:pt x="106651" y="124274"/>
                    <a:pt x="90717" y="130333"/>
                    <a:pt x="74782" y="130333"/>
                  </a:cubicBezTo>
                  <a:cubicBezTo>
                    <a:pt x="58847" y="130333"/>
                    <a:pt x="42912" y="124274"/>
                    <a:pt x="30794" y="112155"/>
                  </a:cubicBezTo>
                  <a:cubicBezTo>
                    <a:pt x="6525" y="87886"/>
                    <a:pt x="6525" y="48383"/>
                    <a:pt x="30794" y="24147"/>
                  </a:cubicBezTo>
                  <a:cubicBezTo>
                    <a:pt x="42896" y="12012"/>
                    <a:pt x="58847" y="5945"/>
                    <a:pt x="74766" y="5945"/>
                  </a:cubicBezTo>
                  <a:close/>
                  <a:moveTo>
                    <a:pt x="74782" y="0"/>
                  </a:moveTo>
                  <a:cubicBezTo>
                    <a:pt x="57330" y="0"/>
                    <a:pt x="39879" y="6646"/>
                    <a:pt x="26586" y="19939"/>
                  </a:cubicBezTo>
                  <a:cubicBezTo>
                    <a:pt x="1" y="46524"/>
                    <a:pt x="1" y="89778"/>
                    <a:pt x="26586" y="116331"/>
                  </a:cubicBezTo>
                  <a:cubicBezTo>
                    <a:pt x="39862" y="129640"/>
                    <a:pt x="57314" y="136261"/>
                    <a:pt x="74766" y="136261"/>
                  </a:cubicBezTo>
                  <a:cubicBezTo>
                    <a:pt x="92250" y="136261"/>
                    <a:pt x="109701" y="129640"/>
                    <a:pt x="122978" y="116331"/>
                  </a:cubicBezTo>
                  <a:cubicBezTo>
                    <a:pt x="149563" y="89778"/>
                    <a:pt x="149563" y="46524"/>
                    <a:pt x="122978" y="19939"/>
                  </a:cubicBezTo>
                  <a:cubicBezTo>
                    <a:pt x="109685" y="6646"/>
                    <a:pt x="92233" y="0"/>
                    <a:pt x="747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0"/>
            <p:cNvSpPr/>
            <p:nvPr/>
          </p:nvSpPr>
          <p:spPr>
            <a:xfrm>
              <a:off x="2522325" y="1116400"/>
              <a:ext cx="1282800" cy="2342950"/>
            </a:xfrm>
            <a:custGeom>
              <a:rect b="b" l="l" r="r" t="t"/>
              <a:pathLst>
                <a:path extrusionOk="0" h="93718" w="51312">
                  <a:moveTo>
                    <a:pt x="24433" y="16474"/>
                  </a:moveTo>
                  <a:lnTo>
                    <a:pt x="24433" y="37252"/>
                  </a:lnTo>
                  <a:cubicBezTo>
                    <a:pt x="18398" y="34969"/>
                    <a:pt x="13472" y="32588"/>
                    <a:pt x="13472" y="26064"/>
                  </a:cubicBezTo>
                  <a:cubicBezTo>
                    <a:pt x="13472" y="20127"/>
                    <a:pt x="18039" y="17257"/>
                    <a:pt x="24433" y="16474"/>
                  </a:cubicBezTo>
                  <a:close/>
                  <a:moveTo>
                    <a:pt x="29815" y="52127"/>
                  </a:moveTo>
                  <a:cubicBezTo>
                    <a:pt x="35425" y="54508"/>
                    <a:pt x="39862" y="57705"/>
                    <a:pt x="39862" y="64914"/>
                  </a:cubicBezTo>
                  <a:cubicBezTo>
                    <a:pt x="39862" y="71438"/>
                    <a:pt x="35980" y="75092"/>
                    <a:pt x="29815" y="76233"/>
                  </a:cubicBezTo>
                  <a:lnTo>
                    <a:pt x="29815" y="52127"/>
                  </a:lnTo>
                  <a:close/>
                  <a:moveTo>
                    <a:pt x="27075" y="1"/>
                  </a:moveTo>
                  <a:cubicBezTo>
                    <a:pt x="25118" y="1"/>
                    <a:pt x="23748" y="1273"/>
                    <a:pt x="23748" y="2643"/>
                  </a:cubicBezTo>
                  <a:lnTo>
                    <a:pt x="23748" y="5937"/>
                  </a:lnTo>
                  <a:cubicBezTo>
                    <a:pt x="12918" y="7079"/>
                    <a:pt x="2055" y="12820"/>
                    <a:pt x="2055" y="27206"/>
                  </a:cubicBezTo>
                  <a:cubicBezTo>
                    <a:pt x="2055" y="41819"/>
                    <a:pt x="13472" y="45929"/>
                    <a:pt x="23748" y="49615"/>
                  </a:cubicBezTo>
                  <a:lnTo>
                    <a:pt x="23748" y="76462"/>
                  </a:lnTo>
                  <a:cubicBezTo>
                    <a:pt x="12102" y="75548"/>
                    <a:pt x="9003" y="67556"/>
                    <a:pt x="5252" y="67556"/>
                  </a:cubicBezTo>
                  <a:cubicBezTo>
                    <a:pt x="2381" y="67556"/>
                    <a:pt x="0" y="71308"/>
                    <a:pt x="0" y="74048"/>
                  </a:cubicBezTo>
                  <a:cubicBezTo>
                    <a:pt x="0" y="79658"/>
                    <a:pt x="9590" y="87324"/>
                    <a:pt x="23748" y="87552"/>
                  </a:cubicBezTo>
                  <a:lnTo>
                    <a:pt x="23748" y="91075"/>
                  </a:lnTo>
                  <a:cubicBezTo>
                    <a:pt x="23748" y="92445"/>
                    <a:pt x="25118" y="93717"/>
                    <a:pt x="27075" y="93717"/>
                  </a:cubicBezTo>
                  <a:cubicBezTo>
                    <a:pt x="28804" y="93717"/>
                    <a:pt x="30500" y="92445"/>
                    <a:pt x="30500" y="91075"/>
                  </a:cubicBezTo>
                  <a:lnTo>
                    <a:pt x="30500" y="87193"/>
                  </a:lnTo>
                  <a:cubicBezTo>
                    <a:pt x="42830" y="85497"/>
                    <a:pt x="51311" y="77701"/>
                    <a:pt x="51311" y="63642"/>
                  </a:cubicBezTo>
                  <a:cubicBezTo>
                    <a:pt x="51311" y="48115"/>
                    <a:pt x="40449" y="43091"/>
                    <a:pt x="30500" y="39438"/>
                  </a:cubicBezTo>
                  <a:lnTo>
                    <a:pt x="30500" y="16245"/>
                  </a:lnTo>
                  <a:cubicBezTo>
                    <a:pt x="38492" y="16800"/>
                    <a:pt x="41460" y="20453"/>
                    <a:pt x="44200" y="20453"/>
                  </a:cubicBezTo>
                  <a:cubicBezTo>
                    <a:pt x="47625" y="20453"/>
                    <a:pt x="49256" y="16115"/>
                    <a:pt x="49256" y="13962"/>
                  </a:cubicBezTo>
                  <a:cubicBezTo>
                    <a:pt x="49256" y="8351"/>
                    <a:pt x="38263" y="5937"/>
                    <a:pt x="30500" y="5709"/>
                  </a:cubicBezTo>
                  <a:lnTo>
                    <a:pt x="30500" y="2643"/>
                  </a:lnTo>
                  <a:cubicBezTo>
                    <a:pt x="30500" y="1273"/>
                    <a:pt x="28771" y="1"/>
                    <a:pt x="27075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5" name="Google Shape;735;p20"/>
          <p:cNvGrpSpPr/>
          <p:nvPr/>
        </p:nvGrpSpPr>
        <p:grpSpPr>
          <a:xfrm>
            <a:off x="5086658" y="1579215"/>
            <a:ext cx="448984" cy="463461"/>
            <a:chOff x="1272150" y="238175"/>
            <a:chExt cx="5056125" cy="5219150"/>
          </a:xfrm>
        </p:grpSpPr>
        <p:sp>
          <p:nvSpPr>
            <p:cNvPr id="736" name="Google Shape;736;p20"/>
            <p:cNvSpPr/>
            <p:nvPr/>
          </p:nvSpPr>
          <p:spPr>
            <a:xfrm>
              <a:off x="1539650" y="2048525"/>
              <a:ext cx="4328675" cy="654850"/>
            </a:xfrm>
            <a:custGeom>
              <a:rect b="b" l="l" r="r" t="t"/>
              <a:pathLst>
                <a:path extrusionOk="0" h="26194" w="173147">
                  <a:moveTo>
                    <a:pt x="7111" y="0"/>
                  </a:moveTo>
                  <a:cubicBezTo>
                    <a:pt x="3164" y="0"/>
                    <a:pt x="0" y="3164"/>
                    <a:pt x="0" y="7111"/>
                  </a:cubicBezTo>
                  <a:lnTo>
                    <a:pt x="0" y="26194"/>
                  </a:lnTo>
                  <a:lnTo>
                    <a:pt x="173147" y="26194"/>
                  </a:lnTo>
                  <a:lnTo>
                    <a:pt x="173147" y="7111"/>
                  </a:lnTo>
                  <a:cubicBezTo>
                    <a:pt x="173147" y="3164"/>
                    <a:pt x="169982" y="0"/>
                    <a:pt x="166035" y="0"/>
                  </a:cubicBezTo>
                  <a:close/>
                </a:path>
              </a:pathLst>
            </a:custGeom>
            <a:solidFill>
              <a:srgbClr val="FFB1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0"/>
            <p:cNvSpPr/>
            <p:nvPr/>
          </p:nvSpPr>
          <p:spPr>
            <a:xfrm>
              <a:off x="1724775" y="698875"/>
              <a:ext cx="2532125" cy="4155925"/>
            </a:xfrm>
            <a:custGeom>
              <a:rect b="b" l="l" r="r" t="t"/>
              <a:pathLst>
                <a:path extrusionOk="0" h="166237" w="101285">
                  <a:moveTo>
                    <a:pt x="21362" y="1"/>
                  </a:moveTo>
                  <a:cubicBezTo>
                    <a:pt x="17982" y="1"/>
                    <a:pt x="15081" y="2569"/>
                    <a:pt x="14744" y="6002"/>
                  </a:cubicBezTo>
                  <a:lnTo>
                    <a:pt x="359" y="151715"/>
                  </a:lnTo>
                  <a:cubicBezTo>
                    <a:pt x="0" y="155401"/>
                    <a:pt x="2675" y="158663"/>
                    <a:pt x="6328" y="159022"/>
                  </a:cubicBezTo>
                  <a:lnTo>
                    <a:pt x="79266" y="166198"/>
                  </a:lnTo>
                  <a:cubicBezTo>
                    <a:pt x="79505" y="166224"/>
                    <a:pt x="79741" y="166236"/>
                    <a:pt x="79976" y="166236"/>
                  </a:cubicBezTo>
                  <a:cubicBezTo>
                    <a:pt x="83333" y="166236"/>
                    <a:pt x="86205" y="163675"/>
                    <a:pt x="86541" y="160229"/>
                  </a:cubicBezTo>
                  <a:lnTo>
                    <a:pt x="100926" y="14516"/>
                  </a:lnTo>
                  <a:cubicBezTo>
                    <a:pt x="101285" y="10863"/>
                    <a:pt x="98610" y="7601"/>
                    <a:pt x="94956" y="7242"/>
                  </a:cubicBezTo>
                  <a:lnTo>
                    <a:pt x="22018" y="33"/>
                  </a:lnTo>
                  <a:cubicBezTo>
                    <a:pt x="21798" y="11"/>
                    <a:pt x="21579" y="1"/>
                    <a:pt x="21362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0"/>
            <p:cNvSpPr/>
            <p:nvPr/>
          </p:nvSpPr>
          <p:spPr>
            <a:xfrm>
              <a:off x="2060750" y="698875"/>
              <a:ext cx="2196150" cy="4137850"/>
            </a:xfrm>
            <a:custGeom>
              <a:rect b="b" l="l" r="r" t="t"/>
              <a:pathLst>
                <a:path extrusionOk="0" h="165514" w="87846">
                  <a:moveTo>
                    <a:pt x="7923" y="1"/>
                  </a:moveTo>
                  <a:cubicBezTo>
                    <a:pt x="4543" y="1"/>
                    <a:pt x="1642" y="2569"/>
                    <a:pt x="1305" y="6002"/>
                  </a:cubicBezTo>
                  <a:lnTo>
                    <a:pt x="0" y="19083"/>
                  </a:lnTo>
                  <a:cubicBezTo>
                    <a:pt x="921" y="18623"/>
                    <a:pt x="1953" y="18365"/>
                    <a:pt x="3023" y="18365"/>
                  </a:cubicBezTo>
                  <a:cubicBezTo>
                    <a:pt x="3243" y="18365"/>
                    <a:pt x="3464" y="18376"/>
                    <a:pt x="3686" y="18398"/>
                  </a:cubicBezTo>
                  <a:lnTo>
                    <a:pt x="76624" y="25607"/>
                  </a:lnTo>
                  <a:cubicBezTo>
                    <a:pt x="80278" y="25966"/>
                    <a:pt x="82953" y="29228"/>
                    <a:pt x="82594" y="32881"/>
                  </a:cubicBezTo>
                  <a:lnTo>
                    <a:pt x="69481" y="165513"/>
                  </a:lnTo>
                  <a:cubicBezTo>
                    <a:pt x="71438" y="164535"/>
                    <a:pt x="72873" y="162578"/>
                    <a:pt x="73102" y="160229"/>
                  </a:cubicBezTo>
                  <a:lnTo>
                    <a:pt x="87487" y="14516"/>
                  </a:lnTo>
                  <a:cubicBezTo>
                    <a:pt x="87846" y="10863"/>
                    <a:pt x="85171" y="7601"/>
                    <a:pt x="81517" y="7242"/>
                  </a:cubicBezTo>
                  <a:lnTo>
                    <a:pt x="8579" y="33"/>
                  </a:lnTo>
                  <a:cubicBezTo>
                    <a:pt x="8359" y="11"/>
                    <a:pt x="8140" y="1"/>
                    <a:pt x="7923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0"/>
            <p:cNvSpPr/>
            <p:nvPr/>
          </p:nvSpPr>
          <p:spPr>
            <a:xfrm>
              <a:off x="2019975" y="1040800"/>
              <a:ext cx="1941725" cy="3472575"/>
            </a:xfrm>
            <a:custGeom>
              <a:rect b="b" l="l" r="r" t="t"/>
              <a:pathLst>
                <a:path extrusionOk="0" h="138903" w="77669">
                  <a:moveTo>
                    <a:pt x="26187" y="1"/>
                  </a:moveTo>
                  <a:cubicBezTo>
                    <a:pt x="24814" y="1"/>
                    <a:pt x="23540" y="698"/>
                    <a:pt x="22802" y="1850"/>
                  </a:cubicBezTo>
                  <a:cubicBezTo>
                    <a:pt x="20551" y="5406"/>
                    <a:pt x="17191" y="8146"/>
                    <a:pt x="13244" y="9614"/>
                  </a:cubicBezTo>
                  <a:cubicBezTo>
                    <a:pt x="11809" y="10168"/>
                    <a:pt x="10830" y="11473"/>
                    <a:pt x="10667" y="13006"/>
                  </a:cubicBezTo>
                  <a:lnTo>
                    <a:pt x="164" y="119314"/>
                  </a:lnTo>
                  <a:cubicBezTo>
                    <a:pt x="0" y="120815"/>
                    <a:pt x="718" y="122315"/>
                    <a:pt x="2023" y="123098"/>
                  </a:cubicBezTo>
                  <a:cubicBezTo>
                    <a:pt x="5611" y="125349"/>
                    <a:pt x="8384" y="128676"/>
                    <a:pt x="9884" y="132623"/>
                  </a:cubicBezTo>
                  <a:cubicBezTo>
                    <a:pt x="10439" y="134026"/>
                    <a:pt x="11744" y="135005"/>
                    <a:pt x="13244" y="135135"/>
                  </a:cubicBezTo>
                  <a:lnTo>
                    <a:pt x="51050" y="138886"/>
                  </a:lnTo>
                  <a:cubicBezTo>
                    <a:pt x="51175" y="138897"/>
                    <a:pt x="51298" y="138902"/>
                    <a:pt x="51421" y="138902"/>
                  </a:cubicBezTo>
                  <a:cubicBezTo>
                    <a:pt x="52817" y="138902"/>
                    <a:pt x="54118" y="138229"/>
                    <a:pt x="54867" y="137060"/>
                  </a:cubicBezTo>
                  <a:cubicBezTo>
                    <a:pt x="57118" y="133504"/>
                    <a:pt x="60478" y="130764"/>
                    <a:pt x="64425" y="129263"/>
                  </a:cubicBezTo>
                  <a:cubicBezTo>
                    <a:pt x="65860" y="128742"/>
                    <a:pt x="66839" y="127437"/>
                    <a:pt x="67002" y="125904"/>
                  </a:cubicBezTo>
                  <a:lnTo>
                    <a:pt x="77505" y="19595"/>
                  </a:lnTo>
                  <a:cubicBezTo>
                    <a:pt x="77668" y="18062"/>
                    <a:pt x="76951" y="16594"/>
                    <a:pt x="75646" y="15779"/>
                  </a:cubicBezTo>
                  <a:cubicBezTo>
                    <a:pt x="72058" y="13561"/>
                    <a:pt x="69285" y="10201"/>
                    <a:pt x="67784" y="6287"/>
                  </a:cubicBezTo>
                  <a:cubicBezTo>
                    <a:pt x="67230" y="4884"/>
                    <a:pt x="65925" y="3905"/>
                    <a:pt x="64425" y="3742"/>
                  </a:cubicBezTo>
                  <a:lnTo>
                    <a:pt x="26618" y="24"/>
                  </a:lnTo>
                  <a:cubicBezTo>
                    <a:pt x="26474" y="8"/>
                    <a:pt x="26330" y="1"/>
                    <a:pt x="26187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0"/>
            <p:cNvSpPr/>
            <p:nvPr/>
          </p:nvSpPr>
          <p:spPr>
            <a:xfrm>
              <a:off x="2276850" y="1040800"/>
              <a:ext cx="1684850" cy="3244650"/>
            </a:xfrm>
            <a:custGeom>
              <a:rect b="b" l="l" r="r" t="t"/>
              <a:pathLst>
                <a:path extrusionOk="0" h="129786" w="67394">
                  <a:moveTo>
                    <a:pt x="15912" y="1"/>
                  </a:moveTo>
                  <a:cubicBezTo>
                    <a:pt x="14539" y="1"/>
                    <a:pt x="13265" y="698"/>
                    <a:pt x="12527" y="1850"/>
                  </a:cubicBezTo>
                  <a:cubicBezTo>
                    <a:pt x="10276" y="5406"/>
                    <a:pt x="6916" y="8146"/>
                    <a:pt x="2969" y="9614"/>
                  </a:cubicBezTo>
                  <a:cubicBezTo>
                    <a:pt x="1534" y="10168"/>
                    <a:pt x="555" y="11473"/>
                    <a:pt x="392" y="13006"/>
                  </a:cubicBezTo>
                  <a:lnTo>
                    <a:pt x="1" y="17051"/>
                  </a:lnTo>
                  <a:lnTo>
                    <a:pt x="48996" y="21716"/>
                  </a:lnTo>
                  <a:cubicBezTo>
                    <a:pt x="50496" y="21879"/>
                    <a:pt x="51801" y="22857"/>
                    <a:pt x="52356" y="24260"/>
                  </a:cubicBezTo>
                  <a:cubicBezTo>
                    <a:pt x="53856" y="28175"/>
                    <a:pt x="56629" y="31534"/>
                    <a:pt x="60217" y="33753"/>
                  </a:cubicBezTo>
                  <a:cubicBezTo>
                    <a:pt x="61522" y="34568"/>
                    <a:pt x="62207" y="36069"/>
                    <a:pt x="62076" y="37569"/>
                  </a:cubicBezTo>
                  <a:lnTo>
                    <a:pt x="52975" y="129785"/>
                  </a:lnTo>
                  <a:cubicBezTo>
                    <a:pt x="53367" y="129590"/>
                    <a:pt x="53758" y="129427"/>
                    <a:pt x="54150" y="129263"/>
                  </a:cubicBezTo>
                  <a:cubicBezTo>
                    <a:pt x="55585" y="128742"/>
                    <a:pt x="56564" y="127437"/>
                    <a:pt x="56727" y="125904"/>
                  </a:cubicBezTo>
                  <a:lnTo>
                    <a:pt x="67230" y="19595"/>
                  </a:lnTo>
                  <a:cubicBezTo>
                    <a:pt x="67393" y="18062"/>
                    <a:pt x="66676" y="16594"/>
                    <a:pt x="65371" y="15779"/>
                  </a:cubicBezTo>
                  <a:cubicBezTo>
                    <a:pt x="61783" y="13561"/>
                    <a:pt x="59010" y="10201"/>
                    <a:pt x="57509" y="6287"/>
                  </a:cubicBezTo>
                  <a:cubicBezTo>
                    <a:pt x="56955" y="4884"/>
                    <a:pt x="55650" y="3905"/>
                    <a:pt x="54150" y="3742"/>
                  </a:cubicBezTo>
                  <a:lnTo>
                    <a:pt x="16343" y="24"/>
                  </a:lnTo>
                  <a:cubicBezTo>
                    <a:pt x="16199" y="8"/>
                    <a:pt x="16055" y="1"/>
                    <a:pt x="15912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0"/>
            <p:cNvSpPr/>
            <p:nvPr/>
          </p:nvSpPr>
          <p:spPr>
            <a:xfrm>
              <a:off x="1891950" y="312425"/>
              <a:ext cx="3954350" cy="4389850"/>
            </a:xfrm>
            <a:custGeom>
              <a:rect b="b" l="l" r="r" t="t"/>
              <a:pathLst>
                <a:path extrusionOk="0" h="175594" w="158174">
                  <a:moveTo>
                    <a:pt x="90017" y="0"/>
                  </a:moveTo>
                  <a:cubicBezTo>
                    <a:pt x="87887" y="0"/>
                    <a:pt x="85794" y="1016"/>
                    <a:pt x="84518" y="2900"/>
                  </a:cubicBezTo>
                  <a:lnTo>
                    <a:pt x="2055" y="123919"/>
                  </a:lnTo>
                  <a:cubicBezTo>
                    <a:pt x="0" y="126953"/>
                    <a:pt x="783" y="131096"/>
                    <a:pt x="3817" y="133183"/>
                  </a:cubicBezTo>
                  <a:lnTo>
                    <a:pt x="64359" y="174447"/>
                  </a:lnTo>
                  <a:cubicBezTo>
                    <a:pt x="65514" y="175222"/>
                    <a:pt x="66822" y="175593"/>
                    <a:pt x="68114" y="175593"/>
                  </a:cubicBezTo>
                  <a:cubicBezTo>
                    <a:pt x="70251" y="175593"/>
                    <a:pt x="72342" y="174577"/>
                    <a:pt x="73623" y="172686"/>
                  </a:cubicBezTo>
                  <a:lnTo>
                    <a:pt x="156086" y="51699"/>
                  </a:lnTo>
                  <a:cubicBezTo>
                    <a:pt x="158174" y="48665"/>
                    <a:pt x="157391" y="44523"/>
                    <a:pt x="154325" y="42435"/>
                  </a:cubicBezTo>
                  <a:lnTo>
                    <a:pt x="93782" y="1171"/>
                  </a:lnTo>
                  <a:cubicBezTo>
                    <a:pt x="92632" y="379"/>
                    <a:pt x="91318" y="0"/>
                    <a:pt x="90017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0"/>
            <p:cNvSpPr/>
            <p:nvPr/>
          </p:nvSpPr>
          <p:spPr>
            <a:xfrm>
              <a:off x="3545775" y="312425"/>
              <a:ext cx="2300525" cy="4389900"/>
            </a:xfrm>
            <a:custGeom>
              <a:rect b="b" l="l" r="r" t="t"/>
              <a:pathLst>
                <a:path extrusionOk="0" h="175596" w="92021">
                  <a:moveTo>
                    <a:pt x="23850" y="0"/>
                  </a:moveTo>
                  <a:cubicBezTo>
                    <a:pt x="21722" y="0"/>
                    <a:pt x="19641" y="1016"/>
                    <a:pt x="18365" y="2900"/>
                  </a:cubicBezTo>
                  <a:lnTo>
                    <a:pt x="11319" y="13273"/>
                  </a:lnTo>
                  <a:cubicBezTo>
                    <a:pt x="11939" y="13468"/>
                    <a:pt x="12526" y="13729"/>
                    <a:pt x="13081" y="14121"/>
                  </a:cubicBezTo>
                  <a:lnTo>
                    <a:pt x="73623" y="55385"/>
                  </a:lnTo>
                  <a:cubicBezTo>
                    <a:pt x="76689" y="57473"/>
                    <a:pt x="77472" y="61615"/>
                    <a:pt x="75385" y="64649"/>
                  </a:cubicBezTo>
                  <a:lnTo>
                    <a:pt x="0" y="175296"/>
                  </a:lnTo>
                  <a:cubicBezTo>
                    <a:pt x="642" y="175497"/>
                    <a:pt x="1305" y="175595"/>
                    <a:pt x="1964" y="175595"/>
                  </a:cubicBezTo>
                  <a:cubicBezTo>
                    <a:pt x="4085" y="175595"/>
                    <a:pt x="6176" y="174577"/>
                    <a:pt x="7470" y="172686"/>
                  </a:cubicBezTo>
                  <a:lnTo>
                    <a:pt x="89933" y="51699"/>
                  </a:lnTo>
                  <a:cubicBezTo>
                    <a:pt x="92021" y="48665"/>
                    <a:pt x="91238" y="44523"/>
                    <a:pt x="88172" y="42435"/>
                  </a:cubicBezTo>
                  <a:lnTo>
                    <a:pt x="27629" y="1171"/>
                  </a:lnTo>
                  <a:cubicBezTo>
                    <a:pt x="26467" y="379"/>
                    <a:pt x="25149" y="0"/>
                    <a:pt x="23850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0"/>
            <p:cNvSpPr/>
            <p:nvPr/>
          </p:nvSpPr>
          <p:spPr>
            <a:xfrm>
              <a:off x="2399175" y="819800"/>
              <a:ext cx="2939075" cy="3375550"/>
            </a:xfrm>
            <a:custGeom>
              <a:rect b="b" l="l" r="r" t="t"/>
              <a:pathLst>
                <a:path extrusionOk="0" h="135022" w="117563">
                  <a:moveTo>
                    <a:pt x="79027" y="1"/>
                  </a:moveTo>
                  <a:cubicBezTo>
                    <a:pt x="78371" y="1"/>
                    <a:pt x="77713" y="159"/>
                    <a:pt x="77114" y="480"/>
                  </a:cubicBezTo>
                  <a:cubicBezTo>
                    <a:pt x="74224" y="2092"/>
                    <a:pt x="70973" y="2921"/>
                    <a:pt x="67691" y="2921"/>
                  </a:cubicBezTo>
                  <a:cubicBezTo>
                    <a:pt x="66787" y="2921"/>
                    <a:pt x="65881" y="2858"/>
                    <a:pt x="64979" y="2731"/>
                  </a:cubicBezTo>
                  <a:cubicBezTo>
                    <a:pt x="64803" y="2708"/>
                    <a:pt x="64628" y="2697"/>
                    <a:pt x="64453" y="2697"/>
                  </a:cubicBezTo>
                  <a:cubicBezTo>
                    <a:pt x="63136" y="2697"/>
                    <a:pt x="61875" y="3337"/>
                    <a:pt x="61098" y="4460"/>
                  </a:cubicBezTo>
                  <a:lnTo>
                    <a:pt x="947" y="92729"/>
                  </a:lnTo>
                  <a:cubicBezTo>
                    <a:pt x="99" y="94001"/>
                    <a:pt x="1" y="95632"/>
                    <a:pt x="751" y="96970"/>
                  </a:cubicBezTo>
                  <a:cubicBezTo>
                    <a:pt x="2839" y="100656"/>
                    <a:pt x="3654" y="104896"/>
                    <a:pt x="3132" y="109072"/>
                  </a:cubicBezTo>
                  <a:cubicBezTo>
                    <a:pt x="2904" y="110572"/>
                    <a:pt x="3589" y="112073"/>
                    <a:pt x="4861" y="112921"/>
                  </a:cubicBezTo>
                  <a:lnTo>
                    <a:pt x="36241" y="134320"/>
                  </a:lnTo>
                  <a:cubicBezTo>
                    <a:pt x="36918" y="134782"/>
                    <a:pt x="37711" y="135022"/>
                    <a:pt x="38509" y="135022"/>
                  </a:cubicBezTo>
                  <a:cubicBezTo>
                    <a:pt x="39174" y="135022"/>
                    <a:pt x="39842" y="134856"/>
                    <a:pt x="40449" y="134515"/>
                  </a:cubicBezTo>
                  <a:cubicBezTo>
                    <a:pt x="43337" y="132931"/>
                    <a:pt x="46586" y="132107"/>
                    <a:pt x="49865" y="132107"/>
                  </a:cubicBezTo>
                  <a:cubicBezTo>
                    <a:pt x="50771" y="132107"/>
                    <a:pt x="51680" y="132170"/>
                    <a:pt x="52584" y="132297"/>
                  </a:cubicBezTo>
                  <a:cubicBezTo>
                    <a:pt x="52754" y="132319"/>
                    <a:pt x="52924" y="132330"/>
                    <a:pt x="53094" y="132330"/>
                  </a:cubicBezTo>
                  <a:cubicBezTo>
                    <a:pt x="54417" y="132330"/>
                    <a:pt x="55685" y="131667"/>
                    <a:pt x="56466" y="130568"/>
                  </a:cubicBezTo>
                  <a:lnTo>
                    <a:pt x="116617" y="42266"/>
                  </a:lnTo>
                  <a:cubicBezTo>
                    <a:pt x="117465" y="41027"/>
                    <a:pt x="117563" y="39363"/>
                    <a:pt x="116812" y="38026"/>
                  </a:cubicBezTo>
                  <a:cubicBezTo>
                    <a:pt x="114725" y="34372"/>
                    <a:pt x="113909" y="30099"/>
                    <a:pt x="114464" y="25924"/>
                  </a:cubicBezTo>
                  <a:cubicBezTo>
                    <a:pt x="114659" y="24423"/>
                    <a:pt x="113974" y="22955"/>
                    <a:pt x="112702" y="22107"/>
                  </a:cubicBezTo>
                  <a:lnTo>
                    <a:pt x="81322" y="709"/>
                  </a:lnTo>
                  <a:cubicBezTo>
                    <a:pt x="80638" y="240"/>
                    <a:pt x="79834" y="1"/>
                    <a:pt x="79027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0"/>
            <p:cNvSpPr/>
            <p:nvPr/>
          </p:nvSpPr>
          <p:spPr>
            <a:xfrm>
              <a:off x="3624875" y="819800"/>
              <a:ext cx="1713375" cy="3308275"/>
            </a:xfrm>
            <a:custGeom>
              <a:rect b="b" l="l" r="r" t="t"/>
              <a:pathLst>
                <a:path extrusionOk="0" h="132331" w="68535">
                  <a:moveTo>
                    <a:pt x="29999" y="1"/>
                  </a:moveTo>
                  <a:cubicBezTo>
                    <a:pt x="29343" y="1"/>
                    <a:pt x="28685" y="159"/>
                    <a:pt x="28086" y="480"/>
                  </a:cubicBezTo>
                  <a:cubicBezTo>
                    <a:pt x="25196" y="2092"/>
                    <a:pt x="21945" y="2921"/>
                    <a:pt x="18663" y="2921"/>
                  </a:cubicBezTo>
                  <a:cubicBezTo>
                    <a:pt x="17759" y="2921"/>
                    <a:pt x="16853" y="2858"/>
                    <a:pt x="15951" y="2731"/>
                  </a:cubicBezTo>
                  <a:cubicBezTo>
                    <a:pt x="15775" y="2708"/>
                    <a:pt x="15600" y="2697"/>
                    <a:pt x="15425" y="2697"/>
                  </a:cubicBezTo>
                  <a:cubicBezTo>
                    <a:pt x="14108" y="2697"/>
                    <a:pt x="12847" y="3337"/>
                    <a:pt x="12070" y="4460"/>
                  </a:cubicBezTo>
                  <a:lnTo>
                    <a:pt x="9591" y="8146"/>
                  </a:lnTo>
                  <a:lnTo>
                    <a:pt x="48800" y="34601"/>
                  </a:lnTo>
                  <a:cubicBezTo>
                    <a:pt x="50072" y="35449"/>
                    <a:pt x="50757" y="36917"/>
                    <a:pt x="50561" y="38417"/>
                  </a:cubicBezTo>
                  <a:cubicBezTo>
                    <a:pt x="50007" y="42593"/>
                    <a:pt x="50822" y="46866"/>
                    <a:pt x="52910" y="50519"/>
                  </a:cubicBezTo>
                  <a:cubicBezTo>
                    <a:pt x="53660" y="51857"/>
                    <a:pt x="53562" y="53520"/>
                    <a:pt x="52714" y="54760"/>
                  </a:cubicBezTo>
                  <a:lnTo>
                    <a:pt x="0" y="132134"/>
                  </a:lnTo>
                  <a:cubicBezTo>
                    <a:pt x="304" y="132117"/>
                    <a:pt x="609" y="132109"/>
                    <a:pt x="916" y="132109"/>
                  </a:cubicBezTo>
                  <a:cubicBezTo>
                    <a:pt x="1796" y="132109"/>
                    <a:pt x="2685" y="132176"/>
                    <a:pt x="3556" y="132297"/>
                  </a:cubicBezTo>
                  <a:cubicBezTo>
                    <a:pt x="3726" y="132319"/>
                    <a:pt x="3896" y="132330"/>
                    <a:pt x="4066" y="132330"/>
                  </a:cubicBezTo>
                  <a:cubicBezTo>
                    <a:pt x="5389" y="132330"/>
                    <a:pt x="6657" y="131667"/>
                    <a:pt x="7438" y="130568"/>
                  </a:cubicBezTo>
                  <a:lnTo>
                    <a:pt x="67589" y="42266"/>
                  </a:lnTo>
                  <a:cubicBezTo>
                    <a:pt x="68437" y="41027"/>
                    <a:pt x="68535" y="39363"/>
                    <a:pt x="67784" y="38026"/>
                  </a:cubicBezTo>
                  <a:cubicBezTo>
                    <a:pt x="65697" y="34372"/>
                    <a:pt x="64881" y="30099"/>
                    <a:pt x="65436" y="25924"/>
                  </a:cubicBezTo>
                  <a:cubicBezTo>
                    <a:pt x="65631" y="24423"/>
                    <a:pt x="64946" y="22955"/>
                    <a:pt x="63674" y="22107"/>
                  </a:cubicBezTo>
                  <a:lnTo>
                    <a:pt x="32294" y="709"/>
                  </a:lnTo>
                  <a:cubicBezTo>
                    <a:pt x="31610" y="240"/>
                    <a:pt x="30806" y="1"/>
                    <a:pt x="29999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0"/>
            <p:cNvSpPr/>
            <p:nvPr/>
          </p:nvSpPr>
          <p:spPr>
            <a:xfrm>
              <a:off x="3560450" y="1764725"/>
              <a:ext cx="1077300" cy="1077300"/>
            </a:xfrm>
            <a:custGeom>
              <a:rect b="b" l="l" r="r" t="t"/>
              <a:pathLst>
                <a:path extrusionOk="0" h="43092" w="43092">
                  <a:moveTo>
                    <a:pt x="21562" y="0"/>
                  </a:moveTo>
                  <a:cubicBezTo>
                    <a:pt x="9656" y="0"/>
                    <a:pt x="0" y="9623"/>
                    <a:pt x="0" y="21529"/>
                  </a:cubicBezTo>
                  <a:cubicBezTo>
                    <a:pt x="0" y="33436"/>
                    <a:pt x="9656" y="43091"/>
                    <a:pt x="21562" y="43091"/>
                  </a:cubicBezTo>
                  <a:cubicBezTo>
                    <a:pt x="33436" y="43091"/>
                    <a:pt x="43091" y="33436"/>
                    <a:pt x="43091" y="21529"/>
                  </a:cubicBezTo>
                  <a:cubicBezTo>
                    <a:pt x="43091" y="9623"/>
                    <a:pt x="33436" y="0"/>
                    <a:pt x="21562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0"/>
            <p:cNvSpPr/>
            <p:nvPr/>
          </p:nvSpPr>
          <p:spPr>
            <a:xfrm>
              <a:off x="1346375" y="2335575"/>
              <a:ext cx="4662225" cy="3047525"/>
            </a:xfrm>
            <a:custGeom>
              <a:rect b="b" l="l" r="r" t="t"/>
              <a:pathLst>
                <a:path extrusionOk="0" h="121901" w="186489">
                  <a:moveTo>
                    <a:pt x="10243" y="0"/>
                  </a:moveTo>
                  <a:cubicBezTo>
                    <a:pt x="4600" y="0"/>
                    <a:pt x="0" y="4600"/>
                    <a:pt x="0" y="10243"/>
                  </a:cubicBezTo>
                  <a:lnTo>
                    <a:pt x="0" y="111658"/>
                  </a:lnTo>
                  <a:cubicBezTo>
                    <a:pt x="0" y="117301"/>
                    <a:pt x="4600" y="121901"/>
                    <a:pt x="10243" y="121901"/>
                  </a:cubicBezTo>
                  <a:lnTo>
                    <a:pt x="176246" y="121901"/>
                  </a:lnTo>
                  <a:cubicBezTo>
                    <a:pt x="181889" y="121901"/>
                    <a:pt x="186488" y="117301"/>
                    <a:pt x="186488" y="111658"/>
                  </a:cubicBezTo>
                  <a:lnTo>
                    <a:pt x="186488" y="10243"/>
                  </a:lnTo>
                  <a:cubicBezTo>
                    <a:pt x="186488" y="4600"/>
                    <a:pt x="181889" y="0"/>
                    <a:pt x="176246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0"/>
            <p:cNvSpPr/>
            <p:nvPr/>
          </p:nvSpPr>
          <p:spPr>
            <a:xfrm>
              <a:off x="5286025" y="2335575"/>
              <a:ext cx="722575" cy="3047525"/>
            </a:xfrm>
            <a:custGeom>
              <a:rect b="b" l="l" r="r" t="t"/>
              <a:pathLst>
                <a:path extrusionOk="0" h="121901" w="28903">
                  <a:moveTo>
                    <a:pt x="1" y="0"/>
                  </a:moveTo>
                  <a:cubicBezTo>
                    <a:pt x="5677" y="0"/>
                    <a:pt x="10244" y="4600"/>
                    <a:pt x="10244" y="10243"/>
                  </a:cubicBezTo>
                  <a:lnTo>
                    <a:pt x="10244" y="111658"/>
                  </a:lnTo>
                  <a:cubicBezTo>
                    <a:pt x="10244" y="117301"/>
                    <a:pt x="5677" y="121901"/>
                    <a:pt x="1" y="121901"/>
                  </a:cubicBezTo>
                  <a:lnTo>
                    <a:pt x="18660" y="121901"/>
                  </a:lnTo>
                  <a:cubicBezTo>
                    <a:pt x="24303" y="121901"/>
                    <a:pt x="28902" y="117301"/>
                    <a:pt x="28902" y="111658"/>
                  </a:cubicBezTo>
                  <a:lnTo>
                    <a:pt x="28902" y="10243"/>
                  </a:lnTo>
                  <a:cubicBezTo>
                    <a:pt x="28902" y="4600"/>
                    <a:pt x="24303" y="0"/>
                    <a:pt x="18660" y="0"/>
                  </a:cubicBez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0"/>
            <p:cNvSpPr/>
            <p:nvPr/>
          </p:nvSpPr>
          <p:spPr>
            <a:xfrm>
              <a:off x="4737200" y="3369625"/>
              <a:ext cx="1516850" cy="979425"/>
            </a:xfrm>
            <a:custGeom>
              <a:rect b="b" l="l" r="r" t="t"/>
              <a:pathLst>
                <a:path extrusionOk="0" h="39177" w="60674">
                  <a:moveTo>
                    <a:pt x="19605" y="0"/>
                  </a:moveTo>
                  <a:cubicBezTo>
                    <a:pt x="8776" y="0"/>
                    <a:pt x="1" y="8775"/>
                    <a:pt x="1" y="19572"/>
                  </a:cubicBezTo>
                  <a:cubicBezTo>
                    <a:pt x="1" y="30402"/>
                    <a:pt x="8776" y="39177"/>
                    <a:pt x="19605" y="39177"/>
                  </a:cubicBezTo>
                  <a:lnTo>
                    <a:pt x="56955" y="39177"/>
                  </a:lnTo>
                  <a:cubicBezTo>
                    <a:pt x="59010" y="39177"/>
                    <a:pt x="60674" y="37513"/>
                    <a:pt x="60674" y="35458"/>
                  </a:cubicBezTo>
                  <a:lnTo>
                    <a:pt x="60674" y="3719"/>
                  </a:lnTo>
                  <a:cubicBezTo>
                    <a:pt x="60674" y="1664"/>
                    <a:pt x="59010" y="0"/>
                    <a:pt x="56955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0"/>
            <p:cNvSpPr/>
            <p:nvPr/>
          </p:nvSpPr>
          <p:spPr>
            <a:xfrm>
              <a:off x="4737200" y="3369625"/>
              <a:ext cx="1516850" cy="979425"/>
            </a:xfrm>
            <a:custGeom>
              <a:rect b="b" l="l" r="r" t="t"/>
              <a:pathLst>
                <a:path extrusionOk="0" h="39177" w="60674">
                  <a:moveTo>
                    <a:pt x="38231" y="0"/>
                  </a:moveTo>
                  <a:cubicBezTo>
                    <a:pt x="40286" y="0"/>
                    <a:pt x="41950" y="1664"/>
                    <a:pt x="41950" y="3719"/>
                  </a:cubicBezTo>
                  <a:lnTo>
                    <a:pt x="41950" y="30467"/>
                  </a:lnTo>
                  <a:cubicBezTo>
                    <a:pt x="41950" y="32653"/>
                    <a:pt x="40188" y="34414"/>
                    <a:pt x="38003" y="34414"/>
                  </a:cubicBezTo>
                  <a:lnTo>
                    <a:pt x="19605" y="34414"/>
                  </a:lnTo>
                  <a:cubicBezTo>
                    <a:pt x="9591" y="34414"/>
                    <a:pt x="1338" y="26912"/>
                    <a:pt x="164" y="17191"/>
                  </a:cubicBezTo>
                  <a:cubicBezTo>
                    <a:pt x="66" y="17974"/>
                    <a:pt x="1" y="18789"/>
                    <a:pt x="1" y="19572"/>
                  </a:cubicBezTo>
                  <a:cubicBezTo>
                    <a:pt x="1" y="30402"/>
                    <a:pt x="8776" y="39177"/>
                    <a:pt x="19605" y="39177"/>
                  </a:cubicBezTo>
                  <a:lnTo>
                    <a:pt x="56955" y="39177"/>
                  </a:lnTo>
                  <a:cubicBezTo>
                    <a:pt x="59010" y="39177"/>
                    <a:pt x="60674" y="37513"/>
                    <a:pt x="60674" y="35458"/>
                  </a:cubicBezTo>
                  <a:lnTo>
                    <a:pt x="60674" y="30696"/>
                  </a:lnTo>
                  <a:lnTo>
                    <a:pt x="60674" y="3719"/>
                  </a:lnTo>
                  <a:cubicBezTo>
                    <a:pt x="60674" y="1664"/>
                    <a:pt x="59010" y="0"/>
                    <a:pt x="56955" y="0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0"/>
            <p:cNvSpPr/>
            <p:nvPr/>
          </p:nvSpPr>
          <p:spPr>
            <a:xfrm>
              <a:off x="1346375" y="2335575"/>
              <a:ext cx="4662225" cy="536625"/>
            </a:xfrm>
            <a:custGeom>
              <a:rect b="b" l="l" r="r" t="t"/>
              <a:pathLst>
                <a:path extrusionOk="0" h="21465" w="186489">
                  <a:moveTo>
                    <a:pt x="10243" y="0"/>
                  </a:moveTo>
                  <a:cubicBezTo>
                    <a:pt x="4600" y="0"/>
                    <a:pt x="0" y="4600"/>
                    <a:pt x="0" y="10243"/>
                  </a:cubicBezTo>
                  <a:lnTo>
                    <a:pt x="0" y="21464"/>
                  </a:lnTo>
                  <a:lnTo>
                    <a:pt x="186488" y="21464"/>
                  </a:lnTo>
                  <a:lnTo>
                    <a:pt x="186488" y="10243"/>
                  </a:lnTo>
                  <a:cubicBezTo>
                    <a:pt x="186488" y="4600"/>
                    <a:pt x="181889" y="0"/>
                    <a:pt x="176246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0"/>
            <p:cNvSpPr/>
            <p:nvPr/>
          </p:nvSpPr>
          <p:spPr>
            <a:xfrm>
              <a:off x="5286025" y="2335575"/>
              <a:ext cx="722575" cy="536625"/>
            </a:xfrm>
            <a:custGeom>
              <a:rect b="b" l="l" r="r" t="t"/>
              <a:pathLst>
                <a:path extrusionOk="0" h="21465" w="28903">
                  <a:moveTo>
                    <a:pt x="1" y="0"/>
                  </a:moveTo>
                  <a:cubicBezTo>
                    <a:pt x="5677" y="0"/>
                    <a:pt x="10244" y="4600"/>
                    <a:pt x="10244" y="10243"/>
                  </a:cubicBezTo>
                  <a:lnTo>
                    <a:pt x="10244" y="21464"/>
                  </a:lnTo>
                  <a:lnTo>
                    <a:pt x="28902" y="21464"/>
                  </a:lnTo>
                  <a:lnTo>
                    <a:pt x="28902" y="10243"/>
                  </a:lnTo>
                  <a:cubicBezTo>
                    <a:pt x="28902" y="8481"/>
                    <a:pt x="28445" y="6818"/>
                    <a:pt x="27663" y="5350"/>
                  </a:cubicBezTo>
                  <a:cubicBezTo>
                    <a:pt x="27500" y="5056"/>
                    <a:pt x="27336" y="4795"/>
                    <a:pt x="27141" y="4502"/>
                  </a:cubicBezTo>
                  <a:cubicBezTo>
                    <a:pt x="26782" y="3980"/>
                    <a:pt x="26358" y="3458"/>
                    <a:pt x="25901" y="3001"/>
                  </a:cubicBezTo>
                  <a:cubicBezTo>
                    <a:pt x="25901" y="3001"/>
                    <a:pt x="25901" y="3001"/>
                    <a:pt x="25869" y="2969"/>
                  </a:cubicBezTo>
                  <a:cubicBezTo>
                    <a:pt x="25412" y="2512"/>
                    <a:pt x="24923" y="2121"/>
                    <a:pt x="24368" y="1762"/>
                  </a:cubicBezTo>
                  <a:cubicBezTo>
                    <a:pt x="24238" y="1664"/>
                    <a:pt x="24107" y="1566"/>
                    <a:pt x="23977" y="1468"/>
                  </a:cubicBezTo>
                  <a:cubicBezTo>
                    <a:pt x="23748" y="1338"/>
                    <a:pt x="23553" y="1240"/>
                    <a:pt x="23324" y="1109"/>
                  </a:cubicBezTo>
                  <a:cubicBezTo>
                    <a:pt x="23194" y="1044"/>
                    <a:pt x="23031" y="979"/>
                    <a:pt x="22900" y="914"/>
                  </a:cubicBezTo>
                  <a:cubicBezTo>
                    <a:pt x="21595" y="326"/>
                    <a:pt x="20160" y="0"/>
                    <a:pt x="18660" y="0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0"/>
            <p:cNvSpPr/>
            <p:nvPr/>
          </p:nvSpPr>
          <p:spPr>
            <a:xfrm>
              <a:off x="1346375" y="4845675"/>
              <a:ext cx="4662225" cy="537425"/>
            </a:xfrm>
            <a:custGeom>
              <a:rect b="b" l="l" r="r" t="t"/>
              <a:pathLst>
                <a:path extrusionOk="0" h="21497" w="186489">
                  <a:moveTo>
                    <a:pt x="0" y="0"/>
                  </a:moveTo>
                  <a:lnTo>
                    <a:pt x="0" y="11254"/>
                  </a:lnTo>
                  <a:cubicBezTo>
                    <a:pt x="0" y="16897"/>
                    <a:pt x="4600" y="21497"/>
                    <a:pt x="10243" y="21497"/>
                  </a:cubicBezTo>
                  <a:lnTo>
                    <a:pt x="176246" y="21497"/>
                  </a:lnTo>
                  <a:cubicBezTo>
                    <a:pt x="181889" y="21497"/>
                    <a:pt x="186488" y="16897"/>
                    <a:pt x="186488" y="11254"/>
                  </a:cubicBezTo>
                  <a:lnTo>
                    <a:pt x="186488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0"/>
            <p:cNvSpPr/>
            <p:nvPr/>
          </p:nvSpPr>
          <p:spPr>
            <a:xfrm>
              <a:off x="1346375" y="4845675"/>
              <a:ext cx="4662225" cy="537425"/>
            </a:xfrm>
            <a:custGeom>
              <a:rect b="b" l="l" r="r" t="t"/>
              <a:pathLst>
                <a:path extrusionOk="0" h="21497" w="186489">
                  <a:moveTo>
                    <a:pt x="167830" y="0"/>
                  </a:moveTo>
                  <a:lnTo>
                    <a:pt x="167830" y="11254"/>
                  </a:lnTo>
                  <a:cubicBezTo>
                    <a:pt x="167830" y="12200"/>
                    <a:pt x="167047" y="12950"/>
                    <a:pt x="166101" y="12950"/>
                  </a:cubicBezTo>
                  <a:lnTo>
                    <a:pt x="10243" y="12950"/>
                  </a:lnTo>
                  <a:cubicBezTo>
                    <a:pt x="4600" y="12950"/>
                    <a:pt x="0" y="8384"/>
                    <a:pt x="0" y="2708"/>
                  </a:cubicBezTo>
                  <a:lnTo>
                    <a:pt x="0" y="11254"/>
                  </a:lnTo>
                  <a:cubicBezTo>
                    <a:pt x="0" y="16897"/>
                    <a:pt x="4600" y="21497"/>
                    <a:pt x="10243" y="21497"/>
                  </a:cubicBezTo>
                  <a:lnTo>
                    <a:pt x="176246" y="21497"/>
                  </a:lnTo>
                  <a:cubicBezTo>
                    <a:pt x="176441" y="21497"/>
                    <a:pt x="176637" y="21497"/>
                    <a:pt x="176833" y="21464"/>
                  </a:cubicBezTo>
                  <a:lnTo>
                    <a:pt x="177028" y="21464"/>
                  </a:lnTo>
                  <a:cubicBezTo>
                    <a:pt x="177159" y="21431"/>
                    <a:pt x="177289" y="21431"/>
                    <a:pt x="177452" y="21431"/>
                  </a:cubicBezTo>
                  <a:cubicBezTo>
                    <a:pt x="177518" y="21399"/>
                    <a:pt x="177583" y="21399"/>
                    <a:pt x="177648" y="21399"/>
                  </a:cubicBezTo>
                  <a:cubicBezTo>
                    <a:pt x="177779" y="21366"/>
                    <a:pt x="177909" y="21366"/>
                    <a:pt x="178040" y="21334"/>
                  </a:cubicBezTo>
                  <a:cubicBezTo>
                    <a:pt x="178105" y="21301"/>
                    <a:pt x="178170" y="21301"/>
                    <a:pt x="178235" y="21301"/>
                  </a:cubicBezTo>
                  <a:cubicBezTo>
                    <a:pt x="178431" y="21268"/>
                    <a:pt x="178627" y="21203"/>
                    <a:pt x="178790" y="21171"/>
                  </a:cubicBezTo>
                  <a:cubicBezTo>
                    <a:pt x="178888" y="21138"/>
                    <a:pt x="178953" y="21105"/>
                    <a:pt x="179051" y="21105"/>
                  </a:cubicBezTo>
                  <a:cubicBezTo>
                    <a:pt x="179442" y="20975"/>
                    <a:pt x="179834" y="20844"/>
                    <a:pt x="180225" y="20681"/>
                  </a:cubicBezTo>
                  <a:cubicBezTo>
                    <a:pt x="180388" y="20616"/>
                    <a:pt x="180519" y="20551"/>
                    <a:pt x="180682" y="20486"/>
                  </a:cubicBezTo>
                  <a:cubicBezTo>
                    <a:pt x="180845" y="20420"/>
                    <a:pt x="180975" y="20322"/>
                    <a:pt x="181139" y="20257"/>
                  </a:cubicBezTo>
                  <a:cubicBezTo>
                    <a:pt x="181399" y="20094"/>
                    <a:pt x="181693" y="19931"/>
                    <a:pt x="181954" y="19735"/>
                  </a:cubicBezTo>
                  <a:cubicBezTo>
                    <a:pt x="182215" y="19572"/>
                    <a:pt x="182411" y="19409"/>
                    <a:pt x="182639" y="19246"/>
                  </a:cubicBezTo>
                  <a:cubicBezTo>
                    <a:pt x="182639" y="19246"/>
                    <a:pt x="182672" y="19213"/>
                    <a:pt x="182672" y="19213"/>
                  </a:cubicBezTo>
                  <a:cubicBezTo>
                    <a:pt x="182900" y="19050"/>
                    <a:pt x="183096" y="18855"/>
                    <a:pt x="183324" y="18659"/>
                  </a:cubicBezTo>
                  <a:cubicBezTo>
                    <a:pt x="183552" y="18430"/>
                    <a:pt x="183781" y="18169"/>
                    <a:pt x="184009" y="17941"/>
                  </a:cubicBezTo>
                  <a:cubicBezTo>
                    <a:pt x="184335" y="17550"/>
                    <a:pt x="184661" y="17126"/>
                    <a:pt x="184922" y="16669"/>
                  </a:cubicBezTo>
                  <a:cubicBezTo>
                    <a:pt x="184922" y="16669"/>
                    <a:pt x="184955" y="16636"/>
                    <a:pt x="184955" y="16636"/>
                  </a:cubicBezTo>
                  <a:cubicBezTo>
                    <a:pt x="185053" y="16473"/>
                    <a:pt x="185151" y="16310"/>
                    <a:pt x="185249" y="16114"/>
                  </a:cubicBezTo>
                  <a:cubicBezTo>
                    <a:pt x="185510" y="15658"/>
                    <a:pt x="185705" y="15201"/>
                    <a:pt x="185901" y="14712"/>
                  </a:cubicBezTo>
                  <a:cubicBezTo>
                    <a:pt x="185901" y="14647"/>
                    <a:pt x="185934" y="14581"/>
                    <a:pt x="185934" y="14516"/>
                  </a:cubicBezTo>
                  <a:cubicBezTo>
                    <a:pt x="185999" y="14418"/>
                    <a:pt x="186031" y="14288"/>
                    <a:pt x="186064" y="14157"/>
                  </a:cubicBezTo>
                  <a:cubicBezTo>
                    <a:pt x="186097" y="14092"/>
                    <a:pt x="186097" y="14027"/>
                    <a:pt x="186129" y="13962"/>
                  </a:cubicBezTo>
                  <a:cubicBezTo>
                    <a:pt x="186162" y="13831"/>
                    <a:pt x="186195" y="13701"/>
                    <a:pt x="186227" y="13570"/>
                  </a:cubicBezTo>
                  <a:cubicBezTo>
                    <a:pt x="186227" y="13505"/>
                    <a:pt x="186260" y="13440"/>
                    <a:pt x="186260" y="13374"/>
                  </a:cubicBezTo>
                  <a:cubicBezTo>
                    <a:pt x="186292" y="13179"/>
                    <a:pt x="186325" y="13016"/>
                    <a:pt x="186358" y="12820"/>
                  </a:cubicBezTo>
                  <a:lnTo>
                    <a:pt x="186358" y="12787"/>
                  </a:lnTo>
                  <a:cubicBezTo>
                    <a:pt x="186390" y="12592"/>
                    <a:pt x="186423" y="12363"/>
                    <a:pt x="186456" y="12135"/>
                  </a:cubicBezTo>
                  <a:cubicBezTo>
                    <a:pt x="186456" y="12070"/>
                    <a:pt x="186456" y="12004"/>
                    <a:pt x="186456" y="11939"/>
                  </a:cubicBezTo>
                  <a:cubicBezTo>
                    <a:pt x="186488" y="11711"/>
                    <a:pt x="186488" y="11482"/>
                    <a:pt x="186488" y="11254"/>
                  </a:cubicBezTo>
                  <a:lnTo>
                    <a:pt x="186488" y="2708"/>
                  </a:lnTo>
                  <a:lnTo>
                    <a:pt x="186488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0"/>
            <p:cNvSpPr/>
            <p:nvPr/>
          </p:nvSpPr>
          <p:spPr>
            <a:xfrm>
              <a:off x="5016925" y="3632200"/>
              <a:ext cx="455075" cy="454275"/>
            </a:xfrm>
            <a:custGeom>
              <a:rect b="b" l="l" r="r" t="t"/>
              <a:pathLst>
                <a:path extrusionOk="0" h="18171" w="18203">
                  <a:moveTo>
                    <a:pt x="9101" y="1"/>
                  </a:moveTo>
                  <a:cubicBezTo>
                    <a:pt x="4078" y="1"/>
                    <a:pt x="0" y="4046"/>
                    <a:pt x="0" y="9069"/>
                  </a:cubicBezTo>
                  <a:cubicBezTo>
                    <a:pt x="0" y="14093"/>
                    <a:pt x="4078" y="18170"/>
                    <a:pt x="9101" y="18170"/>
                  </a:cubicBezTo>
                  <a:cubicBezTo>
                    <a:pt x="14125" y="18170"/>
                    <a:pt x="18202" y="14093"/>
                    <a:pt x="18202" y="9069"/>
                  </a:cubicBezTo>
                  <a:cubicBezTo>
                    <a:pt x="18202" y="4046"/>
                    <a:pt x="14125" y="1"/>
                    <a:pt x="910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0"/>
            <p:cNvSpPr/>
            <p:nvPr/>
          </p:nvSpPr>
          <p:spPr>
            <a:xfrm>
              <a:off x="1272150" y="238175"/>
              <a:ext cx="5056125" cy="5219150"/>
            </a:xfrm>
            <a:custGeom>
              <a:rect b="b" l="l" r="r" t="t"/>
              <a:pathLst>
                <a:path extrusionOk="0" h="208766" w="202245">
                  <a:moveTo>
                    <a:pt x="24825" y="75383"/>
                  </a:moveTo>
                  <a:lnTo>
                    <a:pt x="24270" y="80928"/>
                  </a:lnTo>
                  <a:lnTo>
                    <a:pt x="13669" y="80928"/>
                  </a:lnTo>
                  <a:lnTo>
                    <a:pt x="13669" y="79525"/>
                  </a:lnTo>
                  <a:cubicBezTo>
                    <a:pt x="13669" y="77242"/>
                    <a:pt x="15528" y="75383"/>
                    <a:pt x="17811" y="75383"/>
                  </a:cubicBezTo>
                  <a:close/>
                  <a:moveTo>
                    <a:pt x="113094" y="64031"/>
                  </a:moveTo>
                  <a:cubicBezTo>
                    <a:pt x="122750" y="64031"/>
                    <a:pt x="130709" y="71468"/>
                    <a:pt x="131557" y="80928"/>
                  </a:cubicBezTo>
                  <a:lnTo>
                    <a:pt x="94599" y="80928"/>
                  </a:lnTo>
                  <a:cubicBezTo>
                    <a:pt x="95447" y="71468"/>
                    <a:pt x="103406" y="64031"/>
                    <a:pt x="113094" y="64031"/>
                  </a:cubicBezTo>
                  <a:close/>
                  <a:moveTo>
                    <a:pt x="124136" y="26240"/>
                  </a:moveTo>
                  <a:cubicBezTo>
                    <a:pt x="124347" y="26240"/>
                    <a:pt x="124563" y="26296"/>
                    <a:pt x="124739" y="26420"/>
                  </a:cubicBezTo>
                  <a:lnTo>
                    <a:pt x="156120" y="47819"/>
                  </a:lnTo>
                  <a:cubicBezTo>
                    <a:pt x="156446" y="48047"/>
                    <a:pt x="156642" y="48438"/>
                    <a:pt x="156576" y="48797"/>
                  </a:cubicBezTo>
                  <a:cubicBezTo>
                    <a:pt x="155957" y="53592"/>
                    <a:pt x="156935" y="58551"/>
                    <a:pt x="159284" y="62759"/>
                  </a:cubicBezTo>
                  <a:cubicBezTo>
                    <a:pt x="159480" y="63117"/>
                    <a:pt x="159447" y="63541"/>
                    <a:pt x="159251" y="63868"/>
                  </a:cubicBezTo>
                  <a:lnTo>
                    <a:pt x="147606" y="80928"/>
                  </a:lnTo>
                  <a:lnTo>
                    <a:pt x="137526" y="80928"/>
                  </a:lnTo>
                  <a:cubicBezTo>
                    <a:pt x="136678" y="68174"/>
                    <a:pt x="126044" y="58061"/>
                    <a:pt x="113094" y="58061"/>
                  </a:cubicBezTo>
                  <a:cubicBezTo>
                    <a:pt x="100111" y="58061"/>
                    <a:pt x="89477" y="68174"/>
                    <a:pt x="88629" y="80928"/>
                  </a:cubicBezTo>
                  <a:lnTo>
                    <a:pt x="73559" y="80928"/>
                  </a:lnTo>
                  <a:lnTo>
                    <a:pt x="108658" y="29388"/>
                  </a:lnTo>
                  <a:cubicBezTo>
                    <a:pt x="108853" y="29095"/>
                    <a:pt x="109180" y="28932"/>
                    <a:pt x="109506" y="28932"/>
                  </a:cubicBezTo>
                  <a:lnTo>
                    <a:pt x="109669" y="28932"/>
                  </a:lnTo>
                  <a:cubicBezTo>
                    <a:pt x="110701" y="29080"/>
                    <a:pt x="111744" y="29154"/>
                    <a:pt x="112787" y="29154"/>
                  </a:cubicBezTo>
                  <a:cubicBezTo>
                    <a:pt x="116558" y="29154"/>
                    <a:pt x="120334" y="28195"/>
                    <a:pt x="123630" y="26355"/>
                  </a:cubicBezTo>
                  <a:cubicBezTo>
                    <a:pt x="123780" y="26280"/>
                    <a:pt x="123956" y="26240"/>
                    <a:pt x="124136" y="26240"/>
                  </a:cubicBezTo>
                  <a:close/>
                  <a:moveTo>
                    <a:pt x="114823" y="5935"/>
                  </a:moveTo>
                  <a:cubicBezTo>
                    <a:pt x="115541" y="5935"/>
                    <a:pt x="116258" y="6163"/>
                    <a:pt x="116878" y="6587"/>
                  </a:cubicBezTo>
                  <a:lnTo>
                    <a:pt x="177453" y="47851"/>
                  </a:lnTo>
                  <a:cubicBezTo>
                    <a:pt x="179117" y="48993"/>
                    <a:pt x="179573" y="51309"/>
                    <a:pt x="178432" y="52973"/>
                  </a:cubicBezTo>
                  <a:lnTo>
                    <a:pt x="159382" y="80928"/>
                  </a:lnTo>
                  <a:lnTo>
                    <a:pt x="154815" y="80928"/>
                  </a:lnTo>
                  <a:lnTo>
                    <a:pt x="164144" y="67228"/>
                  </a:lnTo>
                  <a:cubicBezTo>
                    <a:pt x="165677" y="65009"/>
                    <a:pt x="165775" y="62171"/>
                    <a:pt x="164470" y="59855"/>
                  </a:cubicBezTo>
                  <a:cubicBezTo>
                    <a:pt x="162741" y="56757"/>
                    <a:pt x="162024" y="53103"/>
                    <a:pt x="162481" y="49580"/>
                  </a:cubicBezTo>
                  <a:cubicBezTo>
                    <a:pt x="162839" y="46971"/>
                    <a:pt x="161665" y="44394"/>
                    <a:pt x="159480" y="42893"/>
                  </a:cubicBezTo>
                  <a:lnTo>
                    <a:pt x="128067" y="21527"/>
                  </a:lnTo>
                  <a:cubicBezTo>
                    <a:pt x="126872" y="20707"/>
                    <a:pt x="125493" y="20287"/>
                    <a:pt x="124110" y="20287"/>
                  </a:cubicBezTo>
                  <a:cubicBezTo>
                    <a:pt x="122961" y="20287"/>
                    <a:pt x="121810" y="20576"/>
                    <a:pt x="120760" y="21168"/>
                  </a:cubicBezTo>
                  <a:cubicBezTo>
                    <a:pt x="118316" y="22506"/>
                    <a:pt x="115528" y="23215"/>
                    <a:pt x="112730" y="23215"/>
                  </a:cubicBezTo>
                  <a:cubicBezTo>
                    <a:pt x="111980" y="23215"/>
                    <a:pt x="111229" y="23164"/>
                    <a:pt x="110484" y="23060"/>
                  </a:cubicBezTo>
                  <a:cubicBezTo>
                    <a:pt x="110157" y="23011"/>
                    <a:pt x="109829" y="22987"/>
                    <a:pt x="109503" y="22987"/>
                  </a:cubicBezTo>
                  <a:cubicBezTo>
                    <a:pt x="107230" y="22987"/>
                    <a:pt x="105044" y="24150"/>
                    <a:pt x="103732" y="26061"/>
                  </a:cubicBezTo>
                  <a:lnTo>
                    <a:pt x="66350" y="80928"/>
                  </a:lnTo>
                  <a:lnTo>
                    <a:pt x="61783" y="80928"/>
                  </a:lnTo>
                  <a:lnTo>
                    <a:pt x="111757" y="7566"/>
                  </a:lnTo>
                  <a:cubicBezTo>
                    <a:pt x="112311" y="6750"/>
                    <a:pt x="113159" y="6196"/>
                    <a:pt x="114138" y="6000"/>
                  </a:cubicBezTo>
                  <a:cubicBezTo>
                    <a:pt x="114366" y="5967"/>
                    <a:pt x="114595" y="5935"/>
                    <a:pt x="114823" y="5935"/>
                  </a:cubicBezTo>
                  <a:close/>
                  <a:moveTo>
                    <a:pt x="176735" y="75383"/>
                  </a:moveTo>
                  <a:cubicBezTo>
                    <a:pt x="179019" y="75383"/>
                    <a:pt x="180878" y="77242"/>
                    <a:pt x="180878" y="79525"/>
                  </a:cubicBezTo>
                  <a:lnTo>
                    <a:pt x="180878" y="81026"/>
                  </a:lnTo>
                  <a:cubicBezTo>
                    <a:pt x="180324" y="80961"/>
                    <a:pt x="179769" y="80928"/>
                    <a:pt x="179215" y="80928"/>
                  </a:cubicBezTo>
                  <a:lnTo>
                    <a:pt x="166591" y="80928"/>
                  </a:lnTo>
                  <a:lnTo>
                    <a:pt x="170375" y="75383"/>
                  </a:lnTo>
                  <a:close/>
                  <a:moveTo>
                    <a:pt x="179215" y="86865"/>
                  </a:moveTo>
                  <a:cubicBezTo>
                    <a:pt x="183227" y="86865"/>
                    <a:pt x="186489" y="90127"/>
                    <a:pt x="186489" y="94139"/>
                  </a:cubicBezTo>
                  <a:lnTo>
                    <a:pt x="186489" y="102392"/>
                  </a:lnTo>
                  <a:lnTo>
                    <a:pt x="5938" y="102392"/>
                  </a:lnTo>
                  <a:lnTo>
                    <a:pt x="5938" y="94139"/>
                  </a:lnTo>
                  <a:cubicBezTo>
                    <a:pt x="5938" y="90127"/>
                    <a:pt x="9232" y="86865"/>
                    <a:pt x="13212" y="86865"/>
                  </a:cubicBezTo>
                  <a:close/>
                  <a:moveTo>
                    <a:pt x="195557" y="128227"/>
                  </a:moveTo>
                  <a:cubicBezTo>
                    <a:pt x="195949" y="128227"/>
                    <a:pt x="196307" y="128553"/>
                    <a:pt x="196307" y="128977"/>
                  </a:cubicBezTo>
                  <a:lnTo>
                    <a:pt x="196307" y="160716"/>
                  </a:lnTo>
                  <a:cubicBezTo>
                    <a:pt x="196307" y="161108"/>
                    <a:pt x="195949" y="161466"/>
                    <a:pt x="195557" y="161466"/>
                  </a:cubicBezTo>
                  <a:lnTo>
                    <a:pt x="158207" y="161466"/>
                  </a:lnTo>
                  <a:cubicBezTo>
                    <a:pt x="151912" y="161466"/>
                    <a:pt x="146399" y="157943"/>
                    <a:pt x="143594" y="152757"/>
                  </a:cubicBezTo>
                  <a:cubicBezTo>
                    <a:pt x="143463" y="152528"/>
                    <a:pt x="143333" y="152268"/>
                    <a:pt x="143235" y="152039"/>
                  </a:cubicBezTo>
                  <a:cubicBezTo>
                    <a:pt x="142974" y="151550"/>
                    <a:pt x="142778" y="151061"/>
                    <a:pt x="142582" y="150539"/>
                  </a:cubicBezTo>
                  <a:cubicBezTo>
                    <a:pt x="141930" y="148777"/>
                    <a:pt x="141571" y="146853"/>
                    <a:pt x="141571" y="144830"/>
                  </a:cubicBezTo>
                  <a:cubicBezTo>
                    <a:pt x="141571" y="142840"/>
                    <a:pt x="141930" y="140916"/>
                    <a:pt x="142582" y="139122"/>
                  </a:cubicBezTo>
                  <a:cubicBezTo>
                    <a:pt x="142778" y="138632"/>
                    <a:pt x="143006" y="138143"/>
                    <a:pt x="143235" y="137654"/>
                  </a:cubicBezTo>
                  <a:cubicBezTo>
                    <a:pt x="143333" y="137393"/>
                    <a:pt x="143463" y="137165"/>
                    <a:pt x="143594" y="136936"/>
                  </a:cubicBezTo>
                  <a:cubicBezTo>
                    <a:pt x="146399" y="131750"/>
                    <a:pt x="151912" y="128227"/>
                    <a:pt x="158207" y="128227"/>
                  </a:cubicBezTo>
                  <a:close/>
                  <a:moveTo>
                    <a:pt x="186489" y="108329"/>
                  </a:moveTo>
                  <a:lnTo>
                    <a:pt x="186489" y="122290"/>
                  </a:lnTo>
                  <a:lnTo>
                    <a:pt x="158207" y="122290"/>
                  </a:lnTo>
                  <a:cubicBezTo>
                    <a:pt x="149269" y="122290"/>
                    <a:pt x="141571" y="127476"/>
                    <a:pt x="137885" y="134979"/>
                  </a:cubicBezTo>
                  <a:cubicBezTo>
                    <a:pt x="137885" y="135012"/>
                    <a:pt x="137885" y="135044"/>
                    <a:pt x="137853" y="135077"/>
                  </a:cubicBezTo>
                  <a:cubicBezTo>
                    <a:pt x="137820" y="135142"/>
                    <a:pt x="137820" y="135207"/>
                    <a:pt x="137787" y="135273"/>
                  </a:cubicBezTo>
                  <a:cubicBezTo>
                    <a:pt x="137331" y="136186"/>
                    <a:pt x="136972" y="137165"/>
                    <a:pt x="136646" y="138143"/>
                  </a:cubicBezTo>
                  <a:cubicBezTo>
                    <a:pt x="135993" y="140263"/>
                    <a:pt x="135634" y="142514"/>
                    <a:pt x="135634" y="144830"/>
                  </a:cubicBezTo>
                  <a:cubicBezTo>
                    <a:pt x="135634" y="157291"/>
                    <a:pt x="145747" y="167403"/>
                    <a:pt x="158207" y="167403"/>
                  </a:cubicBezTo>
                  <a:lnTo>
                    <a:pt x="186489" y="167403"/>
                  </a:lnTo>
                  <a:lnTo>
                    <a:pt x="186489" y="181332"/>
                  </a:lnTo>
                  <a:lnTo>
                    <a:pt x="41037" y="181332"/>
                  </a:lnTo>
                  <a:cubicBezTo>
                    <a:pt x="39406" y="181332"/>
                    <a:pt x="38068" y="182669"/>
                    <a:pt x="38068" y="184300"/>
                  </a:cubicBezTo>
                  <a:cubicBezTo>
                    <a:pt x="38068" y="185964"/>
                    <a:pt x="39406" y="187301"/>
                    <a:pt x="41037" y="187301"/>
                  </a:cubicBezTo>
                  <a:lnTo>
                    <a:pt x="186489" y="187301"/>
                  </a:lnTo>
                  <a:lnTo>
                    <a:pt x="186489" y="195554"/>
                  </a:lnTo>
                  <a:cubicBezTo>
                    <a:pt x="186489" y="199566"/>
                    <a:pt x="183227" y="202828"/>
                    <a:pt x="179215" y="202828"/>
                  </a:cubicBezTo>
                  <a:lnTo>
                    <a:pt x="13212" y="202828"/>
                  </a:lnTo>
                  <a:cubicBezTo>
                    <a:pt x="9232" y="202828"/>
                    <a:pt x="5938" y="199566"/>
                    <a:pt x="5938" y="195554"/>
                  </a:cubicBezTo>
                  <a:lnTo>
                    <a:pt x="5938" y="187301"/>
                  </a:lnTo>
                  <a:lnTo>
                    <a:pt x="21987" y="187301"/>
                  </a:lnTo>
                  <a:cubicBezTo>
                    <a:pt x="23650" y="187301"/>
                    <a:pt x="24955" y="185964"/>
                    <a:pt x="24955" y="184300"/>
                  </a:cubicBezTo>
                  <a:cubicBezTo>
                    <a:pt x="24955" y="182669"/>
                    <a:pt x="23650" y="181332"/>
                    <a:pt x="21987" y="181332"/>
                  </a:cubicBezTo>
                  <a:lnTo>
                    <a:pt x="5938" y="181332"/>
                  </a:lnTo>
                  <a:lnTo>
                    <a:pt x="5938" y="108329"/>
                  </a:lnTo>
                  <a:close/>
                  <a:moveTo>
                    <a:pt x="114805" y="0"/>
                  </a:moveTo>
                  <a:cubicBezTo>
                    <a:pt x="114214" y="0"/>
                    <a:pt x="113620" y="54"/>
                    <a:pt x="113029" y="161"/>
                  </a:cubicBezTo>
                  <a:cubicBezTo>
                    <a:pt x="110484" y="650"/>
                    <a:pt x="108299" y="2086"/>
                    <a:pt x="106864" y="4206"/>
                  </a:cubicBezTo>
                  <a:lnTo>
                    <a:pt x="54574" y="80928"/>
                  </a:lnTo>
                  <a:lnTo>
                    <a:pt x="40026" y="80928"/>
                  </a:lnTo>
                  <a:lnTo>
                    <a:pt x="43549" y="45405"/>
                  </a:lnTo>
                  <a:cubicBezTo>
                    <a:pt x="43581" y="44981"/>
                    <a:pt x="43842" y="44655"/>
                    <a:pt x="44201" y="44491"/>
                  </a:cubicBezTo>
                  <a:cubicBezTo>
                    <a:pt x="48735" y="42795"/>
                    <a:pt x="52649" y="39631"/>
                    <a:pt x="55226" y="35554"/>
                  </a:cubicBezTo>
                  <a:cubicBezTo>
                    <a:pt x="55438" y="35251"/>
                    <a:pt x="55762" y="35061"/>
                    <a:pt x="56146" y="35061"/>
                  </a:cubicBezTo>
                  <a:cubicBezTo>
                    <a:pt x="56176" y="35061"/>
                    <a:pt x="56207" y="35062"/>
                    <a:pt x="56238" y="35064"/>
                  </a:cubicBezTo>
                  <a:lnTo>
                    <a:pt x="79039" y="37348"/>
                  </a:lnTo>
                  <a:cubicBezTo>
                    <a:pt x="79122" y="37354"/>
                    <a:pt x="79204" y="37358"/>
                    <a:pt x="79286" y="37358"/>
                  </a:cubicBezTo>
                  <a:cubicBezTo>
                    <a:pt x="80816" y="37358"/>
                    <a:pt x="82146" y="36221"/>
                    <a:pt x="82301" y="34673"/>
                  </a:cubicBezTo>
                  <a:cubicBezTo>
                    <a:pt x="82464" y="33042"/>
                    <a:pt x="81257" y="31574"/>
                    <a:pt x="79626" y="31411"/>
                  </a:cubicBezTo>
                  <a:lnTo>
                    <a:pt x="56825" y="29160"/>
                  </a:lnTo>
                  <a:cubicBezTo>
                    <a:pt x="56584" y="29137"/>
                    <a:pt x="56344" y="29125"/>
                    <a:pt x="56107" y="29125"/>
                  </a:cubicBezTo>
                  <a:cubicBezTo>
                    <a:pt x="53706" y="29125"/>
                    <a:pt x="51509" y="30309"/>
                    <a:pt x="50203" y="32357"/>
                  </a:cubicBezTo>
                  <a:cubicBezTo>
                    <a:pt x="48311" y="35358"/>
                    <a:pt x="45440" y="37674"/>
                    <a:pt x="42113" y="38946"/>
                  </a:cubicBezTo>
                  <a:cubicBezTo>
                    <a:pt x="39602" y="39892"/>
                    <a:pt x="37873" y="42143"/>
                    <a:pt x="37612" y="44818"/>
                  </a:cubicBezTo>
                  <a:lnTo>
                    <a:pt x="34056" y="80928"/>
                  </a:lnTo>
                  <a:lnTo>
                    <a:pt x="30272" y="80928"/>
                  </a:lnTo>
                  <a:lnTo>
                    <a:pt x="35818" y="24724"/>
                  </a:lnTo>
                  <a:cubicBezTo>
                    <a:pt x="36002" y="22823"/>
                    <a:pt x="37598" y="21412"/>
                    <a:pt x="39468" y="21412"/>
                  </a:cubicBezTo>
                  <a:cubicBezTo>
                    <a:pt x="39588" y="21412"/>
                    <a:pt x="39708" y="21418"/>
                    <a:pt x="39830" y="21429"/>
                  </a:cubicBezTo>
                  <a:lnTo>
                    <a:pt x="85954" y="25963"/>
                  </a:lnTo>
                  <a:cubicBezTo>
                    <a:pt x="86056" y="25974"/>
                    <a:pt x="86157" y="25979"/>
                    <a:pt x="86256" y="25979"/>
                  </a:cubicBezTo>
                  <a:cubicBezTo>
                    <a:pt x="87759" y="25979"/>
                    <a:pt x="89031" y="24851"/>
                    <a:pt x="89184" y="23321"/>
                  </a:cubicBezTo>
                  <a:cubicBezTo>
                    <a:pt x="89347" y="21658"/>
                    <a:pt x="88172" y="20222"/>
                    <a:pt x="86541" y="20059"/>
                  </a:cubicBezTo>
                  <a:lnTo>
                    <a:pt x="40417" y="15492"/>
                  </a:lnTo>
                  <a:cubicBezTo>
                    <a:pt x="40097" y="15461"/>
                    <a:pt x="39780" y="15445"/>
                    <a:pt x="39465" y="15445"/>
                  </a:cubicBezTo>
                  <a:cubicBezTo>
                    <a:pt x="34576" y="15445"/>
                    <a:pt x="30371" y="19172"/>
                    <a:pt x="29881" y="24137"/>
                  </a:cubicBezTo>
                  <a:lnTo>
                    <a:pt x="25412" y="69446"/>
                  </a:lnTo>
                  <a:lnTo>
                    <a:pt x="17811" y="69446"/>
                  </a:lnTo>
                  <a:cubicBezTo>
                    <a:pt x="12233" y="69446"/>
                    <a:pt x="7732" y="73947"/>
                    <a:pt x="7732" y="79525"/>
                  </a:cubicBezTo>
                  <a:lnTo>
                    <a:pt x="7732" y="82135"/>
                  </a:lnTo>
                  <a:cubicBezTo>
                    <a:pt x="3165" y="84222"/>
                    <a:pt x="1" y="88822"/>
                    <a:pt x="1" y="94139"/>
                  </a:cubicBezTo>
                  <a:lnTo>
                    <a:pt x="1" y="105360"/>
                  </a:lnTo>
                  <a:lnTo>
                    <a:pt x="1" y="184300"/>
                  </a:lnTo>
                  <a:lnTo>
                    <a:pt x="1" y="195554"/>
                  </a:lnTo>
                  <a:cubicBezTo>
                    <a:pt x="1" y="202828"/>
                    <a:pt x="5938" y="208765"/>
                    <a:pt x="13212" y="208765"/>
                  </a:cubicBezTo>
                  <a:lnTo>
                    <a:pt x="179215" y="208765"/>
                  </a:lnTo>
                  <a:cubicBezTo>
                    <a:pt x="186489" y="208765"/>
                    <a:pt x="192426" y="202828"/>
                    <a:pt x="192426" y="195554"/>
                  </a:cubicBezTo>
                  <a:lnTo>
                    <a:pt x="192426" y="184300"/>
                  </a:lnTo>
                  <a:lnTo>
                    <a:pt x="192426" y="167403"/>
                  </a:lnTo>
                  <a:lnTo>
                    <a:pt x="195557" y="167403"/>
                  </a:lnTo>
                  <a:cubicBezTo>
                    <a:pt x="199243" y="167403"/>
                    <a:pt x="202244" y="164402"/>
                    <a:pt x="202244" y="160716"/>
                  </a:cubicBezTo>
                  <a:lnTo>
                    <a:pt x="202244" y="128977"/>
                  </a:lnTo>
                  <a:cubicBezTo>
                    <a:pt x="202244" y="125291"/>
                    <a:pt x="199243" y="122290"/>
                    <a:pt x="195557" y="122290"/>
                  </a:cubicBezTo>
                  <a:lnTo>
                    <a:pt x="192426" y="122290"/>
                  </a:lnTo>
                  <a:lnTo>
                    <a:pt x="192426" y="105360"/>
                  </a:lnTo>
                  <a:lnTo>
                    <a:pt x="192426" y="94139"/>
                  </a:lnTo>
                  <a:cubicBezTo>
                    <a:pt x="192426" y="89670"/>
                    <a:pt x="190207" y="85756"/>
                    <a:pt x="186815" y="83342"/>
                  </a:cubicBezTo>
                  <a:lnTo>
                    <a:pt x="186815" y="79525"/>
                  </a:lnTo>
                  <a:cubicBezTo>
                    <a:pt x="186815" y="73947"/>
                    <a:pt x="182313" y="69446"/>
                    <a:pt x="176735" y="69446"/>
                  </a:cubicBezTo>
                  <a:lnTo>
                    <a:pt x="174419" y="69446"/>
                  </a:lnTo>
                  <a:lnTo>
                    <a:pt x="183325" y="56333"/>
                  </a:lnTo>
                  <a:cubicBezTo>
                    <a:pt x="186326" y="51929"/>
                    <a:pt x="185184" y="45927"/>
                    <a:pt x="180813" y="42958"/>
                  </a:cubicBezTo>
                  <a:lnTo>
                    <a:pt x="120238" y="1662"/>
                  </a:lnTo>
                  <a:cubicBezTo>
                    <a:pt x="118616" y="564"/>
                    <a:pt x="116727" y="0"/>
                    <a:pt x="1148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0"/>
            <p:cNvSpPr/>
            <p:nvPr/>
          </p:nvSpPr>
          <p:spPr>
            <a:xfrm>
              <a:off x="4942700" y="3557175"/>
              <a:ext cx="603500" cy="603500"/>
            </a:xfrm>
            <a:custGeom>
              <a:rect b="b" l="l" r="r" t="t"/>
              <a:pathLst>
                <a:path extrusionOk="0" h="24140" w="24140">
                  <a:moveTo>
                    <a:pt x="12070" y="5970"/>
                  </a:moveTo>
                  <a:cubicBezTo>
                    <a:pt x="15430" y="5970"/>
                    <a:pt x="18203" y="8710"/>
                    <a:pt x="18203" y="12070"/>
                  </a:cubicBezTo>
                  <a:cubicBezTo>
                    <a:pt x="18203" y="15463"/>
                    <a:pt x="15430" y="18203"/>
                    <a:pt x="12070" y="18203"/>
                  </a:cubicBezTo>
                  <a:cubicBezTo>
                    <a:pt x="8711" y="18203"/>
                    <a:pt x="5938" y="15463"/>
                    <a:pt x="5938" y="12070"/>
                  </a:cubicBezTo>
                  <a:cubicBezTo>
                    <a:pt x="5938" y="8710"/>
                    <a:pt x="8711" y="5970"/>
                    <a:pt x="12070" y="5970"/>
                  </a:cubicBezTo>
                  <a:close/>
                  <a:moveTo>
                    <a:pt x="12070" y="1"/>
                  </a:moveTo>
                  <a:cubicBezTo>
                    <a:pt x="5416" y="1"/>
                    <a:pt x="1" y="5416"/>
                    <a:pt x="1" y="12070"/>
                  </a:cubicBezTo>
                  <a:cubicBezTo>
                    <a:pt x="1" y="18725"/>
                    <a:pt x="5416" y="24140"/>
                    <a:pt x="12070" y="24140"/>
                  </a:cubicBezTo>
                  <a:cubicBezTo>
                    <a:pt x="18725" y="24140"/>
                    <a:pt x="24140" y="18725"/>
                    <a:pt x="24140" y="12070"/>
                  </a:cubicBezTo>
                  <a:cubicBezTo>
                    <a:pt x="24140" y="5416"/>
                    <a:pt x="18725" y="1"/>
                    <a:pt x="120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7" name="Google Shape;757;p20"/>
          <p:cNvGrpSpPr/>
          <p:nvPr/>
        </p:nvGrpSpPr>
        <p:grpSpPr>
          <a:xfrm>
            <a:off x="5090381" y="3079445"/>
            <a:ext cx="441532" cy="472860"/>
            <a:chOff x="1363500" y="238125"/>
            <a:chExt cx="4873425" cy="5219200"/>
          </a:xfrm>
        </p:grpSpPr>
        <p:sp>
          <p:nvSpPr>
            <p:cNvPr id="758" name="Google Shape;758;p20"/>
            <p:cNvSpPr/>
            <p:nvPr/>
          </p:nvSpPr>
          <p:spPr>
            <a:xfrm>
              <a:off x="3278275" y="4446900"/>
              <a:ext cx="1043875" cy="936200"/>
            </a:xfrm>
            <a:custGeom>
              <a:rect b="b" l="l" r="r" t="t"/>
              <a:pathLst>
                <a:path extrusionOk="0" h="37448" w="41755">
                  <a:moveTo>
                    <a:pt x="1" y="0"/>
                  </a:moveTo>
                  <a:lnTo>
                    <a:pt x="1" y="27466"/>
                  </a:lnTo>
                  <a:cubicBezTo>
                    <a:pt x="1" y="32979"/>
                    <a:pt x="4470" y="37448"/>
                    <a:pt x="9950" y="37448"/>
                  </a:cubicBezTo>
                  <a:lnTo>
                    <a:pt x="31805" y="37448"/>
                  </a:lnTo>
                  <a:cubicBezTo>
                    <a:pt x="37285" y="37448"/>
                    <a:pt x="41754" y="32979"/>
                    <a:pt x="41754" y="27466"/>
                  </a:cubicBezTo>
                  <a:lnTo>
                    <a:pt x="41754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0"/>
            <p:cNvSpPr/>
            <p:nvPr/>
          </p:nvSpPr>
          <p:spPr>
            <a:xfrm>
              <a:off x="3602850" y="4446900"/>
              <a:ext cx="719300" cy="936200"/>
            </a:xfrm>
            <a:custGeom>
              <a:rect b="b" l="l" r="r" t="t"/>
              <a:pathLst>
                <a:path extrusionOk="0" h="37448" w="28772">
                  <a:moveTo>
                    <a:pt x="9950" y="0"/>
                  </a:moveTo>
                  <a:lnTo>
                    <a:pt x="9950" y="27466"/>
                  </a:lnTo>
                  <a:cubicBezTo>
                    <a:pt x="9950" y="32979"/>
                    <a:pt x="5481" y="37448"/>
                    <a:pt x="1" y="37448"/>
                  </a:cubicBezTo>
                  <a:lnTo>
                    <a:pt x="18822" y="37448"/>
                  </a:lnTo>
                  <a:cubicBezTo>
                    <a:pt x="24302" y="37448"/>
                    <a:pt x="28771" y="32979"/>
                    <a:pt x="28771" y="27466"/>
                  </a:cubicBezTo>
                  <a:lnTo>
                    <a:pt x="28771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0"/>
            <p:cNvSpPr/>
            <p:nvPr/>
          </p:nvSpPr>
          <p:spPr>
            <a:xfrm>
              <a:off x="2478275" y="1224000"/>
              <a:ext cx="2642250" cy="3267775"/>
            </a:xfrm>
            <a:custGeom>
              <a:rect b="b" l="l" r="r" t="t"/>
              <a:pathLst>
                <a:path extrusionOk="0" h="130711" w="105690">
                  <a:moveTo>
                    <a:pt x="52906" y="1"/>
                  </a:moveTo>
                  <a:cubicBezTo>
                    <a:pt x="52766" y="1"/>
                    <a:pt x="52626" y="1"/>
                    <a:pt x="52486" y="2"/>
                  </a:cubicBezTo>
                  <a:cubicBezTo>
                    <a:pt x="24074" y="198"/>
                    <a:pt x="196" y="24141"/>
                    <a:pt x="66" y="52553"/>
                  </a:cubicBezTo>
                  <a:cubicBezTo>
                    <a:pt x="1" y="64851"/>
                    <a:pt x="4143" y="76202"/>
                    <a:pt x="11124" y="85206"/>
                  </a:cubicBezTo>
                  <a:cubicBezTo>
                    <a:pt x="20845" y="97699"/>
                    <a:pt x="26227" y="112998"/>
                    <a:pt x="26977" y="128753"/>
                  </a:cubicBezTo>
                  <a:cubicBezTo>
                    <a:pt x="27010" y="129862"/>
                    <a:pt x="27923" y="130710"/>
                    <a:pt x="29032" y="130710"/>
                  </a:cubicBezTo>
                  <a:lnTo>
                    <a:pt x="76723" y="130710"/>
                  </a:lnTo>
                  <a:cubicBezTo>
                    <a:pt x="77832" y="130710"/>
                    <a:pt x="78745" y="129862"/>
                    <a:pt x="78778" y="128753"/>
                  </a:cubicBezTo>
                  <a:cubicBezTo>
                    <a:pt x="79561" y="112769"/>
                    <a:pt x="85334" y="97471"/>
                    <a:pt x="95022" y="84651"/>
                  </a:cubicBezTo>
                  <a:cubicBezTo>
                    <a:pt x="101742" y="75811"/>
                    <a:pt x="105689" y="64785"/>
                    <a:pt x="105689" y="52814"/>
                  </a:cubicBezTo>
                  <a:cubicBezTo>
                    <a:pt x="105689" y="23661"/>
                    <a:pt x="82071" y="1"/>
                    <a:pt x="52906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0"/>
            <p:cNvSpPr/>
            <p:nvPr/>
          </p:nvSpPr>
          <p:spPr>
            <a:xfrm>
              <a:off x="3138825" y="1224000"/>
              <a:ext cx="1981700" cy="3267775"/>
            </a:xfrm>
            <a:custGeom>
              <a:rect b="b" l="l" r="r" t="t"/>
              <a:pathLst>
                <a:path extrusionOk="0" h="130711" w="79268">
                  <a:moveTo>
                    <a:pt x="26484" y="1"/>
                  </a:moveTo>
                  <a:cubicBezTo>
                    <a:pt x="26344" y="1"/>
                    <a:pt x="26204" y="1"/>
                    <a:pt x="26064" y="2"/>
                  </a:cubicBezTo>
                  <a:cubicBezTo>
                    <a:pt x="23259" y="2"/>
                    <a:pt x="20486" y="263"/>
                    <a:pt x="17746" y="753"/>
                  </a:cubicBezTo>
                  <a:cubicBezTo>
                    <a:pt x="42700" y="4961"/>
                    <a:pt x="61685" y="26685"/>
                    <a:pt x="61685" y="52814"/>
                  </a:cubicBezTo>
                  <a:cubicBezTo>
                    <a:pt x="61685" y="64785"/>
                    <a:pt x="57705" y="75811"/>
                    <a:pt x="51018" y="84651"/>
                  </a:cubicBezTo>
                  <a:cubicBezTo>
                    <a:pt x="41298" y="97471"/>
                    <a:pt x="37938" y="104419"/>
                    <a:pt x="37155" y="120402"/>
                  </a:cubicBezTo>
                  <a:cubicBezTo>
                    <a:pt x="37090" y="121511"/>
                    <a:pt x="36209" y="122360"/>
                    <a:pt x="35100" y="122360"/>
                  </a:cubicBezTo>
                  <a:lnTo>
                    <a:pt x="1" y="122360"/>
                  </a:lnTo>
                  <a:cubicBezTo>
                    <a:pt x="262" y="124480"/>
                    <a:pt x="458" y="126600"/>
                    <a:pt x="555" y="128753"/>
                  </a:cubicBezTo>
                  <a:cubicBezTo>
                    <a:pt x="588" y="129862"/>
                    <a:pt x="1501" y="130710"/>
                    <a:pt x="2610" y="130710"/>
                  </a:cubicBezTo>
                  <a:lnTo>
                    <a:pt x="50301" y="130710"/>
                  </a:lnTo>
                  <a:cubicBezTo>
                    <a:pt x="51410" y="130710"/>
                    <a:pt x="52323" y="129862"/>
                    <a:pt x="52356" y="128753"/>
                  </a:cubicBezTo>
                  <a:cubicBezTo>
                    <a:pt x="53139" y="112769"/>
                    <a:pt x="58912" y="97471"/>
                    <a:pt x="68600" y="84651"/>
                  </a:cubicBezTo>
                  <a:cubicBezTo>
                    <a:pt x="75320" y="75811"/>
                    <a:pt x="79267" y="64785"/>
                    <a:pt x="79267" y="52814"/>
                  </a:cubicBezTo>
                  <a:cubicBezTo>
                    <a:pt x="79267" y="23661"/>
                    <a:pt x="55649" y="1"/>
                    <a:pt x="26484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0"/>
            <p:cNvSpPr/>
            <p:nvPr/>
          </p:nvSpPr>
          <p:spPr>
            <a:xfrm>
              <a:off x="3726000" y="238125"/>
              <a:ext cx="148425" cy="540675"/>
            </a:xfrm>
            <a:custGeom>
              <a:rect b="b" l="l" r="r" t="t"/>
              <a:pathLst>
                <a:path extrusionOk="0" h="21627" w="5937">
                  <a:moveTo>
                    <a:pt x="2969" y="0"/>
                  </a:moveTo>
                  <a:cubicBezTo>
                    <a:pt x="1338" y="0"/>
                    <a:pt x="0" y="1337"/>
                    <a:pt x="0" y="2968"/>
                  </a:cubicBezTo>
                  <a:lnTo>
                    <a:pt x="0" y="18659"/>
                  </a:lnTo>
                  <a:cubicBezTo>
                    <a:pt x="0" y="20322"/>
                    <a:pt x="1338" y="21627"/>
                    <a:pt x="2969" y="21627"/>
                  </a:cubicBezTo>
                  <a:cubicBezTo>
                    <a:pt x="4600" y="21627"/>
                    <a:pt x="5937" y="20322"/>
                    <a:pt x="5937" y="18659"/>
                  </a:cubicBezTo>
                  <a:lnTo>
                    <a:pt x="5937" y="2968"/>
                  </a:lnTo>
                  <a:cubicBezTo>
                    <a:pt x="5937" y="1337"/>
                    <a:pt x="4600" y="0"/>
                    <a:pt x="29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0"/>
            <p:cNvSpPr/>
            <p:nvPr/>
          </p:nvSpPr>
          <p:spPr>
            <a:xfrm>
              <a:off x="5695425" y="2599800"/>
              <a:ext cx="541500" cy="149250"/>
            </a:xfrm>
            <a:custGeom>
              <a:rect b="b" l="l" r="r" t="t"/>
              <a:pathLst>
                <a:path extrusionOk="0" h="5970" w="21660">
                  <a:moveTo>
                    <a:pt x="3001" y="0"/>
                  </a:moveTo>
                  <a:cubicBezTo>
                    <a:pt x="1338" y="0"/>
                    <a:pt x="0" y="1338"/>
                    <a:pt x="0" y="3001"/>
                  </a:cubicBezTo>
                  <a:cubicBezTo>
                    <a:pt x="0" y="4632"/>
                    <a:pt x="1338" y="5970"/>
                    <a:pt x="3001" y="5970"/>
                  </a:cubicBezTo>
                  <a:lnTo>
                    <a:pt x="18659" y="5970"/>
                  </a:lnTo>
                  <a:cubicBezTo>
                    <a:pt x="20322" y="5970"/>
                    <a:pt x="21660" y="4632"/>
                    <a:pt x="21660" y="3001"/>
                  </a:cubicBezTo>
                  <a:cubicBezTo>
                    <a:pt x="21660" y="1338"/>
                    <a:pt x="20322" y="0"/>
                    <a:pt x="1865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0"/>
            <p:cNvSpPr/>
            <p:nvPr/>
          </p:nvSpPr>
          <p:spPr>
            <a:xfrm>
              <a:off x="1363500" y="2599800"/>
              <a:ext cx="541500" cy="149250"/>
            </a:xfrm>
            <a:custGeom>
              <a:rect b="b" l="l" r="r" t="t"/>
              <a:pathLst>
                <a:path extrusionOk="0" h="5970" w="21660">
                  <a:moveTo>
                    <a:pt x="3001" y="0"/>
                  </a:moveTo>
                  <a:cubicBezTo>
                    <a:pt x="1338" y="0"/>
                    <a:pt x="0" y="1338"/>
                    <a:pt x="0" y="3001"/>
                  </a:cubicBezTo>
                  <a:cubicBezTo>
                    <a:pt x="0" y="4632"/>
                    <a:pt x="1338" y="5970"/>
                    <a:pt x="3001" y="5970"/>
                  </a:cubicBezTo>
                  <a:lnTo>
                    <a:pt x="18692" y="5970"/>
                  </a:lnTo>
                  <a:cubicBezTo>
                    <a:pt x="20323" y="5970"/>
                    <a:pt x="21660" y="4632"/>
                    <a:pt x="21660" y="3001"/>
                  </a:cubicBezTo>
                  <a:cubicBezTo>
                    <a:pt x="21660" y="1338"/>
                    <a:pt x="20323" y="0"/>
                    <a:pt x="1869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0"/>
            <p:cNvSpPr/>
            <p:nvPr/>
          </p:nvSpPr>
          <p:spPr>
            <a:xfrm>
              <a:off x="5111525" y="3992650"/>
              <a:ext cx="440400" cy="426550"/>
            </a:xfrm>
            <a:custGeom>
              <a:rect b="b" l="l" r="r" t="t"/>
              <a:pathLst>
                <a:path extrusionOk="0" h="17062" w="17616">
                  <a:moveTo>
                    <a:pt x="3262" y="1"/>
                  </a:moveTo>
                  <a:cubicBezTo>
                    <a:pt x="2496" y="1"/>
                    <a:pt x="1729" y="294"/>
                    <a:pt x="1142" y="882"/>
                  </a:cubicBezTo>
                  <a:cubicBezTo>
                    <a:pt x="0" y="2056"/>
                    <a:pt x="0" y="3948"/>
                    <a:pt x="1142" y="5090"/>
                  </a:cubicBezTo>
                  <a:lnTo>
                    <a:pt x="12233" y="16180"/>
                  </a:lnTo>
                  <a:cubicBezTo>
                    <a:pt x="12820" y="16767"/>
                    <a:pt x="13603" y="17061"/>
                    <a:pt x="14353" y="17061"/>
                  </a:cubicBezTo>
                  <a:cubicBezTo>
                    <a:pt x="15103" y="17061"/>
                    <a:pt x="15886" y="16767"/>
                    <a:pt x="16473" y="16180"/>
                  </a:cubicBezTo>
                  <a:cubicBezTo>
                    <a:pt x="17615" y="15006"/>
                    <a:pt x="17615" y="13147"/>
                    <a:pt x="16473" y="11972"/>
                  </a:cubicBezTo>
                  <a:lnTo>
                    <a:pt x="5383" y="882"/>
                  </a:lnTo>
                  <a:cubicBezTo>
                    <a:pt x="4795" y="294"/>
                    <a:pt x="4029" y="1"/>
                    <a:pt x="32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0"/>
            <p:cNvSpPr/>
            <p:nvPr/>
          </p:nvSpPr>
          <p:spPr>
            <a:xfrm>
              <a:off x="2048525" y="929650"/>
              <a:ext cx="440375" cy="426525"/>
            </a:xfrm>
            <a:custGeom>
              <a:rect b="b" l="l" r="r" t="t"/>
              <a:pathLst>
                <a:path extrusionOk="0" h="17061" w="17615">
                  <a:moveTo>
                    <a:pt x="3262" y="1"/>
                  </a:moveTo>
                  <a:cubicBezTo>
                    <a:pt x="2496" y="1"/>
                    <a:pt x="1729" y="294"/>
                    <a:pt x="1142" y="881"/>
                  </a:cubicBezTo>
                  <a:cubicBezTo>
                    <a:pt x="0" y="2056"/>
                    <a:pt x="0" y="3948"/>
                    <a:pt x="1142" y="5089"/>
                  </a:cubicBezTo>
                  <a:lnTo>
                    <a:pt x="12233" y="16180"/>
                  </a:lnTo>
                  <a:cubicBezTo>
                    <a:pt x="12820" y="16767"/>
                    <a:pt x="13603" y="17061"/>
                    <a:pt x="14353" y="17061"/>
                  </a:cubicBezTo>
                  <a:cubicBezTo>
                    <a:pt x="15103" y="17061"/>
                    <a:pt x="15886" y="16767"/>
                    <a:pt x="16473" y="16180"/>
                  </a:cubicBezTo>
                  <a:cubicBezTo>
                    <a:pt x="17615" y="15006"/>
                    <a:pt x="17615" y="13146"/>
                    <a:pt x="16473" y="11972"/>
                  </a:cubicBezTo>
                  <a:lnTo>
                    <a:pt x="5382" y="881"/>
                  </a:lnTo>
                  <a:cubicBezTo>
                    <a:pt x="4795" y="294"/>
                    <a:pt x="4029" y="1"/>
                    <a:pt x="32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0"/>
            <p:cNvSpPr/>
            <p:nvPr/>
          </p:nvSpPr>
          <p:spPr>
            <a:xfrm>
              <a:off x="5111525" y="929650"/>
              <a:ext cx="440400" cy="426525"/>
            </a:xfrm>
            <a:custGeom>
              <a:rect b="b" l="l" r="r" t="t"/>
              <a:pathLst>
                <a:path extrusionOk="0" h="17061" w="17616">
                  <a:moveTo>
                    <a:pt x="14353" y="1"/>
                  </a:moveTo>
                  <a:cubicBezTo>
                    <a:pt x="13586" y="1"/>
                    <a:pt x="12820" y="294"/>
                    <a:pt x="12233" y="881"/>
                  </a:cubicBezTo>
                  <a:lnTo>
                    <a:pt x="1142" y="11972"/>
                  </a:lnTo>
                  <a:cubicBezTo>
                    <a:pt x="0" y="13146"/>
                    <a:pt x="0" y="15006"/>
                    <a:pt x="1142" y="16180"/>
                  </a:cubicBezTo>
                  <a:cubicBezTo>
                    <a:pt x="1729" y="16767"/>
                    <a:pt x="2512" y="17061"/>
                    <a:pt x="3262" y="17061"/>
                  </a:cubicBezTo>
                  <a:cubicBezTo>
                    <a:pt x="4013" y="17061"/>
                    <a:pt x="4795" y="16767"/>
                    <a:pt x="5383" y="16180"/>
                  </a:cubicBezTo>
                  <a:lnTo>
                    <a:pt x="16473" y="5089"/>
                  </a:lnTo>
                  <a:cubicBezTo>
                    <a:pt x="17615" y="3948"/>
                    <a:pt x="17615" y="2056"/>
                    <a:pt x="16473" y="881"/>
                  </a:cubicBezTo>
                  <a:cubicBezTo>
                    <a:pt x="15886" y="294"/>
                    <a:pt x="15120" y="1"/>
                    <a:pt x="143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0"/>
            <p:cNvSpPr/>
            <p:nvPr/>
          </p:nvSpPr>
          <p:spPr>
            <a:xfrm>
              <a:off x="2048525" y="3992650"/>
              <a:ext cx="440375" cy="426550"/>
            </a:xfrm>
            <a:custGeom>
              <a:rect b="b" l="l" r="r" t="t"/>
              <a:pathLst>
                <a:path extrusionOk="0" h="17062" w="17615">
                  <a:moveTo>
                    <a:pt x="14353" y="1"/>
                  </a:moveTo>
                  <a:cubicBezTo>
                    <a:pt x="13586" y="1"/>
                    <a:pt x="12820" y="294"/>
                    <a:pt x="12233" y="882"/>
                  </a:cubicBezTo>
                  <a:lnTo>
                    <a:pt x="1142" y="11972"/>
                  </a:lnTo>
                  <a:cubicBezTo>
                    <a:pt x="0" y="13147"/>
                    <a:pt x="0" y="15006"/>
                    <a:pt x="1142" y="16180"/>
                  </a:cubicBezTo>
                  <a:cubicBezTo>
                    <a:pt x="1729" y="16767"/>
                    <a:pt x="2512" y="17061"/>
                    <a:pt x="3262" y="17061"/>
                  </a:cubicBezTo>
                  <a:cubicBezTo>
                    <a:pt x="4045" y="17061"/>
                    <a:pt x="4795" y="16767"/>
                    <a:pt x="5382" y="16180"/>
                  </a:cubicBezTo>
                  <a:lnTo>
                    <a:pt x="16473" y="5090"/>
                  </a:lnTo>
                  <a:cubicBezTo>
                    <a:pt x="17615" y="3948"/>
                    <a:pt x="17615" y="2056"/>
                    <a:pt x="16473" y="882"/>
                  </a:cubicBezTo>
                  <a:cubicBezTo>
                    <a:pt x="15886" y="294"/>
                    <a:pt x="15119" y="1"/>
                    <a:pt x="143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0"/>
            <p:cNvSpPr/>
            <p:nvPr/>
          </p:nvSpPr>
          <p:spPr>
            <a:xfrm>
              <a:off x="2403250" y="1149025"/>
              <a:ext cx="2792300" cy="4308300"/>
            </a:xfrm>
            <a:custGeom>
              <a:rect b="b" l="l" r="r" t="t"/>
              <a:pathLst>
                <a:path extrusionOk="0" h="172332" w="111692">
                  <a:moveTo>
                    <a:pt x="73787" y="136678"/>
                  </a:moveTo>
                  <a:lnTo>
                    <a:pt x="73787" y="141179"/>
                  </a:lnTo>
                  <a:lnTo>
                    <a:pt x="61718" y="141179"/>
                  </a:lnTo>
                  <a:cubicBezTo>
                    <a:pt x="60054" y="141179"/>
                    <a:pt x="58716" y="142484"/>
                    <a:pt x="58716" y="144148"/>
                  </a:cubicBezTo>
                  <a:cubicBezTo>
                    <a:pt x="58716" y="145779"/>
                    <a:pt x="60054" y="147116"/>
                    <a:pt x="61718" y="147116"/>
                  </a:cubicBezTo>
                  <a:lnTo>
                    <a:pt x="73787" y="147116"/>
                  </a:lnTo>
                  <a:lnTo>
                    <a:pt x="73787" y="154358"/>
                  </a:lnTo>
                  <a:lnTo>
                    <a:pt x="37970" y="154358"/>
                  </a:lnTo>
                  <a:lnTo>
                    <a:pt x="37970" y="147116"/>
                  </a:lnTo>
                  <a:lnTo>
                    <a:pt x="43026" y="147116"/>
                  </a:lnTo>
                  <a:cubicBezTo>
                    <a:pt x="44657" y="147116"/>
                    <a:pt x="45995" y="145779"/>
                    <a:pt x="45995" y="144148"/>
                  </a:cubicBezTo>
                  <a:cubicBezTo>
                    <a:pt x="45995" y="142484"/>
                    <a:pt x="44657" y="141179"/>
                    <a:pt x="43026" y="141179"/>
                  </a:cubicBezTo>
                  <a:lnTo>
                    <a:pt x="37970" y="141179"/>
                  </a:lnTo>
                  <a:lnTo>
                    <a:pt x="37970" y="136678"/>
                  </a:lnTo>
                  <a:close/>
                  <a:moveTo>
                    <a:pt x="73722" y="160327"/>
                  </a:moveTo>
                  <a:cubicBezTo>
                    <a:pt x="73232" y="163752"/>
                    <a:pt x="70329" y="166362"/>
                    <a:pt x="66806" y="166362"/>
                  </a:cubicBezTo>
                  <a:lnTo>
                    <a:pt x="44951" y="166362"/>
                  </a:lnTo>
                  <a:cubicBezTo>
                    <a:pt x="41428" y="166362"/>
                    <a:pt x="38525" y="163752"/>
                    <a:pt x="38036" y="160327"/>
                  </a:cubicBezTo>
                  <a:close/>
                  <a:moveTo>
                    <a:pt x="55487" y="0"/>
                  </a:moveTo>
                  <a:cubicBezTo>
                    <a:pt x="40939" y="98"/>
                    <a:pt x="27108" y="6002"/>
                    <a:pt x="16572" y="16571"/>
                  </a:cubicBezTo>
                  <a:cubicBezTo>
                    <a:pt x="6003" y="27173"/>
                    <a:pt x="131" y="41004"/>
                    <a:pt x="66" y="55552"/>
                  </a:cubicBezTo>
                  <a:cubicBezTo>
                    <a:pt x="1" y="68176"/>
                    <a:pt x="4046" y="80082"/>
                    <a:pt x="11777" y="90031"/>
                  </a:cubicBezTo>
                  <a:cubicBezTo>
                    <a:pt x="14419" y="93424"/>
                    <a:pt x="16767" y="97077"/>
                    <a:pt x="18757" y="100894"/>
                  </a:cubicBezTo>
                  <a:cubicBezTo>
                    <a:pt x="20225" y="103764"/>
                    <a:pt x="21530" y="106765"/>
                    <a:pt x="22639" y="109799"/>
                  </a:cubicBezTo>
                  <a:cubicBezTo>
                    <a:pt x="23585" y="112408"/>
                    <a:pt x="24368" y="115149"/>
                    <a:pt x="25020" y="117856"/>
                  </a:cubicBezTo>
                  <a:cubicBezTo>
                    <a:pt x="26097" y="122423"/>
                    <a:pt x="26782" y="127153"/>
                    <a:pt x="26977" y="131883"/>
                  </a:cubicBezTo>
                  <a:cubicBezTo>
                    <a:pt x="27108" y="134590"/>
                    <a:pt x="29326" y="136678"/>
                    <a:pt x="32001" y="136678"/>
                  </a:cubicBezTo>
                  <a:lnTo>
                    <a:pt x="32001" y="159381"/>
                  </a:lnTo>
                  <a:cubicBezTo>
                    <a:pt x="32001" y="166525"/>
                    <a:pt x="37807" y="172331"/>
                    <a:pt x="44951" y="172331"/>
                  </a:cubicBezTo>
                  <a:lnTo>
                    <a:pt x="66806" y="172331"/>
                  </a:lnTo>
                  <a:cubicBezTo>
                    <a:pt x="73950" y="172331"/>
                    <a:pt x="79756" y="166525"/>
                    <a:pt x="79756" y="159381"/>
                  </a:cubicBezTo>
                  <a:lnTo>
                    <a:pt x="79756" y="136678"/>
                  </a:lnTo>
                  <a:cubicBezTo>
                    <a:pt x="82431" y="136678"/>
                    <a:pt x="84649" y="134590"/>
                    <a:pt x="84780" y="131883"/>
                  </a:cubicBezTo>
                  <a:cubicBezTo>
                    <a:pt x="85497" y="116682"/>
                    <a:pt x="90912" y="102003"/>
                    <a:pt x="100405" y="89477"/>
                  </a:cubicBezTo>
                  <a:cubicBezTo>
                    <a:pt x="107777" y="79723"/>
                    <a:pt x="111691" y="68078"/>
                    <a:pt x="111691" y="55813"/>
                  </a:cubicBezTo>
                  <a:cubicBezTo>
                    <a:pt x="111691" y="52225"/>
                    <a:pt x="111332" y="48669"/>
                    <a:pt x="110680" y="45179"/>
                  </a:cubicBezTo>
                  <a:cubicBezTo>
                    <a:pt x="110394" y="43749"/>
                    <a:pt x="109156" y="42771"/>
                    <a:pt x="107778" y="42771"/>
                  </a:cubicBezTo>
                  <a:cubicBezTo>
                    <a:pt x="107584" y="42771"/>
                    <a:pt x="107387" y="42790"/>
                    <a:pt x="107190" y="42830"/>
                  </a:cubicBezTo>
                  <a:cubicBezTo>
                    <a:pt x="105559" y="43124"/>
                    <a:pt x="104515" y="44690"/>
                    <a:pt x="104808" y="46321"/>
                  </a:cubicBezTo>
                  <a:cubicBezTo>
                    <a:pt x="105428" y="49419"/>
                    <a:pt x="105722" y="52616"/>
                    <a:pt x="105722" y="55813"/>
                  </a:cubicBezTo>
                  <a:cubicBezTo>
                    <a:pt x="105722" y="66773"/>
                    <a:pt x="102231" y="77146"/>
                    <a:pt x="95642" y="85856"/>
                  </a:cubicBezTo>
                  <a:cubicBezTo>
                    <a:pt x="85595" y="99132"/>
                    <a:pt x="79822" y="114627"/>
                    <a:pt x="78843" y="130741"/>
                  </a:cubicBezTo>
                  <a:lnTo>
                    <a:pt x="32914" y="130741"/>
                  </a:lnTo>
                  <a:cubicBezTo>
                    <a:pt x="32621" y="125913"/>
                    <a:pt x="31936" y="121118"/>
                    <a:pt x="30827" y="116486"/>
                  </a:cubicBezTo>
                  <a:cubicBezTo>
                    <a:pt x="30141" y="113550"/>
                    <a:pt x="29261" y="110614"/>
                    <a:pt x="28250" y="107776"/>
                  </a:cubicBezTo>
                  <a:cubicBezTo>
                    <a:pt x="27043" y="104482"/>
                    <a:pt x="25640" y="101252"/>
                    <a:pt x="24042" y="98154"/>
                  </a:cubicBezTo>
                  <a:cubicBezTo>
                    <a:pt x="21889" y="94011"/>
                    <a:pt x="19344" y="90031"/>
                    <a:pt x="16506" y="86378"/>
                  </a:cubicBezTo>
                  <a:cubicBezTo>
                    <a:pt x="9591" y="77505"/>
                    <a:pt x="5970" y="66838"/>
                    <a:pt x="6035" y="55552"/>
                  </a:cubicBezTo>
                  <a:cubicBezTo>
                    <a:pt x="6101" y="42602"/>
                    <a:pt x="11320" y="30272"/>
                    <a:pt x="20780" y="20779"/>
                  </a:cubicBezTo>
                  <a:cubicBezTo>
                    <a:pt x="30239" y="11319"/>
                    <a:pt x="42570" y="6068"/>
                    <a:pt x="55520" y="5970"/>
                  </a:cubicBezTo>
                  <a:cubicBezTo>
                    <a:pt x="55616" y="5969"/>
                    <a:pt x="55712" y="5969"/>
                    <a:pt x="55809" y="5969"/>
                  </a:cubicBezTo>
                  <a:cubicBezTo>
                    <a:pt x="73212" y="5969"/>
                    <a:pt x="89071" y="14761"/>
                    <a:pt x="98284" y="29587"/>
                  </a:cubicBezTo>
                  <a:cubicBezTo>
                    <a:pt x="98833" y="30494"/>
                    <a:pt x="99791" y="30992"/>
                    <a:pt x="100779" y="30992"/>
                  </a:cubicBezTo>
                  <a:cubicBezTo>
                    <a:pt x="101318" y="30992"/>
                    <a:pt x="101867" y="30844"/>
                    <a:pt x="102362" y="30533"/>
                  </a:cubicBezTo>
                  <a:cubicBezTo>
                    <a:pt x="103765" y="29684"/>
                    <a:pt x="104189" y="27825"/>
                    <a:pt x="103340" y="26422"/>
                  </a:cubicBezTo>
                  <a:cubicBezTo>
                    <a:pt x="98382" y="18463"/>
                    <a:pt x="91434" y="11809"/>
                    <a:pt x="83279" y="7177"/>
                  </a:cubicBezTo>
                  <a:cubicBezTo>
                    <a:pt x="74961" y="2479"/>
                    <a:pt x="65469" y="0"/>
                    <a:pt x="558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0"/>
            <p:cNvSpPr/>
            <p:nvPr/>
          </p:nvSpPr>
          <p:spPr>
            <a:xfrm>
              <a:off x="3341900" y="1949025"/>
              <a:ext cx="917450" cy="1675050"/>
            </a:xfrm>
            <a:custGeom>
              <a:rect b="b" l="l" r="r" t="t"/>
              <a:pathLst>
                <a:path extrusionOk="0" h="67002" w="36698">
                  <a:moveTo>
                    <a:pt x="17484" y="11744"/>
                  </a:moveTo>
                  <a:lnTo>
                    <a:pt x="17484" y="26618"/>
                  </a:lnTo>
                  <a:cubicBezTo>
                    <a:pt x="13146" y="24987"/>
                    <a:pt x="9623" y="23291"/>
                    <a:pt x="9623" y="18626"/>
                  </a:cubicBezTo>
                  <a:cubicBezTo>
                    <a:pt x="9623" y="14386"/>
                    <a:pt x="12885" y="12331"/>
                    <a:pt x="17484" y="11744"/>
                  </a:cubicBezTo>
                  <a:close/>
                  <a:moveTo>
                    <a:pt x="21301" y="37252"/>
                  </a:moveTo>
                  <a:cubicBezTo>
                    <a:pt x="25313" y="38981"/>
                    <a:pt x="28510" y="41265"/>
                    <a:pt x="28510" y="46419"/>
                  </a:cubicBezTo>
                  <a:cubicBezTo>
                    <a:pt x="28510" y="51083"/>
                    <a:pt x="25737" y="53693"/>
                    <a:pt x="21301" y="54508"/>
                  </a:cubicBezTo>
                  <a:lnTo>
                    <a:pt x="21301" y="37252"/>
                  </a:lnTo>
                  <a:close/>
                  <a:moveTo>
                    <a:pt x="19344" y="0"/>
                  </a:moveTo>
                  <a:cubicBezTo>
                    <a:pt x="17974" y="0"/>
                    <a:pt x="16995" y="881"/>
                    <a:pt x="16995" y="1860"/>
                  </a:cubicBezTo>
                  <a:lnTo>
                    <a:pt x="16995" y="4241"/>
                  </a:lnTo>
                  <a:cubicBezTo>
                    <a:pt x="9232" y="5057"/>
                    <a:pt x="1468" y="9134"/>
                    <a:pt x="1468" y="19442"/>
                  </a:cubicBezTo>
                  <a:cubicBezTo>
                    <a:pt x="1468" y="29913"/>
                    <a:pt x="9623" y="32849"/>
                    <a:pt x="16995" y="35458"/>
                  </a:cubicBezTo>
                  <a:lnTo>
                    <a:pt x="16995" y="54671"/>
                  </a:lnTo>
                  <a:cubicBezTo>
                    <a:pt x="8644" y="54019"/>
                    <a:pt x="6426" y="48278"/>
                    <a:pt x="3751" y="48278"/>
                  </a:cubicBezTo>
                  <a:cubicBezTo>
                    <a:pt x="1696" y="48278"/>
                    <a:pt x="0" y="50985"/>
                    <a:pt x="0" y="52943"/>
                  </a:cubicBezTo>
                  <a:cubicBezTo>
                    <a:pt x="0" y="56955"/>
                    <a:pt x="6850" y="62435"/>
                    <a:pt x="16995" y="62598"/>
                  </a:cubicBezTo>
                  <a:lnTo>
                    <a:pt x="16995" y="65142"/>
                  </a:lnTo>
                  <a:cubicBezTo>
                    <a:pt x="16995" y="66121"/>
                    <a:pt x="17974" y="67002"/>
                    <a:pt x="19344" y="67002"/>
                  </a:cubicBezTo>
                  <a:cubicBezTo>
                    <a:pt x="20583" y="67002"/>
                    <a:pt x="21790" y="66121"/>
                    <a:pt x="21790" y="65142"/>
                  </a:cubicBezTo>
                  <a:lnTo>
                    <a:pt x="21790" y="62337"/>
                  </a:lnTo>
                  <a:cubicBezTo>
                    <a:pt x="30630" y="61130"/>
                    <a:pt x="36698" y="55552"/>
                    <a:pt x="36698" y="45505"/>
                  </a:cubicBezTo>
                  <a:cubicBezTo>
                    <a:pt x="36698" y="34382"/>
                    <a:pt x="28901" y="30794"/>
                    <a:pt x="21790" y="28184"/>
                  </a:cubicBezTo>
                  <a:lnTo>
                    <a:pt x="21790" y="11581"/>
                  </a:lnTo>
                  <a:cubicBezTo>
                    <a:pt x="27531" y="12005"/>
                    <a:pt x="29652" y="14614"/>
                    <a:pt x="31609" y="14614"/>
                  </a:cubicBezTo>
                  <a:cubicBezTo>
                    <a:pt x="34055" y="14614"/>
                    <a:pt x="35197" y="11515"/>
                    <a:pt x="35197" y="9950"/>
                  </a:cubicBezTo>
                  <a:cubicBezTo>
                    <a:pt x="35197" y="5970"/>
                    <a:pt x="27368" y="4241"/>
                    <a:pt x="21790" y="4078"/>
                  </a:cubicBezTo>
                  <a:lnTo>
                    <a:pt x="21790" y="1860"/>
                  </a:lnTo>
                  <a:cubicBezTo>
                    <a:pt x="21790" y="881"/>
                    <a:pt x="20583" y="0"/>
                    <a:pt x="19344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1" name="Google Shape;771;p20"/>
          <p:cNvGrpSpPr/>
          <p:nvPr/>
        </p:nvGrpSpPr>
        <p:grpSpPr>
          <a:xfrm>
            <a:off x="7303011" y="3082641"/>
            <a:ext cx="475469" cy="466472"/>
            <a:chOff x="1190625" y="290300"/>
            <a:chExt cx="5219200" cy="5114825"/>
          </a:xfrm>
        </p:grpSpPr>
        <p:sp>
          <p:nvSpPr>
            <p:cNvPr id="772" name="Google Shape;772;p20"/>
            <p:cNvSpPr/>
            <p:nvPr/>
          </p:nvSpPr>
          <p:spPr>
            <a:xfrm>
              <a:off x="1839750" y="1763100"/>
              <a:ext cx="4494225" cy="3566175"/>
            </a:xfrm>
            <a:custGeom>
              <a:rect b="b" l="l" r="r" t="t"/>
              <a:pathLst>
                <a:path extrusionOk="0" h="142647" w="179769">
                  <a:moveTo>
                    <a:pt x="77897" y="0"/>
                  </a:moveTo>
                  <a:cubicBezTo>
                    <a:pt x="34871" y="0"/>
                    <a:pt x="0" y="19670"/>
                    <a:pt x="0" y="63087"/>
                  </a:cubicBezTo>
                  <a:cubicBezTo>
                    <a:pt x="0" y="88139"/>
                    <a:pt x="12265" y="105656"/>
                    <a:pt x="31250" y="115768"/>
                  </a:cubicBezTo>
                  <a:cubicBezTo>
                    <a:pt x="31707" y="116029"/>
                    <a:pt x="32033" y="116486"/>
                    <a:pt x="32131" y="116975"/>
                  </a:cubicBezTo>
                  <a:lnTo>
                    <a:pt x="36372" y="139059"/>
                  </a:lnTo>
                  <a:cubicBezTo>
                    <a:pt x="36763" y="141146"/>
                    <a:pt x="38590" y="142647"/>
                    <a:pt x="40710" y="142647"/>
                  </a:cubicBezTo>
                  <a:lnTo>
                    <a:pt x="55063" y="142647"/>
                  </a:lnTo>
                  <a:cubicBezTo>
                    <a:pt x="57183" y="142647"/>
                    <a:pt x="58977" y="141146"/>
                    <a:pt x="59369" y="139059"/>
                  </a:cubicBezTo>
                  <a:lnTo>
                    <a:pt x="61717" y="126794"/>
                  </a:lnTo>
                  <a:cubicBezTo>
                    <a:pt x="61866" y="125962"/>
                    <a:pt x="62582" y="125374"/>
                    <a:pt x="63399" y="125374"/>
                  </a:cubicBezTo>
                  <a:cubicBezTo>
                    <a:pt x="63479" y="125374"/>
                    <a:pt x="63560" y="125379"/>
                    <a:pt x="63642" y="125391"/>
                  </a:cubicBezTo>
                  <a:cubicBezTo>
                    <a:pt x="68274" y="125913"/>
                    <a:pt x="73036" y="126174"/>
                    <a:pt x="77897" y="126174"/>
                  </a:cubicBezTo>
                  <a:cubicBezTo>
                    <a:pt x="84421" y="126174"/>
                    <a:pt x="90945" y="125717"/>
                    <a:pt x="97305" y="124739"/>
                  </a:cubicBezTo>
                  <a:cubicBezTo>
                    <a:pt x="97387" y="124727"/>
                    <a:pt x="97468" y="124721"/>
                    <a:pt x="97549" y="124721"/>
                  </a:cubicBezTo>
                  <a:cubicBezTo>
                    <a:pt x="98371" y="124721"/>
                    <a:pt x="99117" y="125309"/>
                    <a:pt x="99295" y="126141"/>
                  </a:cubicBezTo>
                  <a:lnTo>
                    <a:pt x="101709" y="139059"/>
                  </a:lnTo>
                  <a:cubicBezTo>
                    <a:pt x="102133" y="141146"/>
                    <a:pt x="103927" y="142647"/>
                    <a:pt x="106048" y="142647"/>
                  </a:cubicBezTo>
                  <a:lnTo>
                    <a:pt x="120400" y="142647"/>
                  </a:lnTo>
                  <a:cubicBezTo>
                    <a:pt x="122521" y="142647"/>
                    <a:pt x="124315" y="141146"/>
                    <a:pt x="124739" y="139059"/>
                  </a:cubicBezTo>
                  <a:lnTo>
                    <a:pt x="129142" y="115703"/>
                  </a:lnTo>
                  <a:cubicBezTo>
                    <a:pt x="129240" y="115181"/>
                    <a:pt x="129567" y="114724"/>
                    <a:pt x="130056" y="114463"/>
                  </a:cubicBezTo>
                  <a:cubicBezTo>
                    <a:pt x="141310" y="108624"/>
                    <a:pt x="150639" y="100567"/>
                    <a:pt x="156576" y="90292"/>
                  </a:cubicBezTo>
                  <a:cubicBezTo>
                    <a:pt x="157359" y="88922"/>
                    <a:pt x="158631" y="87878"/>
                    <a:pt x="160131" y="87389"/>
                  </a:cubicBezTo>
                  <a:lnTo>
                    <a:pt x="173897" y="82985"/>
                  </a:lnTo>
                  <a:cubicBezTo>
                    <a:pt x="177387" y="81876"/>
                    <a:pt x="179768" y="78614"/>
                    <a:pt x="179768" y="74961"/>
                  </a:cubicBezTo>
                  <a:lnTo>
                    <a:pt x="179768" y="60771"/>
                  </a:lnTo>
                  <a:cubicBezTo>
                    <a:pt x="179768" y="57085"/>
                    <a:pt x="177387" y="53856"/>
                    <a:pt x="173897" y="52746"/>
                  </a:cubicBezTo>
                  <a:lnTo>
                    <a:pt x="165351" y="50006"/>
                  </a:lnTo>
                  <a:cubicBezTo>
                    <a:pt x="163295" y="49354"/>
                    <a:pt x="161730" y="47723"/>
                    <a:pt x="161077" y="45668"/>
                  </a:cubicBezTo>
                  <a:cubicBezTo>
                    <a:pt x="151226" y="14386"/>
                    <a:pt x="114692" y="0"/>
                    <a:pt x="77897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1839750" y="3030375"/>
              <a:ext cx="4494225" cy="2298900"/>
            </a:xfrm>
            <a:custGeom>
              <a:rect b="b" l="l" r="r" t="t"/>
              <a:pathLst>
                <a:path extrusionOk="0" h="91956" w="179769">
                  <a:moveTo>
                    <a:pt x="167569" y="0"/>
                  </a:moveTo>
                  <a:lnTo>
                    <a:pt x="167569" y="7470"/>
                  </a:lnTo>
                  <a:cubicBezTo>
                    <a:pt x="167569" y="16734"/>
                    <a:pt x="161664" y="24955"/>
                    <a:pt x="152890" y="27956"/>
                  </a:cubicBezTo>
                  <a:cubicBezTo>
                    <a:pt x="148910" y="29228"/>
                    <a:pt x="145452" y="31740"/>
                    <a:pt x="142908" y="35099"/>
                  </a:cubicBezTo>
                  <a:cubicBezTo>
                    <a:pt x="139809" y="39177"/>
                    <a:pt x="136156" y="42863"/>
                    <a:pt x="132013" y="46125"/>
                  </a:cubicBezTo>
                  <a:cubicBezTo>
                    <a:pt x="127120" y="49974"/>
                    <a:pt x="123825" y="55487"/>
                    <a:pt x="122879" y="61619"/>
                  </a:cubicBezTo>
                  <a:cubicBezTo>
                    <a:pt x="122194" y="65990"/>
                    <a:pt x="121673" y="71895"/>
                    <a:pt x="121346" y="75222"/>
                  </a:cubicBezTo>
                  <a:cubicBezTo>
                    <a:pt x="121085" y="77766"/>
                    <a:pt x="118965" y="79691"/>
                    <a:pt x="116388" y="79691"/>
                  </a:cubicBezTo>
                  <a:lnTo>
                    <a:pt x="109277" y="79691"/>
                  </a:lnTo>
                  <a:cubicBezTo>
                    <a:pt x="107189" y="79691"/>
                    <a:pt x="105363" y="78190"/>
                    <a:pt x="104971" y="76103"/>
                  </a:cubicBezTo>
                  <a:lnTo>
                    <a:pt x="102525" y="61978"/>
                  </a:lnTo>
                  <a:cubicBezTo>
                    <a:pt x="102346" y="61146"/>
                    <a:pt x="101627" y="60558"/>
                    <a:pt x="100786" y="60558"/>
                  </a:cubicBezTo>
                  <a:cubicBezTo>
                    <a:pt x="100703" y="60558"/>
                    <a:pt x="100619" y="60564"/>
                    <a:pt x="100535" y="60576"/>
                  </a:cubicBezTo>
                  <a:cubicBezTo>
                    <a:pt x="94174" y="61554"/>
                    <a:pt x="84421" y="62043"/>
                    <a:pt x="77897" y="62043"/>
                  </a:cubicBezTo>
                  <a:cubicBezTo>
                    <a:pt x="73036" y="62043"/>
                    <a:pt x="64196" y="61750"/>
                    <a:pt x="59597" y="61228"/>
                  </a:cubicBezTo>
                  <a:cubicBezTo>
                    <a:pt x="59530" y="61221"/>
                    <a:pt x="59464" y="61217"/>
                    <a:pt x="59399" y="61217"/>
                  </a:cubicBezTo>
                  <a:cubicBezTo>
                    <a:pt x="58563" y="61217"/>
                    <a:pt x="57821" y="61784"/>
                    <a:pt x="57640" y="62631"/>
                  </a:cubicBezTo>
                  <a:lnTo>
                    <a:pt x="55324" y="75711"/>
                  </a:lnTo>
                  <a:cubicBezTo>
                    <a:pt x="54932" y="77799"/>
                    <a:pt x="53106" y="79299"/>
                    <a:pt x="51018" y="79299"/>
                  </a:cubicBezTo>
                  <a:lnTo>
                    <a:pt x="43939" y="79299"/>
                  </a:lnTo>
                  <a:cubicBezTo>
                    <a:pt x="41819" y="79299"/>
                    <a:pt x="40025" y="77799"/>
                    <a:pt x="39634" y="75711"/>
                  </a:cubicBezTo>
                  <a:lnTo>
                    <a:pt x="36176" y="55258"/>
                  </a:lnTo>
                  <a:cubicBezTo>
                    <a:pt x="36078" y="54737"/>
                    <a:pt x="35752" y="54312"/>
                    <a:pt x="35295" y="54052"/>
                  </a:cubicBezTo>
                  <a:cubicBezTo>
                    <a:pt x="18039" y="44853"/>
                    <a:pt x="2284" y="27108"/>
                    <a:pt x="294" y="5611"/>
                  </a:cubicBezTo>
                  <a:cubicBezTo>
                    <a:pt x="261" y="6133"/>
                    <a:pt x="196" y="6655"/>
                    <a:pt x="164" y="7209"/>
                  </a:cubicBezTo>
                  <a:cubicBezTo>
                    <a:pt x="164" y="7209"/>
                    <a:pt x="164" y="7209"/>
                    <a:pt x="164" y="7242"/>
                  </a:cubicBezTo>
                  <a:cubicBezTo>
                    <a:pt x="164" y="7275"/>
                    <a:pt x="164" y="7340"/>
                    <a:pt x="164" y="7405"/>
                  </a:cubicBezTo>
                  <a:cubicBezTo>
                    <a:pt x="131" y="7862"/>
                    <a:pt x="98" y="8351"/>
                    <a:pt x="66" y="8840"/>
                  </a:cubicBezTo>
                  <a:cubicBezTo>
                    <a:pt x="66" y="9036"/>
                    <a:pt x="66" y="9264"/>
                    <a:pt x="66" y="9460"/>
                  </a:cubicBezTo>
                  <a:cubicBezTo>
                    <a:pt x="33" y="9819"/>
                    <a:pt x="33" y="10210"/>
                    <a:pt x="33" y="10569"/>
                  </a:cubicBezTo>
                  <a:cubicBezTo>
                    <a:pt x="0" y="11189"/>
                    <a:pt x="0" y="11776"/>
                    <a:pt x="0" y="12396"/>
                  </a:cubicBezTo>
                  <a:cubicBezTo>
                    <a:pt x="0" y="15527"/>
                    <a:pt x="196" y="18561"/>
                    <a:pt x="555" y="21432"/>
                  </a:cubicBezTo>
                  <a:cubicBezTo>
                    <a:pt x="1012" y="24987"/>
                    <a:pt x="1762" y="28347"/>
                    <a:pt x="2740" y="31544"/>
                  </a:cubicBezTo>
                  <a:cubicBezTo>
                    <a:pt x="2773" y="31740"/>
                    <a:pt x="2838" y="31903"/>
                    <a:pt x="2904" y="32066"/>
                  </a:cubicBezTo>
                  <a:cubicBezTo>
                    <a:pt x="3034" y="32490"/>
                    <a:pt x="3165" y="32946"/>
                    <a:pt x="3328" y="33371"/>
                  </a:cubicBezTo>
                  <a:cubicBezTo>
                    <a:pt x="3360" y="33534"/>
                    <a:pt x="3426" y="33697"/>
                    <a:pt x="3491" y="33860"/>
                  </a:cubicBezTo>
                  <a:cubicBezTo>
                    <a:pt x="3882" y="35002"/>
                    <a:pt x="4339" y="36111"/>
                    <a:pt x="4796" y="37220"/>
                  </a:cubicBezTo>
                  <a:cubicBezTo>
                    <a:pt x="4861" y="37318"/>
                    <a:pt x="4893" y="37448"/>
                    <a:pt x="4959" y="37546"/>
                  </a:cubicBezTo>
                  <a:cubicBezTo>
                    <a:pt x="5187" y="38068"/>
                    <a:pt x="5415" y="38622"/>
                    <a:pt x="5676" y="39112"/>
                  </a:cubicBezTo>
                  <a:cubicBezTo>
                    <a:pt x="5709" y="39209"/>
                    <a:pt x="5742" y="39307"/>
                    <a:pt x="5774" y="39373"/>
                  </a:cubicBezTo>
                  <a:cubicBezTo>
                    <a:pt x="6002" y="39862"/>
                    <a:pt x="6263" y="40319"/>
                    <a:pt x="6492" y="40808"/>
                  </a:cubicBezTo>
                  <a:cubicBezTo>
                    <a:pt x="6524" y="40873"/>
                    <a:pt x="6590" y="40971"/>
                    <a:pt x="6622" y="41036"/>
                  </a:cubicBezTo>
                  <a:cubicBezTo>
                    <a:pt x="6883" y="41526"/>
                    <a:pt x="7144" y="42047"/>
                    <a:pt x="7438" y="42537"/>
                  </a:cubicBezTo>
                  <a:cubicBezTo>
                    <a:pt x="7503" y="42635"/>
                    <a:pt x="7568" y="42732"/>
                    <a:pt x="7633" y="42863"/>
                  </a:cubicBezTo>
                  <a:cubicBezTo>
                    <a:pt x="8514" y="44429"/>
                    <a:pt x="9493" y="45929"/>
                    <a:pt x="10537" y="47397"/>
                  </a:cubicBezTo>
                  <a:cubicBezTo>
                    <a:pt x="10634" y="47528"/>
                    <a:pt x="10732" y="47658"/>
                    <a:pt x="10830" y="47789"/>
                  </a:cubicBezTo>
                  <a:cubicBezTo>
                    <a:pt x="11091" y="48147"/>
                    <a:pt x="11352" y="48474"/>
                    <a:pt x="11613" y="48832"/>
                  </a:cubicBezTo>
                  <a:cubicBezTo>
                    <a:pt x="11711" y="48963"/>
                    <a:pt x="11841" y="49093"/>
                    <a:pt x="11939" y="49224"/>
                  </a:cubicBezTo>
                  <a:cubicBezTo>
                    <a:pt x="12298" y="49680"/>
                    <a:pt x="12657" y="50137"/>
                    <a:pt x="13016" y="50561"/>
                  </a:cubicBezTo>
                  <a:cubicBezTo>
                    <a:pt x="13375" y="51018"/>
                    <a:pt x="13766" y="51442"/>
                    <a:pt x="14157" y="51866"/>
                  </a:cubicBezTo>
                  <a:cubicBezTo>
                    <a:pt x="14255" y="51996"/>
                    <a:pt x="14386" y="52127"/>
                    <a:pt x="14516" y="52257"/>
                  </a:cubicBezTo>
                  <a:cubicBezTo>
                    <a:pt x="14777" y="52584"/>
                    <a:pt x="15071" y="52877"/>
                    <a:pt x="15364" y="53203"/>
                  </a:cubicBezTo>
                  <a:cubicBezTo>
                    <a:pt x="15495" y="53301"/>
                    <a:pt x="15593" y="53432"/>
                    <a:pt x="15723" y="53562"/>
                  </a:cubicBezTo>
                  <a:cubicBezTo>
                    <a:pt x="16115" y="53986"/>
                    <a:pt x="16539" y="54378"/>
                    <a:pt x="16930" y="54769"/>
                  </a:cubicBezTo>
                  <a:lnTo>
                    <a:pt x="16930" y="54802"/>
                  </a:lnTo>
                  <a:cubicBezTo>
                    <a:pt x="17419" y="55226"/>
                    <a:pt x="17876" y="55683"/>
                    <a:pt x="18365" y="56107"/>
                  </a:cubicBezTo>
                  <a:cubicBezTo>
                    <a:pt x="19311" y="56955"/>
                    <a:pt x="20290" y="57803"/>
                    <a:pt x="21301" y="58618"/>
                  </a:cubicBezTo>
                  <a:cubicBezTo>
                    <a:pt x="22312" y="59434"/>
                    <a:pt x="23389" y="60184"/>
                    <a:pt x="24433" y="60934"/>
                  </a:cubicBezTo>
                  <a:cubicBezTo>
                    <a:pt x="24987" y="61326"/>
                    <a:pt x="25542" y="61685"/>
                    <a:pt x="26096" y="62043"/>
                  </a:cubicBezTo>
                  <a:cubicBezTo>
                    <a:pt x="26586" y="62370"/>
                    <a:pt x="27075" y="62696"/>
                    <a:pt x="27597" y="62989"/>
                  </a:cubicBezTo>
                  <a:cubicBezTo>
                    <a:pt x="27727" y="63087"/>
                    <a:pt x="27890" y="63185"/>
                    <a:pt x="28021" y="63250"/>
                  </a:cubicBezTo>
                  <a:cubicBezTo>
                    <a:pt x="28412" y="63511"/>
                    <a:pt x="28804" y="63740"/>
                    <a:pt x="29195" y="63935"/>
                  </a:cubicBezTo>
                  <a:cubicBezTo>
                    <a:pt x="29358" y="64033"/>
                    <a:pt x="29489" y="64131"/>
                    <a:pt x="29652" y="64229"/>
                  </a:cubicBezTo>
                  <a:cubicBezTo>
                    <a:pt x="30174" y="64523"/>
                    <a:pt x="30696" y="64816"/>
                    <a:pt x="31250" y="65077"/>
                  </a:cubicBezTo>
                  <a:cubicBezTo>
                    <a:pt x="31348" y="65142"/>
                    <a:pt x="31446" y="65240"/>
                    <a:pt x="31544" y="65305"/>
                  </a:cubicBezTo>
                  <a:cubicBezTo>
                    <a:pt x="31642" y="65371"/>
                    <a:pt x="31740" y="65468"/>
                    <a:pt x="31805" y="65566"/>
                  </a:cubicBezTo>
                  <a:cubicBezTo>
                    <a:pt x="31805" y="65599"/>
                    <a:pt x="31837" y="65632"/>
                    <a:pt x="31870" y="65664"/>
                  </a:cubicBezTo>
                  <a:cubicBezTo>
                    <a:pt x="31903" y="65729"/>
                    <a:pt x="31935" y="65795"/>
                    <a:pt x="31968" y="65860"/>
                  </a:cubicBezTo>
                  <a:cubicBezTo>
                    <a:pt x="32001" y="65893"/>
                    <a:pt x="32001" y="65925"/>
                    <a:pt x="32033" y="65958"/>
                  </a:cubicBezTo>
                  <a:cubicBezTo>
                    <a:pt x="32066" y="66056"/>
                    <a:pt x="32098" y="66186"/>
                    <a:pt x="32131" y="66284"/>
                  </a:cubicBezTo>
                  <a:lnTo>
                    <a:pt x="36372" y="88368"/>
                  </a:lnTo>
                  <a:cubicBezTo>
                    <a:pt x="36437" y="88629"/>
                    <a:pt x="36502" y="88890"/>
                    <a:pt x="36600" y="89118"/>
                  </a:cubicBezTo>
                  <a:cubicBezTo>
                    <a:pt x="36633" y="89248"/>
                    <a:pt x="36698" y="89346"/>
                    <a:pt x="36730" y="89477"/>
                  </a:cubicBezTo>
                  <a:cubicBezTo>
                    <a:pt x="36796" y="89575"/>
                    <a:pt x="36861" y="89705"/>
                    <a:pt x="36926" y="89803"/>
                  </a:cubicBezTo>
                  <a:cubicBezTo>
                    <a:pt x="36991" y="89901"/>
                    <a:pt x="37057" y="90031"/>
                    <a:pt x="37122" y="90129"/>
                  </a:cubicBezTo>
                  <a:cubicBezTo>
                    <a:pt x="37220" y="90227"/>
                    <a:pt x="37285" y="90325"/>
                    <a:pt x="37383" y="90423"/>
                  </a:cubicBezTo>
                  <a:cubicBezTo>
                    <a:pt x="37448" y="90521"/>
                    <a:pt x="37546" y="90618"/>
                    <a:pt x="37676" y="90716"/>
                  </a:cubicBezTo>
                  <a:cubicBezTo>
                    <a:pt x="37709" y="90749"/>
                    <a:pt x="37742" y="90781"/>
                    <a:pt x="37774" y="90814"/>
                  </a:cubicBezTo>
                  <a:cubicBezTo>
                    <a:pt x="37839" y="90879"/>
                    <a:pt x="37905" y="90945"/>
                    <a:pt x="38003" y="91010"/>
                  </a:cubicBezTo>
                  <a:cubicBezTo>
                    <a:pt x="38035" y="91042"/>
                    <a:pt x="38068" y="91075"/>
                    <a:pt x="38100" y="91108"/>
                  </a:cubicBezTo>
                  <a:cubicBezTo>
                    <a:pt x="38198" y="91173"/>
                    <a:pt x="38264" y="91206"/>
                    <a:pt x="38361" y="91271"/>
                  </a:cubicBezTo>
                  <a:cubicBezTo>
                    <a:pt x="38394" y="91303"/>
                    <a:pt x="38427" y="91303"/>
                    <a:pt x="38459" y="91336"/>
                  </a:cubicBezTo>
                  <a:cubicBezTo>
                    <a:pt x="38590" y="91401"/>
                    <a:pt x="38720" y="91467"/>
                    <a:pt x="38851" y="91532"/>
                  </a:cubicBezTo>
                  <a:cubicBezTo>
                    <a:pt x="38981" y="91597"/>
                    <a:pt x="39112" y="91662"/>
                    <a:pt x="39242" y="91695"/>
                  </a:cubicBezTo>
                  <a:cubicBezTo>
                    <a:pt x="39275" y="91727"/>
                    <a:pt x="39340" y="91727"/>
                    <a:pt x="39373" y="91727"/>
                  </a:cubicBezTo>
                  <a:cubicBezTo>
                    <a:pt x="39470" y="91760"/>
                    <a:pt x="39568" y="91793"/>
                    <a:pt x="39666" y="91825"/>
                  </a:cubicBezTo>
                  <a:cubicBezTo>
                    <a:pt x="39731" y="91825"/>
                    <a:pt x="39764" y="91858"/>
                    <a:pt x="39829" y="91858"/>
                  </a:cubicBezTo>
                  <a:cubicBezTo>
                    <a:pt x="39927" y="91891"/>
                    <a:pt x="40025" y="91891"/>
                    <a:pt x="40123" y="91923"/>
                  </a:cubicBezTo>
                  <a:lnTo>
                    <a:pt x="40253" y="91923"/>
                  </a:lnTo>
                  <a:cubicBezTo>
                    <a:pt x="40416" y="91956"/>
                    <a:pt x="40547" y="91956"/>
                    <a:pt x="40710" y="91956"/>
                  </a:cubicBezTo>
                  <a:lnTo>
                    <a:pt x="55063" y="91956"/>
                  </a:lnTo>
                  <a:cubicBezTo>
                    <a:pt x="55715" y="91956"/>
                    <a:pt x="56335" y="91793"/>
                    <a:pt x="56922" y="91532"/>
                  </a:cubicBezTo>
                  <a:cubicBezTo>
                    <a:pt x="57150" y="91434"/>
                    <a:pt x="57379" y="91303"/>
                    <a:pt x="57574" y="91173"/>
                  </a:cubicBezTo>
                  <a:cubicBezTo>
                    <a:pt x="57770" y="91010"/>
                    <a:pt x="57966" y="90879"/>
                    <a:pt x="58129" y="90684"/>
                  </a:cubicBezTo>
                  <a:cubicBezTo>
                    <a:pt x="58423" y="90423"/>
                    <a:pt x="58651" y="90129"/>
                    <a:pt x="58847" y="89803"/>
                  </a:cubicBezTo>
                  <a:cubicBezTo>
                    <a:pt x="59108" y="89379"/>
                    <a:pt x="59271" y="88890"/>
                    <a:pt x="59369" y="88368"/>
                  </a:cubicBezTo>
                  <a:lnTo>
                    <a:pt x="61717" y="76103"/>
                  </a:lnTo>
                  <a:cubicBezTo>
                    <a:pt x="61717" y="76005"/>
                    <a:pt x="61750" y="75907"/>
                    <a:pt x="61782" y="75809"/>
                  </a:cubicBezTo>
                  <a:cubicBezTo>
                    <a:pt x="61815" y="75776"/>
                    <a:pt x="61815" y="75744"/>
                    <a:pt x="61815" y="75711"/>
                  </a:cubicBezTo>
                  <a:cubicBezTo>
                    <a:pt x="61848" y="75646"/>
                    <a:pt x="61880" y="75581"/>
                    <a:pt x="61913" y="75515"/>
                  </a:cubicBezTo>
                  <a:cubicBezTo>
                    <a:pt x="61946" y="75515"/>
                    <a:pt x="61946" y="75483"/>
                    <a:pt x="61978" y="75450"/>
                  </a:cubicBezTo>
                  <a:cubicBezTo>
                    <a:pt x="62011" y="75385"/>
                    <a:pt x="62076" y="75287"/>
                    <a:pt x="62141" y="75222"/>
                  </a:cubicBezTo>
                  <a:cubicBezTo>
                    <a:pt x="62337" y="75026"/>
                    <a:pt x="62565" y="74896"/>
                    <a:pt x="62794" y="74798"/>
                  </a:cubicBezTo>
                  <a:cubicBezTo>
                    <a:pt x="62826" y="74798"/>
                    <a:pt x="62859" y="74798"/>
                    <a:pt x="62859" y="74765"/>
                  </a:cubicBezTo>
                  <a:cubicBezTo>
                    <a:pt x="62924" y="74765"/>
                    <a:pt x="62989" y="74733"/>
                    <a:pt x="63055" y="74733"/>
                  </a:cubicBezTo>
                  <a:cubicBezTo>
                    <a:pt x="63087" y="74700"/>
                    <a:pt x="63152" y="74700"/>
                    <a:pt x="63185" y="74700"/>
                  </a:cubicBezTo>
                  <a:lnTo>
                    <a:pt x="63316" y="74700"/>
                  </a:lnTo>
                  <a:cubicBezTo>
                    <a:pt x="63381" y="74684"/>
                    <a:pt x="63438" y="74675"/>
                    <a:pt x="63491" y="74675"/>
                  </a:cubicBezTo>
                  <a:cubicBezTo>
                    <a:pt x="63544" y="74675"/>
                    <a:pt x="63593" y="74684"/>
                    <a:pt x="63642" y="74700"/>
                  </a:cubicBezTo>
                  <a:cubicBezTo>
                    <a:pt x="64392" y="74765"/>
                    <a:pt x="65175" y="74863"/>
                    <a:pt x="65958" y="74928"/>
                  </a:cubicBezTo>
                  <a:cubicBezTo>
                    <a:pt x="66154" y="74961"/>
                    <a:pt x="66349" y="74961"/>
                    <a:pt x="66545" y="74993"/>
                  </a:cubicBezTo>
                  <a:cubicBezTo>
                    <a:pt x="67328" y="75059"/>
                    <a:pt x="68111" y="75124"/>
                    <a:pt x="68894" y="75189"/>
                  </a:cubicBezTo>
                  <a:cubicBezTo>
                    <a:pt x="69676" y="75222"/>
                    <a:pt x="70492" y="75287"/>
                    <a:pt x="71275" y="75320"/>
                  </a:cubicBezTo>
                  <a:cubicBezTo>
                    <a:pt x="71471" y="75320"/>
                    <a:pt x="71666" y="75352"/>
                    <a:pt x="71862" y="75352"/>
                  </a:cubicBezTo>
                  <a:cubicBezTo>
                    <a:pt x="72677" y="75385"/>
                    <a:pt x="73460" y="75418"/>
                    <a:pt x="74276" y="75450"/>
                  </a:cubicBezTo>
                  <a:cubicBezTo>
                    <a:pt x="75483" y="75483"/>
                    <a:pt x="76690" y="75483"/>
                    <a:pt x="77897" y="75483"/>
                  </a:cubicBezTo>
                  <a:cubicBezTo>
                    <a:pt x="79528" y="75483"/>
                    <a:pt x="81159" y="75483"/>
                    <a:pt x="82790" y="75418"/>
                  </a:cubicBezTo>
                  <a:cubicBezTo>
                    <a:pt x="83638" y="75385"/>
                    <a:pt x="84453" y="75352"/>
                    <a:pt x="85301" y="75287"/>
                  </a:cubicBezTo>
                  <a:lnTo>
                    <a:pt x="85530" y="75287"/>
                  </a:lnTo>
                  <a:cubicBezTo>
                    <a:pt x="86313" y="75222"/>
                    <a:pt x="87063" y="75189"/>
                    <a:pt x="87813" y="75124"/>
                  </a:cubicBezTo>
                  <a:lnTo>
                    <a:pt x="87846" y="75124"/>
                  </a:lnTo>
                  <a:cubicBezTo>
                    <a:pt x="89509" y="74993"/>
                    <a:pt x="91140" y="74830"/>
                    <a:pt x="92804" y="74635"/>
                  </a:cubicBezTo>
                  <a:cubicBezTo>
                    <a:pt x="93554" y="74569"/>
                    <a:pt x="94304" y="74472"/>
                    <a:pt x="95055" y="74374"/>
                  </a:cubicBezTo>
                  <a:cubicBezTo>
                    <a:pt x="95414" y="74341"/>
                    <a:pt x="95772" y="74276"/>
                    <a:pt x="96131" y="74211"/>
                  </a:cubicBezTo>
                  <a:cubicBezTo>
                    <a:pt x="96523" y="74178"/>
                    <a:pt x="96914" y="74113"/>
                    <a:pt x="97305" y="74048"/>
                  </a:cubicBezTo>
                  <a:cubicBezTo>
                    <a:pt x="97399" y="74033"/>
                    <a:pt x="97492" y="74025"/>
                    <a:pt x="97583" y="74025"/>
                  </a:cubicBezTo>
                  <a:cubicBezTo>
                    <a:pt x="98287" y="74025"/>
                    <a:pt x="98905" y="74456"/>
                    <a:pt x="99165" y="75091"/>
                  </a:cubicBezTo>
                  <a:cubicBezTo>
                    <a:pt x="99165" y="75091"/>
                    <a:pt x="99165" y="75124"/>
                    <a:pt x="99197" y="75124"/>
                  </a:cubicBezTo>
                  <a:cubicBezTo>
                    <a:pt x="99230" y="75222"/>
                    <a:pt x="99263" y="75352"/>
                    <a:pt x="99295" y="75450"/>
                  </a:cubicBezTo>
                  <a:lnTo>
                    <a:pt x="100502" y="81909"/>
                  </a:lnTo>
                  <a:lnTo>
                    <a:pt x="101709" y="88368"/>
                  </a:lnTo>
                  <a:cubicBezTo>
                    <a:pt x="102101" y="90455"/>
                    <a:pt x="103927" y="91956"/>
                    <a:pt x="106048" y="91956"/>
                  </a:cubicBezTo>
                  <a:lnTo>
                    <a:pt x="120400" y="91956"/>
                  </a:lnTo>
                  <a:cubicBezTo>
                    <a:pt x="120563" y="91956"/>
                    <a:pt x="120694" y="91956"/>
                    <a:pt x="120857" y="91923"/>
                  </a:cubicBezTo>
                  <a:lnTo>
                    <a:pt x="120987" y="91923"/>
                  </a:lnTo>
                  <a:cubicBezTo>
                    <a:pt x="121085" y="91891"/>
                    <a:pt x="121183" y="91891"/>
                    <a:pt x="121281" y="91858"/>
                  </a:cubicBezTo>
                  <a:cubicBezTo>
                    <a:pt x="121346" y="91858"/>
                    <a:pt x="121379" y="91825"/>
                    <a:pt x="121444" y="91825"/>
                  </a:cubicBezTo>
                  <a:cubicBezTo>
                    <a:pt x="121542" y="91793"/>
                    <a:pt x="121640" y="91760"/>
                    <a:pt x="121738" y="91727"/>
                  </a:cubicBezTo>
                  <a:cubicBezTo>
                    <a:pt x="121770" y="91727"/>
                    <a:pt x="121803" y="91727"/>
                    <a:pt x="121868" y="91695"/>
                  </a:cubicBezTo>
                  <a:cubicBezTo>
                    <a:pt x="121999" y="91662"/>
                    <a:pt x="122129" y="91597"/>
                    <a:pt x="122260" y="91532"/>
                  </a:cubicBezTo>
                  <a:cubicBezTo>
                    <a:pt x="122390" y="91467"/>
                    <a:pt x="122521" y="91401"/>
                    <a:pt x="122651" y="91336"/>
                  </a:cubicBezTo>
                  <a:cubicBezTo>
                    <a:pt x="122684" y="91303"/>
                    <a:pt x="122716" y="91303"/>
                    <a:pt x="122749" y="91271"/>
                  </a:cubicBezTo>
                  <a:cubicBezTo>
                    <a:pt x="122847" y="91206"/>
                    <a:pt x="122912" y="91173"/>
                    <a:pt x="123010" y="91108"/>
                  </a:cubicBezTo>
                  <a:cubicBezTo>
                    <a:pt x="123043" y="91075"/>
                    <a:pt x="123075" y="91042"/>
                    <a:pt x="123108" y="91010"/>
                  </a:cubicBezTo>
                  <a:cubicBezTo>
                    <a:pt x="123206" y="90945"/>
                    <a:pt x="123271" y="90879"/>
                    <a:pt x="123336" y="90814"/>
                  </a:cubicBezTo>
                  <a:cubicBezTo>
                    <a:pt x="123369" y="90781"/>
                    <a:pt x="123401" y="90749"/>
                    <a:pt x="123434" y="90716"/>
                  </a:cubicBezTo>
                  <a:cubicBezTo>
                    <a:pt x="123532" y="90618"/>
                    <a:pt x="123630" y="90521"/>
                    <a:pt x="123728" y="90423"/>
                  </a:cubicBezTo>
                  <a:cubicBezTo>
                    <a:pt x="123760" y="90390"/>
                    <a:pt x="123793" y="90325"/>
                    <a:pt x="123858" y="90292"/>
                  </a:cubicBezTo>
                  <a:cubicBezTo>
                    <a:pt x="123956" y="90129"/>
                    <a:pt x="124086" y="89966"/>
                    <a:pt x="124184" y="89803"/>
                  </a:cubicBezTo>
                  <a:cubicBezTo>
                    <a:pt x="124315" y="89575"/>
                    <a:pt x="124413" y="89346"/>
                    <a:pt x="124510" y="89118"/>
                  </a:cubicBezTo>
                  <a:cubicBezTo>
                    <a:pt x="124608" y="88890"/>
                    <a:pt x="124674" y="88629"/>
                    <a:pt x="124739" y="88368"/>
                  </a:cubicBezTo>
                  <a:lnTo>
                    <a:pt x="125685" y="83246"/>
                  </a:lnTo>
                  <a:lnTo>
                    <a:pt x="126696" y="77929"/>
                  </a:lnTo>
                  <a:lnTo>
                    <a:pt x="127316" y="74602"/>
                  </a:lnTo>
                  <a:lnTo>
                    <a:pt x="129142" y="65012"/>
                  </a:lnTo>
                  <a:lnTo>
                    <a:pt x="129306" y="64131"/>
                  </a:lnTo>
                  <a:cubicBezTo>
                    <a:pt x="129599" y="64001"/>
                    <a:pt x="129730" y="63935"/>
                    <a:pt x="130023" y="63805"/>
                  </a:cubicBezTo>
                  <a:cubicBezTo>
                    <a:pt x="130023" y="63805"/>
                    <a:pt x="130023" y="63805"/>
                    <a:pt x="130023" y="63772"/>
                  </a:cubicBezTo>
                  <a:lnTo>
                    <a:pt x="130056" y="63772"/>
                  </a:lnTo>
                  <a:cubicBezTo>
                    <a:pt x="130382" y="63609"/>
                    <a:pt x="130741" y="63413"/>
                    <a:pt x="131067" y="63218"/>
                  </a:cubicBezTo>
                  <a:cubicBezTo>
                    <a:pt x="131426" y="63022"/>
                    <a:pt x="131785" y="62859"/>
                    <a:pt x="132143" y="62663"/>
                  </a:cubicBezTo>
                  <a:cubicBezTo>
                    <a:pt x="132437" y="62500"/>
                    <a:pt x="132731" y="62304"/>
                    <a:pt x="133057" y="62141"/>
                  </a:cubicBezTo>
                  <a:cubicBezTo>
                    <a:pt x="133416" y="61913"/>
                    <a:pt x="133807" y="61685"/>
                    <a:pt x="134199" y="61489"/>
                  </a:cubicBezTo>
                  <a:cubicBezTo>
                    <a:pt x="134492" y="61293"/>
                    <a:pt x="134786" y="61097"/>
                    <a:pt x="135112" y="60902"/>
                  </a:cubicBezTo>
                  <a:cubicBezTo>
                    <a:pt x="135471" y="60706"/>
                    <a:pt x="135830" y="60478"/>
                    <a:pt x="136188" y="60249"/>
                  </a:cubicBezTo>
                  <a:cubicBezTo>
                    <a:pt x="136482" y="60054"/>
                    <a:pt x="136808" y="59825"/>
                    <a:pt x="137102" y="59630"/>
                  </a:cubicBezTo>
                  <a:cubicBezTo>
                    <a:pt x="137461" y="59401"/>
                    <a:pt x="137787" y="59205"/>
                    <a:pt x="138113" y="58977"/>
                  </a:cubicBezTo>
                  <a:cubicBezTo>
                    <a:pt x="138439" y="58749"/>
                    <a:pt x="138733" y="58553"/>
                    <a:pt x="139026" y="58325"/>
                  </a:cubicBezTo>
                  <a:cubicBezTo>
                    <a:pt x="139352" y="58096"/>
                    <a:pt x="139679" y="57868"/>
                    <a:pt x="140005" y="57640"/>
                  </a:cubicBezTo>
                  <a:cubicBezTo>
                    <a:pt x="140298" y="57411"/>
                    <a:pt x="140592" y="57183"/>
                    <a:pt x="140886" y="56987"/>
                  </a:cubicBezTo>
                  <a:cubicBezTo>
                    <a:pt x="141212" y="56726"/>
                    <a:pt x="141505" y="56498"/>
                    <a:pt x="141832" y="56270"/>
                  </a:cubicBezTo>
                  <a:cubicBezTo>
                    <a:pt x="142125" y="56041"/>
                    <a:pt x="142386" y="55813"/>
                    <a:pt x="142680" y="55585"/>
                  </a:cubicBezTo>
                  <a:cubicBezTo>
                    <a:pt x="142973" y="55324"/>
                    <a:pt x="143299" y="55063"/>
                    <a:pt x="143593" y="54834"/>
                  </a:cubicBezTo>
                  <a:cubicBezTo>
                    <a:pt x="143887" y="54573"/>
                    <a:pt x="144148" y="54345"/>
                    <a:pt x="144441" y="54084"/>
                  </a:cubicBezTo>
                  <a:cubicBezTo>
                    <a:pt x="144735" y="53856"/>
                    <a:pt x="145028" y="53595"/>
                    <a:pt x="145322" y="53334"/>
                  </a:cubicBezTo>
                  <a:cubicBezTo>
                    <a:pt x="145583" y="53106"/>
                    <a:pt x="145844" y="52845"/>
                    <a:pt x="146105" y="52584"/>
                  </a:cubicBezTo>
                  <a:cubicBezTo>
                    <a:pt x="146398" y="52323"/>
                    <a:pt x="146692" y="52062"/>
                    <a:pt x="146953" y="51801"/>
                  </a:cubicBezTo>
                  <a:cubicBezTo>
                    <a:pt x="147214" y="51540"/>
                    <a:pt x="147475" y="51279"/>
                    <a:pt x="147736" y="51051"/>
                  </a:cubicBezTo>
                  <a:cubicBezTo>
                    <a:pt x="147997" y="50757"/>
                    <a:pt x="148290" y="50496"/>
                    <a:pt x="148551" y="50202"/>
                  </a:cubicBezTo>
                  <a:cubicBezTo>
                    <a:pt x="148812" y="49941"/>
                    <a:pt x="149041" y="49680"/>
                    <a:pt x="149269" y="49420"/>
                  </a:cubicBezTo>
                  <a:cubicBezTo>
                    <a:pt x="149530" y="49126"/>
                    <a:pt x="149823" y="48865"/>
                    <a:pt x="150084" y="48571"/>
                  </a:cubicBezTo>
                  <a:cubicBezTo>
                    <a:pt x="150313" y="48310"/>
                    <a:pt x="150541" y="48017"/>
                    <a:pt x="150769" y="47756"/>
                  </a:cubicBezTo>
                  <a:cubicBezTo>
                    <a:pt x="150998" y="47462"/>
                    <a:pt x="151259" y="47169"/>
                    <a:pt x="151520" y="46875"/>
                  </a:cubicBezTo>
                  <a:cubicBezTo>
                    <a:pt x="151748" y="46582"/>
                    <a:pt x="151944" y="46321"/>
                    <a:pt x="152172" y="46027"/>
                  </a:cubicBezTo>
                  <a:cubicBezTo>
                    <a:pt x="152433" y="45733"/>
                    <a:pt x="152661" y="45440"/>
                    <a:pt x="152890" y="45114"/>
                  </a:cubicBezTo>
                  <a:cubicBezTo>
                    <a:pt x="153118" y="44853"/>
                    <a:pt x="153314" y="44559"/>
                    <a:pt x="153542" y="44266"/>
                  </a:cubicBezTo>
                  <a:cubicBezTo>
                    <a:pt x="153738" y="43939"/>
                    <a:pt x="153999" y="43646"/>
                    <a:pt x="154195" y="43320"/>
                  </a:cubicBezTo>
                  <a:cubicBezTo>
                    <a:pt x="154423" y="43026"/>
                    <a:pt x="154586" y="42732"/>
                    <a:pt x="154814" y="42439"/>
                  </a:cubicBezTo>
                  <a:cubicBezTo>
                    <a:pt x="155010" y="42113"/>
                    <a:pt x="155238" y="41786"/>
                    <a:pt x="155434" y="41493"/>
                  </a:cubicBezTo>
                  <a:cubicBezTo>
                    <a:pt x="155695" y="41069"/>
                    <a:pt x="155923" y="40677"/>
                    <a:pt x="156184" y="40253"/>
                  </a:cubicBezTo>
                  <a:cubicBezTo>
                    <a:pt x="156315" y="40025"/>
                    <a:pt x="156478" y="39797"/>
                    <a:pt x="156608" y="39536"/>
                  </a:cubicBezTo>
                  <a:cubicBezTo>
                    <a:pt x="157391" y="38198"/>
                    <a:pt x="158598" y="37187"/>
                    <a:pt x="160066" y="36730"/>
                  </a:cubicBezTo>
                  <a:lnTo>
                    <a:pt x="160131" y="36698"/>
                  </a:lnTo>
                  <a:lnTo>
                    <a:pt x="167145" y="34447"/>
                  </a:lnTo>
                  <a:lnTo>
                    <a:pt x="173897" y="32294"/>
                  </a:lnTo>
                  <a:cubicBezTo>
                    <a:pt x="177387" y="31185"/>
                    <a:pt x="179768" y="27923"/>
                    <a:pt x="179768" y="24270"/>
                  </a:cubicBezTo>
                  <a:lnTo>
                    <a:pt x="179768" y="10080"/>
                  </a:lnTo>
                  <a:cubicBezTo>
                    <a:pt x="179768" y="8808"/>
                    <a:pt x="179475" y="7633"/>
                    <a:pt x="178986" y="6524"/>
                  </a:cubicBezTo>
                  <a:cubicBezTo>
                    <a:pt x="178888" y="6329"/>
                    <a:pt x="178790" y="6166"/>
                    <a:pt x="178692" y="5970"/>
                  </a:cubicBezTo>
                  <a:cubicBezTo>
                    <a:pt x="178333" y="5317"/>
                    <a:pt x="177877" y="4698"/>
                    <a:pt x="177322" y="4143"/>
                  </a:cubicBezTo>
                  <a:cubicBezTo>
                    <a:pt x="177322" y="4143"/>
                    <a:pt x="177289" y="4111"/>
                    <a:pt x="177289" y="4111"/>
                  </a:cubicBezTo>
                  <a:cubicBezTo>
                    <a:pt x="176376" y="3165"/>
                    <a:pt x="175202" y="2447"/>
                    <a:pt x="173897" y="2055"/>
                  </a:cubicBezTo>
                  <a:lnTo>
                    <a:pt x="167569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4500875" y="1600950"/>
              <a:ext cx="1145625" cy="1126075"/>
            </a:xfrm>
            <a:custGeom>
              <a:rect b="b" l="l" r="r" t="t"/>
              <a:pathLst>
                <a:path extrusionOk="0" h="45043" w="45825">
                  <a:moveTo>
                    <a:pt x="37186" y="0"/>
                  </a:moveTo>
                  <a:cubicBezTo>
                    <a:pt x="30174" y="0"/>
                    <a:pt x="15103" y="6540"/>
                    <a:pt x="8671" y="9487"/>
                  </a:cubicBezTo>
                  <a:cubicBezTo>
                    <a:pt x="6746" y="10368"/>
                    <a:pt x="5311" y="12097"/>
                    <a:pt x="4887" y="14152"/>
                  </a:cubicBezTo>
                  <a:cubicBezTo>
                    <a:pt x="1" y="37298"/>
                    <a:pt x="14348" y="45043"/>
                    <a:pt x="25240" y="45043"/>
                  </a:cubicBezTo>
                  <a:cubicBezTo>
                    <a:pt x="28454" y="45043"/>
                    <a:pt x="31368" y="44368"/>
                    <a:pt x="33397" y="43216"/>
                  </a:cubicBezTo>
                  <a:cubicBezTo>
                    <a:pt x="42661" y="37964"/>
                    <a:pt x="45825" y="3681"/>
                    <a:pt x="39758" y="484"/>
                  </a:cubicBezTo>
                  <a:cubicBezTo>
                    <a:pt x="39123" y="150"/>
                    <a:pt x="38247" y="0"/>
                    <a:pt x="37186" y="0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0"/>
            <p:cNvSpPr/>
            <p:nvPr/>
          </p:nvSpPr>
          <p:spPr>
            <a:xfrm>
              <a:off x="2581025" y="366150"/>
              <a:ext cx="1922150" cy="1921325"/>
            </a:xfrm>
            <a:custGeom>
              <a:rect b="b" l="l" r="r" t="t"/>
              <a:pathLst>
                <a:path extrusionOk="0" h="76853" w="76886">
                  <a:moveTo>
                    <a:pt x="38427" y="0"/>
                  </a:moveTo>
                  <a:cubicBezTo>
                    <a:pt x="17224" y="0"/>
                    <a:pt x="1" y="17224"/>
                    <a:pt x="1" y="38427"/>
                  </a:cubicBezTo>
                  <a:cubicBezTo>
                    <a:pt x="1" y="59662"/>
                    <a:pt x="17224" y="76853"/>
                    <a:pt x="38427" y="76853"/>
                  </a:cubicBezTo>
                  <a:cubicBezTo>
                    <a:pt x="59663" y="76853"/>
                    <a:pt x="76886" y="59662"/>
                    <a:pt x="76886" y="38427"/>
                  </a:cubicBezTo>
                  <a:cubicBezTo>
                    <a:pt x="76886" y="17224"/>
                    <a:pt x="59663" y="0"/>
                    <a:pt x="38427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0"/>
            <p:cNvSpPr/>
            <p:nvPr/>
          </p:nvSpPr>
          <p:spPr>
            <a:xfrm>
              <a:off x="4687450" y="1712525"/>
              <a:ext cx="811450" cy="800100"/>
            </a:xfrm>
            <a:custGeom>
              <a:rect b="b" l="l" r="r" t="t"/>
              <a:pathLst>
                <a:path extrusionOk="0" h="32004" w="32458">
                  <a:moveTo>
                    <a:pt x="29718" y="1"/>
                  </a:moveTo>
                  <a:cubicBezTo>
                    <a:pt x="25510" y="1"/>
                    <a:pt x="15300" y="3491"/>
                    <a:pt x="3067" y="9069"/>
                  </a:cubicBezTo>
                  <a:cubicBezTo>
                    <a:pt x="2415" y="9363"/>
                    <a:pt x="1926" y="9950"/>
                    <a:pt x="1795" y="10602"/>
                  </a:cubicBezTo>
                  <a:cubicBezTo>
                    <a:pt x="1" y="19051"/>
                    <a:pt x="947" y="25868"/>
                    <a:pt x="4535" y="30272"/>
                  </a:cubicBezTo>
                  <a:cubicBezTo>
                    <a:pt x="4959" y="30794"/>
                    <a:pt x="5416" y="31283"/>
                    <a:pt x="5905" y="31740"/>
                  </a:cubicBezTo>
                  <a:cubicBezTo>
                    <a:pt x="6109" y="31921"/>
                    <a:pt x="6351" y="32004"/>
                    <a:pt x="6589" y="32004"/>
                  </a:cubicBezTo>
                  <a:cubicBezTo>
                    <a:pt x="7039" y="32004"/>
                    <a:pt x="7473" y="31708"/>
                    <a:pt x="7601" y="31218"/>
                  </a:cubicBezTo>
                  <a:cubicBezTo>
                    <a:pt x="11842" y="14386"/>
                    <a:pt x="32458" y="1"/>
                    <a:pt x="29718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0"/>
            <p:cNvSpPr/>
            <p:nvPr/>
          </p:nvSpPr>
          <p:spPr>
            <a:xfrm>
              <a:off x="2874625" y="659725"/>
              <a:ext cx="1722350" cy="1627800"/>
            </a:xfrm>
            <a:custGeom>
              <a:rect b="b" l="l" r="r" t="t"/>
              <a:pathLst>
                <a:path extrusionOk="0" h="65112" w="68894">
                  <a:moveTo>
                    <a:pt x="54345" y="0"/>
                  </a:moveTo>
                  <a:lnTo>
                    <a:pt x="0" y="54345"/>
                  </a:lnTo>
                  <a:cubicBezTo>
                    <a:pt x="7435" y="61522"/>
                    <a:pt x="17056" y="65111"/>
                    <a:pt x="26681" y="65111"/>
                  </a:cubicBezTo>
                  <a:cubicBezTo>
                    <a:pt x="36522" y="65111"/>
                    <a:pt x="46368" y="61359"/>
                    <a:pt x="53888" y="53856"/>
                  </a:cubicBezTo>
                  <a:cubicBezTo>
                    <a:pt x="68730" y="39014"/>
                    <a:pt x="68893" y="15038"/>
                    <a:pt x="54345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0"/>
            <p:cNvSpPr/>
            <p:nvPr/>
          </p:nvSpPr>
          <p:spPr>
            <a:xfrm>
              <a:off x="3241575" y="777975"/>
              <a:ext cx="601050" cy="1097675"/>
            </a:xfrm>
            <a:custGeom>
              <a:rect b="b" l="l" r="r" t="t"/>
              <a:pathLst>
                <a:path extrusionOk="0" h="43907" w="24042">
                  <a:moveTo>
                    <a:pt x="11451" y="7699"/>
                  </a:moveTo>
                  <a:lnTo>
                    <a:pt x="11451" y="17452"/>
                  </a:lnTo>
                  <a:cubicBezTo>
                    <a:pt x="8613" y="16376"/>
                    <a:pt x="6329" y="15266"/>
                    <a:pt x="6329" y="12200"/>
                  </a:cubicBezTo>
                  <a:cubicBezTo>
                    <a:pt x="6329" y="9427"/>
                    <a:pt x="8450" y="8090"/>
                    <a:pt x="11451" y="7699"/>
                  </a:cubicBezTo>
                  <a:close/>
                  <a:moveTo>
                    <a:pt x="13962" y="24433"/>
                  </a:moveTo>
                  <a:cubicBezTo>
                    <a:pt x="16604" y="25542"/>
                    <a:pt x="18692" y="27042"/>
                    <a:pt x="18692" y="30435"/>
                  </a:cubicBezTo>
                  <a:cubicBezTo>
                    <a:pt x="18692" y="33468"/>
                    <a:pt x="16865" y="35197"/>
                    <a:pt x="13962" y="35719"/>
                  </a:cubicBezTo>
                  <a:lnTo>
                    <a:pt x="13962" y="24433"/>
                  </a:lnTo>
                  <a:close/>
                  <a:moveTo>
                    <a:pt x="12690" y="0"/>
                  </a:moveTo>
                  <a:cubicBezTo>
                    <a:pt x="11777" y="0"/>
                    <a:pt x="11124" y="588"/>
                    <a:pt x="11124" y="1240"/>
                  </a:cubicBezTo>
                  <a:lnTo>
                    <a:pt x="11124" y="2773"/>
                  </a:lnTo>
                  <a:cubicBezTo>
                    <a:pt x="6036" y="3328"/>
                    <a:pt x="947" y="6002"/>
                    <a:pt x="947" y="12755"/>
                  </a:cubicBezTo>
                  <a:cubicBezTo>
                    <a:pt x="947" y="19605"/>
                    <a:pt x="6329" y="21529"/>
                    <a:pt x="11124" y="23258"/>
                  </a:cubicBezTo>
                  <a:lnTo>
                    <a:pt x="11124" y="35817"/>
                  </a:lnTo>
                  <a:cubicBezTo>
                    <a:pt x="5677" y="35393"/>
                    <a:pt x="4242" y="31642"/>
                    <a:pt x="2447" y="31642"/>
                  </a:cubicBezTo>
                  <a:cubicBezTo>
                    <a:pt x="1110" y="31642"/>
                    <a:pt x="1" y="33436"/>
                    <a:pt x="1" y="34708"/>
                  </a:cubicBezTo>
                  <a:cubicBezTo>
                    <a:pt x="1" y="37317"/>
                    <a:pt x="4503" y="40906"/>
                    <a:pt x="11124" y="41036"/>
                  </a:cubicBezTo>
                  <a:lnTo>
                    <a:pt x="11124" y="42700"/>
                  </a:lnTo>
                  <a:cubicBezTo>
                    <a:pt x="11124" y="43320"/>
                    <a:pt x="11777" y="43907"/>
                    <a:pt x="12690" y="43907"/>
                  </a:cubicBezTo>
                  <a:cubicBezTo>
                    <a:pt x="13506" y="43907"/>
                    <a:pt x="14288" y="43320"/>
                    <a:pt x="14288" y="42700"/>
                  </a:cubicBezTo>
                  <a:lnTo>
                    <a:pt x="14288" y="40873"/>
                  </a:lnTo>
                  <a:cubicBezTo>
                    <a:pt x="20095" y="40058"/>
                    <a:pt x="24042" y="36437"/>
                    <a:pt x="24042" y="29848"/>
                  </a:cubicBezTo>
                  <a:cubicBezTo>
                    <a:pt x="24042" y="22541"/>
                    <a:pt x="18953" y="20192"/>
                    <a:pt x="14288" y="18463"/>
                  </a:cubicBezTo>
                  <a:lnTo>
                    <a:pt x="14288" y="7601"/>
                  </a:lnTo>
                  <a:cubicBezTo>
                    <a:pt x="18040" y="7862"/>
                    <a:pt x="19442" y="9591"/>
                    <a:pt x="20715" y="9591"/>
                  </a:cubicBezTo>
                  <a:cubicBezTo>
                    <a:pt x="22346" y="9591"/>
                    <a:pt x="23096" y="7568"/>
                    <a:pt x="23096" y="6524"/>
                  </a:cubicBezTo>
                  <a:cubicBezTo>
                    <a:pt x="23096" y="3915"/>
                    <a:pt x="17942" y="2773"/>
                    <a:pt x="14288" y="2675"/>
                  </a:cubicBezTo>
                  <a:lnTo>
                    <a:pt x="14288" y="1240"/>
                  </a:lnTo>
                  <a:cubicBezTo>
                    <a:pt x="14288" y="588"/>
                    <a:pt x="13506" y="0"/>
                    <a:pt x="12690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0"/>
            <p:cNvSpPr/>
            <p:nvPr/>
          </p:nvSpPr>
          <p:spPr>
            <a:xfrm>
              <a:off x="5076450" y="2996950"/>
              <a:ext cx="496675" cy="323775"/>
            </a:xfrm>
            <a:custGeom>
              <a:rect b="b" l="l" r="r" t="t"/>
              <a:pathLst>
                <a:path extrusionOk="0" h="12951" w="19867">
                  <a:moveTo>
                    <a:pt x="3034" y="0"/>
                  </a:moveTo>
                  <a:cubicBezTo>
                    <a:pt x="1371" y="0"/>
                    <a:pt x="1" y="1337"/>
                    <a:pt x="1" y="3034"/>
                  </a:cubicBezTo>
                  <a:cubicBezTo>
                    <a:pt x="1" y="8514"/>
                    <a:pt x="4470" y="12950"/>
                    <a:pt x="9950" y="12950"/>
                  </a:cubicBezTo>
                  <a:cubicBezTo>
                    <a:pt x="15430" y="12950"/>
                    <a:pt x="19866" y="8514"/>
                    <a:pt x="19866" y="3034"/>
                  </a:cubicBezTo>
                  <a:cubicBezTo>
                    <a:pt x="19866" y="1337"/>
                    <a:pt x="18529" y="0"/>
                    <a:pt x="16833" y="0"/>
                  </a:cubicBezTo>
                  <a:cubicBezTo>
                    <a:pt x="15169" y="0"/>
                    <a:pt x="13799" y="1337"/>
                    <a:pt x="13799" y="3034"/>
                  </a:cubicBezTo>
                  <a:cubicBezTo>
                    <a:pt x="13799" y="5154"/>
                    <a:pt x="12070" y="6883"/>
                    <a:pt x="9950" y="6883"/>
                  </a:cubicBezTo>
                  <a:cubicBezTo>
                    <a:pt x="7829" y="6883"/>
                    <a:pt x="6101" y="5154"/>
                    <a:pt x="6101" y="3034"/>
                  </a:cubicBezTo>
                  <a:cubicBezTo>
                    <a:pt x="6101" y="1337"/>
                    <a:pt x="4731" y="0"/>
                    <a:pt x="30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0"/>
            <p:cNvSpPr/>
            <p:nvPr/>
          </p:nvSpPr>
          <p:spPr>
            <a:xfrm>
              <a:off x="1190625" y="290300"/>
              <a:ext cx="5219200" cy="5114825"/>
            </a:xfrm>
            <a:custGeom>
              <a:rect b="b" l="l" r="r" t="t"/>
              <a:pathLst>
                <a:path extrusionOk="0" h="204593" w="208768">
                  <a:moveTo>
                    <a:pt x="169591" y="55422"/>
                  </a:moveTo>
                  <a:cubicBezTo>
                    <a:pt x="170080" y="55422"/>
                    <a:pt x="170439" y="55487"/>
                    <a:pt x="170700" y="55585"/>
                  </a:cubicBezTo>
                  <a:cubicBezTo>
                    <a:pt x="171678" y="56629"/>
                    <a:pt x="172951" y="62566"/>
                    <a:pt x="171776" y="72645"/>
                  </a:cubicBezTo>
                  <a:cubicBezTo>
                    <a:pt x="170602" y="82627"/>
                    <a:pt x="167470" y="91206"/>
                    <a:pt x="164306" y="92967"/>
                  </a:cubicBezTo>
                  <a:cubicBezTo>
                    <a:pt x="162769" y="93856"/>
                    <a:pt x="160346" y="94434"/>
                    <a:pt x="157591" y="94434"/>
                  </a:cubicBezTo>
                  <a:cubicBezTo>
                    <a:pt x="153975" y="94434"/>
                    <a:pt x="149785" y="93439"/>
                    <a:pt x="146267" y="90847"/>
                  </a:cubicBezTo>
                  <a:cubicBezTo>
                    <a:pt x="140037" y="86313"/>
                    <a:pt x="137982" y="78125"/>
                    <a:pt x="140265" y="67198"/>
                  </a:cubicBezTo>
                  <a:cubicBezTo>
                    <a:pt x="140494" y="66121"/>
                    <a:pt x="141277" y="65175"/>
                    <a:pt x="142353" y="64686"/>
                  </a:cubicBezTo>
                  <a:cubicBezTo>
                    <a:pt x="157554" y="57705"/>
                    <a:pt x="166329" y="55422"/>
                    <a:pt x="169591" y="55422"/>
                  </a:cubicBezTo>
                  <a:close/>
                  <a:moveTo>
                    <a:pt x="11678" y="102786"/>
                  </a:moveTo>
                  <a:cubicBezTo>
                    <a:pt x="13081" y="102982"/>
                    <a:pt x="15038" y="104515"/>
                    <a:pt x="16082" y="107092"/>
                  </a:cubicBezTo>
                  <a:cubicBezTo>
                    <a:pt x="16310" y="107711"/>
                    <a:pt x="16636" y="108723"/>
                    <a:pt x="16701" y="109962"/>
                  </a:cubicBezTo>
                  <a:cubicBezTo>
                    <a:pt x="12493" y="109081"/>
                    <a:pt x="9231" y="107842"/>
                    <a:pt x="8546" y="106374"/>
                  </a:cubicBezTo>
                  <a:cubicBezTo>
                    <a:pt x="8220" y="105722"/>
                    <a:pt x="8970" y="104580"/>
                    <a:pt x="9427" y="103960"/>
                  </a:cubicBezTo>
                  <a:cubicBezTo>
                    <a:pt x="10177" y="102982"/>
                    <a:pt x="10862" y="102786"/>
                    <a:pt x="11384" y="102786"/>
                  </a:cubicBezTo>
                  <a:close/>
                  <a:moveTo>
                    <a:pt x="94076" y="1"/>
                  </a:moveTo>
                  <a:cubicBezTo>
                    <a:pt x="82985" y="1"/>
                    <a:pt x="72579" y="4306"/>
                    <a:pt x="64750" y="12135"/>
                  </a:cubicBezTo>
                  <a:cubicBezTo>
                    <a:pt x="56889" y="19964"/>
                    <a:pt x="52583" y="30402"/>
                    <a:pt x="52583" y="41461"/>
                  </a:cubicBezTo>
                  <a:cubicBezTo>
                    <a:pt x="52583" y="52551"/>
                    <a:pt x="56889" y="62957"/>
                    <a:pt x="64750" y="70786"/>
                  </a:cubicBezTo>
                  <a:cubicBezTo>
                    <a:pt x="67001" y="73037"/>
                    <a:pt x="69448" y="74994"/>
                    <a:pt x="72057" y="76625"/>
                  </a:cubicBezTo>
                  <a:cubicBezTo>
                    <a:pt x="70165" y="77114"/>
                    <a:pt x="68306" y="77669"/>
                    <a:pt x="66447" y="78288"/>
                  </a:cubicBezTo>
                  <a:cubicBezTo>
                    <a:pt x="64848" y="78810"/>
                    <a:pt x="64000" y="80539"/>
                    <a:pt x="64522" y="82137"/>
                  </a:cubicBezTo>
                  <a:cubicBezTo>
                    <a:pt x="64938" y="83384"/>
                    <a:pt x="66118" y="84196"/>
                    <a:pt x="67388" y="84196"/>
                  </a:cubicBezTo>
                  <a:cubicBezTo>
                    <a:pt x="67713" y="84196"/>
                    <a:pt x="68045" y="84143"/>
                    <a:pt x="68371" y="84029"/>
                  </a:cubicBezTo>
                  <a:cubicBezTo>
                    <a:pt x="76657" y="81273"/>
                    <a:pt x="85358" y="79895"/>
                    <a:pt x="94059" y="79895"/>
                  </a:cubicBezTo>
                  <a:cubicBezTo>
                    <a:pt x="102761" y="79895"/>
                    <a:pt x="111462" y="81273"/>
                    <a:pt x="119748" y="84029"/>
                  </a:cubicBezTo>
                  <a:cubicBezTo>
                    <a:pt x="120074" y="84160"/>
                    <a:pt x="120400" y="84193"/>
                    <a:pt x="120726" y="84193"/>
                  </a:cubicBezTo>
                  <a:cubicBezTo>
                    <a:pt x="121998" y="84193"/>
                    <a:pt x="123173" y="83410"/>
                    <a:pt x="123597" y="82137"/>
                  </a:cubicBezTo>
                  <a:cubicBezTo>
                    <a:pt x="124119" y="80539"/>
                    <a:pt x="123270" y="78810"/>
                    <a:pt x="121672" y="78288"/>
                  </a:cubicBezTo>
                  <a:cubicBezTo>
                    <a:pt x="119813" y="77669"/>
                    <a:pt x="117953" y="77114"/>
                    <a:pt x="116061" y="76625"/>
                  </a:cubicBezTo>
                  <a:cubicBezTo>
                    <a:pt x="118671" y="74994"/>
                    <a:pt x="121118" y="73037"/>
                    <a:pt x="123368" y="70786"/>
                  </a:cubicBezTo>
                  <a:cubicBezTo>
                    <a:pt x="125391" y="68796"/>
                    <a:pt x="127152" y="66610"/>
                    <a:pt x="128685" y="64294"/>
                  </a:cubicBezTo>
                  <a:cubicBezTo>
                    <a:pt x="129501" y="64458"/>
                    <a:pt x="130349" y="64621"/>
                    <a:pt x="131164" y="64816"/>
                  </a:cubicBezTo>
                  <a:cubicBezTo>
                    <a:pt x="132274" y="65045"/>
                    <a:pt x="133350" y="65306"/>
                    <a:pt x="134426" y="65567"/>
                  </a:cubicBezTo>
                  <a:cubicBezTo>
                    <a:pt x="134394" y="65697"/>
                    <a:pt x="134361" y="65828"/>
                    <a:pt x="134329" y="65958"/>
                  </a:cubicBezTo>
                  <a:cubicBezTo>
                    <a:pt x="132828" y="73004"/>
                    <a:pt x="132926" y="79202"/>
                    <a:pt x="134622" y="84454"/>
                  </a:cubicBezTo>
                  <a:cubicBezTo>
                    <a:pt x="136123" y="89151"/>
                    <a:pt x="138830" y="92967"/>
                    <a:pt x="142679" y="95773"/>
                  </a:cubicBezTo>
                  <a:cubicBezTo>
                    <a:pt x="147181" y="99067"/>
                    <a:pt x="152661" y="100502"/>
                    <a:pt x="157619" y="100502"/>
                  </a:cubicBezTo>
                  <a:cubicBezTo>
                    <a:pt x="161338" y="100502"/>
                    <a:pt x="164796" y="99687"/>
                    <a:pt x="167307" y="98284"/>
                  </a:cubicBezTo>
                  <a:cubicBezTo>
                    <a:pt x="170178" y="96653"/>
                    <a:pt x="172559" y="93228"/>
                    <a:pt x="174451" y="88140"/>
                  </a:cubicBezTo>
                  <a:cubicBezTo>
                    <a:pt x="175332" y="89151"/>
                    <a:pt x="176147" y="90195"/>
                    <a:pt x="176930" y="91271"/>
                  </a:cubicBezTo>
                  <a:cubicBezTo>
                    <a:pt x="180127" y="95609"/>
                    <a:pt x="182541" y="100405"/>
                    <a:pt x="184139" y="105493"/>
                  </a:cubicBezTo>
                  <a:cubicBezTo>
                    <a:pt x="185085" y="108494"/>
                    <a:pt x="187401" y="110843"/>
                    <a:pt x="190402" y="111789"/>
                  </a:cubicBezTo>
                  <a:lnTo>
                    <a:pt x="198949" y="114529"/>
                  </a:lnTo>
                  <a:cubicBezTo>
                    <a:pt x="201199" y="115247"/>
                    <a:pt x="202700" y="117334"/>
                    <a:pt x="202700" y="119683"/>
                  </a:cubicBezTo>
                  <a:lnTo>
                    <a:pt x="202700" y="133873"/>
                  </a:lnTo>
                  <a:cubicBezTo>
                    <a:pt x="202700" y="136221"/>
                    <a:pt x="201199" y="138276"/>
                    <a:pt x="198949" y="138994"/>
                  </a:cubicBezTo>
                  <a:lnTo>
                    <a:pt x="185150" y="143398"/>
                  </a:lnTo>
                  <a:cubicBezTo>
                    <a:pt x="182965" y="144115"/>
                    <a:pt x="181105" y="145648"/>
                    <a:pt x="179899" y="147671"/>
                  </a:cubicBezTo>
                  <a:cubicBezTo>
                    <a:pt x="174484" y="157033"/>
                    <a:pt x="166002" y="164764"/>
                    <a:pt x="154618" y="170700"/>
                  </a:cubicBezTo>
                  <a:cubicBezTo>
                    <a:pt x="153313" y="171385"/>
                    <a:pt x="152400" y="172592"/>
                    <a:pt x="152106" y="174028"/>
                  </a:cubicBezTo>
                  <a:lnTo>
                    <a:pt x="147703" y="197416"/>
                  </a:lnTo>
                  <a:cubicBezTo>
                    <a:pt x="147572" y="198036"/>
                    <a:pt x="147018" y="198525"/>
                    <a:pt x="146365" y="198525"/>
                  </a:cubicBezTo>
                  <a:lnTo>
                    <a:pt x="132013" y="198525"/>
                  </a:lnTo>
                  <a:cubicBezTo>
                    <a:pt x="131360" y="198525"/>
                    <a:pt x="130806" y="198036"/>
                    <a:pt x="130675" y="197416"/>
                  </a:cubicBezTo>
                  <a:lnTo>
                    <a:pt x="128229" y="184499"/>
                  </a:lnTo>
                  <a:cubicBezTo>
                    <a:pt x="127787" y="182200"/>
                    <a:pt x="125800" y="180593"/>
                    <a:pt x="123544" y="180593"/>
                  </a:cubicBezTo>
                  <a:cubicBezTo>
                    <a:pt x="123303" y="180593"/>
                    <a:pt x="123059" y="180612"/>
                    <a:pt x="122814" y="180649"/>
                  </a:cubicBezTo>
                  <a:cubicBezTo>
                    <a:pt x="116616" y="181595"/>
                    <a:pt x="110255" y="182052"/>
                    <a:pt x="103862" y="182052"/>
                  </a:cubicBezTo>
                  <a:cubicBezTo>
                    <a:pt x="99132" y="182052"/>
                    <a:pt x="94435" y="181791"/>
                    <a:pt x="89966" y="181269"/>
                  </a:cubicBezTo>
                  <a:cubicBezTo>
                    <a:pt x="89776" y="181247"/>
                    <a:pt x="89587" y="181236"/>
                    <a:pt x="89401" y="181236"/>
                  </a:cubicBezTo>
                  <a:cubicBezTo>
                    <a:pt x="87115" y="181236"/>
                    <a:pt x="85103" y="182859"/>
                    <a:pt x="84681" y="185151"/>
                  </a:cubicBezTo>
                  <a:lnTo>
                    <a:pt x="82365" y="197416"/>
                  </a:lnTo>
                  <a:cubicBezTo>
                    <a:pt x="82235" y="198036"/>
                    <a:pt x="81680" y="198525"/>
                    <a:pt x="81028" y="198525"/>
                  </a:cubicBezTo>
                  <a:lnTo>
                    <a:pt x="66675" y="198525"/>
                  </a:lnTo>
                  <a:cubicBezTo>
                    <a:pt x="66023" y="198525"/>
                    <a:pt x="65468" y="198036"/>
                    <a:pt x="65338" y="197383"/>
                  </a:cubicBezTo>
                  <a:lnTo>
                    <a:pt x="61097" y="175332"/>
                  </a:lnTo>
                  <a:cubicBezTo>
                    <a:pt x="60803" y="173897"/>
                    <a:pt x="59923" y="172690"/>
                    <a:pt x="58618" y="172005"/>
                  </a:cubicBezTo>
                  <a:cubicBezTo>
                    <a:pt x="39242" y="161665"/>
                    <a:pt x="28999" y="144376"/>
                    <a:pt x="28999" y="121999"/>
                  </a:cubicBezTo>
                  <a:cubicBezTo>
                    <a:pt x="28999" y="110712"/>
                    <a:pt x="31478" y="100731"/>
                    <a:pt x="36339" y="92315"/>
                  </a:cubicBezTo>
                  <a:cubicBezTo>
                    <a:pt x="40905" y="84486"/>
                    <a:pt x="47527" y="77995"/>
                    <a:pt x="56106" y="73037"/>
                  </a:cubicBezTo>
                  <a:cubicBezTo>
                    <a:pt x="57541" y="72188"/>
                    <a:pt x="58031" y="70329"/>
                    <a:pt x="57215" y="68894"/>
                  </a:cubicBezTo>
                  <a:cubicBezTo>
                    <a:pt x="56649" y="67913"/>
                    <a:pt x="55630" y="67369"/>
                    <a:pt x="54579" y="67369"/>
                  </a:cubicBezTo>
                  <a:cubicBezTo>
                    <a:pt x="54057" y="67369"/>
                    <a:pt x="53527" y="67503"/>
                    <a:pt x="53040" y="67785"/>
                  </a:cubicBezTo>
                  <a:cubicBezTo>
                    <a:pt x="36469" y="77375"/>
                    <a:pt x="26455" y="92184"/>
                    <a:pt x="23715" y="110973"/>
                  </a:cubicBezTo>
                  <a:cubicBezTo>
                    <a:pt x="23421" y="110941"/>
                    <a:pt x="23127" y="110941"/>
                    <a:pt x="22834" y="110908"/>
                  </a:cubicBezTo>
                  <a:cubicBezTo>
                    <a:pt x="22867" y="108853"/>
                    <a:pt x="22508" y="106831"/>
                    <a:pt x="21725" y="104841"/>
                  </a:cubicBezTo>
                  <a:cubicBezTo>
                    <a:pt x="19963" y="100437"/>
                    <a:pt x="16343" y="97273"/>
                    <a:pt x="12493" y="96784"/>
                  </a:cubicBezTo>
                  <a:cubicBezTo>
                    <a:pt x="12116" y="96731"/>
                    <a:pt x="11741" y="96705"/>
                    <a:pt x="11370" y="96705"/>
                  </a:cubicBezTo>
                  <a:cubicBezTo>
                    <a:pt x="8759" y="96705"/>
                    <a:pt x="6338" y="97993"/>
                    <a:pt x="4567" y="100307"/>
                  </a:cubicBezTo>
                  <a:cubicBezTo>
                    <a:pt x="1696" y="104123"/>
                    <a:pt x="2153" y="107157"/>
                    <a:pt x="3066" y="109016"/>
                  </a:cubicBezTo>
                  <a:cubicBezTo>
                    <a:pt x="4599" y="112180"/>
                    <a:pt x="8514" y="114399"/>
                    <a:pt x="15070" y="115801"/>
                  </a:cubicBezTo>
                  <a:cubicBezTo>
                    <a:pt x="14875" y="116095"/>
                    <a:pt x="14679" y="116356"/>
                    <a:pt x="14451" y="116617"/>
                  </a:cubicBezTo>
                  <a:cubicBezTo>
                    <a:pt x="10601" y="121444"/>
                    <a:pt x="6067" y="122521"/>
                    <a:pt x="3099" y="122619"/>
                  </a:cubicBezTo>
                  <a:cubicBezTo>
                    <a:pt x="1370" y="122684"/>
                    <a:pt x="0" y="124087"/>
                    <a:pt x="0" y="125815"/>
                  </a:cubicBezTo>
                  <a:cubicBezTo>
                    <a:pt x="0" y="127512"/>
                    <a:pt x="1337" y="128914"/>
                    <a:pt x="3034" y="128980"/>
                  </a:cubicBezTo>
                  <a:cubicBezTo>
                    <a:pt x="3262" y="129012"/>
                    <a:pt x="3490" y="129012"/>
                    <a:pt x="3719" y="129012"/>
                  </a:cubicBezTo>
                  <a:cubicBezTo>
                    <a:pt x="7470" y="129012"/>
                    <a:pt x="13472" y="127642"/>
                    <a:pt x="19213" y="120401"/>
                  </a:cubicBezTo>
                  <a:cubicBezTo>
                    <a:pt x="20126" y="119259"/>
                    <a:pt x="20877" y="118085"/>
                    <a:pt x="21431" y="116845"/>
                  </a:cubicBezTo>
                  <a:cubicBezTo>
                    <a:pt x="22018" y="116878"/>
                    <a:pt x="22540" y="116943"/>
                    <a:pt x="23095" y="117008"/>
                  </a:cubicBezTo>
                  <a:cubicBezTo>
                    <a:pt x="22997" y="118639"/>
                    <a:pt x="22932" y="120303"/>
                    <a:pt x="22932" y="121999"/>
                  </a:cubicBezTo>
                  <a:cubicBezTo>
                    <a:pt x="22932" y="134655"/>
                    <a:pt x="25933" y="145942"/>
                    <a:pt x="31902" y="155532"/>
                  </a:cubicBezTo>
                  <a:cubicBezTo>
                    <a:pt x="37382" y="164405"/>
                    <a:pt x="45211" y="171646"/>
                    <a:pt x="55225" y="177094"/>
                  </a:cubicBezTo>
                  <a:lnTo>
                    <a:pt x="59368" y="198525"/>
                  </a:lnTo>
                  <a:cubicBezTo>
                    <a:pt x="60021" y="202048"/>
                    <a:pt x="63087" y="204592"/>
                    <a:pt x="66675" y="204592"/>
                  </a:cubicBezTo>
                  <a:lnTo>
                    <a:pt x="81028" y="204592"/>
                  </a:lnTo>
                  <a:cubicBezTo>
                    <a:pt x="84583" y="204592"/>
                    <a:pt x="87682" y="202048"/>
                    <a:pt x="88335" y="198525"/>
                  </a:cubicBezTo>
                  <a:lnTo>
                    <a:pt x="90422" y="187434"/>
                  </a:lnTo>
                  <a:cubicBezTo>
                    <a:pt x="94793" y="187891"/>
                    <a:pt x="99295" y="188152"/>
                    <a:pt x="103862" y="188152"/>
                  </a:cubicBezTo>
                  <a:cubicBezTo>
                    <a:pt x="110125" y="188152"/>
                    <a:pt x="116388" y="187695"/>
                    <a:pt x="122488" y="186847"/>
                  </a:cubicBezTo>
                  <a:lnTo>
                    <a:pt x="124706" y="198525"/>
                  </a:lnTo>
                  <a:cubicBezTo>
                    <a:pt x="125358" y="202048"/>
                    <a:pt x="128457" y="204592"/>
                    <a:pt x="132013" y="204592"/>
                  </a:cubicBezTo>
                  <a:lnTo>
                    <a:pt x="146365" y="204592"/>
                  </a:lnTo>
                  <a:cubicBezTo>
                    <a:pt x="149921" y="204592"/>
                    <a:pt x="153020" y="202048"/>
                    <a:pt x="153672" y="198525"/>
                  </a:cubicBezTo>
                  <a:lnTo>
                    <a:pt x="157978" y="175789"/>
                  </a:lnTo>
                  <a:cubicBezTo>
                    <a:pt x="170113" y="169363"/>
                    <a:pt x="179246" y="160947"/>
                    <a:pt x="185183" y="150704"/>
                  </a:cubicBezTo>
                  <a:cubicBezTo>
                    <a:pt x="185607" y="149987"/>
                    <a:pt x="186259" y="149432"/>
                    <a:pt x="187010" y="149204"/>
                  </a:cubicBezTo>
                  <a:lnTo>
                    <a:pt x="200808" y="144800"/>
                  </a:lnTo>
                  <a:cubicBezTo>
                    <a:pt x="205570" y="143267"/>
                    <a:pt x="208767" y="138863"/>
                    <a:pt x="208767" y="133873"/>
                  </a:cubicBezTo>
                  <a:lnTo>
                    <a:pt x="208767" y="119683"/>
                  </a:lnTo>
                  <a:cubicBezTo>
                    <a:pt x="208767" y="114659"/>
                    <a:pt x="205570" y="110288"/>
                    <a:pt x="200808" y="108755"/>
                  </a:cubicBezTo>
                  <a:lnTo>
                    <a:pt x="192229" y="106015"/>
                  </a:lnTo>
                  <a:cubicBezTo>
                    <a:pt x="191152" y="105656"/>
                    <a:pt x="190272" y="104776"/>
                    <a:pt x="189945" y="103667"/>
                  </a:cubicBezTo>
                  <a:cubicBezTo>
                    <a:pt x="188119" y="97958"/>
                    <a:pt x="185411" y="92576"/>
                    <a:pt x="181856" y="87683"/>
                  </a:cubicBezTo>
                  <a:cubicBezTo>
                    <a:pt x="180225" y="85465"/>
                    <a:pt x="178431" y="83344"/>
                    <a:pt x="176441" y="81322"/>
                  </a:cubicBezTo>
                  <a:cubicBezTo>
                    <a:pt x="177713" y="75777"/>
                    <a:pt x="178398" y="69514"/>
                    <a:pt x="178300" y="64099"/>
                  </a:cubicBezTo>
                  <a:cubicBezTo>
                    <a:pt x="178170" y="56368"/>
                    <a:pt x="176637" y="51834"/>
                    <a:pt x="173570" y="50235"/>
                  </a:cubicBezTo>
                  <a:cubicBezTo>
                    <a:pt x="172991" y="49923"/>
                    <a:pt x="171985" y="49392"/>
                    <a:pt x="169716" y="49392"/>
                  </a:cubicBezTo>
                  <a:cubicBezTo>
                    <a:pt x="165592" y="49392"/>
                    <a:pt x="157295" y="51144"/>
                    <a:pt x="139809" y="59140"/>
                  </a:cubicBezTo>
                  <a:cubicBezTo>
                    <a:pt x="139189" y="59434"/>
                    <a:pt x="138569" y="59793"/>
                    <a:pt x="138015" y="60217"/>
                  </a:cubicBezTo>
                  <a:cubicBezTo>
                    <a:pt x="136188" y="59728"/>
                    <a:pt x="134329" y="59271"/>
                    <a:pt x="132469" y="58847"/>
                  </a:cubicBezTo>
                  <a:cubicBezTo>
                    <a:pt x="132241" y="58814"/>
                    <a:pt x="131980" y="58782"/>
                    <a:pt x="131752" y="58716"/>
                  </a:cubicBezTo>
                  <a:cubicBezTo>
                    <a:pt x="133970" y="53921"/>
                    <a:pt x="135242" y="48702"/>
                    <a:pt x="135503" y="43320"/>
                  </a:cubicBezTo>
                  <a:cubicBezTo>
                    <a:pt x="135568" y="41656"/>
                    <a:pt x="134263" y="40254"/>
                    <a:pt x="132600" y="40156"/>
                  </a:cubicBezTo>
                  <a:cubicBezTo>
                    <a:pt x="132559" y="40154"/>
                    <a:pt x="132518" y="40153"/>
                    <a:pt x="132478" y="40153"/>
                  </a:cubicBezTo>
                  <a:cubicBezTo>
                    <a:pt x="130837" y="40153"/>
                    <a:pt x="129499" y="41435"/>
                    <a:pt x="129403" y="43059"/>
                  </a:cubicBezTo>
                  <a:cubicBezTo>
                    <a:pt x="129012" y="51899"/>
                    <a:pt x="125358" y="60217"/>
                    <a:pt x="119095" y="66480"/>
                  </a:cubicBezTo>
                  <a:cubicBezTo>
                    <a:pt x="115344" y="70231"/>
                    <a:pt x="110973" y="72971"/>
                    <a:pt x="106276" y="74668"/>
                  </a:cubicBezTo>
                  <a:cubicBezTo>
                    <a:pt x="102231" y="74097"/>
                    <a:pt x="98145" y="73811"/>
                    <a:pt x="94059" y="73811"/>
                  </a:cubicBezTo>
                  <a:cubicBezTo>
                    <a:pt x="89974" y="73811"/>
                    <a:pt x="85888" y="74097"/>
                    <a:pt x="81843" y="74668"/>
                  </a:cubicBezTo>
                  <a:cubicBezTo>
                    <a:pt x="77146" y="72971"/>
                    <a:pt x="72775" y="70231"/>
                    <a:pt x="69024" y="66480"/>
                  </a:cubicBezTo>
                  <a:cubicBezTo>
                    <a:pt x="62337" y="59826"/>
                    <a:pt x="58683" y="50920"/>
                    <a:pt x="58683" y="41461"/>
                  </a:cubicBezTo>
                  <a:cubicBezTo>
                    <a:pt x="58683" y="32001"/>
                    <a:pt x="62337" y="23128"/>
                    <a:pt x="69024" y="16441"/>
                  </a:cubicBezTo>
                  <a:cubicBezTo>
                    <a:pt x="75711" y="9754"/>
                    <a:pt x="84616" y="6068"/>
                    <a:pt x="94076" y="6068"/>
                  </a:cubicBezTo>
                  <a:cubicBezTo>
                    <a:pt x="103503" y="6068"/>
                    <a:pt x="112408" y="9754"/>
                    <a:pt x="119095" y="16441"/>
                  </a:cubicBezTo>
                  <a:cubicBezTo>
                    <a:pt x="121770" y="19116"/>
                    <a:pt x="123988" y="22182"/>
                    <a:pt x="125684" y="25542"/>
                  </a:cubicBezTo>
                  <a:cubicBezTo>
                    <a:pt x="126218" y="26609"/>
                    <a:pt x="127296" y="27231"/>
                    <a:pt x="128414" y="27231"/>
                  </a:cubicBezTo>
                  <a:cubicBezTo>
                    <a:pt x="128868" y="27231"/>
                    <a:pt x="129329" y="27129"/>
                    <a:pt x="129762" y="26912"/>
                  </a:cubicBezTo>
                  <a:cubicBezTo>
                    <a:pt x="131262" y="26129"/>
                    <a:pt x="131882" y="24302"/>
                    <a:pt x="131099" y="22835"/>
                  </a:cubicBezTo>
                  <a:cubicBezTo>
                    <a:pt x="129142" y="18888"/>
                    <a:pt x="126532" y="15299"/>
                    <a:pt x="123368" y="12135"/>
                  </a:cubicBezTo>
                  <a:cubicBezTo>
                    <a:pt x="115540" y="4306"/>
                    <a:pt x="105134" y="1"/>
                    <a:pt x="9407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1" name="Google Shape;781;p20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1"/>
          <p:cNvSpPr/>
          <p:nvPr/>
        </p:nvSpPr>
        <p:spPr>
          <a:xfrm>
            <a:off x="3282357" y="1974527"/>
            <a:ext cx="2331946" cy="1105409"/>
          </a:xfrm>
          <a:custGeom>
            <a:rect b="b" l="l" r="r" t="t"/>
            <a:pathLst>
              <a:path extrusionOk="0" h="34423" w="72618">
                <a:moveTo>
                  <a:pt x="56516" y="1"/>
                </a:moveTo>
                <a:cubicBezTo>
                  <a:pt x="22899" y="1"/>
                  <a:pt x="6612" y="11586"/>
                  <a:pt x="63" y="20013"/>
                </a:cubicBezTo>
                <a:cubicBezTo>
                  <a:pt x="63" y="20013"/>
                  <a:pt x="0" y="31414"/>
                  <a:pt x="285" y="34422"/>
                </a:cubicBezTo>
                <a:lnTo>
                  <a:pt x="42722" y="32744"/>
                </a:lnTo>
                <a:lnTo>
                  <a:pt x="72617" y="32617"/>
                </a:lnTo>
                <a:lnTo>
                  <a:pt x="72396" y="790"/>
                </a:lnTo>
                <a:cubicBezTo>
                  <a:pt x="66716" y="248"/>
                  <a:pt x="61431" y="1"/>
                  <a:pt x="56516" y="1"/>
                </a:cubicBezTo>
                <a:close/>
              </a:path>
            </a:pathLst>
          </a:custGeom>
          <a:solidFill>
            <a:srgbClr val="ACB3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1"/>
          <p:cNvSpPr/>
          <p:nvPr/>
        </p:nvSpPr>
        <p:spPr>
          <a:xfrm>
            <a:off x="3261998" y="1775815"/>
            <a:ext cx="2345176" cy="841380"/>
          </a:xfrm>
          <a:custGeom>
            <a:rect b="b" l="l" r="r" t="t"/>
            <a:pathLst>
              <a:path extrusionOk="0" h="26201" w="73030">
                <a:moveTo>
                  <a:pt x="43455" y="1"/>
                </a:moveTo>
                <a:cubicBezTo>
                  <a:pt x="32401" y="1"/>
                  <a:pt x="21324" y="2480"/>
                  <a:pt x="12922" y="7421"/>
                </a:cubicBezTo>
                <a:cubicBezTo>
                  <a:pt x="4086" y="12615"/>
                  <a:pt x="1" y="19487"/>
                  <a:pt x="697" y="26201"/>
                </a:cubicBezTo>
                <a:lnTo>
                  <a:pt x="43102" y="24522"/>
                </a:lnTo>
                <a:lnTo>
                  <a:pt x="73030" y="6978"/>
                </a:lnTo>
                <a:cubicBezTo>
                  <a:pt x="64822" y="2321"/>
                  <a:pt x="54149" y="1"/>
                  <a:pt x="43455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1"/>
          <p:cNvSpPr/>
          <p:nvPr/>
        </p:nvSpPr>
        <p:spPr>
          <a:xfrm>
            <a:off x="3284380" y="2564273"/>
            <a:ext cx="1369887" cy="1026155"/>
          </a:xfrm>
          <a:custGeom>
            <a:rect b="b" l="l" r="r" t="t"/>
            <a:pathLst>
              <a:path extrusionOk="0" h="31955" w="42659">
                <a:moveTo>
                  <a:pt x="42405" y="1"/>
                </a:moveTo>
                <a:lnTo>
                  <a:pt x="0" y="1648"/>
                </a:lnTo>
                <a:lnTo>
                  <a:pt x="222" y="16057"/>
                </a:lnTo>
                <a:cubicBezTo>
                  <a:pt x="824" y="21884"/>
                  <a:pt x="5004" y="27585"/>
                  <a:pt x="12731" y="31955"/>
                </a:cubicBezTo>
                <a:lnTo>
                  <a:pt x="42659" y="14379"/>
                </a:lnTo>
                <a:lnTo>
                  <a:pt x="42405" y="1"/>
                </a:lnTo>
                <a:close/>
              </a:path>
            </a:pathLst>
          </a:custGeom>
          <a:solidFill>
            <a:srgbClr val="F4AA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1"/>
          <p:cNvSpPr/>
          <p:nvPr/>
        </p:nvSpPr>
        <p:spPr>
          <a:xfrm>
            <a:off x="3284380" y="2563278"/>
            <a:ext cx="1361763" cy="564441"/>
          </a:xfrm>
          <a:custGeom>
            <a:rect b="b" l="l" r="r" t="t"/>
            <a:pathLst>
              <a:path extrusionOk="0" h="17577" w="42406">
                <a:moveTo>
                  <a:pt x="42405" y="0"/>
                </a:moveTo>
                <a:lnTo>
                  <a:pt x="0" y="1679"/>
                </a:lnTo>
                <a:cubicBezTo>
                  <a:pt x="602" y="7506"/>
                  <a:pt x="4751" y="13206"/>
                  <a:pt x="12510" y="17576"/>
                </a:cubicBezTo>
                <a:lnTo>
                  <a:pt x="42405" y="0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1"/>
          <p:cNvSpPr/>
          <p:nvPr/>
        </p:nvSpPr>
        <p:spPr>
          <a:xfrm>
            <a:off x="4646111" y="2553098"/>
            <a:ext cx="1373965" cy="1082095"/>
          </a:xfrm>
          <a:custGeom>
            <a:rect b="b" l="l" r="r" t="t"/>
            <a:pathLst>
              <a:path extrusionOk="0" h="33697" w="42786">
                <a:moveTo>
                  <a:pt x="42500" y="1"/>
                </a:moveTo>
                <a:lnTo>
                  <a:pt x="0" y="317"/>
                </a:lnTo>
                <a:lnTo>
                  <a:pt x="254" y="14727"/>
                </a:lnTo>
                <a:lnTo>
                  <a:pt x="26919" y="33696"/>
                </a:lnTo>
                <a:cubicBezTo>
                  <a:pt x="28122" y="33126"/>
                  <a:pt x="29294" y="32493"/>
                  <a:pt x="30403" y="31859"/>
                </a:cubicBezTo>
                <a:cubicBezTo>
                  <a:pt x="38668" y="27014"/>
                  <a:pt x="42785" y="20680"/>
                  <a:pt x="42722" y="14410"/>
                </a:cubicBezTo>
                <a:lnTo>
                  <a:pt x="42500" y="1"/>
                </a:ln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1"/>
          <p:cNvSpPr/>
          <p:nvPr/>
        </p:nvSpPr>
        <p:spPr>
          <a:xfrm>
            <a:off x="4646111" y="1999864"/>
            <a:ext cx="1365809" cy="1172588"/>
          </a:xfrm>
          <a:custGeom>
            <a:rect b="b" l="l" r="r" t="t"/>
            <a:pathLst>
              <a:path extrusionOk="0" h="36515" w="42532">
                <a:moveTo>
                  <a:pt x="29928" y="1"/>
                </a:moveTo>
                <a:lnTo>
                  <a:pt x="0" y="17545"/>
                </a:lnTo>
                <a:lnTo>
                  <a:pt x="26697" y="36515"/>
                </a:lnTo>
                <a:cubicBezTo>
                  <a:pt x="27901" y="35945"/>
                  <a:pt x="29041" y="35343"/>
                  <a:pt x="30181" y="34678"/>
                </a:cubicBezTo>
                <a:cubicBezTo>
                  <a:pt x="38447" y="29833"/>
                  <a:pt x="42532" y="23499"/>
                  <a:pt x="42500" y="17229"/>
                </a:cubicBezTo>
                <a:cubicBezTo>
                  <a:pt x="42437" y="10958"/>
                  <a:pt x="38257" y="4719"/>
                  <a:pt x="29928" y="1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1"/>
          <p:cNvSpPr/>
          <p:nvPr/>
        </p:nvSpPr>
        <p:spPr>
          <a:xfrm>
            <a:off x="3685080" y="3061600"/>
            <a:ext cx="1830573" cy="752428"/>
          </a:xfrm>
          <a:custGeom>
            <a:rect b="b" l="l" r="r" t="t"/>
            <a:pathLst>
              <a:path extrusionOk="0" h="23431" w="57005">
                <a:moveTo>
                  <a:pt x="30054" y="0"/>
                </a:moveTo>
                <a:lnTo>
                  <a:pt x="0" y="2058"/>
                </a:lnTo>
                <a:lnTo>
                  <a:pt x="380" y="16468"/>
                </a:lnTo>
                <a:cubicBezTo>
                  <a:pt x="8584" y="21113"/>
                  <a:pt x="19264" y="23430"/>
                  <a:pt x="29966" y="23430"/>
                </a:cubicBezTo>
                <a:cubicBezTo>
                  <a:pt x="39549" y="23430"/>
                  <a:pt x="49150" y="21572"/>
                  <a:pt x="57004" y="17861"/>
                </a:cubicBezTo>
                <a:lnTo>
                  <a:pt x="56624" y="3452"/>
                </a:lnTo>
                <a:lnTo>
                  <a:pt x="30054" y="0"/>
                </a:lnTo>
                <a:close/>
              </a:path>
            </a:pathLst>
          </a:custGeom>
          <a:solidFill>
            <a:srgbClr val="336B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1"/>
          <p:cNvSpPr/>
          <p:nvPr/>
        </p:nvSpPr>
        <p:spPr>
          <a:xfrm>
            <a:off x="3690154" y="2563278"/>
            <a:ext cx="1817375" cy="788009"/>
          </a:xfrm>
          <a:custGeom>
            <a:rect b="b" l="l" r="r" t="t"/>
            <a:pathLst>
              <a:path extrusionOk="0" h="24539" w="56594">
                <a:moveTo>
                  <a:pt x="29896" y="0"/>
                </a:moveTo>
                <a:lnTo>
                  <a:pt x="0" y="17576"/>
                </a:lnTo>
                <a:cubicBezTo>
                  <a:pt x="8187" y="22221"/>
                  <a:pt x="18860" y="24539"/>
                  <a:pt x="29558" y="24539"/>
                </a:cubicBezTo>
                <a:cubicBezTo>
                  <a:pt x="39138" y="24539"/>
                  <a:pt x="48738" y="22680"/>
                  <a:pt x="56593" y="18970"/>
                </a:cubicBezTo>
                <a:lnTo>
                  <a:pt x="29896" y="0"/>
                </a:ln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1"/>
          <p:cNvSpPr/>
          <p:nvPr/>
        </p:nvSpPr>
        <p:spPr>
          <a:xfrm>
            <a:off x="680923" y="1245284"/>
            <a:ext cx="2477383" cy="830879"/>
          </a:xfrm>
          <a:custGeom>
            <a:rect b="b" l="l" r="r" t="t"/>
            <a:pathLst>
              <a:path extrusionOk="0" h="25874" w="77147">
                <a:moveTo>
                  <a:pt x="3326" y="0"/>
                </a:moveTo>
                <a:cubicBezTo>
                  <a:pt x="1489" y="0"/>
                  <a:pt x="1" y="1489"/>
                  <a:pt x="1" y="3294"/>
                </a:cubicBezTo>
                <a:lnTo>
                  <a:pt x="1" y="22580"/>
                </a:lnTo>
                <a:cubicBezTo>
                  <a:pt x="1" y="24417"/>
                  <a:pt x="1489" y="25874"/>
                  <a:pt x="3326" y="25874"/>
                </a:cubicBezTo>
                <a:lnTo>
                  <a:pt x="73853" y="25874"/>
                </a:lnTo>
                <a:cubicBezTo>
                  <a:pt x="75658" y="25874"/>
                  <a:pt x="77146" y="24417"/>
                  <a:pt x="77146" y="22580"/>
                </a:cubicBezTo>
                <a:lnTo>
                  <a:pt x="77146" y="3294"/>
                </a:lnTo>
                <a:cubicBezTo>
                  <a:pt x="77146" y="1489"/>
                  <a:pt x="75658" y="0"/>
                  <a:pt x="73853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1"/>
          <p:cNvSpPr/>
          <p:nvPr/>
        </p:nvSpPr>
        <p:spPr>
          <a:xfrm>
            <a:off x="457195" y="1436482"/>
            <a:ext cx="448515" cy="448515"/>
          </a:xfrm>
          <a:custGeom>
            <a:rect b="b" l="l" r="r" t="t"/>
            <a:pathLst>
              <a:path extrusionOk="0" h="13967" w="13967">
                <a:moveTo>
                  <a:pt x="6968" y="0"/>
                </a:moveTo>
                <a:cubicBezTo>
                  <a:pt x="3136" y="0"/>
                  <a:pt x="0" y="3135"/>
                  <a:pt x="0" y="6999"/>
                </a:cubicBezTo>
                <a:cubicBezTo>
                  <a:pt x="0" y="10863"/>
                  <a:pt x="3136" y="13966"/>
                  <a:pt x="6968" y="13966"/>
                </a:cubicBezTo>
                <a:cubicBezTo>
                  <a:pt x="10831" y="13966"/>
                  <a:pt x="13966" y="10863"/>
                  <a:pt x="13966" y="6999"/>
                </a:cubicBezTo>
                <a:cubicBezTo>
                  <a:pt x="13966" y="3135"/>
                  <a:pt x="10831" y="0"/>
                  <a:pt x="69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1"/>
          <p:cNvSpPr/>
          <p:nvPr/>
        </p:nvSpPr>
        <p:spPr>
          <a:xfrm>
            <a:off x="519237" y="1499519"/>
            <a:ext cx="323437" cy="323437"/>
          </a:xfrm>
          <a:custGeom>
            <a:rect b="b" l="l" r="r" t="t"/>
            <a:pathLst>
              <a:path extrusionOk="0" h="10072" w="10072">
                <a:moveTo>
                  <a:pt x="5036" y="1"/>
                </a:moveTo>
                <a:cubicBezTo>
                  <a:pt x="2280" y="1"/>
                  <a:pt x="0" y="2249"/>
                  <a:pt x="0" y="5036"/>
                </a:cubicBezTo>
                <a:cubicBezTo>
                  <a:pt x="0" y="7791"/>
                  <a:pt x="2280" y="10071"/>
                  <a:pt x="5036" y="10071"/>
                </a:cubicBezTo>
                <a:cubicBezTo>
                  <a:pt x="7823" y="10071"/>
                  <a:pt x="10071" y="7791"/>
                  <a:pt x="10071" y="5036"/>
                </a:cubicBezTo>
                <a:cubicBezTo>
                  <a:pt x="10071" y="2249"/>
                  <a:pt x="7823" y="1"/>
                  <a:pt x="5036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7" name="Google Shape;797;p21"/>
          <p:cNvGrpSpPr/>
          <p:nvPr/>
        </p:nvGrpSpPr>
        <p:grpSpPr>
          <a:xfrm>
            <a:off x="457195" y="3513133"/>
            <a:ext cx="2701111" cy="830879"/>
            <a:chOff x="457195" y="3513133"/>
            <a:chExt cx="2701111" cy="830879"/>
          </a:xfrm>
        </p:grpSpPr>
        <p:sp>
          <p:nvSpPr>
            <p:cNvPr id="798" name="Google Shape;798;p21"/>
            <p:cNvSpPr/>
            <p:nvPr/>
          </p:nvSpPr>
          <p:spPr>
            <a:xfrm>
              <a:off x="680923" y="3513133"/>
              <a:ext cx="2477383" cy="830879"/>
            </a:xfrm>
            <a:custGeom>
              <a:rect b="b" l="l" r="r" t="t"/>
              <a:pathLst>
                <a:path extrusionOk="0" h="25874" w="77147">
                  <a:moveTo>
                    <a:pt x="3326" y="0"/>
                  </a:moveTo>
                  <a:cubicBezTo>
                    <a:pt x="1489" y="0"/>
                    <a:pt x="1" y="1488"/>
                    <a:pt x="1" y="3294"/>
                  </a:cubicBezTo>
                  <a:lnTo>
                    <a:pt x="1" y="22580"/>
                  </a:lnTo>
                  <a:cubicBezTo>
                    <a:pt x="1" y="24385"/>
                    <a:pt x="1489" y="25873"/>
                    <a:pt x="3326" y="25873"/>
                  </a:cubicBezTo>
                  <a:lnTo>
                    <a:pt x="73853" y="25873"/>
                  </a:lnTo>
                  <a:cubicBezTo>
                    <a:pt x="75658" y="25873"/>
                    <a:pt x="77146" y="24385"/>
                    <a:pt x="77146" y="22580"/>
                  </a:cubicBezTo>
                  <a:lnTo>
                    <a:pt x="77146" y="3294"/>
                  </a:lnTo>
                  <a:cubicBezTo>
                    <a:pt x="77146" y="1488"/>
                    <a:pt x="75658" y="0"/>
                    <a:pt x="73853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457195" y="3704299"/>
              <a:ext cx="448515" cy="448515"/>
            </a:xfrm>
            <a:custGeom>
              <a:rect b="b" l="l" r="r" t="t"/>
              <a:pathLst>
                <a:path extrusionOk="0" h="13967" w="13967">
                  <a:moveTo>
                    <a:pt x="6968" y="1"/>
                  </a:moveTo>
                  <a:cubicBezTo>
                    <a:pt x="3136" y="1"/>
                    <a:pt x="0" y="3136"/>
                    <a:pt x="0" y="7000"/>
                  </a:cubicBezTo>
                  <a:cubicBezTo>
                    <a:pt x="0" y="10832"/>
                    <a:pt x="3136" y="13967"/>
                    <a:pt x="6968" y="13967"/>
                  </a:cubicBezTo>
                  <a:cubicBezTo>
                    <a:pt x="10831" y="13967"/>
                    <a:pt x="13966" y="10832"/>
                    <a:pt x="13966" y="7000"/>
                  </a:cubicBezTo>
                  <a:cubicBezTo>
                    <a:pt x="13966" y="3136"/>
                    <a:pt x="10831" y="1"/>
                    <a:pt x="6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519237" y="3767368"/>
              <a:ext cx="323437" cy="322410"/>
            </a:xfrm>
            <a:custGeom>
              <a:rect b="b" l="l" r="r" t="t"/>
              <a:pathLst>
                <a:path extrusionOk="0" h="10040" w="10072">
                  <a:moveTo>
                    <a:pt x="5036" y="0"/>
                  </a:moveTo>
                  <a:cubicBezTo>
                    <a:pt x="2280" y="0"/>
                    <a:pt x="0" y="2249"/>
                    <a:pt x="0" y="5036"/>
                  </a:cubicBezTo>
                  <a:cubicBezTo>
                    <a:pt x="0" y="7791"/>
                    <a:pt x="2280" y="10039"/>
                    <a:pt x="5036" y="10039"/>
                  </a:cubicBezTo>
                  <a:cubicBezTo>
                    <a:pt x="7823" y="10039"/>
                    <a:pt x="10071" y="7791"/>
                    <a:pt x="10071" y="5036"/>
                  </a:cubicBezTo>
                  <a:cubicBezTo>
                    <a:pt x="10071" y="2249"/>
                    <a:pt x="7823" y="0"/>
                    <a:pt x="5036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1" name="Google Shape;801;p21"/>
          <p:cNvGrpSpPr/>
          <p:nvPr/>
        </p:nvGrpSpPr>
        <p:grpSpPr>
          <a:xfrm>
            <a:off x="5988509" y="3513133"/>
            <a:ext cx="2701111" cy="830879"/>
            <a:chOff x="5988509" y="3513133"/>
            <a:chExt cx="2701111" cy="830879"/>
          </a:xfrm>
        </p:grpSpPr>
        <p:sp>
          <p:nvSpPr>
            <p:cNvPr id="802" name="Google Shape;802;p21"/>
            <p:cNvSpPr/>
            <p:nvPr/>
          </p:nvSpPr>
          <p:spPr>
            <a:xfrm>
              <a:off x="5988509" y="3513133"/>
              <a:ext cx="2476355" cy="830879"/>
            </a:xfrm>
            <a:custGeom>
              <a:rect b="b" l="l" r="r" t="t"/>
              <a:pathLst>
                <a:path extrusionOk="0" h="25874" w="77115">
                  <a:moveTo>
                    <a:pt x="3294" y="0"/>
                  </a:moveTo>
                  <a:cubicBezTo>
                    <a:pt x="1457" y="0"/>
                    <a:pt x="0" y="1488"/>
                    <a:pt x="0" y="3294"/>
                  </a:cubicBezTo>
                  <a:lnTo>
                    <a:pt x="0" y="22580"/>
                  </a:lnTo>
                  <a:cubicBezTo>
                    <a:pt x="0" y="24385"/>
                    <a:pt x="1457" y="25873"/>
                    <a:pt x="3294" y="25873"/>
                  </a:cubicBezTo>
                  <a:lnTo>
                    <a:pt x="73821" y="25873"/>
                  </a:lnTo>
                  <a:cubicBezTo>
                    <a:pt x="75658" y="25873"/>
                    <a:pt x="77115" y="24385"/>
                    <a:pt x="77115" y="22580"/>
                  </a:cubicBezTo>
                  <a:lnTo>
                    <a:pt x="77115" y="3294"/>
                  </a:lnTo>
                  <a:cubicBezTo>
                    <a:pt x="77115" y="1488"/>
                    <a:pt x="75658" y="0"/>
                    <a:pt x="73821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8241105" y="3704299"/>
              <a:ext cx="448515" cy="448515"/>
            </a:xfrm>
            <a:custGeom>
              <a:rect b="b" l="l" r="r" t="t"/>
              <a:pathLst>
                <a:path extrusionOk="0" h="13967" w="13967">
                  <a:moveTo>
                    <a:pt x="6968" y="1"/>
                  </a:moveTo>
                  <a:cubicBezTo>
                    <a:pt x="3136" y="1"/>
                    <a:pt x="0" y="3136"/>
                    <a:pt x="0" y="7000"/>
                  </a:cubicBezTo>
                  <a:cubicBezTo>
                    <a:pt x="0" y="10832"/>
                    <a:pt x="3136" y="13967"/>
                    <a:pt x="6968" y="13967"/>
                  </a:cubicBezTo>
                  <a:cubicBezTo>
                    <a:pt x="10831" y="13967"/>
                    <a:pt x="13967" y="10832"/>
                    <a:pt x="13967" y="7000"/>
                  </a:cubicBezTo>
                  <a:cubicBezTo>
                    <a:pt x="13967" y="3136"/>
                    <a:pt x="10831" y="1"/>
                    <a:pt x="6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8303146" y="3767368"/>
              <a:ext cx="323437" cy="322410"/>
            </a:xfrm>
            <a:custGeom>
              <a:rect b="b" l="l" r="r" t="t"/>
              <a:pathLst>
                <a:path extrusionOk="0" h="10040" w="10072">
                  <a:moveTo>
                    <a:pt x="5036" y="0"/>
                  </a:moveTo>
                  <a:cubicBezTo>
                    <a:pt x="2280" y="0"/>
                    <a:pt x="0" y="2249"/>
                    <a:pt x="0" y="5036"/>
                  </a:cubicBezTo>
                  <a:cubicBezTo>
                    <a:pt x="0" y="7791"/>
                    <a:pt x="2280" y="10039"/>
                    <a:pt x="5036" y="10039"/>
                  </a:cubicBezTo>
                  <a:cubicBezTo>
                    <a:pt x="7823" y="10039"/>
                    <a:pt x="10071" y="7791"/>
                    <a:pt x="10071" y="5036"/>
                  </a:cubicBezTo>
                  <a:cubicBezTo>
                    <a:pt x="10071" y="2249"/>
                    <a:pt x="7823" y="0"/>
                    <a:pt x="5036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21"/>
          <p:cNvGrpSpPr/>
          <p:nvPr/>
        </p:nvGrpSpPr>
        <p:grpSpPr>
          <a:xfrm>
            <a:off x="5988509" y="1245284"/>
            <a:ext cx="2701111" cy="830879"/>
            <a:chOff x="5988509" y="1245284"/>
            <a:chExt cx="2701111" cy="830879"/>
          </a:xfrm>
        </p:grpSpPr>
        <p:sp>
          <p:nvSpPr>
            <p:cNvPr id="806" name="Google Shape;806;p21"/>
            <p:cNvSpPr/>
            <p:nvPr/>
          </p:nvSpPr>
          <p:spPr>
            <a:xfrm>
              <a:off x="5988509" y="1245284"/>
              <a:ext cx="2476355" cy="830879"/>
            </a:xfrm>
            <a:custGeom>
              <a:rect b="b" l="l" r="r" t="t"/>
              <a:pathLst>
                <a:path extrusionOk="0" h="25874" w="77115">
                  <a:moveTo>
                    <a:pt x="3294" y="0"/>
                  </a:moveTo>
                  <a:cubicBezTo>
                    <a:pt x="1457" y="0"/>
                    <a:pt x="0" y="1489"/>
                    <a:pt x="0" y="3294"/>
                  </a:cubicBezTo>
                  <a:lnTo>
                    <a:pt x="0" y="22580"/>
                  </a:lnTo>
                  <a:cubicBezTo>
                    <a:pt x="0" y="24417"/>
                    <a:pt x="1457" y="25874"/>
                    <a:pt x="3294" y="25874"/>
                  </a:cubicBezTo>
                  <a:lnTo>
                    <a:pt x="73821" y="25874"/>
                  </a:lnTo>
                  <a:cubicBezTo>
                    <a:pt x="75658" y="25874"/>
                    <a:pt x="77115" y="24417"/>
                    <a:pt x="77115" y="22580"/>
                  </a:cubicBezTo>
                  <a:lnTo>
                    <a:pt x="77115" y="3294"/>
                  </a:lnTo>
                  <a:cubicBezTo>
                    <a:pt x="77115" y="1489"/>
                    <a:pt x="75658" y="0"/>
                    <a:pt x="73821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8241105" y="1436482"/>
              <a:ext cx="448515" cy="448515"/>
            </a:xfrm>
            <a:custGeom>
              <a:rect b="b" l="l" r="r" t="t"/>
              <a:pathLst>
                <a:path extrusionOk="0" h="13967" w="13967">
                  <a:moveTo>
                    <a:pt x="6968" y="0"/>
                  </a:moveTo>
                  <a:cubicBezTo>
                    <a:pt x="3136" y="0"/>
                    <a:pt x="0" y="3135"/>
                    <a:pt x="0" y="6999"/>
                  </a:cubicBezTo>
                  <a:cubicBezTo>
                    <a:pt x="0" y="10863"/>
                    <a:pt x="3136" y="13966"/>
                    <a:pt x="6968" y="13966"/>
                  </a:cubicBezTo>
                  <a:cubicBezTo>
                    <a:pt x="10831" y="13966"/>
                    <a:pt x="13967" y="10863"/>
                    <a:pt x="13967" y="6999"/>
                  </a:cubicBezTo>
                  <a:cubicBezTo>
                    <a:pt x="13967" y="3135"/>
                    <a:pt x="10831" y="0"/>
                    <a:pt x="6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8303146" y="1499519"/>
              <a:ext cx="323437" cy="323437"/>
            </a:xfrm>
            <a:custGeom>
              <a:rect b="b" l="l" r="r" t="t"/>
              <a:pathLst>
                <a:path extrusionOk="0" h="10072" w="10072">
                  <a:moveTo>
                    <a:pt x="5036" y="1"/>
                  </a:moveTo>
                  <a:cubicBezTo>
                    <a:pt x="2280" y="1"/>
                    <a:pt x="0" y="2249"/>
                    <a:pt x="0" y="5036"/>
                  </a:cubicBezTo>
                  <a:cubicBezTo>
                    <a:pt x="0" y="7791"/>
                    <a:pt x="2280" y="10071"/>
                    <a:pt x="5036" y="10071"/>
                  </a:cubicBezTo>
                  <a:cubicBezTo>
                    <a:pt x="7823" y="10071"/>
                    <a:pt x="10071" y="7791"/>
                    <a:pt x="10071" y="5036"/>
                  </a:cubicBezTo>
                  <a:cubicBezTo>
                    <a:pt x="10071" y="2249"/>
                    <a:pt x="7823" y="1"/>
                    <a:pt x="5036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9" name="Google Shape;809;p21"/>
          <p:cNvSpPr txBox="1"/>
          <p:nvPr/>
        </p:nvSpPr>
        <p:spPr>
          <a:xfrm>
            <a:off x="1073051" y="134060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810" name="Google Shape;810;p21"/>
          <p:cNvSpPr txBox="1"/>
          <p:nvPr/>
        </p:nvSpPr>
        <p:spPr>
          <a:xfrm>
            <a:off x="1073051" y="1625649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21"/>
          <p:cNvSpPr txBox="1"/>
          <p:nvPr/>
        </p:nvSpPr>
        <p:spPr>
          <a:xfrm>
            <a:off x="1073051" y="362060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812" name="Google Shape;812;p21"/>
          <p:cNvSpPr txBox="1"/>
          <p:nvPr/>
        </p:nvSpPr>
        <p:spPr>
          <a:xfrm>
            <a:off x="1073051" y="3881306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21"/>
          <p:cNvSpPr txBox="1"/>
          <p:nvPr/>
        </p:nvSpPr>
        <p:spPr>
          <a:xfrm>
            <a:off x="6261724" y="134060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814" name="Google Shape;814;p21"/>
          <p:cNvSpPr txBox="1"/>
          <p:nvPr/>
        </p:nvSpPr>
        <p:spPr>
          <a:xfrm>
            <a:off x="6261724" y="1625648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21"/>
          <p:cNvSpPr txBox="1"/>
          <p:nvPr/>
        </p:nvSpPr>
        <p:spPr>
          <a:xfrm>
            <a:off x="6261724" y="362060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816" name="Google Shape;816;p21"/>
          <p:cNvSpPr txBox="1"/>
          <p:nvPr/>
        </p:nvSpPr>
        <p:spPr>
          <a:xfrm>
            <a:off x="6261724" y="388130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It’s the third planet from </a:t>
            </a: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17" name="Google Shape;817;p21"/>
          <p:cNvGrpSpPr/>
          <p:nvPr/>
        </p:nvGrpSpPr>
        <p:grpSpPr>
          <a:xfrm>
            <a:off x="601184" y="1569896"/>
            <a:ext cx="160552" cy="182672"/>
            <a:chOff x="1507025" y="238125"/>
            <a:chExt cx="4587200" cy="5219200"/>
          </a:xfrm>
        </p:grpSpPr>
        <p:sp>
          <p:nvSpPr>
            <p:cNvPr id="818" name="Google Shape;818;p21"/>
            <p:cNvSpPr/>
            <p:nvPr/>
          </p:nvSpPr>
          <p:spPr>
            <a:xfrm>
              <a:off x="1507025" y="3740675"/>
              <a:ext cx="4587200" cy="1716650"/>
            </a:xfrm>
            <a:custGeom>
              <a:rect b="b" l="l" r="r" t="t"/>
              <a:pathLst>
                <a:path extrusionOk="0" h="68666" w="183488">
                  <a:moveTo>
                    <a:pt x="45570" y="0"/>
                  </a:moveTo>
                  <a:cubicBezTo>
                    <a:pt x="21334" y="5383"/>
                    <a:pt x="1" y="15690"/>
                    <a:pt x="1" y="31968"/>
                  </a:cubicBezTo>
                  <a:cubicBezTo>
                    <a:pt x="1" y="55813"/>
                    <a:pt x="47267" y="68665"/>
                    <a:pt x="91728" y="68665"/>
                  </a:cubicBezTo>
                  <a:cubicBezTo>
                    <a:pt x="136188" y="68665"/>
                    <a:pt x="183487" y="55813"/>
                    <a:pt x="183487" y="31968"/>
                  </a:cubicBezTo>
                  <a:cubicBezTo>
                    <a:pt x="183487" y="15690"/>
                    <a:pt x="162121" y="5383"/>
                    <a:pt x="137885" y="0"/>
                  </a:cubicBezTo>
                  <a:lnTo>
                    <a:pt x="106439" y="43711"/>
                  </a:lnTo>
                  <a:cubicBezTo>
                    <a:pt x="103014" y="48408"/>
                    <a:pt x="97534" y="51246"/>
                    <a:pt x="91728" y="51246"/>
                  </a:cubicBezTo>
                  <a:cubicBezTo>
                    <a:pt x="85921" y="51246"/>
                    <a:pt x="80441" y="48408"/>
                    <a:pt x="77016" y="43711"/>
                  </a:cubicBezTo>
                  <a:lnTo>
                    <a:pt x="455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2118650" y="238125"/>
              <a:ext cx="3363950" cy="4453450"/>
            </a:xfrm>
            <a:custGeom>
              <a:rect b="b" l="l" r="r" t="t"/>
              <a:pathLst>
                <a:path extrusionOk="0" h="178138" w="134558">
                  <a:moveTo>
                    <a:pt x="67263" y="24465"/>
                  </a:moveTo>
                  <a:cubicBezTo>
                    <a:pt x="70655" y="24465"/>
                    <a:pt x="73395" y="27205"/>
                    <a:pt x="73395" y="30597"/>
                  </a:cubicBezTo>
                  <a:lnTo>
                    <a:pt x="73395" y="37904"/>
                  </a:lnTo>
                  <a:cubicBezTo>
                    <a:pt x="76559" y="38981"/>
                    <a:pt x="79625" y="40677"/>
                    <a:pt x="82398" y="43352"/>
                  </a:cubicBezTo>
                  <a:cubicBezTo>
                    <a:pt x="84812" y="45700"/>
                    <a:pt x="84877" y="49550"/>
                    <a:pt x="82529" y="51996"/>
                  </a:cubicBezTo>
                  <a:cubicBezTo>
                    <a:pt x="81330" y="53228"/>
                    <a:pt x="79733" y="53848"/>
                    <a:pt x="78134" y="53848"/>
                  </a:cubicBezTo>
                  <a:cubicBezTo>
                    <a:pt x="76601" y="53848"/>
                    <a:pt x="75067" y="53277"/>
                    <a:pt x="73884" y="52127"/>
                  </a:cubicBezTo>
                  <a:cubicBezTo>
                    <a:pt x="71714" y="50027"/>
                    <a:pt x="69407" y="48934"/>
                    <a:pt x="67260" y="48934"/>
                  </a:cubicBezTo>
                  <a:cubicBezTo>
                    <a:pt x="66438" y="48934"/>
                    <a:pt x="65640" y="49094"/>
                    <a:pt x="64881" y="49419"/>
                  </a:cubicBezTo>
                  <a:cubicBezTo>
                    <a:pt x="62631" y="50365"/>
                    <a:pt x="61163" y="52583"/>
                    <a:pt x="61163" y="55062"/>
                  </a:cubicBezTo>
                  <a:cubicBezTo>
                    <a:pt x="61163" y="58422"/>
                    <a:pt x="63903" y="61162"/>
                    <a:pt x="67263" y="61162"/>
                  </a:cubicBezTo>
                  <a:cubicBezTo>
                    <a:pt x="77375" y="61162"/>
                    <a:pt x="85628" y="69382"/>
                    <a:pt x="85628" y="79527"/>
                  </a:cubicBezTo>
                  <a:cubicBezTo>
                    <a:pt x="85628" y="87193"/>
                    <a:pt x="80767" y="94141"/>
                    <a:pt x="73526" y="96751"/>
                  </a:cubicBezTo>
                  <a:cubicBezTo>
                    <a:pt x="73509" y="96767"/>
                    <a:pt x="73485" y="96767"/>
                    <a:pt x="73460" y="96767"/>
                  </a:cubicBezTo>
                  <a:cubicBezTo>
                    <a:pt x="73436" y="96767"/>
                    <a:pt x="73411" y="96767"/>
                    <a:pt x="73395" y="96783"/>
                  </a:cubicBezTo>
                  <a:lnTo>
                    <a:pt x="73395" y="103992"/>
                  </a:lnTo>
                  <a:cubicBezTo>
                    <a:pt x="73395" y="107352"/>
                    <a:pt x="70655" y="110092"/>
                    <a:pt x="67263" y="110092"/>
                  </a:cubicBezTo>
                  <a:cubicBezTo>
                    <a:pt x="63870" y="110092"/>
                    <a:pt x="61163" y="107352"/>
                    <a:pt x="61163" y="103992"/>
                  </a:cubicBezTo>
                  <a:lnTo>
                    <a:pt x="61163" y="96751"/>
                  </a:lnTo>
                  <a:cubicBezTo>
                    <a:pt x="57118" y="95380"/>
                    <a:pt x="53269" y="92804"/>
                    <a:pt x="49974" y="88857"/>
                  </a:cubicBezTo>
                  <a:cubicBezTo>
                    <a:pt x="47789" y="86280"/>
                    <a:pt x="48115" y="82430"/>
                    <a:pt x="50724" y="80245"/>
                  </a:cubicBezTo>
                  <a:cubicBezTo>
                    <a:pt x="51867" y="79291"/>
                    <a:pt x="53265" y="78823"/>
                    <a:pt x="54656" y="78823"/>
                  </a:cubicBezTo>
                  <a:cubicBezTo>
                    <a:pt x="56403" y="78823"/>
                    <a:pt x="58137" y="79560"/>
                    <a:pt x="59336" y="80995"/>
                  </a:cubicBezTo>
                  <a:cubicBezTo>
                    <a:pt x="61879" y="84026"/>
                    <a:pt x="64704" y="85621"/>
                    <a:pt x="67304" y="85621"/>
                  </a:cubicBezTo>
                  <a:cubicBezTo>
                    <a:pt x="68006" y="85621"/>
                    <a:pt x="68691" y="85504"/>
                    <a:pt x="69350" y="85268"/>
                  </a:cubicBezTo>
                  <a:cubicBezTo>
                    <a:pt x="71764" y="84388"/>
                    <a:pt x="73395" y="82072"/>
                    <a:pt x="73395" y="79527"/>
                  </a:cubicBezTo>
                  <a:cubicBezTo>
                    <a:pt x="73395" y="76135"/>
                    <a:pt x="70622" y="73395"/>
                    <a:pt x="67263" y="73395"/>
                  </a:cubicBezTo>
                  <a:cubicBezTo>
                    <a:pt x="57150" y="73395"/>
                    <a:pt x="48930" y="65174"/>
                    <a:pt x="48930" y="55062"/>
                  </a:cubicBezTo>
                  <a:cubicBezTo>
                    <a:pt x="48930" y="47658"/>
                    <a:pt x="53301" y="41036"/>
                    <a:pt x="60119" y="38133"/>
                  </a:cubicBezTo>
                  <a:cubicBezTo>
                    <a:pt x="60445" y="38002"/>
                    <a:pt x="60804" y="38002"/>
                    <a:pt x="61163" y="37872"/>
                  </a:cubicBezTo>
                  <a:lnTo>
                    <a:pt x="61163" y="30597"/>
                  </a:lnTo>
                  <a:cubicBezTo>
                    <a:pt x="61163" y="27205"/>
                    <a:pt x="63870" y="24465"/>
                    <a:pt x="67263" y="24465"/>
                  </a:cubicBezTo>
                  <a:close/>
                  <a:moveTo>
                    <a:pt x="67263" y="0"/>
                  </a:moveTo>
                  <a:cubicBezTo>
                    <a:pt x="30174" y="0"/>
                    <a:pt x="0" y="30173"/>
                    <a:pt x="0" y="67295"/>
                  </a:cubicBezTo>
                  <a:cubicBezTo>
                    <a:pt x="0" y="81484"/>
                    <a:pt x="4339" y="95054"/>
                    <a:pt x="12624" y="106536"/>
                  </a:cubicBezTo>
                  <a:lnTo>
                    <a:pt x="62304" y="175593"/>
                  </a:lnTo>
                  <a:cubicBezTo>
                    <a:pt x="63446" y="177191"/>
                    <a:pt x="65305" y="178137"/>
                    <a:pt x="67263" y="178137"/>
                  </a:cubicBezTo>
                  <a:cubicBezTo>
                    <a:pt x="69220" y="178137"/>
                    <a:pt x="71079" y="177191"/>
                    <a:pt x="72221" y="175593"/>
                  </a:cubicBezTo>
                  <a:lnTo>
                    <a:pt x="121901" y="106536"/>
                  </a:lnTo>
                  <a:cubicBezTo>
                    <a:pt x="130186" y="95054"/>
                    <a:pt x="134557" y="81484"/>
                    <a:pt x="134557" y="67295"/>
                  </a:cubicBezTo>
                  <a:cubicBezTo>
                    <a:pt x="134557" y="30173"/>
                    <a:pt x="104351" y="0"/>
                    <a:pt x="67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0" name="Google Shape;820;p21"/>
          <p:cNvGrpSpPr/>
          <p:nvPr/>
        </p:nvGrpSpPr>
        <p:grpSpPr>
          <a:xfrm>
            <a:off x="590115" y="3837216"/>
            <a:ext cx="182672" cy="182680"/>
            <a:chOff x="1190625" y="237900"/>
            <a:chExt cx="5219200" cy="5219425"/>
          </a:xfrm>
        </p:grpSpPr>
        <p:sp>
          <p:nvSpPr>
            <p:cNvPr id="821" name="Google Shape;821;p21"/>
            <p:cNvSpPr/>
            <p:nvPr/>
          </p:nvSpPr>
          <p:spPr>
            <a:xfrm>
              <a:off x="1190625" y="2245050"/>
              <a:ext cx="1944150" cy="2934175"/>
            </a:xfrm>
            <a:custGeom>
              <a:rect b="b" l="l" r="r" t="t"/>
              <a:pathLst>
                <a:path extrusionOk="0" h="117367" w="77766">
                  <a:moveTo>
                    <a:pt x="261" y="0"/>
                  </a:moveTo>
                  <a:cubicBezTo>
                    <a:pt x="163" y="751"/>
                    <a:pt x="0" y="1501"/>
                    <a:pt x="0" y="2284"/>
                  </a:cubicBezTo>
                  <a:lnTo>
                    <a:pt x="0" y="110158"/>
                  </a:lnTo>
                  <a:cubicBezTo>
                    <a:pt x="0" y="112702"/>
                    <a:pt x="555" y="115149"/>
                    <a:pt x="1501" y="117367"/>
                  </a:cubicBezTo>
                  <a:lnTo>
                    <a:pt x="77766" y="6194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2424450" y="778775"/>
              <a:ext cx="2752325" cy="2834700"/>
            </a:xfrm>
            <a:custGeom>
              <a:rect b="b" l="l" r="r" t="t"/>
              <a:pathLst>
                <a:path extrusionOk="0" h="113388" w="110093">
                  <a:moveTo>
                    <a:pt x="12233" y="1"/>
                  </a:moveTo>
                  <a:cubicBezTo>
                    <a:pt x="5448" y="1"/>
                    <a:pt x="1" y="5253"/>
                    <a:pt x="1" y="12005"/>
                  </a:cubicBezTo>
                  <a:lnTo>
                    <a:pt x="1" y="82073"/>
                  </a:lnTo>
                  <a:lnTo>
                    <a:pt x="38982" y="113388"/>
                  </a:lnTo>
                  <a:lnTo>
                    <a:pt x="48931" y="106635"/>
                  </a:lnTo>
                  <a:lnTo>
                    <a:pt x="48931" y="96523"/>
                  </a:lnTo>
                  <a:cubicBezTo>
                    <a:pt x="46354" y="95642"/>
                    <a:pt x="44005" y="94240"/>
                    <a:pt x="42048" y="92250"/>
                  </a:cubicBezTo>
                  <a:cubicBezTo>
                    <a:pt x="39667" y="89869"/>
                    <a:pt x="39667" y="85987"/>
                    <a:pt x="42048" y="83606"/>
                  </a:cubicBezTo>
                  <a:cubicBezTo>
                    <a:pt x="43251" y="82419"/>
                    <a:pt x="44810" y="81824"/>
                    <a:pt x="46370" y="81824"/>
                  </a:cubicBezTo>
                  <a:cubicBezTo>
                    <a:pt x="47941" y="81824"/>
                    <a:pt x="49514" y="82427"/>
                    <a:pt x="50725" y="83638"/>
                  </a:cubicBezTo>
                  <a:cubicBezTo>
                    <a:pt x="51866" y="84780"/>
                    <a:pt x="53449" y="85351"/>
                    <a:pt x="55031" y="85351"/>
                  </a:cubicBezTo>
                  <a:cubicBezTo>
                    <a:pt x="56613" y="85351"/>
                    <a:pt x="58195" y="84780"/>
                    <a:pt x="59336" y="83638"/>
                  </a:cubicBezTo>
                  <a:cubicBezTo>
                    <a:pt x="61783" y="81192"/>
                    <a:pt x="61718" y="77310"/>
                    <a:pt x="59369" y="74961"/>
                  </a:cubicBezTo>
                  <a:cubicBezTo>
                    <a:pt x="58195" y="73820"/>
                    <a:pt x="56662" y="73167"/>
                    <a:pt x="55031" y="73167"/>
                  </a:cubicBezTo>
                  <a:cubicBezTo>
                    <a:pt x="50105" y="73167"/>
                    <a:pt x="45506" y="71275"/>
                    <a:pt x="42048" y="67785"/>
                  </a:cubicBezTo>
                  <a:cubicBezTo>
                    <a:pt x="34871" y="60641"/>
                    <a:pt x="34871" y="49029"/>
                    <a:pt x="42048" y="41852"/>
                  </a:cubicBezTo>
                  <a:cubicBezTo>
                    <a:pt x="44005" y="39895"/>
                    <a:pt x="46386" y="38656"/>
                    <a:pt x="48931" y="37807"/>
                  </a:cubicBezTo>
                  <a:lnTo>
                    <a:pt x="48931" y="30370"/>
                  </a:lnTo>
                  <a:cubicBezTo>
                    <a:pt x="48931" y="26978"/>
                    <a:pt x="51638" y="24238"/>
                    <a:pt x="55031" y="24238"/>
                  </a:cubicBezTo>
                  <a:cubicBezTo>
                    <a:pt x="58423" y="24238"/>
                    <a:pt x="61163" y="26978"/>
                    <a:pt x="61163" y="30370"/>
                  </a:cubicBezTo>
                  <a:lnTo>
                    <a:pt x="61163" y="37807"/>
                  </a:lnTo>
                  <a:cubicBezTo>
                    <a:pt x="63675" y="38656"/>
                    <a:pt x="66056" y="39928"/>
                    <a:pt x="68013" y="41852"/>
                  </a:cubicBezTo>
                  <a:cubicBezTo>
                    <a:pt x="70395" y="44234"/>
                    <a:pt x="70395" y="48115"/>
                    <a:pt x="68013" y="50497"/>
                  </a:cubicBezTo>
                  <a:cubicBezTo>
                    <a:pt x="66806" y="51687"/>
                    <a:pt x="65232" y="52282"/>
                    <a:pt x="63663" y="52282"/>
                  </a:cubicBezTo>
                  <a:cubicBezTo>
                    <a:pt x="62093" y="52282"/>
                    <a:pt x="60527" y="51687"/>
                    <a:pt x="59336" y="50497"/>
                  </a:cubicBezTo>
                  <a:cubicBezTo>
                    <a:pt x="58195" y="49339"/>
                    <a:pt x="56613" y="48760"/>
                    <a:pt x="55031" y="48760"/>
                  </a:cubicBezTo>
                  <a:cubicBezTo>
                    <a:pt x="53449" y="48760"/>
                    <a:pt x="51866" y="49339"/>
                    <a:pt x="50725" y="50497"/>
                  </a:cubicBezTo>
                  <a:cubicBezTo>
                    <a:pt x="48278" y="52910"/>
                    <a:pt x="48343" y="56825"/>
                    <a:pt x="50692" y="59141"/>
                  </a:cubicBezTo>
                  <a:cubicBezTo>
                    <a:pt x="51866" y="60315"/>
                    <a:pt x="53400" y="60935"/>
                    <a:pt x="55031" y="60935"/>
                  </a:cubicBezTo>
                  <a:cubicBezTo>
                    <a:pt x="59956" y="60935"/>
                    <a:pt x="64556" y="62859"/>
                    <a:pt x="68013" y="66317"/>
                  </a:cubicBezTo>
                  <a:cubicBezTo>
                    <a:pt x="75190" y="73461"/>
                    <a:pt x="75190" y="85106"/>
                    <a:pt x="68013" y="92283"/>
                  </a:cubicBezTo>
                  <a:cubicBezTo>
                    <a:pt x="66056" y="94240"/>
                    <a:pt x="63707" y="95642"/>
                    <a:pt x="61163" y="96523"/>
                  </a:cubicBezTo>
                  <a:lnTo>
                    <a:pt x="61163" y="106635"/>
                  </a:lnTo>
                  <a:lnTo>
                    <a:pt x="71080" y="113388"/>
                  </a:lnTo>
                  <a:lnTo>
                    <a:pt x="110093" y="82073"/>
                  </a:lnTo>
                  <a:lnTo>
                    <a:pt x="110093" y="12005"/>
                  </a:lnTo>
                  <a:cubicBezTo>
                    <a:pt x="110093" y="5253"/>
                    <a:pt x="104613" y="1"/>
                    <a:pt x="978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4465650" y="2245050"/>
              <a:ext cx="1944175" cy="2934175"/>
            </a:xfrm>
            <a:custGeom>
              <a:rect b="b" l="l" r="r" t="t"/>
              <a:pathLst>
                <a:path extrusionOk="0" h="117367" w="77767">
                  <a:moveTo>
                    <a:pt x="77505" y="0"/>
                  </a:moveTo>
                  <a:lnTo>
                    <a:pt x="0" y="61946"/>
                  </a:lnTo>
                  <a:lnTo>
                    <a:pt x="76266" y="117367"/>
                  </a:lnTo>
                  <a:cubicBezTo>
                    <a:pt x="77244" y="115149"/>
                    <a:pt x="77766" y="112702"/>
                    <a:pt x="77766" y="110158"/>
                  </a:cubicBezTo>
                  <a:lnTo>
                    <a:pt x="77766" y="2284"/>
                  </a:lnTo>
                  <a:cubicBezTo>
                    <a:pt x="77766" y="1501"/>
                    <a:pt x="77603" y="751"/>
                    <a:pt x="775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1340675" y="1384700"/>
              <a:ext cx="778000" cy="1199625"/>
            </a:xfrm>
            <a:custGeom>
              <a:rect b="b" l="l" r="r" t="t"/>
              <a:pathLst>
                <a:path extrusionOk="0" h="47985" w="31120">
                  <a:moveTo>
                    <a:pt x="31119" y="1"/>
                  </a:moveTo>
                  <a:lnTo>
                    <a:pt x="1337" y="22019"/>
                  </a:lnTo>
                  <a:cubicBezTo>
                    <a:pt x="848" y="22410"/>
                    <a:pt x="457" y="22900"/>
                    <a:pt x="0" y="23324"/>
                  </a:cubicBezTo>
                  <a:lnTo>
                    <a:pt x="31119" y="47984"/>
                  </a:lnTo>
                  <a:lnTo>
                    <a:pt x="311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1440975" y="3710500"/>
              <a:ext cx="4718475" cy="1746825"/>
            </a:xfrm>
            <a:custGeom>
              <a:rect b="b" l="l" r="r" t="t"/>
              <a:pathLst>
                <a:path extrusionOk="0" h="69873" w="188739">
                  <a:moveTo>
                    <a:pt x="94370" y="0"/>
                  </a:moveTo>
                  <a:lnTo>
                    <a:pt x="0" y="67752"/>
                  </a:lnTo>
                  <a:cubicBezTo>
                    <a:pt x="2512" y="69057"/>
                    <a:pt x="5317" y="69872"/>
                    <a:pt x="8351" y="69872"/>
                  </a:cubicBezTo>
                  <a:lnTo>
                    <a:pt x="180421" y="69872"/>
                  </a:lnTo>
                  <a:cubicBezTo>
                    <a:pt x="183422" y="69872"/>
                    <a:pt x="186227" y="69057"/>
                    <a:pt x="188739" y="67784"/>
                  </a:cubicBezTo>
                  <a:lnTo>
                    <a:pt x="943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3341900" y="237900"/>
              <a:ext cx="917450" cy="235100"/>
            </a:xfrm>
            <a:custGeom>
              <a:rect b="b" l="l" r="r" t="t"/>
              <a:pathLst>
                <a:path extrusionOk="0" h="9404" w="36698">
                  <a:moveTo>
                    <a:pt x="18333" y="1"/>
                  </a:moveTo>
                  <a:cubicBezTo>
                    <a:pt x="14443" y="1"/>
                    <a:pt x="10553" y="1232"/>
                    <a:pt x="7307" y="3695"/>
                  </a:cubicBezTo>
                  <a:lnTo>
                    <a:pt x="0" y="9404"/>
                  </a:lnTo>
                  <a:lnTo>
                    <a:pt x="36698" y="9404"/>
                  </a:lnTo>
                  <a:lnTo>
                    <a:pt x="29358" y="3695"/>
                  </a:lnTo>
                  <a:cubicBezTo>
                    <a:pt x="26112" y="1232"/>
                    <a:pt x="22222" y="1"/>
                    <a:pt x="18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5482575" y="1384700"/>
              <a:ext cx="777200" cy="1199625"/>
            </a:xfrm>
            <a:custGeom>
              <a:rect b="b" l="l" r="r" t="t"/>
              <a:pathLst>
                <a:path extrusionOk="0" h="47985" w="31088">
                  <a:moveTo>
                    <a:pt x="0" y="1"/>
                  </a:moveTo>
                  <a:lnTo>
                    <a:pt x="0" y="47984"/>
                  </a:lnTo>
                  <a:lnTo>
                    <a:pt x="31087" y="23324"/>
                  </a:lnTo>
                  <a:cubicBezTo>
                    <a:pt x="30630" y="22900"/>
                    <a:pt x="30239" y="22410"/>
                    <a:pt x="29750" y="2201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8" name="Google Shape;828;p21"/>
          <p:cNvGrpSpPr/>
          <p:nvPr/>
        </p:nvGrpSpPr>
        <p:grpSpPr>
          <a:xfrm>
            <a:off x="8378203" y="1569378"/>
            <a:ext cx="182672" cy="182672"/>
            <a:chOff x="1190625" y="238125"/>
            <a:chExt cx="5219200" cy="5219200"/>
          </a:xfrm>
        </p:grpSpPr>
        <p:sp>
          <p:nvSpPr>
            <p:cNvPr id="829" name="Google Shape;829;p21"/>
            <p:cNvSpPr/>
            <p:nvPr/>
          </p:nvSpPr>
          <p:spPr>
            <a:xfrm>
              <a:off x="2118650" y="1166150"/>
              <a:ext cx="3363950" cy="3363950"/>
            </a:xfrm>
            <a:custGeom>
              <a:rect b="b" l="l" r="r" t="t"/>
              <a:pathLst>
                <a:path extrusionOk="0" h="134558" w="134558">
                  <a:moveTo>
                    <a:pt x="67263" y="12233"/>
                  </a:moveTo>
                  <a:cubicBezTo>
                    <a:pt x="78027" y="12233"/>
                    <a:pt x="88302" y="17322"/>
                    <a:pt x="96196" y="26618"/>
                  </a:cubicBezTo>
                  <a:cubicBezTo>
                    <a:pt x="98382" y="29195"/>
                    <a:pt x="98056" y="33044"/>
                    <a:pt x="95511" y="35230"/>
                  </a:cubicBezTo>
                  <a:cubicBezTo>
                    <a:pt x="94349" y="36203"/>
                    <a:pt x="92941" y="36678"/>
                    <a:pt x="91544" y="36678"/>
                  </a:cubicBezTo>
                  <a:cubicBezTo>
                    <a:pt x="89803" y="36678"/>
                    <a:pt x="88079" y="35941"/>
                    <a:pt x="86867" y="34512"/>
                  </a:cubicBezTo>
                  <a:cubicBezTo>
                    <a:pt x="81354" y="28021"/>
                    <a:pt x="74374" y="24465"/>
                    <a:pt x="67263" y="24465"/>
                  </a:cubicBezTo>
                  <a:cubicBezTo>
                    <a:pt x="55095" y="24465"/>
                    <a:pt x="44690" y="34512"/>
                    <a:pt x="39764" y="48930"/>
                  </a:cubicBezTo>
                  <a:lnTo>
                    <a:pt x="67263" y="48930"/>
                  </a:lnTo>
                  <a:cubicBezTo>
                    <a:pt x="70655" y="48930"/>
                    <a:pt x="73395" y="51638"/>
                    <a:pt x="73395" y="55030"/>
                  </a:cubicBezTo>
                  <a:cubicBezTo>
                    <a:pt x="73395" y="58423"/>
                    <a:pt x="70655" y="61163"/>
                    <a:pt x="67263" y="61163"/>
                  </a:cubicBezTo>
                  <a:lnTo>
                    <a:pt x="37122" y="61163"/>
                  </a:lnTo>
                  <a:cubicBezTo>
                    <a:pt x="36926" y="63152"/>
                    <a:pt x="36698" y="65175"/>
                    <a:pt x="36698" y="67263"/>
                  </a:cubicBezTo>
                  <a:cubicBezTo>
                    <a:pt x="36698" y="69350"/>
                    <a:pt x="36926" y="71373"/>
                    <a:pt x="37122" y="73395"/>
                  </a:cubicBezTo>
                  <a:lnTo>
                    <a:pt x="67263" y="73395"/>
                  </a:lnTo>
                  <a:cubicBezTo>
                    <a:pt x="70655" y="73395"/>
                    <a:pt x="73395" y="76103"/>
                    <a:pt x="73395" y="79495"/>
                  </a:cubicBezTo>
                  <a:cubicBezTo>
                    <a:pt x="73395" y="82887"/>
                    <a:pt x="70655" y="85628"/>
                    <a:pt x="67263" y="85628"/>
                  </a:cubicBezTo>
                  <a:lnTo>
                    <a:pt x="39764" y="85628"/>
                  </a:lnTo>
                  <a:cubicBezTo>
                    <a:pt x="44690" y="100013"/>
                    <a:pt x="55095" y="110092"/>
                    <a:pt x="67263" y="110092"/>
                  </a:cubicBezTo>
                  <a:cubicBezTo>
                    <a:pt x="74374" y="110092"/>
                    <a:pt x="81354" y="106504"/>
                    <a:pt x="86867" y="100013"/>
                  </a:cubicBezTo>
                  <a:cubicBezTo>
                    <a:pt x="88079" y="98584"/>
                    <a:pt x="89803" y="97847"/>
                    <a:pt x="91544" y="97847"/>
                  </a:cubicBezTo>
                  <a:cubicBezTo>
                    <a:pt x="92941" y="97847"/>
                    <a:pt x="94349" y="98322"/>
                    <a:pt x="95511" y="99295"/>
                  </a:cubicBezTo>
                  <a:cubicBezTo>
                    <a:pt x="98056" y="101481"/>
                    <a:pt x="98382" y="105330"/>
                    <a:pt x="96196" y="107907"/>
                  </a:cubicBezTo>
                  <a:cubicBezTo>
                    <a:pt x="88302" y="117204"/>
                    <a:pt x="78027" y="122325"/>
                    <a:pt x="67263" y="122325"/>
                  </a:cubicBezTo>
                  <a:cubicBezTo>
                    <a:pt x="48702" y="122325"/>
                    <a:pt x="32979" y="106928"/>
                    <a:pt x="27075" y="85628"/>
                  </a:cubicBezTo>
                  <a:lnTo>
                    <a:pt x="18333" y="85628"/>
                  </a:lnTo>
                  <a:cubicBezTo>
                    <a:pt x="14940" y="85628"/>
                    <a:pt x="12233" y="82887"/>
                    <a:pt x="12233" y="79495"/>
                  </a:cubicBezTo>
                  <a:cubicBezTo>
                    <a:pt x="12233" y="76103"/>
                    <a:pt x="14940" y="73395"/>
                    <a:pt x="18333" y="73395"/>
                  </a:cubicBezTo>
                  <a:lnTo>
                    <a:pt x="24922" y="73395"/>
                  </a:lnTo>
                  <a:cubicBezTo>
                    <a:pt x="24759" y="71340"/>
                    <a:pt x="24465" y="69350"/>
                    <a:pt x="24465" y="67263"/>
                  </a:cubicBezTo>
                  <a:cubicBezTo>
                    <a:pt x="24465" y="65175"/>
                    <a:pt x="24759" y="63185"/>
                    <a:pt x="24922" y="61163"/>
                  </a:cubicBezTo>
                  <a:lnTo>
                    <a:pt x="18333" y="61163"/>
                  </a:lnTo>
                  <a:cubicBezTo>
                    <a:pt x="14940" y="61163"/>
                    <a:pt x="12233" y="58423"/>
                    <a:pt x="12233" y="55030"/>
                  </a:cubicBezTo>
                  <a:cubicBezTo>
                    <a:pt x="12233" y="51638"/>
                    <a:pt x="14940" y="48930"/>
                    <a:pt x="18333" y="48930"/>
                  </a:cubicBezTo>
                  <a:lnTo>
                    <a:pt x="27075" y="48930"/>
                  </a:lnTo>
                  <a:cubicBezTo>
                    <a:pt x="32979" y="27597"/>
                    <a:pt x="48702" y="12233"/>
                    <a:pt x="67263" y="12233"/>
                  </a:cubicBezTo>
                  <a:close/>
                  <a:moveTo>
                    <a:pt x="67263" y="0"/>
                  </a:moveTo>
                  <a:cubicBezTo>
                    <a:pt x="30174" y="0"/>
                    <a:pt x="0" y="30174"/>
                    <a:pt x="0" y="67263"/>
                  </a:cubicBezTo>
                  <a:cubicBezTo>
                    <a:pt x="0" y="104351"/>
                    <a:pt x="30174" y="134557"/>
                    <a:pt x="67263" y="134557"/>
                  </a:cubicBezTo>
                  <a:cubicBezTo>
                    <a:pt x="104351" y="134557"/>
                    <a:pt x="134557" y="104351"/>
                    <a:pt x="134557" y="67263"/>
                  </a:cubicBezTo>
                  <a:cubicBezTo>
                    <a:pt x="134557" y="30174"/>
                    <a:pt x="104351" y="0"/>
                    <a:pt x="67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1190625" y="238125"/>
              <a:ext cx="5219200" cy="5219200"/>
            </a:xfrm>
            <a:custGeom>
              <a:rect b="b" l="l" r="r" t="t"/>
              <a:pathLst>
                <a:path extrusionOk="0" h="208768" w="208768">
                  <a:moveTo>
                    <a:pt x="104384" y="24889"/>
                  </a:moveTo>
                  <a:cubicBezTo>
                    <a:pt x="148225" y="24889"/>
                    <a:pt x="183911" y="60542"/>
                    <a:pt x="183911" y="104384"/>
                  </a:cubicBezTo>
                  <a:cubicBezTo>
                    <a:pt x="183911" y="148225"/>
                    <a:pt x="148225" y="183911"/>
                    <a:pt x="104384" y="183911"/>
                  </a:cubicBezTo>
                  <a:cubicBezTo>
                    <a:pt x="60542" y="183911"/>
                    <a:pt x="24889" y="148225"/>
                    <a:pt x="24889" y="104384"/>
                  </a:cubicBezTo>
                  <a:cubicBezTo>
                    <a:pt x="24889" y="60542"/>
                    <a:pt x="60542" y="24889"/>
                    <a:pt x="104384" y="24889"/>
                  </a:cubicBezTo>
                  <a:close/>
                  <a:moveTo>
                    <a:pt x="104384" y="0"/>
                  </a:moveTo>
                  <a:cubicBezTo>
                    <a:pt x="47038" y="0"/>
                    <a:pt x="0" y="47038"/>
                    <a:pt x="0" y="104384"/>
                  </a:cubicBezTo>
                  <a:cubicBezTo>
                    <a:pt x="0" y="161729"/>
                    <a:pt x="47038" y="208767"/>
                    <a:pt x="104384" y="208767"/>
                  </a:cubicBezTo>
                  <a:cubicBezTo>
                    <a:pt x="161729" y="208767"/>
                    <a:pt x="208767" y="161729"/>
                    <a:pt x="208767" y="104384"/>
                  </a:cubicBezTo>
                  <a:cubicBezTo>
                    <a:pt x="208767" y="47038"/>
                    <a:pt x="161729" y="0"/>
                    <a:pt x="1043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21"/>
          <p:cNvGrpSpPr/>
          <p:nvPr/>
        </p:nvGrpSpPr>
        <p:grpSpPr>
          <a:xfrm>
            <a:off x="8378203" y="3837226"/>
            <a:ext cx="182672" cy="182672"/>
            <a:chOff x="1190625" y="238125"/>
            <a:chExt cx="5219200" cy="5219200"/>
          </a:xfrm>
        </p:grpSpPr>
        <p:sp>
          <p:nvSpPr>
            <p:cNvPr id="832" name="Google Shape;832;p21"/>
            <p:cNvSpPr/>
            <p:nvPr/>
          </p:nvSpPr>
          <p:spPr>
            <a:xfrm>
              <a:off x="1190625" y="1471950"/>
              <a:ext cx="5219200" cy="3985375"/>
            </a:xfrm>
            <a:custGeom>
              <a:rect b="b" l="l" r="r" t="t"/>
              <a:pathLst>
                <a:path extrusionOk="0" h="159415" w="208768">
                  <a:moveTo>
                    <a:pt x="43221" y="61163"/>
                  </a:moveTo>
                  <a:cubicBezTo>
                    <a:pt x="46614" y="61163"/>
                    <a:pt x="49354" y="63871"/>
                    <a:pt x="49354" y="67263"/>
                  </a:cubicBezTo>
                  <a:cubicBezTo>
                    <a:pt x="49354" y="70655"/>
                    <a:pt x="46614" y="73396"/>
                    <a:pt x="43221" y="73396"/>
                  </a:cubicBezTo>
                  <a:cubicBezTo>
                    <a:pt x="39829" y="73396"/>
                    <a:pt x="37121" y="70655"/>
                    <a:pt x="37121" y="67263"/>
                  </a:cubicBezTo>
                  <a:cubicBezTo>
                    <a:pt x="37121" y="63871"/>
                    <a:pt x="39829" y="61163"/>
                    <a:pt x="43221" y="61163"/>
                  </a:cubicBezTo>
                  <a:close/>
                  <a:moveTo>
                    <a:pt x="116616" y="61163"/>
                  </a:moveTo>
                  <a:cubicBezTo>
                    <a:pt x="120008" y="61163"/>
                    <a:pt x="122749" y="63871"/>
                    <a:pt x="122749" y="67263"/>
                  </a:cubicBezTo>
                  <a:cubicBezTo>
                    <a:pt x="122749" y="70655"/>
                    <a:pt x="120008" y="73396"/>
                    <a:pt x="116616" y="73396"/>
                  </a:cubicBezTo>
                  <a:lnTo>
                    <a:pt x="79919" y="73396"/>
                  </a:lnTo>
                  <a:cubicBezTo>
                    <a:pt x="76526" y="73396"/>
                    <a:pt x="73819" y="70655"/>
                    <a:pt x="73819" y="67263"/>
                  </a:cubicBezTo>
                  <a:cubicBezTo>
                    <a:pt x="73819" y="63871"/>
                    <a:pt x="76526" y="61163"/>
                    <a:pt x="79919" y="61163"/>
                  </a:cubicBezTo>
                  <a:close/>
                  <a:moveTo>
                    <a:pt x="30989" y="1"/>
                  </a:moveTo>
                  <a:cubicBezTo>
                    <a:pt x="29195" y="1"/>
                    <a:pt x="27499" y="784"/>
                    <a:pt x="26324" y="2154"/>
                  </a:cubicBezTo>
                  <a:cubicBezTo>
                    <a:pt x="25150" y="3524"/>
                    <a:pt x="24661" y="5351"/>
                    <a:pt x="24954" y="7112"/>
                  </a:cubicBezTo>
                  <a:lnTo>
                    <a:pt x="29586" y="34937"/>
                  </a:lnTo>
                  <a:cubicBezTo>
                    <a:pt x="22769" y="42570"/>
                    <a:pt x="17810" y="51638"/>
                    <a:pt x="15070" y="61522"/>
                  </a:cubicBezTo>
                  <a:cubicBezTo>
                    <a:pt x="6720" y="63218"/>
                    <a:pt x="0" y="70623"/>
                    <a:pt x="0" y="79495"/>
                  </a:cubicBezTo>
                  <a:lnTo>
                    <a:pt x="0" y="91728"/>
                  </a:lnTo>
                  <a:cubicBezTo>
                    <a:pt x="0" y="101840"/>
                    <a:pt x="8644" y="110093"/>
                    <a:pt x="18756" y="110093"/>
                  </a:cubicBezTo>
                  <a:cubicBezTo>
                    <a:pt x="19050" y="110093"/>
                    <a:pt x="19311" y="110060"/>
                    <a:pt x="19605" y="110028"/>
                  </a:cubicBezTo>
                  <a:lnTo>
                    <a:pt x="19963" y="110028"/>
                  </a:lnTo>
                  <a:cubicBezTo>
                    <a:pt x="24139" y="118215"/>
                    <a:pt x="29978" y="125522"/>
                    <a:pt x="37121" y="131394"/>
                  </a:cubicBezTo>
                  <a:lnTo>
                    <a:pt x="37121" y="153314"/>
                  </a:lnTo>
                  <a:cubicBezTo>
                    <a:pt x="37121" y="156674"/>
                    <a:pt x="39829" y="159414"/>
                    <a:pt x="43221" y="159414"/>
                  </a:cubicBezTo>
                  <a:lnTo>
                    <a:pt x="67686" y="159414"/>
                  </a:lnTo>
                  <a:cubicBezTo>
                    <a:pt x="71079" y="159414"/>
                    <a:pt x="73819" y="156674"/>
                    <a:pt x="73819" y="153314"/>
                  </a:cubicBezTo>
                  <a:lnTo>
                    <a:pt x="73819" y="146170"/>
                  </a:lnTo>
                  <a:cubicBezTo>
                    <a:pt x="75841" y="146334"/>
                    <a:pt x="77864" y="146790"/>
                    <a:pt x="79919" y="146790"/>
                  </a:cubicBezTo>
                  <a:lnTo>
                    <a:pt x="110516" y="146790"/>
                  </a:lnTo>
                  <a:lnTo>
                    <a:pt x="110516" y="153314"/>
                  </a:lnTo>
                  <a:cubicBezTo>
                    <a:pt x="110516" y="156674"/>
                    <a:pt x="113224" y="159414"/>
                    <a:pt x="116616" y="159414"/>
                  </a:cubicBezTo>
                  <a:lnTo>
                    <a:pt x="141081" y="159414"/>
                  </a:lnTo>
                  <a:cubicBezTo>
                    <a:pt x="144473" y="159414"/>
                    <a:pt x="147213" y="156674"/>
                    <a:pt x="147213" y="153314"/>
                  </a:cubicBezTo>
                  <a:lnTo>
                    <a:pt x="147213" y="139451"/>
                  </a:lnTo>
                  <a:cubicBezTo>
                    <a:pt x="167927" y="128882"/>
                    <a:pt x="181366" y="108429"/>
                    <a:pt x="183487" y="85628"/>
                  </a:cubicBezTo>
                  <a:lnTo>
                    <a:pt x="183911" y="85628"/>
                  </a:lnTo>
                  <a:cubicBezTo>
                    <a:pt x="197383" y="85628"/>
                    <a:pt x="208767" y="74635"/>
                    <a:pt x="208767" y="61163"/>
                  </a:cubicBezTo>
                  <a:cubicBezTo>
                    <a:pt x="208767" y="54607"/>
                    <a:pt x="206223" y="48474"/>
                    <a:pt x="201591" y="43842"/>
                  </a:cubicBezTo>
                  <a:cubicBezTo>
                    <a:pt x="200400" y="42651"/>
                    <a:pt x="198834" y="42056"/>
                    <a:pt x="197269" y="42056"/>
                  </a:cubicBezTo>
                  <a:cubicBezTo>
                    <a:pt x="195703" y="42056"/>
                    <a:pt x="194137" y="42651"/>
                    <a:pt x="192946" y="43842"/>
                  </a:cubicBezTo>
                  <a:cubicBezTo>
                    <a:pt x="190565" y="46223"/>
                    <a:pt x="190565" y="50105"/>
                    <a:pt x="192946" y="52486"/>
                  </a:cubicBezTo>
                  <a:cubicBezTo>
                    <a:pt x="195263" y="54802"/>
                    <a:pt x="196535" y="57868"/>
                    <a:pt x="196535" y="61163"/>
                  </a:cubicBezTo>
                  <a:cubicBezTo>
                    <a:pt x="196535" y="67883"/>
                    <a:pt x="190630" y="73396"/>
                    <a:pt x="183911" y="73396"/>
                  </a:cubicBezTo>
                  <a:lnTo>
                    <a:pt x="183617" y="73396"/>
                  </a:lnTo>
                  <a:cubicBezTo>
                    <a:pt x="183617" y="73298"/>
                    <a:pt x="183617" y="73265"/>
                    <a:pt x="183617" y="73167"/>
                  </a:cubicBezTo>
                  <a:cubicBezTo>
                    <a:pt x="181073" y="45603"/>
                    <a:pt x="161142" y="23357"/>
                    <a:pt x="134622" y="15495"/>
                  </a:cubicBezTo>
                  <a:cubicBezTo>
                    <a:pt x="132959" y="34186"/>
                    <a:pt x="117399" y="48931"/>
                    <a:pt x="98284" y="48931"/>
                  </a:cubicBezTo>
                  <a:cubicBezTo>
                    <a:pt x="78418" y="48931"/>
                    <a:pt x="62304" y="33077"/>
                    <a:pt x="61684" y="13375"/>
                  </a:cubicBezTo>
                  <a:cubicBezTo>
                    <a:pt x="53627" y="4959"/>
                    <a:pt x="42602" y="1"/>
                    <a:pt x="30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3036075" y="1166150"/>
              <a:ext cx="1223275" cy="1223275"/>
            </a:xfrm>
            <a:custGeom>
              <a:rect b="b" l="l" r="r" t="t"/>
              <a:pathLst>
                <a:path extrusionOk="0" h="48931" w="48931">
                  <a:moveTo>
                    <a:pt x="24466" y="0"/>
                  </a:moveTo>
                  <a:cubicBezTo>
                    <a:pt x="10961" y="0"/>
                    <a:pt x="1" y="10961"/>
                    <a:pt x="1" y="24465"/>
                  </a:cubicBezTo>
                  <a:cubicBezTo>
                    <a:pt x="1" y="37937"/>
                    <a:pt x="10961" y="48930"/>
                    <a:pt x="24466" y="48930"/>
                  </a:cubicBezTo>
                  <a:cubicBezTo>
                    <a:pt x="37938" y="48930"/>
                    <a:pt x="48931" y="37937"/>
                    <a:pt x="48931" y="24465"/>
                  </a:cubicBezTo>
                  <a:cubicBezTo>
                    <a:pt x="48931" y="10961"/>
                    <a:pt x="37938" y="0"/>
                    <a:pt x="2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4259325" y="238125"/>
              <a:ext cx="1223275" cy="1223250"/>
            </a:xfrm>
            <a:custGeom>
              <a:rect b="b" l="l" r="r" t="t"/>
              <a:pathLst>
                <a:path extrusionOk="0" h="48930" w="48931">
                  <a:moveTo>
                    <a:pt x="24465" y="0"/>
                  </a:moveTo>
                  <a:cubicBezTo>
                    <a:pt x="10961" y="0"/>
                    <a:pt x="1" y="10960"/>
                    <a:pt x="1" y="24465"/>
                  </a:cubicBezTo>
                  <a:cubicBezTo>
                    <a:pt x="1" y="37970"/>
                    <a:pt x="10961" y="48930"/>
                    <a:pt x="24465" y="48930"/>
                  </a:cubicBezTo>
                  <a:cubicBezTo>
                    <a:pt x="37937" y="48930"/>
                    <a:pt x="48930" y="37970"/>
                    <a:pt x="48930" y="24465"/>
                  </a:cubicBezTo>
                  <a:cubicBezTo>
                    <a:pt x="48930" y="10960"/>
                    <a:pt x="37937" y="0"/>
                    <a:pt x="244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5" name="Google Shape;835;p21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0" name="Google Shape;840;p22"/>
          <p:cNvGrpSpPr/>
          <p:nvPr/>
        </p:nvGrpSpPr>
        <p:grpSpPr>
          <a:xfrm>
            <a:off x="1355521" y="987158"/>
            <a:ext cx="3999176" cy="3749537"/>
            <a:chOff x="1355521" y="987158"/>
            <a:chExt cx="3999176" cy="3749537"/>
          </a:xfrm>
        </p:grpSpPr>
        <p:sp>
          <p:nvSpPr>
            <p:cNvPr id="841" name="Google Shape;841;p22"/>
            <p:cNvSpPr/>
            <p:nvPr/>
          </p:nvSpPr>
          <p:spPr>
            <a:xfrm>
              <a:off x="1355521" y="4279155"/>
              <a:ext cx="1517741" cy="457539"/>
            </a:xfrm>
            <a:custGeom>
              <a:rect b="b" l="l" r="r" t="t"/>
              <a:pathLst>
                <a:path extrusionOk="0" h="14569" w="48328">
                  <a:moveTo>
                    <a:pt x="0" y="1"/>
                  </a:moveTo>
                  <a:lnTo>
                    <a:pt x="22929" y="12795"/>
                  </a:lnTo>
                  <a:lnTo>
                    <a:pt x="24164" y="14568"/>
                  </a:lnTo>
                  <a:lnTo>
                    <a:pt x="24639" y="13017"/>
                  </a:lnTo>
                  <a:lnTo>
                    <a:pt x="24639" y="13017"/>
                  </a:lnTo>
                  <a:lnTo>
                    <a:pt x="48327" y="1"/>
                  </a:lnTo>
                  <a:lnTo>
                    <a:pt x="24164" y="120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5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1355521" y="3877360"/>
              <a:ext cx="1517741" cy="803623"/>
            </a:xfrm>
            <a:custGeom>
              <a:rect b="b" l="l" r="r" t="t"/>
              <a:pathLst>
                <a:path extrusionOk="0" h="25589" w="48328">
                  <a:moveTo>
                    <a:pt x="24164" y="0"/>
                  </a:moveTo>
                  <a:lnTo>
                    <a:pt x="0" y="12795"/>
                  </a:lnTo>
                  <a:lnTo>
                    <a:pt x="24164" y="25589"/>
                  </a:lnTo>
                  <a:lnTo>
                    <a:pt x="48327" y="12795"/>
                  </a:lnTo>
                  <a:lnTo>
                    <a:pt x="24164" y="0"/>
                  </a:lnTo>
                  <a:close/>
                </a:path>
              </a:pathLst>
            </a:custGeom>
            <a:solidFill>
              <a:srgbClr val="DADE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2"/>
            <p:cNvSpPr/>
            <p:nvPr/>
          </p:nvSpPr>
          <p:spPr>
            <a:xfrm>
              <a:off x="1355521" y="4279155"/>
              <a:ext cx="758870" cy="457539"/>
            </a:xfrm>
            <a:custGeom>
              <a:rect b="b" l="l" r="r" t="t"/>
              <a:pathLst>
                <a:path extrusionOk="0" h="14569" w="24164">
                  <a:moveTo>
                    <a:pt x="0" y="1"/>
                  </a:moveTo>
                  <a:lnTo>
                    <a:pt x="0" y="1774"/>
                  </a:lnTo>
                  <a:lnTo>
                    <a:pt x="24164" y="14568"/>
                  </a:lnTo>
                  <a:lnTo>
                    <a:pt x="24164" y="1279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BD5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2"/>
            <p:cNvSpPr/>
            <p:nvPr/>
          </p:nvSpPr>
          <p:spPr>
            <a:xfrm>
              <a:off x="2114360" y="4279155"/>
              <a:ext cx="758902" cy="457539"/>
            </a:xfrm>
            <a:custGeom>
              <a:rect b="b" l="l" r="r" t="t"/>
              <a:pathLst>
                <a:path extrusionOk="0" h="14569" w="24165">
                  <a:moveTo>
                    <a:pt x="24164" y="1"/>
                  </a:moveTo>
                  <a:lnTo>
                    <a:pt x="1" y="12795"/>
                  </a:lnTo>
                  <a:lnTo>
                    <a:pt x="1" y="14568"/>
                  </a:lnTo>
                  <a:lnTo>
                    <a:pt x="24164" y="1774"/>
                  </a:lnTo>
                  <a:lnTo>
                    <a:pt x="24164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2"/>
            <p:cNvSpPr/>
            <p:nvPr/>
          </p:nvSpPr>
          <p:spPr>
            <a:xfrm>
              <a:off x="1491787" y="4061707"/>
              <a:ext cx="564945" cy="513849"/>
            </a:xfrm>
            <a:custGeom>
              <a:rect b="b" l="l" r="r" t="t"/>
              <a:pathLst>
                <a:path extrusionOk="0" h="16362" w="17989">
                  <a:moveTo>
                    <a:pt x="12782" y="0"/>
                  </a:moveTo>
                  <a:cubicBezTo>
                    <a:pt x="12763" y="0"/>
                    <a:pt x="12744" y="8"/>
                    <a:pt x="12731" y="21"/>
                  </a:cubicBezTo>
                  <a:lnTo>
                    <a:pt x="190" y="6576"/>
                  </a:lnTo>
                  <a:cubicBezTo>
                    <a:pt x="63" y="6608"/>
                    <a:pt x="0" y="6735"/>
                    <a:pt x="0" y="6861"/>
                  </a:cubicBezTo>
                  <a:cubicBezTo>
                    <a:pt x="0" y="6988"/>
                    <a:pt x="63" y="7083"/>
                    <a:pt x="190" y="7146"/>
                  </a:cubicBezTo>
                  <a:lnTo>
                    <a:pt x="17830" y="16362"/>
                  </a:lnTo>
                  <a:lnTo>
                    <a:pt x="17862" y="16362"/>
                  </a:lnTo>
                  <a:cubicBezTo>
                    <a:pt x="17893" y="16362"/>
                    <a:pt x="17925" y="16362"/>
                    <a:pt x="17957" y="16299"/>
                  </a:cubicBezTo>
                  <a:cubicBezTo>
                    <a:pt x="17988" y="16267"/>
                    <a:pt x="17957" y="16204"/>
                    <a:pt x="17925" y="16172"/>
                  </a:cubicBezTo>
                  <a:lnTo>
                    <a:pt x="254" y="6956"/>
                  </a:lnTo>
                  <a:cubicBezTo>
                    <a:pt x="222" y="6956"/>
                    <a:pt x="190" y="6893"/>
                    <a:pt x="190" y="6861"/>
                  </a:cubicBezTo>
                  <a:cubicBezTo>
                    <a:pt x="190" y="6798"/>
                    <a:pt x="222" y="6766"/>
                    <a:pt x="254" y="6735"/>
                  </a:cubicBezTo>
                  <a:lnTo>
                    <a:pt x="12826" y="179"/>
                  </a:lnTo>
                  <a:cubicBezTo>
                    <a:pt x="12858" y="148"/>
                    <a:pt x="12889" y="84"/>
                    <a:pt x="12858" y="53"/>
                  </a:cubicBezTo>
                  <a:cubicBezTo>
                    <a:pt x="12839" y="15"/>
                    <a:pt x="12810" y="0"/>
                    <a:pt x="127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2"/>
            <p:cNvSpPr/>
            <p:nvPr/>
          </p:nvSpPr>
          <p:spPr>
            <a:xfrm>
              <a:off x="2046745" y="4567579"/>
              <a:ext cx="28861" cy="20916"/>
            </a:xfrm>
            <a:custGeom>
              <a:rect b="b" l="l" r="r" t="t"/>
              <a:pathLst>
                <a:path extrusionOk="0" h="666" w="919">
                  <a:moveTo>
                    <a:pt x="476" y="1"/>
                  </a:moveTo>
                  <a:cubicBezTo>
                    <a:pt x="222" y="1"/>
                    <a:pt x="0" y="159"/>
                    <a:pt x="0" y="349"/>
                  </a:cubicBezTo>
                  <a:cubicBezTo>
                    <a:pt x="0" y="539"/>
                    <a:pt x="222" y="666"/>
                    <a:pt x="476" y="666"/>
                  </a:cubicBezTo>
                  <a:cubicBezTo>
                    <a:pt x="729" y="666"/>
                    <a:pt x="919" y="539"/>
                    <a:pt x="919" y="349"/>
                  </a:cubicBezTo>
                  <a:cubicBezTo>
                    <a:pt x="919" y="159"/>
                    <a:pt x="729" y="1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2"/>
            <p:cNvSpPr/>
            <p:nvPr/>
          </p:nvSpPr>
          <p:spPr>
            <a:xfrm>
              <a:off x="1854798" y="4020567"/>
              <a:ext cx="113403" cy="64694"/>
            </a:xfrm>
            <a:custGeom>
              <a:rect b="b" l="l" r="r" t="t"/>
              <a:pathLst>
                <a:path extrusionOk="0" h="2060" w="3611">
                  <a:moveTo>
                    <a:pt x="3294" y="254"/>
                  </a:moveTo>
                  <a:lnTo>
                    <a:pt x="2186" y="1838"/>
                  </a:lnTo>
                  <a:lnTo>
                    <a:pt x="380" y="856"/>
                  </a:lnTo>
                  <a:lnTo>
                    <a:pt x="3294" y="254"/>
                  </a:lnTo>
                  <a:close/>
                  <a:moveTo>
                    <a:pt x="3484" y="1"/>
                  </a:moveTo>
                  <a:lnTo>
                    <a:pt x="95" y="729"/>
                  </a:lnTo>
                  <a:cubicBezTo>
                    <a:pt x="32" y="729"/>
                    <a:pt x="0" y="761"/>
                    <a:pt x="0" y="792"/>
                  </a:cubicBezTo>
                  <a:cubicBezTo>
                    <a:pt x="0" y="824"/>
                    <a:pt x="32" y="887"/>
                    <a:pt x="64" y="887"/>
                  </a:cubicBezTo>
                  <a:lnTo>
                    <a:pt x="2186" y="2059"/>
                  </a:lnTo>
                  <a:lnTo>
                    <a:pt x="2217" y="2059"/>
                  </a:lnTo>
                  <a:cubicBezTo>
                    <a:pt x="2249" y="2059"/>
                    <a:pt x="2281" y="2028"/>
                    <a:pt x="2312" y="2028"/>
                  </a:cubicBezTo>
                  <a:lnTo>
                    <a:pt x="3579" y="159"/>
                  </a:lnTo>
                  <a:cubicBezTo>
                    <a:pt x="3611" y="127"/>
                    <a:pt x="3611" y="96"/>
                    <a:pt x="3579" y="64"/>
                  </a:cubicBezTo>
                  <a:cubicBezTo>
                    <a:pt x="3579" y="32"/>
                    <a:pt x="3516" y="1"/>
                    <a:pt x="34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2"/>
            <p:cNvSpPr/>
            <p:nvPr/>
          </p:nvSpPr>
          <p:spPr>
            <a:xfrm>
              <a:off x="2999541" y="4522827"/>
              <a:ext cx="2316370" cy="7003"/>
            </a:xfrm>
            <a:custGeom>
              <a:rect b="b" l="l" r="r" t="t"/>
              <a:pathLst>
                <a:path extrusionOk="0" h="223" w="73758">
                  <a:moveTo>
                    <a:pt x="95" y="1"/>
                  </a:moveTo>
                  <a:cubicBezTo>
                    <a:pt x="32" y="1"/>
                    <a:pt x="0" y="64"/>
                    <a:pt x="0" y="96"/>
                  </a:cubicBezTo>
                  <a:cubicBezTo>
                    <a:pt x="0" y="159"/>
                    <a:pt x="32" y="222"/>
                    <a:pt x="95" y="222"/>
                  </a:cubicBezTo>
                  <a:lnTo>
                    <a:pt x="73663" y="222"/>
                  </a:lnTo>
                  <a:cubicBezTo>
                    <a:pt x="73726" y="222"/>
                    <a:pt x="73758" y="159"/>
                    <a:pt x="73758" y="96"/>
                  </a:cubicBezTo>
                  <a:cubicBezTo>
                    <a:pt x="73758" y="64"/>
                    <a:pt x="73726" y="1"/>
                    <a:pt x="73663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2"/>
            <p:cNvSpPr/>
            <p:nvPr/>
          </p:nvSpPr>
          <p:spPr>
            <a:xfrm>
              <a:off x="5285040" y="4490009"/>
              <a:ext cx="69656" cy="69656"/>
            </a:xfrm>
            <a:custGeom>
              <a:rect b="b" l="l" r="r" t="t"/>
              <a:pathLst>
                <a:path extrusionOk="0" h="2218" w="2218">
                  <a:moveTo>
                    <a:pt x="1109" y="0"/>
                  </a:moveTo>
                  <a:cubicBezTo>
                    <a:pt x="476" y="0"/>
                    <a:pt x="1" y="476"/>
                    <a:pt x="1" y="1109"/>
                  </a:cubicBezTo>
                  <a:cubicBezTo>
                    <a:pt x="1" y="1711"/>
                    <a:pt x="476" y="2217"/>
                    <a:pt x="1109" y="2217"/>
                  </a:cubicBezTo>
                  <a:cubicBezTo>
                    <a:pt x="1711" y="2217"/>
                    <a:pt x="2218" y="1711"/>
                    <a:pt x="2218" y="1109"/>
                  </a:cubicBezTo>
                  <a:cubicBezTo>
                    <a:pt x="2218" y="476"/>
                    <a:pt x="1711" y="0"/>
                    <a:pt x="1109" y="0"/>
                  </a:cubicBezTo>
                  <a:close/>
                </a:path>
              </a:pathLst>
            </a:custGeom>
            <a:solidFill>
              <a:srgbClr val="DADE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2"/>
            <p:cNvSpPr/>
            <p:nvPr/>
          </p:nvSpPr>
          <p:spPr>
            <a:xfrm>
              <a:off x="2967728" y="4506905"/>
              <a:ext cx="38817" cy="38817"/>
            </a:xfrm>
            <a:custGeom>
              <a:rect b="b" l="l" r="r" t="t"/>
              <a:pathLst>
                <a:path extrusionOk="0" h="1236" w="1236">
                  <a:moveTo>
                    <a:pt x="602" y="1"/>
                  </a:moveTo>
                  <a:cubicBezTo>
                    <a:pt x="285" y="1"/>
                    <a:pt x="0" y="286"/>
                    <a:pt x="0" y="634"/>
                  </a:cubicBezTo>
                  <a:cubicBezTo>
                    <a:pt x="0" y="951"/>
                    <a:pt x="285" y="1236"/>
                    <a:pt x="602" y="1236"/>
                  </a:cubicBezTo>
                  <a:cubicBezTo>
                    <a:pt x="950" y="1236"/>
                    <a:pt x="1235" y="951"/>
                    <a:pt x="1235" y="634"/>
                  </a:cubicBezTo>
                  <a:cubicBezTo>
                    <a:pt x="1235" y="286"/>
                    <a:pt x="950" y="1"/>
                    <a:pt x="602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2"/>
            <p:cNvSpPr/>
            <p:nvPr/>
          </p:nvSpPr>
          <p:spPr>
            <a:xfrm>
              <a:off x="3284982" y="3896266"/>
              <a:ext cx="2031935" cy="6972"/>
            </a:xfrm>
            <a:custGeom>
              <a:rect b="b" l="l" r="r" t="t"/>
              <a:pathLst>
                <a:path extrusionOk="0" h="222" w="64701">
                  <a:moveTo>
                    <a:pt x="95" y="0"/>
                  </a:moveTo>
                  <a:cubicBezTo>
                    <a:pt x="32" y="0"/>
                    <a:pt x="0" y="63"/>
                    <a:pt x="0" y="127"/>
                  </a:cubicBezTo>
                  <a:cubicBezTo>
                    <a:pt x="0" y="158"/>
                    <a:pt x="32" y="222"/>
                    <a:pt x="95" y="222"/>
                  </a:cubicBezTo>
                  <a:lnTo>
                    <a:pt x="64574" y="222"/>
                  </a:lnTo>
                  <a:cubicBezTo>
                    <a:pt x="64637" y="222"/>
                    <a:pt x="64700" y="158"/>
                    <a:pt x="64700" y="127"/>
                  </a:cubicBezTo>
                  <a:cubicBezTo>
                    <a:pt x="64700" y="63"/>
                    <a:pt x="64637" y="0"/>
                    <a:pt x="64574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2"/>
            <p:cNvSpPr/>
            <p:nvPr/>
          </p:nvSpPr>
          <p:spPr>
            <a:xfrm>
              <a:off x="5285040" y="3863448"/>
              <a:ext cx="69656" cy="69625"/>
            </a:xfrm>
            <a:custGeom>
              <a:rect b="b" l="l" r="r" t="t"/>
              <a:pathLst>
                <a:path extrusionOk="0" h="2217" w="2218">
                  <a:moveTo>
                    <a:pt x="1109" y="0"/>
                  </a:moveTo>
                  <a:cubicBezTo>
                    <a:pt x="476" y="0"/>
                    <a:pt x="1" y="507"/>
                    <a:pt x="1" y="1108"/>
                  </a:cubicBezTo>
                  <a:cubicBezTo>
                    <a:pt x="1" y="1710"/>
                    <a:pt x="476" y="2217"/>
                    <a:pt x="1109" y="2217"/>
                  </a:cubicBezTo>
                  <a:cubicBezTo>
                    <a:pt x="1711" y="2217"/>
                    <a:pt x="2218" y="1710"/>
                    <a:pt x="2218" y="1108"/>
                  </a:cubicBezTo>
                  <a:cubicBezTo>
                    <a:pt x="2218" y="507"/>
                    <a:pt x="1711" y="0"/>
                    <a:pt x="1109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2"/>
            <p:cNvSpPr/>
            <p:nvPr/>
          </p:nvSpPr>
          <p:spPr>
            <a:xfrm>
              <a:off x="3253168" y="3880343"/>
              <a:ext cx="38817" cy="38817"/>
            </a:xfrm>
            <a:custGeom>
              <a:rect b="b" l="l" r="r" t="t"/>
              <a:pathLst>
                <a:path extrusionOk="0" h="1236" w="1236">
                  <a:moveTo>
                    <a:pt x="602" y="0"/>
                  </a:moveTo>
                  <a:cubicBezTo>
                    <a:pt x="285" y="0"/>
                    <a:pt x="0" y="285"/>
                    <a:pt x="0" y="634"/>
                  </a:cubicBezTo>
                  <a:cubicBezTo>
                    <a:pt x="0" y="951"/>
                    <a:pt x="285" y="1236"/>
                    <a:pt x="602" y="1236"/>
                  </a:cubicBezTo>
                  <a:cubicBezTo>
                    <a:pt x="950" y="1236"/>
                    <a:pt x="1235" y="951"/>
                    <a:pt x="1235" y="634"/>
                  </a:cubicBezTo>
                  <a:cubicBezTo>
                    <a:pt x="1235" y="285"/>
                    <a:pt x="950" y="0"/>
                    <a:pt x="602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2"/>
            <p:cNvSpPr/>
            <p:nvPr/>
          </p:nvSpPr>
          <p:spPr>
            <a:xfrm>
              <a:off x="3570422" y="3270678"/>
              <a:ext cx="1746495" cy="5998"/>
            </a:xfrm>
            <a:custGeom>
              <a:rect b="b" l="l" r="r" t="t"/>
              <a:pathLst>
                <a:path extrusionOk="0" h="191" w="55612">
                  <a:moveTo>
                    <a:pt x="96" y="0"/>
                  </a:moveTo>
                  <a:cubicBezTo>
                    <a:pt x="32" y="0"/>
                    <a:pt x="1" y="32"/>
                    <a:pt x="1" y="95"/>
                  </a:cubicBezTo>
                  <a:cubicBezTo>
                    <a:pt x="1" y="127"/>
                    <a:pt x="32" y="190"/>
                    <a:pt x="96" y="190"/>
                  </a:cubicBezTo>
                  <a:lnTo>
                    <a:pt x="55485" y="190"/>
                  </a:lnTo>
                  <a:cubicBezTo>
                    <a:pt x="55548" y="190"/>
                    <a:pt x="55611" y="127"/>
                    <a:pt x="55611" y="95"/>
                  </a:cubicBezTo>
                  <a:cubicBezTo>
                    <a:pt x="55611" y="32"/>
                    <a:pt x="55548" y="0"/>
                    <a:pt x="55485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2"/>
            <p:cNvSpPr/>
            <p:nvPr/>
          </p:nvSpPr>
          <p:spPr>
            <a:xfrm>
              <a:off x="5285040" y="3236855"/>
              <a:ext cx="69656" cy="69656"/>
            </a:xfrm>
            <a:custGeom>
              <a:rect b="b" l="l" r="r" t="t"/>
              <a:pathLst>
                <a:path extrusionOk="0" h="2218" w="2218">
                  <a:moveTo>
                    <a:pt x="1109" y="1"/>
                  </a:moveTo>
                  <a:cubicBezTo>
                    <a:pt x="476" y="1"/>
                    <a:pt x="1" y="507"/>
                    <a:pt x="1" y="1109"/>
                  </a:cubicBezTo>
                  <a:cubicBezTo>
                    <a:pt x="1" y="1711"/>
                    <a:pt x="476" y="2218"/>
                    <a:pt x="1109" y="2218"/>
                  </a:cubicBezTo>
                  <a:cubicBezTo>
                    <a:pt x="1711" y="2218"/>
                    <a:pt x="2218" y="1711"/>
                    <a:pt x="2218" y="1109"/>
                  </a:cubicBezTo>
                  <a:cubicBezTo>
                    <a:pt x="2218" y="507"/>
                    <a:pt x="1711" y="1"/>
                    <a:pt x="1109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2"/>
            <p:cNvSpPr/>
            <p:nvPr/>
          </p:nvSpPr>
          <p:spPr>
            <a:xfrm>
              <a:off x="3538608" y="3253782"/>
              <a:ext cx="38817" cy="38817"/>
            </a:xfrm>
            <a:custGeom>
              <a:rect b="b" l="l" r="r" t="t"/>
              <a:pathLst>
                <a:path extrusionOk="0" h="1236" w="1236">
                  <a:moveTo>
                    <a:pt x="633" y="0"/>
                  </a:moveTo>
                  <a:cubicBezTo>
                    <a:pt x="285" y="0"/>
                    <a:pt x="0" y="285"/>
                    <a:pt x="0" y="633"/>
                  </a:cubicBezTo>
                  <a:cubicBezTo>
                    <a:pt x="0" y="950"/>
                    <a:pt x="285" y="1235"/>
                    <a:pt x="633" y="1235"/>
                  </a:cubicBezTo>
                  <a:cubicBezTo>
                    <a:pt x="950" y="1235"/>
                    <a:pt x="1235" y="950"/>
                    <a:pt x="1235" y="633"/>
                  </a:cubicBezTo>
                  <a:cubicBezTo>
                    <a:pt x="1235" y="285"/>
                    <a:pt x="950" y="0"/>
                    <a:pt x="633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2"/>
            <p:cNvSpPr/>
            <p:nvPr/>
          </p:nvSpPr>
          <p:spPr>
            <a:xfrm>
              <a:off x="3815098" y="2644117"/>
              <a:ext cx="1501819" cy="5998"/>
            </a:xfrm>
            <a:custGeom>
              <a:rect b="b" l="l" r="r" t="t"/>
              <a:pathLst>
                <a:path extrusionOk="0" h="191" w="47821">
                  <a:moveTo>
                    <a:pt x="95" y="0"/>
                  </a:moveTo>
                  <a:cubicBezTo>
                    <a:pt x="32" y="0"/>
                    <a:pt x="0" y="32"/>
                    <a:pt x="0" y="95"/>
                  </a:cubicBezTo>
                  <a:cubicBezTo>
                    <a:pt x="0" y="158"/>
                    <a:pt x="32" y="190"/>
                    <a:pt x="95" y="190"/>
                  </a:cubicBezTo>
                  <a:lnTo>
                    <a:pt x="47694" y="190"/>
                  </a:lnTo>
                  <a:cubicBezTo>
                    <a:pt x="47757" y="190"/>
                    <a:pt x="47789" y="158"/>
                    <a:pt x="47820" y="95"/>
                  </a:cubicBezTo>
                  <a:cubicBezTo>
                    <a:pt x="47820" y="32"/>
                    <a:pt x="47757" y="0"/>
                    <a:pt x="47694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2"/>
            <p:cNvSpPr/>
            <p:nvPr/>
          </p:nvSpPr>
          <p:spPr>
            <a:xfrm>
              <a:off x="5285040" y="2610294"/>
              <a:ext cx="69656" cy="69656"/>
            </a:xfrm>
            <a:custGeom>
              <a:rect b="b" l="l" r="r" t="t"/>
              <a:pathLst>
                <a:path extrusionOk="0" h="2218" w="2218">
                  <a:moveTo>
                    <a:pt x="1109" y="0"/>
                  </a:moveTo>
                  <a:cubicBezTo>
                    <a:pt x="476" y="0"/>
                    <a:pt x="1" y="507"/>
                    <a:pt x="1" y="1109"/>
                  </a:cubicBezTo>
                  <a:cubicBezTo>
                    <a:pt x="1" y="1710"/>
                    <a:pt x="476" y="2217"/>
                    <a:pt x="1109" y="2217"/>
                  </a:cubicBezTo>
                  <a:cubicBezTo>
                    <a:pt x="1711" y="2217"/>
                    <a:pt x="2218" y="1710"/>
                    <a:pt x="2218" y="1109"/>
                  </a:cubicBezTo>
                  <a:cubicBezTo>
                    <a:pt x="2218" y="507"/>
                    <a:pt x="1711" y="0"/>
                    <a:pt x="1109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2"/>
            <p:cNvSpPr/>
            <p:nvPr/>
          </p:nvSpPr>
          <p:spPr>
            <a:xfrm>
              <a:off x="3783253" y="2627190"/>
              <a:ext cx="38817" cy="38817"/>
            </a:xfrm>
            <a:custGeom>
              <a:rect b="b" l="l" r="r" t="t"/>
              <a:pathLst>
                <a:path extrusionOk="0" h="1236" w="1236">
                  <a:moveTo>
                    <a:pt x="602" y="1"/>
                  </a:moveTo>
                  <a:cubicBezTo>
                    <a:pt x="286" y="1"/>
                    <a:pt x="1" y="286"/>
                    <a:pt x="1" y="634"/>
                  </a:cubicBezTo>
                  <a:cubicBezTo>
                    <a:pt x="1" y="982"/>
                    <a:pt x="286" y="1236"/>
                    <a:pt x="602" y="1236"/>
                  </a:cubicBezTo>
                  <a:cubicBezTo>
                    <a:pt x="951" y="1236"/>
                    <a:pt x="1236" y="982"/>
                    <a:pt x="1236" y="634"/>
                  </a:cubicBezTo>
                  <a:cubicBezTo>
                    <a:pt x="1236" y="286"/>
                    <a:pt x="951" y="1"/>
                    <a:pt x="602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2"/>
            <p:cNvSpPr/>
            <p:nvPr/>
          </p:nvSpPr>
          <p:spPr>
            <a:xfrm>
              <a:off x="4100538" y="2017524"/>
              <a:ext cx="1216378" cy="5998"/>
            </a:xfrm>
            <a:custGeom>
              <a:rect b="b" l="l" r="r" t="t"/>
              <a:pathLst>
                <a:path extrusionOk="0" h="191" w="38732">
                  <a:moveTo>
                    <a:pt x="95" y="1"/>
                  </a:moveTo>
                  <a:cubicBezTo>
                    <a:pt x="32" y="1"/>
                    <a:pt x="0" y="32"/>
                    <a:pt x="0" y="96"/>
                  </a:cubicBezTo>
                  <a:cubicBezTo>
                    <a:pt x="0" y="159"/>
                    <a:pt x="32" y="191"/>
                    <a:pt x="95" y="191"/>
                  </a:cubicBezTo>
                  <a:lnTo>
                    <a:pt x="38605" y="191"/>
                  </a:lnTo>
                  <a:cubicBezTo>
                    <a:pt x="38668" y="191"/>
                    <a:pt x="38700" y="159"/>
                    <a:pt x="38731" y="96"/>
                  </a:cubicBezTo>
                  <a:cubicBezTo>
                    <a:pt x="38731" y="32"/>
                    <a:pt x="38668" y="1"/>
                    <a:pt x="38605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2"/>
            <p:cNvSpPr/>
            <p:nvPr/>
          </p:nvSpPr>
          <p:spPr>
            <a:xfrm>
              <a:off x="5285040" y="1983701"/>
              <a:ext cx="69656" cy="69656"/>
            </a:xfrm>
            <a:custGeom>
              <a:rect b="b" l="l" r="r" t="t"/>
              <a:pathLst>
                <a:path extrusionOk="0" h="2218" w="2218">
                  <a:moveTo>
                    <a:pt x="1109" y="1"/>
                  </a:moveTo>
                  <a:cubicBezTo>
                    <a:pt x="476" y="1"/>
                    <a:pt x="1" y="508"/>
                    <a:pt x="1" y="1109"/>
                  </a:cubicBezTo>
                  <a:cubicBezTo>
                    <a:pt x="1" y="1743"/>
                    <a:pt x="476" y="2218"/>
                    <a:pt x="1109" y="2218"/>
                  </a:cubicBezTo>
                  <a:cubicBezTo>
                    <a:pt x="1711" y="2218"/>
                    <a:pt x="2218" y="1743"/>
                    <a:pt x="2218" y="1109"/>
                  </a:cubicBezTo>
                  <a:cubicBezTo>
                    <a:pt x="2218" y="508"/>
                    <a:pt x="1711" y="1"/>
                    <a:pt x="1109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2"/>
            <p:cNvSpPr/>
            <p:nvPr/>
          </p:nvSpPr>
          <p:spPr>
            <a:xfrm>
              <a:off x="4068693" y="2001602"/>
              <a:ext cx="38817" cy="37843"/>
            </a:xfrm>
            <a:custGeom>
              <a:rect b="b" l="l" r="r" t="t"/>
              <a:pathLst>
                <a:path extrusionOk="0" h="1205" w="1236">
                  <a:moveTo>
                    <a:pt x="602" y="1"/>
                  </a:moveTo>
                  <a:cubicBezTo>
                    <a:pt x="286" y="1"/>
                    <a:pt x="1" y="254"/>
                    <a:pt x="1" y="603"/>
                  </a:cubicBezTo>
                  <a:cubicBezTo>
                    <a:pt x="1" y="951"/>
                    <a:pt x="286" y="1204"/>
                    <a:pt x="602" y="1204"/>
                  </a:cubicBezTo>
                  <a:cubicBezTo>
                    <a:pt x="951" y="1204"/>
                    <a:pt x="1236" y="951"/>
                    <a:pt x="1236" y="603"/>
                  </a:cubicBezTo>
                  <a:cubicBezTo>
                    <a:pt x="1236" y="254"/>
                    <a:pt x="951" y="1"/>
                    <a:pt x="602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2"/>
            <p:cNvSpPr/>
            <p:nvPr/>
          </p:nvSpPr>
          <p:spPr>
            <a:xfrm>
              <a:off x="4365094" y="1390963"/>
              <a:ext cx="951823" cy="5998"/>
            </a:xfrm>
            <a:custGeom>
              <a:rect b="b" l="l" r="r" t="t"/>
              <a:pathLst>
                <a:path extrusionOk="0" h="191" w="30308">
                  <a:moveTo>
                    <a:pt x="95" y="0"/>
                  </a:moveTo>
                  <a:cubicBezTo>
                    <a:pt x="63" y="0"/>
                    <a:pt x="0" y="32"/>
                    <a:pt x="0" y="95"/>
                  </a:cubicBezTo>
                  <a:cubicBezTo>
                    <a:pt x="0" y="159"/>
                    <a:pt x="63" y="190"/>
                    <a:pt x="95" y="190"/>
                  </a:cubicBezTo>
                  <a:lnTo>
                    <a:pt x="30181" y="190"/>
                  </a:lnTo>
                  <a:cubicBezTo>
                    <a:pt x="30244" y="190"/>
                    <a:pt x="30276" y="159"/>
                    <a:pt x="30307" y="95"/>
                  </a:cubicBezTo>
                  <a:cubicBezTo>
                    <a:pt x="30307" y="32"/>
                    <a:pt x="30244" y="0"/>
                    <a:pt x="30181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2"/>
            <p:cNvSpPr/>
            <p:nvPr/>
          </p:nvSpPr>
          <p:spPr>
            <a:xfrm>
              <a:off x="5285040" y="1357140"/>
              <a:ext cx="69656" cy="69656"/>
            </a:xfrm>
            <a:custGeom>
              <a:rect b="b" l="l" r="r" t="t"/>
              <a:pathLst>
                <a:path extrusionOk="0" h="2218" w="2218">
                  <a:moveTo>
                    <a:pt x="1109" y="0"/>
                  </a:moveTo>
                  <a:cubicBezTo>
                    <a:pt x="476" y="0"/>
                    <a:pt x="1" y="507"/>
                    <a:pt x="1" y="1109"/>
                  </a:cubicBezTo>
                  <a:cubicBezTo>
                    <a:pt x="1" y="1742"/>
                    <a:pt x="476" y="2217"/>
                    <a:pt x="1109" y="2217"/>
                  </a:cubicBezTo>
                  <a:cubicBezTo>
                    <a:pt x="1711" y="2217"/>
                    <a:pt x="2218" y="1742"/>
                    <a:pt x="2218" y="1109"/>
                  </a:cubicBezTo>
                  <a:cubicBezTo>
                    <a:pt x="2218" y="507"/>
                    <a:pt x="1711" y="0"/>
                    <a:pt x="1109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2"/>
            <p:cNvSpPr/>
            <p:nvPr/>
          </p:nvSpPr>
          <p:spPr>
            <a:xfrm>
              <a:off x="4334254" y="1375041"/>
              <a:ext cx="37812" cy="37812"/>
            </a:xfrm>
            <a:custGeom>
              <a:rect b="b" l="l" r="r" t="t"/>
              <a:pathLst>
                <a:path extrusionOk="0" h="1204" w="1204">
                  <a:moveTo>
                    <a:pt x="602" y="1"/>
                  </a:moveTo>
                  <a:cubicBezTo>
                    <a:pt x="254" y="1"/>
                    <a:pt x="0" y="254"/>
                    <a:pt x="0" y="602"/>
                  </a:cubicBezTo>
                  <a:cubicBezTo>
                    <a:pt x="0" y="951"/>
                    <a:pt x="254" y="1204"/>
                    <a:pt x="602" y="1204"/>
                  </a:cubicBezTo>
                  <a:cubicBezTo>
                    <a:pt x="950" y="1204"/>
                    <a:pt x="1204" y="951"/>
                    <a:pt x="1204" y="602"/>
                  </a:cubicBezTo>
                  <a:cubicBezTo>
                    <a:pt x="1204" y="254"/>
                    <a:pt x="950" y="1"/>
                    <a:pt x="602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2"/>
            <p:cNvSpPr/>
            <p:nvPr/>
          </p:nvSpPr>
          <p:spPr>
            <a:xfrm>
              <a:off x="2131287" y="4264835"/>
              <a:ext cx="37812" cy="20570"/>
            </a:xfrm>
            <a:custGeom>
              <a:rect b="b" l="l" r="r" t="t"/>
              <a:pathLst>
                <a:path extrusionOk="0" h="655" w="1204">
                  <a:moveTo>
                    <a:pt x="538" y="1"/>
                  </a:moveTo>
                  <a:cubicBezTo>
                    <a:pt x="441" y="1"/>
                    <a:pt x="327" y="24"/>
                    <a:pt x="222" y="77"/>
                  </a:cubicBezTo>
                  <a:cubicBezTo>
                    <a:pt x="64" y="140"/>
                    <a:pt x="0" y="267"/>
                    <a:pt x="127" y="362"/>
                  </a:cubicBezTo>
                  <a:lnTo>
                    <a:pt x="444" y="583"/>
                  </a:lnTo>
                  <a:cubicBezTo>
                    <a:pt x="507" y="631"/>
                    <a:pt x="594" y="655"/>
                    <a:pt x="689" y="655"/>
                  </a:cubicBezTo>
                  <a:cubicBezTo>
                    <a:pt x="784" y="655"/>
                    <a:pt x="887" y="631"/>
                    <a:pt x="982" y="583"/>
                  </a:cubicBezTo>
                  <a:cubicBezTo>
                    <a:pt x="1140" y="488"/>
                    <a:pt x="1204" y="362"/>
                    <a:pt x="1077" y="298"/>
                  </a:cubicBezTo>
                  <a:lnTo>
                    <a:pt x="729" y="45"/>
                  </a:lnTo>
                  <a:cubicBezTo>
                    <a:pt x="686" y="17"/>
                    <a:pt x="618" y="1"/>
                    <a:pt x="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2"/>
            <p:cNvSpPr/>
            <p:nvPr/>
          </p:nvSpPr>
          <p:spPr>
            <a:xfrm>
              <a:off x="2018889" y="4226929"/>
              <a:ext cx="343162" cy="177658"/>
            </a:xfrm>
            <a:custGeom>
              <a:rect b="b" l="l" r="r" t="t"/>
              <a:pathLst>
                <a:path extrusionOk="0" h="5657" w="10927">
                  <a:moveTo>
                    <a:pt x="6504" y="366"/>
                  </a:moveTo>
                  <a:cubicBezTo>
                    <a:pt x="7369" y="366"/>
                    <a:pt x="8168" y="534"/>
                    <a:pt x="8741" y="872"/>
                  </a:cubicBezTo>
                  <a:cubicBezTo>
                    <a:pt x="10072" y="1664"/>
                    <a:pt x="9818" y="3184"/>
                    <a:pt x="7981" y="4229"/>
                  </a:cubicBezTo>
                  <a:cubicBezTo>
                    <a:pt x="6956" y="4807"/>
                    <a:pt x="5716" y="5101"/>
                    <a:pt x="4592" y="5101"/>
                  </a:cubicBezTo>
                  <a:cubicBezTo>
                    <a:pt x="3564" y="5101"/>
                    <a:pt x="2634" y="4855"/>
                    <a:pt x="2059" y="4356"/>
                  </a:cubicBezTo>
                  <a:cubicBezTo>
                    <a:pt x="919" y="3405"/>
                    <a:pt x="1648" y="1917"/>
                    <a:pt x="3484" y="1030"/>
                  </a:cubicBezTo>
                  <a:cubicBezTo>
                    <a:pt x="4417" y="589"/>
                    <a:pt x="5505" y="366"/>
                    <a:pt x="6504" y="366"/>
                  </a:cubicBezTo>
                  <a:close/>
                  <a:moveTo>
                    <a:pt x="6698" y="1"/>
                  </a:moveTo>
                  <a:cubicBezTo>
                    <a:pt x="5516" y="1"/>
                    <a:pt x="4229" y="264"/>
                    <a:pt x="3136" y="777"/>
                  </a:cubicBezTo>
                  <a:cubicBezTo>
                    <a:pt x="919" y="1790"/>
                    <a:pt x="1" y="3564"/>
                    <a:pt x="1331" y="4736"/>
                  </a:cubicBezTo>
                  <a:cubicBezTo>
                    <a:pt x="2010" y="5354"/>
                    <a:pt x="3126" y="5656"/>
                    <a:pt x="4366" y="5656"/>
                  </a:cubicBezTo>
                  <a:cubicBezTo>
                    <a:pt x="5731" y="5656"/>
                    <a:pt x="7244" y="5290"/>
                    <a:pt x="8488" y="4577"/>
                  </a:cubicBezTo>
                  <a:cubicBezTo>
                    <a:pt x="10673" y="3310"/>
                    <a:pt x="10927" y="1505"/>
                    <a:pt x="9311" y="587"/>
                  </a:cubicBezTo>
                  <a:cubicBezTo>
                    <a:pt x="8640" y="193"/>
                    <a:pt x="7707" y="1"/>
                    <a:pt x="66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2"/>
            <p:cNvSpPr/>
            <p:nvPr/>
          </p:nvSpPr>
          <p:spPr>
            <a:xfrm>
              <a:off x="1975142" y="4200517"/>
              <a:ext cx="447584" cy="247566"/>
            </a:xfrm>
            <a:custGeom>
              <a:rect b="b" l="l" r="r" t="t"/>
              <a:pathLst>
                <a:path extrusionOk="0" h="7883" w="14252">
                  <a:moveTo>
                    <a:pt x="8355" y="0"/>
                  </a:moveTo>
                  <a:cubicBezTo>
                    <a:pt x="8273" y="0"/>
                    <a:pt x="8190" y="1"/>
                    <a:pt x="8108" y="3"/>
                  </a:cubicBezTo>
                  <a:cubicBezTo>
                    <a:pt x="7918" y="3"/>
                    <a:pt x="7728" y="98"/>
                    <a:pt x="7696" y="193"/>
                  </a:cubicBezTo>
                  <a:cubicBezTo>
                    <a:pt x="7664" y="288"/>
                    <a:pt x="7791" y="351"/>
                    <a:pt x="7981" y="351"/>
                  </a:cubicBezTo>
                  <a:cubicBezTo>
                    <a:pt x="8066" y="349"/>
                    <a:pt x="8150" y="348"/>
                    <a:pt x="8234" y="348"/>
                  </a:cubicBezTo>
                  <a:cubicBezTo>
                    <a:pt x="9495" y="348"/>
                    <a:pt x="10631" y="573"/>
                    <a:pt x="11433" y="1048"/>
                  </a:cubicBezTo>
                  <a:cubicBezTo>
                    <a:pt x="13428" y="2156"/>
                    <a:pt x="13238" y="4310"/>
                    <a:pt x="10578" y="5893"/>
                  </a:cubicBezTo>
                  <a:cubicBezTo>
                    <a:pt x="9060" y="6817"/>
                    <a:pt x="7189" y="7277"/>
                    <a:pt x="5499" y="7277"/>
                  </a:cubicBezTo>
                  <a:cubicBezTo>
                    <a:pt x="3946" y="7277"/>
                    <a:pt x="2545" y="6889"/>
                    <a:pt x="1710" y="6115"/>
                  </a:cubicBezTo>
                  <a:cubicBezTo>
                    <a:pt x="1014" y="5450"/>
                    <a:pt x="855" y="4595"/>
                    <a:pt x="1204" y="3771"/>
                  </a:cubicBezTo>
                  <a:cubicBezTo>
                    <a:pt x="1267" y="3645"/>
                    <a:pt x="1140" y="3550"/>
                    <a:pt x="919" y="3550"/>
                  </a:cubicBezTo>
                  <a:cubicBezTo>
                    <a:pt x="729" y="3581"/>
                    <a:pt x="507" y="3676"/>
                    <a:pt x="444" y="3803"/>
                  </a:cubicBezTo>
                  <a:cubicBezTo>
                    <a:pt x="0" y="4785"/>
                    <a:pt x="159" y="5735"/>
                    <a:pt x="919" y="6495"/>
                  </a:cubicBezTo>
                  <a:cubicBezTo>
                    <a:pt x="1862" y="7423"/>
                    <a:pt x="3476" y="7883"/>
                    <a:pt x="5272" y="7883"/>
                  </a:cubicBezTo>
                  <a:cubicBezTo>
                    <a:pt x="7215" y="7883"/>
                    <a:pt x="9371" y="7343"/>
                    <a:pt x="11116" y="6273"/>
                  </a:cubicBezTo>
                  <a:cubicBezTo>
                    <a:pt x="14093" y="4468"/>
                    <a:pt x="14251" y="1998"/>
                    <a:pt x="12003" y="763"/>
                  </a:cubicBezTo>
                  <a:cubicBezTo>
                    <a:pt x="11046" y="254"/>
                    <a:pt x="9750" y="0"/>
                    <a:pt x="83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2"/>
            <p:cNvSpPr/>
            <p:nvPr/>
          </p:nvSpPr>
          <p:spPr>
            <a:xfrm>
              <a:off x="2117344" y="4264741"/>
              <a:ext cx="155204" cy="87369"/>
            </a:xfrm>
            <a:custGeom>
              <a:rect b="b" l="l" r="r" t="t"/>
              <a:pathLst>
                <a:path extrusionOk="0" h="2782" w="4942">
                  <a:moveTo>
                    <a:pt x="2317" y="1"/>
                  </a:moveTo>
                  <a:cubicBezTo>
                    <a:pt x="1898" y="1"/>
                    <a:pt x="1422" y="107"/>
                    <a:pt x="1014" y="301"/>
                  </a:cubicBezTo>
                  <a:cubicBezTo>
                    <a:pt x="286" y="650"/>
                    <a:pt x="1" y="1220"/>
                    <a:pt x="444" y="1568"/>
                  </a:cubicBezTo>
                  <a:cubicBezTo>
                    <a:pt x="656" y="1723"/>
                    <a:pt x="969" y="1797"/>
                    <a:pt x="1318" y="1797"/>
                  </a:cubicBezTo>
                  <a:cubicBezTo>
                    <a:pt x="1751" y="1797"/>
                    <a:pt x="2240" y="1684"/>
                    <a:pt x="2661" y="1473"/>
                  </a:cubicBezTo>
                  <a:cubicBezTo>
                    <a:pt x="2891" y="1350"/>
                    <a:pt x="3150" y="1285"/>
                    <a:pt x="3378" y="1285"/>
                  </a:cubicBezTo>
                  <a:cubicBezTo>
                    <a:pt x="3559" y="1285"/>
                    <a:pt x="3721" y="1326"/>
                    <a:pt x="3833" y="1410"/>
                  </a:cubicBezTo>
                  <a:cubicBezTo>
                    <a:pt x="4055" y="1568"/>
                    <a:pt x="3960" y="1885"/>
                    <a:pt x="3580" y="2106"/>
                  </a:cubicBezTo>
                  <a:cubicBezTo>
                    <a:pt x="3356" y="2227"/>
                    <a:pt x="3096" y="2282"/>
                    <a:pt x="2864" y="2282"/>
                  </a:cubicBezTo>
                  <a:cubicBezTo>
                    <a:pt x="2668" y="2282"/>
                    <a:pt x="2492" y="2242"/>
                    <a:pt x="2376" y="2170"/>
                  </a:cubicBezTo>
                  <a:cubicBezTo>
                    <a:pt x="2329" y="2122"/>
                    <a:pt x="2242" y="2099"/>
                    <a:pt x="2143" y="2099"/>
                  </a:cubicBezTo>
                  <a:cubicBezTo>
                    <a:pt x="2044" y="2099"/>
                    <a:pt x="1933" y="2122"/>
                    <a:pt x="1838" y="2170"/>
                  </a:cubicBezTo>
                  <a:cubicBezTo>
                    <a:pt x="1648" y="2265"/>
                    <a:pt x="1584" y="2423"/>
                    <a:pt x="1711" y="2518"/>
                  </a:cubicBezTo>
                  <a:cubicBezTo>
                    <a:pt x="1945" y="2694"/>
                    <a:pt x="2294" y="2781"/>
                    <a:pt x="2676" y="2781"/>
                  </a:cubicBezTo>
                  <a:cubicBezTo>
                    <a:pt x="3122" y="2781"/>
                    <a:pt x="3614" y="2662"/>
                    <a:pt x="4023" y="2423"/>
                  </a:cubicBezTo>
                  <a:cubicBezTo>
                    <a:pt x="4783" y="2011"/>
                    <a:pt x="4941" y="1410"/>
                    <a:pt x="4435" y="1061"/>
                  </a:cubicBezTo>
                  <a:cubicBezTo>
                    <a:pt x="4219" y="917"/>
                    <a:pt x="3898" y="845"/>
                    <a:pt x="3544" y="845"/>
                  </a:cubicBezTo>
                  <a:cubicBezTo>
                    <a:pt x="3119" y="845"/>
                    <a:pt x="2647" y="949"/>
                    <a:pt x="2249" y="1156"/>
                  </a:cubicBezTo>
                  <a:cubicBezTo>
                    <a:pt x="2020" y="1280"/>
                    <a:pt x="1761" y="1344"/>
                    <a:pt x="1538" y="1344"/>
                  </a:cubicBezTo>
                  <a:cubicBezTo>
                    <a:pt x="1361" y="1344"/>
                    <a:pt x="1208" y="1304"/>
                    <a:pt x="1109" y="1220"/>
                  </a:cubicBezTo>
                  <a:cubicBezTo>
                    <a:pt x="888" y="1061"/>
                    <a:pt x="1046" y="776"/>
                    <a:pt x="1426" y="586"/>
                  </a:cubicBezTo>
                  <a:cubicBezTo>
                    <a:pt x="1642" y="478"/>
                    <a:pt x="1888" y="422"/>
                    <a:pt x="2107" y="422"/>
                  </a:cubicBezTo>
                  <a:cubicBezTo>
                    <a:pt x="2274" y="422"/>
                    <a:pt x="2425" y="455"/>
                    <a:pt x="2535" y="523"/>
                  </a:cubicBezTo>
                  <a:cubicBezTo>
                    <a:pt x="2577" y="551"/>
                    <a:pt x="2652" y="567"/>
                    <a:pt x="2736" y="567"/>
                  </a:cubicBezTo>
                  <a:cubicBezTo>
                    <a:pt x="2838" y="567"/>
                    <a:pt x="2954" y="544"/>
                    <a:pt x="3041" y="491"/>
                  </a:cubicBezTo>
                  <a:cubicBezTo>
                    <a:pt x="3200" y="428"/>
                    <a:pt x="3263" y="270"/>
                    <a:pt x="3136" y="206"/>
                  </a:cubicBezTo>
                  <a:cubicBezTo>
                    <a:pt x="2941" y="67"/>
                    <a:pt x="2647" y="1"/>
                    <a:pt x="2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2"/>
            <p:cNvSpPr/>
            <p:nvPr/>
          </p:nvSpPr>
          <p:spPr>
            <a:xfrm>
              <a:off x="2221797" y="4328084"/>
              <a:ext cx="43779" cy="25846"/>
            </a:xfrm>
            <a:custGeom>
              <a:rect b="b" l="l" r="r" t="t"/>
              <a:pathLst>
                <a:path extrusionOk="0" h="823" w="1394">
                  <a:moveTo>
                    <a:pt x="580" y="0"/>
                  </a:moveTo>
                  <a:cubicBezTo>
                    <a:pt x="464" y="0"/>
                    <a:pt x="332" y="34"/>
                    <a:pt x="222" y="89"/>
                  </a:cubicBezTo>
                  <a:cubicBezTo>
                    <a:pt x="64" y="184"/>
                    <a:pt x="0" y="343"/>
                    <a:pt x="127" y="438"/>
                  </a:cubicBezTo>
                  <a:lnTo>
                    <a:pt x="602" y="755"/>
                  </a:lnTo>
                  <a:cubicBezTo>
                    <a:pt x="661" y="799"/>
                    <a:pt x="747" y="822"/>
                    <a:pt x="841" y="822"/>
                  </a:cubicBezTo>
                  <a:cubicBezTo>
                    <a:pt x="950" y="822"/>
                    <a:pt x="1070" y="791"/>
                    <a:pt x="1172" y="723"/>
                  </a:cubicBezTo>
                  <a:cubicBezTo>
                    <a:pt x="1330" y="628"/>
                    <a:pt x="1394" y="469"/>
                    <a:pt x="1235" y="374"/>
                  </a:cubicBezTo>
                  <a:lnTo>
                    <a:pt x="792" y="58"/>
                  </a:lnTo>
                  <a:cubicBezTo>
                    <a:pt x="739" y="18"/>
                    <a:pt x="664" y="0"/>
                    <a:pt x="5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2"/>
            <p:cNvSpPr/>
            <p:nvPr/>
          </p:nvSpPr>
          <p:spPr>
            <a:xfrm>
              <a:off x="1772234" y="4120466"/>
              <a:ext cx="568933" cy="267445"/>
            </a:xfrm>
            <a:custGeom>
              <a:rect b="b" l="l" r="r" t="t"/>
              <a:pathLst>
                <a:path extrusionOk="0" h="8516" w="18116">
                  <a:moveTo>
                    <a:pt x="13691" y="256"/>
                  </a:moveTo>
                  <a:cubicBezTo>
                    <a:pt x="14737" y="256"/>
                    <a:pt x="15725" y="365"/>
                    <a:pt x="16595" y="588"/>
                  </a:cubicBezTo>
                  <a:cubicBezTo>
                    <a:pt x="15867" y="652"/>
                    <a:pt x="15075" y="842"/>
                    <a:pt x="14379" y="1127"/>
                  </a:cubicBezTo>
                  <a:cubicBezTo>
                    <a:pt x="13492" y="1538"/>
                    <a:pt x="12922" y="2108"/>
                    <a:pt x="12890" y="2615"/>
                  </a:cubicBezTo>
                  <a:cubicBezTo>
                    <a:pt x="12780" y="2608"/>
                    <a:pt x="12668" y="2605"/>
                    <a:pt x="12553" y="2605"/>
                  </a:cubicBezTo>
                  <a:cubicBezTo>
                    <a:pt x="11641" y="2605"/>
                    <a:pt x="10588" y="2827"/>
                    <a:pt x="9660" y="3249"/>
                  </a:cubicBezTo>
                  <a:cubicBezTo>
                    <a:pt x="8615" y="3724"/>
                    <a:pt x="7855" y="4389"/>
                    <a:pt x="7696" y="4990"/>
                  </a:cubicBezTo>
                  <a:cubicBezTo>
                    <a:pt x="7563" y="4978"/>
                    <a:pt x="7425" y="4972"/>
                    <a:pt x="7283" y="4972"/>
                  </a:cubicBezTo>
                  <a:cubicBezTo>
                    <a:pt x="6313" y="4972"/>
                    <a:pt x="5163" y="5249"/>
                    <a:pt x="4086" y="5719"/>
                  </a:cubicBezTo>
                  <a:cubicBezTo>
                    <a:pt x="3136" y="6130"/>
                    <a:pt x="2313" y="6700"/>
                    <a:pt x="1774" y="7270"/>
                  </a:cubicBezTo>
                  <a:cubicBezTo>
                    <a:pt x="1458" y="5212"/>
                    <a:pt x="3769" y="2900"/>
                    <a:pt x="7221" y="1507"/>
                  </a:cubicBezTo>
                  <a:cubicBezTo>
                    <a:pt x="9306" y="686"/>
                    <a:pt x="11614" y="256"/>
                    <a:pt x="13691" y="256"/>
                  </a:cubicBezTo>
                  <a:close/>
                  <a:moveTo>
                    <a:pt x="13865" y="1"/>
                  </a:moveTo>
                  <a:cubicBezTo>
                    <a:pt x="11625" y="1"/>
                    <a:pt x="9153" y="453"/>
                    <a:pt x="6936" y="1317"/>
                  </a:cubicBezTo>
                  <a:cubicBezTo>
                    <a:pt x="2756" y="2964"/>
                    <a:pt x="1" y="5940"/>
                    <a:pt x="1236" y="8411"/>
                  </a:cubicBezTo>
                  <a:cubicBezTo>
                    <a:pt x="1254" y="8485"/>
                    <a:pt x="1327" y="8516"/>
                    <a:pt x="1429" y="8516"/>
                  </a:cubicBezTo>
                  <a:cubicBezTo>
                    <a:pt x="1501" y="8516"/>
                    <a:pt x="1587" y="8500"/>
                    <a:pt x="1679" y="8474"/>
                  </a:cubicBezTo>
                  <a:cubicBezTo>
                    <a:pt x="1901" y="8411"/>
                    <a:pt x="2059" y="8252"/>
                    <a:pt x="2091" y="8157"/>
                  </a:cubicBezTo>
                  <a:cubicBezTo>
                    <a:pt x="2123" y="7492"/>
                    <a:pt x="3104" y="6605"/>
                    <a:pt x="4403" y="6004"/>
                  </a:cubicBezTo>
                  <a:cubicBezTo>
                    <a:pt x="5275" y="5613"/>
                    <a:pt x="6214" y="5406"/>
                    <a:pt x="6991" y="5406"/>
                  </a:cubicBezTo>
                  <a:cubicBezTo>
                    <a:pt x="7285" y="5406"/>
                    <a:pt x="7556" y="5436"/>
                    <a:pt x="7791" y="5497"/>
                  </a:cubicBezTo>
                  <a:cubicBezTo>
                    <a:pt x="7825" y="5506"/>
                    <a:pt x="7862" y="5509"/>
                    <a:pt x="7899" y="5509"/>
                  </a:cubicBezTo>
                  <a:cubicBezTo>
                    <a:pt x="8003" y="5509"/>
                    <a:pt x="8119" y="5480"/>
                    <a:pt x="8235" y="5434"/>
                  </a:cubicBezTo>
                  <a:cubicBezTo>
                    <a:pt x="8361" y="5370"/>
                    <a:pt x="8425" y="5275"/>
                    <a:pt x="8425" y="5180"/>
                  </a:cubicBezTo>
                  <a:cubicBezTo>
                    <a:pt x="8298" y="4642"/>
                    <a:pt x="8963" y="3945"/>
                    <a:pt x="10008" y="3470"/>
                  </a:cubicBezTo>
                  <a:cubicBezTo>
                    <a:pt x="10757" y="3143"/>
                    <a:pt x="11609" y="2953"/>
                    <a:pt x="12348" y="2953"/>
                  </a:cubicBezTo>
                  <a:cubicBezTo>
                    <a:pt x="12609" y="2953"/>
                    <a:pt x="12857" y="2977"/>
                    <a:pt x="13080" y="3027"/>
                  </a:cubicBezTo>
                  <a:cubicBezTo>
                    <a:pt x="13106" y="3035"/>
                    <a:pt x="13136" y="3039"/>
                    <a:pt x="13168" y="3039"/>
                  </a:cubicBezTo>
                  <a:cubicBezTo>
                    <a:pt x="13258" y="3039"/>
                    <a:pt x="13367" y="3010"/>
                    <a:pt x="13460" y="2964"/>
                  </a:cubicBezTo>
                  <a:cubicBezTo>
                    <a:pt x="13587" y="2932"/>
                    <a:pt x="13619" y="2837"/>
                    <a:pt x="13587" y="2774"/>
                  </a:cubicBezTo>
                  <a:cubicBezTo>
                    <a:pt x="13397" y="2330"/>
                    <a:pt x="13872" y="1760"/>
                    <a:pt x="14759" y="1348"/>
                  </a:cubicBezTo>
                  <a:cubicBezTo>
                    <a:pt x="15435" y="1035"/>
                    <a:pt x="16295" y="849"/>
                    <a:pt x="17016" y="849"/>
                  </a:cubicBezTo>
                  <a:cubicBezTo>
                    <a:pt x="17241" y="849"/>
                    <a:pt x="17452" y="867"/>
                    <a:pt x="17640" y="905"/>
                  </a:cubicBezTo>
                  <a:cubicBezTo>
                    <a:pt x="17736" y="905"/>
                    <a:pt x="17894" y="905"/>
                    <a:pt x="17989" y="842"/>
                  </a:cubicBezTo>
                  <a:cubicBezTo>
                    <a:pt x="17989" y="842"/>
                    <a:pt x="18021" y="842"/>
                    <a:pt x="18021" y="810"/>
                  </a:cubicBezTo>
                  <a:cubicBezTo>
                    <a:pt x="18116" y="747"/>
                    <a:pt x="18116" y="683"/>
                    <a:pt x="17989" y="652"/>
                  </a:cubicBezTo>
                  <a:cubicBezTo>
                    <a:pt x="16829" y="214"/>
                    <a:pt x="15402" y="1"/>
                    <a:pt x="138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2"/>
            <p:cNvSpPr/>
            <p:nvPr/>
          </p:nvSpPr>
          <p:spPr>
            <a:xfrm>
              <a:off x="1959219" y="4208274"/>
              <a:ext cx="79612" cy="85076"/>
            </a:xfrm>
            <a:custGeom>
              <a:rect b="b" l="l" r="r" t="t"/>
              <a:pathLst>
                <a:path extrusionOk="0" h="2709" w="2535">
                  <a:moveTo>
                    <a:pt x="760" y="1"/>
                  </a:moveTo>
                  <a:cubicBezTo>
                    <a:pt x="731" y="1"/>
                    <a:pt x="699" y="4"/>
                    <a:pt x="666" y="9"/>
                  </a:cubicBezTo>
                  <a:cubicBezTo>
                    <a:pt x="476" y="41"/>
                    <a:pt x="317" y="136"/>
                    <a:pt x="286" y="231"/>
                  </a:cubicBezTo>
                  <a:cubicBezTo>
                    <a:pt x="1" y="1181"/>
                    <a:pt x="1679" y="2574"/>
                    <a:pt x="1742" y="2638"/>
                  </a:cubicBezTo>
                  <a:cubicBezTo>
                    <a:pt x="1790" y="2685"/>
                    <a:pt x="1877" y="2709"/>
                    <a:pt x="1972" y="2709"/>
                  </a:cubicBezTo>
                  <a:cubicBezTo>
                    <a:pt x="2067" y="2709"/>
                    <a:pt x="2170" y="2685"/>
                    <a:pt x="2249" y="2638"/>
                  </a:cubicBezTo>
                  <a:cubicBezTo>
                    <a:pt x="2439" y="2543"/>
                    <a:pt x="2534" y="2416"/>
                    <a:pt x="2407" y="2321"/>
                  </a:cubicBezTo>
                  <a:cubicBezTo>
                    <a:pt x="2407" y="2321"/>
                    <a:pt x="729" y="991"/>
                    <a:pt x="951" y="136"/>
                  </a:cubicBezTo>
                  <a:cubicBezTo>
                    <a:pt x="977" y="58"/>
                    <a:pt x="89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2"/>
            <p:cNvSpPr/>
            <p:nvPr/>
          </p:nvSpPr>
          <p:spPr>
            <a:xfrm>
              <a:off x="2071618" y="4165532"/>
              <a:ext cx="129326" cy="50405"/>
            </a:xfrm>
            <a:custGeom>
              <a:rect b="b" l="l" r="r" t="t"/>
              <a:pathLst>
                <a:path extrusionOk="0" h="1605" w="4118">
                  <a:moveTo>
                    <a:pt x="421" y="0"/>
                  </a:moveTo>
                  <a:cubicBezTo>
                    <a:pt x="284" y="0"/>
                    <a:pt x="142" y="57"/>
                    <a:pt x="64" y="135"/>
                  </a:cubicBezTo>
                  <a:cubicBezTo>
                    <a:pt x="0" y="230"/>
                    <a:pt x="64" y="293"/>
                    <a:pt x="222" y="293"/>
                  </a:cubicBezTo>
                  <a:cubicBezTo>
                    <a:pt x="1647" y="420"/>
                    <a:pt x="3420" y="1560"/>
                    <a:pt x="3452" y="1560"/>
                  </a:cubicBezTo>
                  <a:cubicBezTo>
                    <a:pt x="3495" y="1589"/>
                    <a:pt x="3563" y="1604"/>
                    <a:pt x="3640" y="1604"/>
                  </a:cubicBezTo>
                  <a:cubicBezTo>
                    <a:pt x="3734" y="1604"/>
                    <a:pt x="3840" y="1581"/>
                    <a:pt x="3927" y="1529"/>
                  </a:cubicBezTo>
                  <a:cubicBezTo>
                    <a:pt x="4086" y="1465"/>
                    <a:pt x="4117" y="1370"/>
                    <a:pt x="4022" y="1307"/>
                  </a:cubicBezTo>
                  <a:cubicBezTo>
                    <a:pt x="3927" y="1244"/>
                    <a:pt x="2090" y="103"/>
                    <a:pt x="507" y="8"/>
                  </a:cubicBezTo>
                  <a:cubicBezTo>
                    <a:pt x="479" y="3"/>
                    <a:pt x="450" y="0"/>
                    <a:pt x="4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2"/>
            <p:cNvSpPr/>
            <p:nvPr/>
          </p:nvSpPr>
          <p:spPr>
            <a:xfrm>
              <a:off x="1585280" y="3720209"/>
              <a:ext cx="1518714" cy="456534"/>
            </a:xfrm>
            <a:custGeom>
              <a:rect b="b" l="l" r="r" t="t"/>
              <a:pathLst>
                <a:path extrusionOk="0" h="14537" w="48359">
                  <a:moveTo>
                    <a:pt x="0" y="1"/>
                  </a:moveTo>
                  <a:lnTo>
                    <a:pt x="23562" y="12985"/>
                  </a:lnTo>
                  <a:lnTo>
                    <a:pt x="24164" y="14537"/>
                  </a:lnTo>
                  <a:lnTo>
                    <a:pt x="24765" y="12985"/>
                  </a:lnTo>
                  <a:lnTo>
                    <a:pt x="48359" y="1"/>
                  </a:lnTo>
                  <a:lnTo>
                    <a:pt x="48359" y="1"/>
                  </a:lnTo>
                  <a:lnTo>
                    <a:pt x="24164" y="1187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2"/>
            <p:cNvSpPr/>
            <p:nvPr/>
          </p:nvSpPr>
          <p:spPr>
            <a:xfrm>
              <a:off x="1585280" y="3317409"/>
              <a:ext cx="1518714" cy="803654"/>
            </a:xfrm>
            <a:custGeom>
              <a:rect b="b" l="l" r="r" t="t"/>
              <a:pathLst>
                <a:path extrusionOk="0" h="25590" w="48359">
                  <a:moveTo>
                    <a:pt x="24164" y="1"/>
                  </a:moveTo>
                  <a:lnTo>
                    <a:pt x="0" y="12827"/>
                  </a:lnTo>
                  <a:lnTo>
                    <a:pt x="24164" y="25589"/>
                  </a:lnTo>
                  <a:lnTo>
                    <a:pt x="48359" y="12827"/>
                  </a:lnTo>
                  <a:lnTo>
                    <a:pt x="24164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2"/>
            <p:cNvSpPr/>
            <p:nvPr/>
          </p:nvSpPr>
          <p:spPr>
            <a:xfrm>
              <a:off x="1585280" y="3720209"/>
              <a:ext cx="758870" cy="456534"/>
            </a:xfrm>
            <a:custGeom>
              <a:rect b="b" l="l" r="r" t="t"/>
              <a:pathLst>
                <a:path extrusionOk="0" h="14537" w="24164">
                  <a:moveTo>
                    <a:pt x="0" y="1"/>
                  </a:moveTo>
                  <a:lnTo>
                    <a:pt x="0" y="1743"/>
                  </a:lnTo>
                  <a:lnTo>
                    <a:pt x="24164" y="14537"/>
                  </a:lnTo>
                  <a:lnTo>
                    <a:pt x="24164" y="1276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2"/>
            <p:cNvSpPr/>
            <p:nvPr/>
          </p:nvSpPr>
          <p:spPr>
            <a:xfrm>
              <a:off x="2344119" y="3720209"/>
              <a:ext cx="759875" cy="456534"/>
            </a:xfrm>
            <a:custGeom>
              <a:rect b="b" l="l" r="r" t="t"/>
              <a:pathLst>
                <a:path extrusionOk="0" h="14537" w="24196">
                  <a:moveTo>
                    <a:pt x="24196" y="1"/>
                  </a:moveTo>
                  <a:lnTo>
                    <a:pt x="1" y="12763"/>
                  </a:lnTo>
                  <a:lnTo>
                    <a:pt x="1" y="14537"/>
                  </a:lnTo>
                  <a:lnTo>
                    <a:pt x="24196" y="1743"/>
                  </a:lnTo>
                  <a:lnTo>
                    <a:pt x="24196" y="1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2"/>
            <p:cNvSpPr/>
            <p:nvPr/>
          </p:nvSpPr>
          <p:spPr>
            <a:xfrm>
              <a:off x="1747393" y="3737702"/>
              <a:ext cx="1129858" cy="307769"/>
            </a:xfrm>
            <a:custGeom>
              <a:rect b="b" l="l" r="r" t="t"/>
              <a:pathLst>
                <a:path extrusionOk="0" h="9800" w="35977">
                  <a:moveTo>
                    <a:pt x="104" y="1"/>
                  </a:moveTo>
                  <a:cubicBezTo>
                    <a:pt x="63" y="1"/>
                    <a:pt x="32" y="23"/>
                    <a:pt x="32" y="45"/>
                  </a:cubicBezTo>
                  <a:cubicBezTo>
                    <a:pt x="0" y="109"/>
                    <a:pt x="0" y="172"/>
                    <a:pt x="63" y="172"/>
                  </a:cubicBezTo>
                  <a:lnTo>
                    <a:pt x="18241" y="9673"/>
                  </a:lnTo>
                  <a:cubicBezTo>
                    <a:pt x="18400" y="9768"/>
                    <a:pt x="18622" y="9799"/>
                    <a:pt x="18812" y="9799"/>
                  </a:cubicBezTo>
                  <a:cubicBezTo>
                    <a:pt x="19002" y="9799"/>
                    <a:pt x="19192" y="9768"/>
                    <a:pt x="19350" y="9673"/>
                  </a:cubicBezTo>
                  <a:lnTo>
                    <a:pt x="35913" y="1027"/>
                  </a:lnTo>
                  <a:cubicBezTo>
                    <a:pt x="35944" y="996"/>
                    <a:pt x="35976" y="964"/>
                    <a:pt x="35944" y="901"/>
                  </a:cubicBezTo>
                  <a:cubicBezTo>
                    <a:pt x="35922" y="878"/>
                    <a:pt x="35900" y="856"/>
                    <a:pt x="35866" y="856"/>
                  </a:cubicBezTo>
                  <a:cubicBezTo>
                    <a:pt x="35852" y="856"/>
                    <a:pt x="35836" y="860"/>
                    <a:pt x="35818" y="869"/>
                  </a:cubicBezTo>
                  <a:lnTo>
                    <a:pt x="19255" y="9514"/>
                  </a:lnTo>
                  <a:cubicBezTo>
                    <a:pt x="19112" y="9578"/>
                    <a:pt x="18954" y="9609"/>
                    <a:pt x="18796" y="9609"/>
                  </a:cubicBezTo>
                  <a:cubicBezTo>
                    <a:pt x="18637" y="9609"/>
                    <a:pt x="18479" y="9578"/>
                    <a:pt x="18336" y="9514"/>
                  </a:cubicBezTo>
                  <a:lnTo>
                    <a:pt x="158" y="14"/>
                  </a:lnTo>
                  <a:cubicBezTo>
                    <a:pt x="140" y="5"/>
                    <a:pt x="121" y="1"/>
                    <a:pt x="1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2"/>
            <p:cNvSpPr/>
            <p:nvPr/>
          </p:nvSpPr>
          <p:spPr>
            <a:xfrm>
              <a:off x="1726508" y="3723193"/>
              <a:ext cx="29866" cy="20916"/>
            </a:xfrm>
            <a:custGeom>
              <a:rect b="b" l="l" r="r" t="t"/>
              <a:pathLst>
                <a:path extrusionOk="0" h="666" w="951">
                  <a:moveTo>
                    <a:pt x="475" y="1"/>
                  </a:moveTo>
                  <a:cubicBezTo>
                    <a:pt x="222" y="1"/>
                    <a:pt x="0" y="127"/>
                    <a:pt x="0" y="317"/>
                  </a:cubicBezTo>
                  <a:cubicBezTo>
                    <a:pt x="0" y="507"/>
                    <a:pt x="222" y="666"/>
                    <a:pt x="475" y="666"/>
                  </a:cubicBezTo>
                  <a:cubicBezTo>
                    <a:pt x="728" y="666"/>
                    <a:pt x="950" y="507"/>
                    <a:pt x="950" y="317"/>
                  </a:cubicBezTo>
                  <a:cubicBezTo>
                    <a:pt x="950" y="127"/>
                    <a:pt x="728" y="1"/>
                    <a:pt x="4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2"/>
            <p:cNvSpPr/>
            <p:nvPr/>
          </p:nvSpPr>
          <p:spPr>
            <a:xfrm>
              <a:off x="2834445" y="3723193"/>
              <a:ext cx="108441" cy="62684"/>
            </a:xfrm>
            <a:custGeom>
              <a:rect b="b" l="l" r="r" t="t"/>
              <a:pathLst>
                <a:path extrusionOk="0" h="1996" w="3453">
                  <a:moveTo>
                    <a:pt x="3136" y="222"/>
                  </a:moveTo>
                  <a:lnTo>
                    <a:pt x="2312" y="1774"/>
                  </a:lnTo>
                  <a:lnTo>
                    <a:pt x="412" y="919"/>
                  </a:lnTo>
                  <a:lnTo>
                    <a:pt x="3136" y="222"/>
                  </a:lnTo>
                  <a:close/>
                  <a:moveTo>
                    <a:pt x="3326" y="1"/>
                  </a:moveTo>
                  <a:lnTo>
                    <a:pt x="95" y="792"/>
                  </a:lnTo>
                  <a:cubicBezTo>
                    <a:pt x="32" y="824"/>
                    <a:pt x="0" y="856"/>
                    <a:pt x="0" y="887"/>
                  </a:cubicBezTo>
                  <a:cubicBezTo>
                    <a:pt x="0" y="919"/>
                    <a:pt x="32" y="983"/>
                    <a:pt x="64" y="983"/>
                  </a:cubicBezTo>
                  <a:lnTo>
                    <a:pt x="2312" y="1996"/>
                  </a:lnTo>
                  <a:lnTo>
                    <a:pt x="2344" y="1996"/>
                  </a:lnTo>
                  <a:cubicBezTo>
                    <a:pt x="2376" y="1996"/>
                    <a:pt x="2407" y="1996"/>
                    <a:pt x="2439" y="1964"/>
                  </a:cubicBezTo>
                  <a:lnTo>
                    <a:pt x="3421" y="127"/>
                  </a:lnTo>
                  <a:cubicBezTo>
                    <a:pt x="3452" y="96"/>
                    <a:pt x="3452" y="64"/>
                    <a:pt x="3421" y="32"/>
                  </a:cubicBezTo>
                  <a:cubicBezTo>
                    <a:pt x="3389" y="1"/>
                    <a:pt x="3357" y="1"/>
                    <a:pt x="33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2"/>
            <p:cNvSpPr/>
            <p:nvPr/>
          </p:nvSpPr>
          <p:spPr>
            <a:xfrm>
              <a:off x="2145200" y="3624236"/>
              <a:ext cx="543087" cy="287010"/>
            </a:xfrm>
            <a:custGeom>
              <a:rect b="b" l="l" r="r" t="t"/>
              <a:pathLst>
                <a:path extrusionOk="0" h="9139" w="17293">
                  <a:moveTo>
                    <a:pt x="13207" y="397"/>
                  </a:moveTo>
                  <a:lnTo>
                    <a:pt x="16500" y="2265"/>
                  </a:lnTo>
                  <a:lnTo>
                    <a:pt x="4529" y="8662"/>
                  </a:lnTo>
                  <a:lnTo>
                    <a:pt x="919" y="6699"/>
                  </a:lnTo>
                  <a:lnTo>
                    <a:pt x="13207" y="397"/>
                  </a:lnTo>
                  <a:close/>
                  <a:moveTo>
                    <a:pt x="13282" y="1"/>
                  </a:moveTo>
                  <a:cubicBezTo>
                    <a:pt x="13199" y="1"/>
                    <a:pt x="13112" y="17"/>
                    <a:pt x="13048" y="48"/>
                  </a:cubicBezTo>
                  <a:lnTo>
                    <a:pt x="191" y="6604"/>
                  </a:lnTo>
                  <a:cubicBezTo>
                    <a:pt x="32" y="6699"/>
                    <a:pt x="1" y="6825"/>
                    <a:pt x="127" y="6889"/>
                  </a:cubicBezTo>
                  <a:lnTo>
                    <a:pt x="4181" y="9106"/>
                  </a:lnTo>
                  <a:cubicBezTo>
                    <a:pt x="4226" y="9128"/>
                    <a:pt x="4283" y="9138"/>
                    <a:pt x="4344" y="9138"/>
                  </a:cubicBezTo>
                  <a:cubicBezTo>
                    <a:pt x="4457" y="9138"/>
                    <a:pt x="4585" y="9104"/>
                    <a:pt x="4688" y="9042"/>
                  </a:cubicBezTo>
                  <a:lnTo>
                    <a:pt x="17134" y="2360"/>
                  </a:lnTo>
                  <a:cubicBezTo>
                    <a:pt x="17260" y="2297"/>
                    <a:pt x="17292" y="2170"/>
                    <a:pt x="17197" y="2107"/>
                  </a:cubicBezTo>
                  <a:lnTo>
                    <a:pt x="13492" y="48"/>
                  </a:lnTo>
                  <a:cubicBezTo>
                    <a:pt x="13444" y="17"/>
                    <a:pt x="13365" y="1"/>
                    <a:pt x="132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2"/>
            <p:cNvSpPr/>
            <p:nvPr/>
          </p:nvSpPr>
          <p:spPr>
            <a:xfrm>
              <a:off x="2318273" y="3710003"/>
              <a:ext cx="215847" cy="105489"/>
            </a:xfrm>
            <a:custGeom>
              <a:rect b="b" l="l" r="r" t="t"/>
              <a:pathLst>
                <a:path extrusionOk="0" h="3359" w="6873">
                  <a:moveTo>
                    <a:pt x="3395" y="345"/>
                  </a:moveTo>
                  <a:cubicBezTo>
                    <a:pt x="4045" y="345"/>
                    <a:pt x="4697" y="488"/>
                    <a:pt x="5194" y="769"/>
                  </a:cubicBezTo>
                  <a:cubicBezTo>
                    <a:pt x="6144" y="1307"/>
                    <a:pt x="6144" y="2131"/>
                    <a:pt x="5226" y="2638"/>
                  </a:cubicBezTo>
                  <a:cubicBezTo>
                    <a:pt x="4772" y="2879"/>
                    <a:pt x="4174" y="2999"/>
                    <a:pt x="3570" y="2999"/>
                  </a:cubicBezTo>
                  <a:cubicBezTo>
                    <a:pt x="2908" y="2999"/>
                    <a:pt x="2239" y="2856"/>
                    <a:pt x="1742" y="2574"/>
                  </a:cubicBezTo>
                  <a:cubicBezTo>
                    <a:pt x="760" y="2068"/>
                    <a:pt x="792" y="1212"/>
                    <a:pt x="1742" y="706"/>
                  </a:cubicBezTo>
                  <a:cubicBezTo>
                    <a:pt x="2211" y="464"/>
                    <a:pt x="2802" y="345"/>
                    <a:pt x="3395" y="345"/>
                  </a:cubicBezTo>
                  <a:close/>
                  <a:moveTo>
                    <a:pt x="3510" y="1"/>
                  </a:moveTo>
                  <a:cubicBezTo>
                    <a:pt x="2733" y="1"/>
                    <a:pt x="1949" y="159"/>
                    <a:pt x="1330" y="484"/>
                  </a:cubicBezTo>
                  <a:cubicBezTo>
                    <a:pt x="63" y="1117"/>
                    <a:pt x="0" y="2194"/>
                    <a:pt x="1204" y="2859"/>
                  </a:cubicBezTo>
                  <a:cubicBezTo>
                    <a:pt x="1805" y="3192"/>
                    <a:pt x="2605" y="3358"/>
                    <a:pt x="3409" y="3358"/>
                  </a:cubicBezTo>
                  <a:cubicBezTo>
                    <a:pt x="4212" y="3358"/>
                    <a:pt x="5020" y="3192"/>
                    <a:pt x="5637" y="2859"/>
                  </a:cubicBezTo>
                  <a:cubicBezTo>
                    <a:pt x="6841" y="2194"/>
                    <a:pt x="6872" y="1149"/>
                    <a:pt x="5732" y="516"/>
                  </a:cubicBezTo>
                  <a:cubicBezTo>
                    <a:pt x="5132" y="175"/>
                    <a:pt x="4325" y="1"/>
                    <a:pt x="35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2"/>
            <p:cNvSpPr/>
            <p:nvPr/>
          </p:nvSpPr>
          <p:spPr>
            <a:xfrm>
              <a:off x="2286428" y="3783490"/>
              <a:ext cx="101470" cy="53514"/>
            </a:xfrm>
            <a:custGeom>
              <a:rect b="b" l="l" r="r" t="t"/>
              <a:pathLst>
                <a:path extrusionOk="0" h="1704" w="3231">
                  <a:moveTo>
                    <a:pt x="448" y="0"/>
                  </a:moveTo>
                  <a:cubicBezTo>
                    <a:pt x="405" y="0"/>
                    <a:pt x="360" y="4"/>
                    <a:pt x="317" y="13"/>
                  </a:cubicBezTo>
                  <a:cubicBezTo>
                    <a:pt x="127" y="76"/>
                    <a:pt x="1" y="171"/>
                    <a:pt x="64" y="266"/>
                  </a:cubicBezTo>
                  <a:cubicBezTo>
                    <a:pt x="254" y="614"/>
                    <a:pt x="571" y="899"/>
                    <a:pt x="1014" y="1153"/>
                  </a:cubicBezTo>
                  <a:cubicBezTo>
                    <a:pt x="1489" y="1406"/>
                    <a:pt x="2028" y="1596"/>
                    <a:pt x="2661" y="1691"/>
                  </a:cubicBezTo>
                  <a:cubicBezTo>
                    <a:pt x="2695" y="1700"/>
                    <a:pt x="2731" y="1703"/>
                    <a:pt x="2768" y="1703"/>
                  </a:cubicBezTo>
                  <a:cubicBezTo>
                    <a:pt x="2868" y="1703"/>
                    <a:pt x="2971" y="1674"/>
                    <a:pt x="3041" y="1628"/>
                  </a:cubicBezTo>
                  <a:cubicBezTo>
                    <a:pt x="3073" y="1596"/>
                    <a:pt x="3104" y="1596"/>
                    <a:pt x="3136" y="1564"/>
                  </a:cubicBezTo>
                  <a:cubicBezTo>
                    <a:pt x="3231" y="1469"/>
                    <a:pt x="3168" y="1374"/>
                    <a:pt x="3009" y="1343"/>
                  </a:cubicBezTo>
                  <a:cubicBezTo>
                    <a:pt x="2439" y="1248"/>
                    <a:pt x="1964" y="1089"/>
                    <a:pt x="1584" y="868"/>
                  </a:cubicBezTo>
                  <a:cubicBezTo>
                    <a:pt x="1172" y="646"/>
                    <a:pt x="887" y="393"/>
                    <a:pt x="729" y="76"/>
                  </a:cubicBezTo>
                  <a:cubicBezTo>
                    <a:pt x="683" y="30"/>
                    <a:pt x="569" y="0"/>
                    <a:pt x="4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2"/>
            <p:cNvSpPr/>
            <p:nvPr/>
          </p:nvSpPr>
          <p:spPr>
            <a:xfrm>
              <a:off x="2466442" y="3690123"/>
              <a:ext cx="96508" cy="52384"/>
            </a:xfrm>
            <a:custGeom>
              <a:rect b="b" l="l" r="r" t="t"/>
              <a:pathLst>
                <a:path extrusionOk="0" h="1668" w="3073">
                  <a:moveTo>
                    <a:pt x="453" y="0"/>
                  </a:moveTo>
                  <a:cubicBezTo>
                    <a:pt x="317" y="0"/>
                    <a:pt x="174" y="57"/>
                    <a:pt x="96" y="135"/>
                  </a:cubicBezTo>
                  <a:cubicBezTo>
                    <a:pt x="1" y="230"/>
                    <a:pt x="64" y="325"/>
                    <a:pt x="223" y="357"/>
                  </a:cubicBezTo>
                  <a:cubicBezTo>
                    <a:pt x="761" y="452"/>
                    <a:pt x="1204" y="610"/>
                    <a:pt x="1616" y="800"/>
                  </a:cubicBezTo>
                  <a:cubicBezTo>
                    <a:pt x="1996" y="1022"/>
                    <a:pt x="2249" y="1275"/>
                    <a:pt x="2408" y="1560"/>
                  </a:cubicBezTo>
                  <a:cubicBezTo>
                    <a:pt x="2455" y="1632"/>
                    <a:pt x="2556" y="1667"/>
                    <a:pt x="2684" y="1667"/>
                  </a:cubicBezTo>
                  <a:cubicBezTo>
                    <a:pt x="2726" y="1667"/>
                    <a:pt x="2772" y="1663"/>
                    <a:pt x="2819" y="1655"/>
                  </a:cubicBezTo>
                  <a:cubicBezTo>
                    <a:pt x="2851" y="1624"/>
                    <a:pt x="2883" y="1624"/>
                    <a:pt x="2914" y="1592"/>
                  </a:cubicBezTo>
                  <a:cubicBezTo>
                    <a:pt x="3041" y="1560"/>
                    <a:pt x="3073" y="1465"/>
                    <a:pt x="3041" y="1402"/>
                  </a:cubicBezTo>
                  <a:cubicBezTo>
                    <a:pt x="2851" y="1085"/>
                    <a:pt x="2534" y="800"/>
                    <a:pt x="2091" y="547"/>
                  </a:cubicBezTo>
                  <a:cubicBezTo>
                    <a:pt x="1679" y="294"/>
                    <a:pt x="1141" y="135"/>
                    <a:pt x="539" y="9"/>
                  </a:cubicBezTo>
                  <a:cubicBezTo>
                    <a:pt x="511" y="3"/>
                    <a:pt x="482" y="0"/>
                    <a:pt x="4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2"/>
            <p:cNvSpPr/>
            <p:nvPr/>
          </p:nvSpPr>
          <p:spPr>
            <a:xfrm>
              <a:off x="2386893" y="3740717"/>
              <a:ext cx="28861" cy="13850"/>
            </a:xfrm>
            <a:custGeom>
              <a:rect b="b" l="l" r="r" t="t"/>
              <a:pathLst>
                <a:path extrusionOk="0" h="441" w="919">
                  <a:moveTo>
                    <a:pt x="446" y="0"/>
                  </a:moveTo>
                  <a:cubicBezTo>
                    <a:pt x="352" y="0"/>
                    <a:pt x="246" y="24"/>
                    <a:pt x="159" y="76"/>
                  </a:cubicBezTo>
                  <a:cubicBezTo>
                    <a:pt x="32" y="139"/>
                    <a:pt x="0" y="234"/>
                    <a:pt x="95" y="329"/>
                  </a:cubicBezTo>
                  <a:lnTo>
                    <a:pt x="254" y="393"/>
                  </a:lnTo>
                  <a:cubicBezTo>
                    <a:pt x="317" y="425"/>
                    <a:pt x="404" y="440"/>
                    <a:pt x="491" y="440"/>
                  </a:cubicBezTo>
                  <a:cubicBezTo>
                    <a:pt x="578" y="440"/>
                    <a:pt x="665" y="425"/>
                    <a:pt x="729" y="393"/>
                  </a:cubicBezTo>
                  <a:cubicBezTo>
                    <a:pt x="887" y="298"/>
                    <a:pt x="919" y="203"/>
                    <a:pt x="792" y="139"/>
                  </a:cubicBezTo>
                  <a:lnTo>
                    <a:pt x="634" y="44"/>
                  </a:lnTo>
                  <a:cubicBezTo>
                    <a:pt x="591" y="16"/>
                    <a:pt x="523" y="0"/>
                    <a:pt x="4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2"/>
            <p:cNvSpPr/>
            <p:nvPr/>
          </p:nvSpPr>
          <p:spPr>
            <a:xfrm>
              <a:off x="2379921" y="3739178"/>
              <a:ext cx="94529" cy="46574"/>
            </a:xfrm>
            <a:custGeom>
              <a:rect b="b" l="l" r="r" t="t"/>
              <a:pathLst>
                <a:path extrusionOk="0" h="1483" w="3010">
                  <a:moveTo>
                    <a:pt x="1370" y="0"/>
                  </a:moveTo>
                  <a:cubicBezTo>
                    <a:pt x="1092" y="0"/>
                    <a:pt x="786" y="65"/>
                    <a:pt x="539" y="188"/>
                  </a:cubicBezTo>
                  <a:cubicBezTo>
                    <a:pt x="96" y="442"/>
                    <a:pt x="1" y="759"/>
                    <a:pt x="349" y="949"/>
                  </a:cubicBezTo>
                  <a:cubicBezTo>
                    <a:pt x="478" y="1026"/>
                    <a:pt x="658" y="1061"/>
                    <a:pt x="857" y="1061"/>
                  </a:cubicBezTo>
                  <a:cubicBezTo>
                    <a:pt x="1149" y="1061"/>
                    <a:pt x="1479" y="985"/>
                    <a:pt x="1742" y="854"/>
                  </a:cubicBezTo>
                  <a:cubicBezTo>
                    <a:pt x="1821" y="814"/>
                    <a:pt x="1935" y="787"/>
                    <a:pt x="2034" y="787"/>
                  </a:cubicBezTo>
                  <a:cubicBezTo>
                    <a:pt x="2095" y="787"/>
                    <a:pt x="2150" y="798"/>
                    <a:pt x="2186" y="822"/>
                  </a:cubicBezTo>
                  <a:cubicBezTo>
                    <a:pt x="2281" y="854"/>
                    <a:pt x="2249" y="980"/>
                    <a:pt x="2091" y="1044"/>
                  </a:cubicBezTo>
                  <a:cubicBezTo>
                    <a:pt x="1990" y="1104"/>
                    <a:pt x="1877" y="1126"/>
                    <a:pt x="1784" y="1126"/>
                  </a:cubicBezTo>
                  <a:cubicBezTo>
                    <a:pt x="1730" y="1126"/>
                    <a:pt x="1682" y="1118"/>
                    <a:pt x="1647" y="1107"/>
                  </a:cubicBezTo>
                  <a:cubicBezTo>
                    <a:pt x="1584" y="1075"/>
                    <a:pt x="1505" y="1059"/>
                    <a:pt x="1422" y="1059"/>
                  </a:cubicBezTo>
                  <a:cubicBezTo>
                    <a:pt x="1339" y="1059"/>
                    <a:pt x="1252" y="1075"/>
                    <a:pt x="1172" y="1107"/>
                  </a:cubicBezTo>
                  <a:cubicBezTo>
                    <a:pt x="1014" y="1202"/>
                    <a:pt x="1014" y="1297"/>
                    <a:pt x="1109" y="1360"/>
                  </a:cubicBezTo>
                  <a:cubicBezTo>
                    <a:pt x="1258" y="1442"/>
                    <a:pt x="1454" y="1482"/>
                    <a:pt x="1664" y="1482"/>
                  </a:cubicBezTo>
                  <a:cubicBezTo>
                    <a:pt x="1944" y="1482"/>
                    <a:pt x="2249" y="1410"/>
                    <a:pt x="2502" y="1265"/>
                  </a:cubicBezTo>
                  <a:cubicBezTo>
                    <a:pt x="2946" y="1044"/>
                    <a:pt x="3009" y="727"/>
                    <a:pt x="2692" y="537"/>
                  </a:cubicBezTo>
                  <a:cubicBezTo>
                    <a:pt x="2564" y="460"/>
                    <a:pt x="2388" y="424"/>
                    <a:pt x="2196" y="424"/>
                  </a:cubicBezTo>
                  <a:cubicBezTo>
                    <a:pt x="1913" y="424"/>
                    <a:pt x="1594" y="500"/>
                    <a:pt x="1331" y="632"/>
                  </a:cubicBezTo>
                  <a:cubicBezTo>
                    <a:pt x="1233" y="671"/>
                    <a:pt x="1123" y="698"/>
                    <a:pt x="1023" y="698"/>
                  </a:cubicBezTo>
                  <a:cubicBezTo>
                    <a:pt x="962" y="698"/>
                    <a:pt x="904" y="688"/>
                    <a:pt x="856" y="664"/>
                  </a:cubicBezTo>
                  <a:cubicBezTo>
                    <a:pt x="761" y="600"/>
                    <a:pt x="792" y="505"/>
                    <a:pt x="951" y="442"/>
                  </a:cubicBezTo>
                  <a:cubicBezTo>
                    <a:pt x="1051" y="382"/>
                    <a:pt x="1164" y="360"/>
                    <a:pt x="1258" y="360"/>
                  </a:cubicBezTo>
                  <a:cubicBezTo>
                    <a:pt x="1312" y="360"/>
                    <a:pt x="1359" y="367"/>
                    <a:pt x="1394" y="378"/>
                  </a:cubicBezTo>
                  <a:cubicBezTo>
                    <a:pt x="1457" y="410"/>
                    <a:pt x="1544" y="426"/>
                    <a:pt x="1632" y="426"/>
                  </a:cubicBezTo>
                  <a:cubicBezTo>
                    <a:pt x="1719" y="426"/>
                    <a:pt x="1806" y="410"/>
                    <a:pt x="1869" y="378"/>
                  </a:cubicBezTo>
                  <a:cubicBezTo>
                    <a:pt x="2027" y="283"/>
                    <a:pt x="2059" y="188"/>
                    <a:pt x="1932" y="125"/>
                  </a:cubicBezTo>
                  <a:cubicBezTo>
                    <a:pt x="1792" y="41"/>
                    <a:pt x="1590" y="0"/>
                    <a:pt x="13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2"/>
            <p:cNvSpPr/>
            <p:nvPr/>
          </p:nvSpPr>
          <p:spPr>
            <a:xfrm>
              <a:off x="2440595" y="3770457"/>
              <a:ext cx="28861" cy="13944"/>
            </a:xfrm>
            <a:custGeom>
              <a:rect b="b" l="l" r="r" t="t"/>
              <a:pathLst>
                <a:path extrusionOk="0" h="444" w="919">
                  <a:moveTo>
                    <a:pt x="408" y="0"/>
                  </a:moveTo>
                  <a:cubicBezTo>
                    <a:pt x="325" y="0"/>
                    <a:pt x="238" y="16"/>
                    <a:pt x="159" y="48"/>
                  </a:cubicBezTo>
                  <a:cubicBezTo>
                    <a:pt x="32" y="143"/>
                    <a:pt x="0" y="238"/>
                    <a:pt x="95" y="301"/>
                  </a:cubicBezTo>
                  <a:lnTo>
                    <a:pt x="285" y="396"/>
                  </a:lnTo>
                  <a:cubicBezTo>
                    <a:pt x="333" y="428"/>
                    <a:pt x="412" y="443"/>
                    <a:pt x="499" y="443"/>
                  </a:cubicBezTo>
                  <a:cubicBezTo>
                    <a:pt x="586" y="443"/>
                    <a:pt x="681" y="428"/>
                    <a:pt x="760" y="396"/>
                  </a:cubicBezTo>
                  <a:cubicBezTo>
                    <a:pt x="887" y="301"/>
                    <a:pt x="919" y="206"/>
                    <a:pt x="792" y="143"/>
                  </a:cubicBezTo>
                  <a:lnTo>
                    <a:pt x="634" y="48"/>
                  </a:lnTo>
                  <a:cubicBezTo>
                    <a:pt x="570" y="16"/>
                    <a:pt x="491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2"/>
            <p:cNvSpPr/>
            <p:nvPr/>
          </p:nvSpPr>
          <p:spPr>
            <a:xfrm>
              <a:off x="2499260" y="3623356"/>
              <a:ext cx="112430" cy="45286"/>
            </a:xfrm>
            <a:custGeom>
              <a:rect b="b" l="l" r="r" t="t"/>
              <a:pathLst>
                <a:path extrusionOk="0" h="1442" w="3580">
                  <a:moveTo>
                    <a:pt x="1933" y="425"/>
                  </a:moveTo>
                  <a:lnTo>
                    <a:pt x="2756" y="900"/>
                  </a:lnTo>
                  <a:cubicBezTo>
                    <a:pt x="2421" y="1023"/>
                    <a:pt x="2026" y="1088"/>
                    <a:pt x="1650" y="1088"/>
                  </a:cubicBezTo>
                  <a:cubicBezTo>
                    <a:pt x="1350" y="1088"/>
                    <a:pt x="1063" y="1047"/>
                    <a:pt x="824" y="963"/>
                  </a:cubicBezTo>
                  <a:lnTo>
                    <a:pt x="1933" y="425"/>
                  </a:lnTo>
                  <a:close/>
                  <a:moveTo>
                    <a:pt x="2020" y="0"/>
                  </a:moveTo>
                  <a:cubicBezTo>
                    <a:pt x="1933" y="0"/>
                    <a:pt x="1844" y="24"/>
                    <a:pt x="1774" y="76"/>
                  </a:cubicBezTo>
                  <a:lnTo>
                    <a:pt x="159" y="900"/>
                  </a:lnTo>
                  <a:cubicBezTo>
                    <a:pt x="33" y="963"/>
                    <a:pt x="1" y="1058"/>
                    <a:pt x="96" y="1121"/>
                  </a:cubicBezTo>
                  <a:cubicBezTo>
                    <a:pt x="469" y="1337"/>
                    <a:pt x="979" y="1441"/>
                    <a:pt x="1519" y="1441"/>
                  </a:cubicBezTo>
                  <a:cubicBezTo>
                    <a:pt x="2171" y="1441"/>
                    <a:pt x="2867" y="1289"/>
                    <a:pt x="3421" y="995"/>
                  </a:cubicBezTo>
                  <a:cubicBezTo>
                    <a:pt x="3548" y="931"/>
                    <a:pt x="3580" y="836"/>
                    <a:pt x="3453" y="773"/>
                  </a:cubicBezTo>
                  <a:lnTo>
                    <a:pt x="2218" y="45"/>
                  </a:lnTo>
                  <a:cubicBezTo>
                    <a:pt x="2161" y="16"/>
                    <a:pt x="2091" y="0"/>
                    <a:pt x="2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2"/>
            <p:cNvSpPr/>
            <p:nvPr/>
          </p:nvSpPr>
          <p:spPr>
            <a:xfrm>
              <a:off x="2594762" y="3667417"/>
              <a:ext cx="93524" cy="59293"/>
            </a:xfrm>
            <a:custGeom>
              <a:rect b="b" l="l" r="r" t="t"/>
              <a:pathLst>
                <a:path extrusionOk="0" h="1888" w="2978">
                  <a:moveTo>
                    <a:pt x="1362" y="415"/>
                  </a:moveTo>
                  <a:lnTo>
                    <a:pt x="2185" y="890"/>
                  </a:lnTo>
                  <a:lnTo>
                    <a:pt x="1140" y="1460"/>
                  </a:lnTo>
                  <a:cubicBezTo>
                    <a:pt x="824" y="1175"/>
                    <a:pt x="887" y="732"/>
                    <a:pt x="1362" y="415"/>
                  </a:cubicBezTo>
                  <a:close/>
                  <a:moveTo>
                    <a:pt x="1472" y="0"/>
                  </a:moveTo>
                  <a:cubicBezTo>
                    <a:pt x="1380" y="0"/>
                    <a:pt x="1270" y="28"/>
                    <a:pt x="1172" y="67"/>
                  </a:cubicBezTo>
                  <a:cubicBezTo>
                    <a:pt x="190" y="605"/>
                    <a:pt x="0" y="1397"/>
                    <a:pt x="824" y="1840"/>
                  </a:cubicBezTo>
                  <a:cubicBezTo>
                    <a:pt x="871" y="1872"/>
                    <a:pt x="950" y="1888"/>
                    <a:pt x="1033" y="1888"/>
                  </a:cubicBezTo>
                  <a:cubicBezTo>
                    <a:pt x="1116" y="1888"/>
                    <a:pt x="1204" y="1872"/>
                    <a:pt x="1267" y="1840"/>
                  </a:cubicBezTo>
                  <a:lnTo>
                    <a:pt x="2819" y="985"/>
                  </a:lnTo>
                  <a:cubicBezTo>
                    <a:pt x="2945" y="922"/>
                    <a:pt x="2977" y="795"/>
                    <a:pt x="2882" y="732"/>
                  </a:cubicBezTo>
                  <a:lnTo>
                    <a:pt x="1615" y="35"/>
                  </a:lnTo>
                  <a:cubicBezTo>
                    <a:pt x="1579" y="11"/>
                    <a:pt x="1529" y="0"/>
                    <a:pt x="14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2"/>
            <p:cNvSpPr/>
            <p:nvPr/>
          </p:nvSpPr>
          <p:spPr>
            <a:xfrm>
              <a:off x="2145200" y="3800386"/>
              <a:ext cx="106463" cy="64474"/>
            </a:xfrm>
            <a:custGeom>
              <a:rect b="b" l="l" r="r" t="t"/>
              <a:pathLst>
                <a:path extrusionOk="0" h="2053" w="3390">
                  <a:moveTo>
                    <a:pt x="2123" y="456"/>
                  </a:moveTo>
                  <a:lnTo>
                    <a:pt x="2123" y="456"/>
                  </a:lnTo>
                  <a:cubicBezTo>
                    <a:pt x="2471" y="773"/>
                    <a:pt x="2376" y="1216"/>
                    <a:pt x="1838" y="1596"/>
                  </a:cubicBezTo>
                  <a:lnTo>
                    <a:pt x="919" y="1090"/>
                  </a:lnTo>
                  <a:lnTo>
                    <a:pt x="2123" y="456"/>
                  </a:lnTo>
                  <a:close/>
                  <a:moveTo>
                    <a:pt x="2315" y="0"/>
                  </a:moveTo>
                  <a:cubicBezTo>
                    <a:pt x="2221" y="0"/>
                    <a:pt x="2115" y="24"/>
                    <a:pt x="2028" y="76"/>
                  </a:cubicBezTo>
                  <a:lnTo>
                    <a:pt x="191" y="995"/>
                  </a:lnTo>
                  <a:cubicBezTo>
                    <a:pt x="32" y="1090"/>
                    <a:pt x="1" y="1216"/>
                    <a:pt x="127" y="1280"/>
                  </a:cubicBezTo>
                  <a:lnTo>
                    <a:pt x="1489" y="2008"/>
                  </a:lnTo>
                  <a:cubicBezTo>
                    <a:pt x="1546" y="2037"/>
                    <a:pt x="1622" y="2052"/>
                    <a:pt x="1703" y="2052"/>
                  </a:cubicBezTo>
                  <a:cubicBezTo>
                    <a:pt x="1802" y="2052"/>
                    <a:pt x="1909" y="2029"/>
                    <a:pt x="1996" y="1976"/>
                  </a:cubicBezTo>
                  <a:cubicBezTo>
                    <a:pt x="3168" y="1375"/>
                    <a:pt x="3389" y="520"/>
                    <a:pt x="2503" y="45"/>
                  </a:cubicBezTo>
                  <a:cubicBezTo>
                    <a:pt x="2460" y="16"/>
                    <a:pt x="2392" y="0"/>
                    <a:pt x="23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2"/>
            <p:cNvSpPr/>
            <p:nvPr/>
          </p:nvSpPr>
          <p:spPr>
            <a:xfrm>
              <a:off x="2229742" y="3860935"/>
              <a:ext cx="123359" cy="49651"/>
            </a:xfrm>
            <a:custGeom>
              <a:rect b="b" l="l" r="r" t="t"/>
              <a:pathLst>
                <a:path extrusionOk="0" h="1581" w="3928">
                  <a:moveTo>
                    <a:pt x="2283" y="383"/>
                  </a:moveTo>
                  <a:cubicBezTo>
                    <a:pt x="2561" y="383"/>
                    <a:pt x="2822" y="419"/>
                    <a:pt x="3041" y="492"/>
                  </a:cubicBezTo>
                  <a:lnTo>
                    <a:pt x="1837" y="1125"/>
                  </a:lnTo>
                  <a:lnTo>
                    <a:pt x="919" y="650"/>
                  </a:lnTo>
                  <a:cubicBezTo>
                    <a:pt x="1348" y="475"/>
                    <a:pt x="1837" y="383"/>
                    <a:pt x="2283" y="383"/>
                  </a:cubicBezTo>
                  <a:close/>
                  <a:moveTo>
                    <a:pt x="2406" y="0"/>
                  </a:moveTo>
                  <a:cubicBezTo>
                    <a:pt x="1664" y="0"/>
                    <a:pt x="844" y="179"/>
                    <a:pt x="191" y="523"/>
                  </a:cubicBezTo>
                  <a:cubicBezTo>
                    <a:pt x="32" y="618"/>
                    <a:pt x="1" y="745"/>
                    <a:pt x="127" y="808"/>
                  </a:cubicBezTo>
                  <a:lnTo>
                    <a:pt x="1489" y="1537"/>
                  </a:lnTo>
                  <a:cubicBezTo>
                    <a:pt x="1546" y="1565"/>
                    <a:pt x="1622" y="1581"/>
                    <a:pt x="1703" y="1581"/>
                  </a:cubicBezTo>
                  <a:cubicBezTo>
                    <a:pt x="1802" y="1581"/>
                    <a:pt x="1909" y="1557"/>
                    <a:pt x="1996" y="1505"/>
                  </a:cubicBezTo>
                  <a:lnTo>
                    <a:pt x="3769" y="555"/>
                  </a:lnTo>
                  <a:cubicBezTo>
                    <a:pt x="3896" y="492"/>
                    <a:pt x="3928" y="365"/>
                    <a:pt x="3833" y="302"/>
                  </a:cubicBezTo>
                  <a:cubicBezTo>
                    <a:pt x="3468" y="99"/>
                    <a:pt x="2958" y="0"/>
                    <a:pt x="24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2"/>
            <p:cNvSpPr/>
            <p:nvPr/>
          </p:nvSpPr>
          <p:spPr>
            <a:xfrm>
              <a:off x="2016910" y="3725077"/>
              <a:ext cx="217825" cy="106965"/>
            </a:xfrm>
            <a:custGeom>
              <a:rect b="b" l="l" r="r" t="t"/>
              <a:pathLst>
                <a:path extrusionOk="0" h="3406" w="6936">
                  <a:moveTo>
                    <a:pt x="4674" y="0"/>
                  </a:moveTo>
                  <a:cubicBezTo>
                    <a:pt x="4255" y="0"/>
                    <a:pt x="3810" y="42"/>
                    <a:pt x="3357" y="131"/>
                  </a:cubicBezTo>
                  <a:cubicBezTo>
                    <a:pt x="3167" y="162"/>
                    <a:pt x="3041" y="257"/>
                    <a:pt x="3072" y="352"/>
                  </a:cubicBezTo>
                  <a:cubicBezTo>
                    <a:pt x="3098" y="431"/>
                    <a:pt x="3210" y="487"/>
                    <a:pt x="3355" y="487"/>
                  </a:cubicBezTo>
                  <a:cubicBezTo>
                    <a:pt x="3386" y="487"/>
                    <a:pt x="3419" y="485"/>
                    <a:pt x="3452" y="479"/>
                  </a:cubicBezTo>
                  <a:cubicBezTo>
                    <a:pt x="3832" y="408"/>
                    <a:pt x="4203" y="372"/>
                    <a:pt x="4552" y="372"/>
                  </a:cubicBezTo>
                  <a:cubicBezTo>
                    <a:pt x="5134" y="372"/>
                    <a:pt x="5653" y="471"/>
                    <a:pt x="6049" y="669"/>
                  </a:cubicBezTo>
                  <a:lnTo>
                    <a:pt x="1489" y="2949"/>
                  </a:lnTo>
                  <a:cubicBezTo>
                    <a:pt x="887" y="2633"/>
                    <a:pt x="792" y="2094"/>
                    <a:pt x="1236" y="1588"/>
                  </a:cubicBezTo>
                  <a:cubicBezTo>
                    <a:pt x="1299" y="1461"/>
                    <a:pt x="1236" y="1366"/>
                    <a:pt x="1045" y="1366"/>
                  </a:cubicBezTo>
                  <a:cubicBezTo>
                    <a:pt x="1012" y="1360"/>
                    <a:pt x="977" y="1358"/>
                    <a:pt x="943" y="1358"/>
                  </a:cubicBezTo>
                  <a:cubicBezTo>
                    <a:pt x="782" y="1358"/>
                    <a:pt x="623" y="1414"/>
                    <a:pt x="570" y="1493"/>
                  </a:cubicBezTo>
                  <a:cubicBezTo>
                    <a:pt x="0" y="2189"/>
                    <a:pt x="159" y="2854"/>
                    <a:pt x="950" y="3298"/>
                  </a:cubicBezTo>
                  <a:lnTo>
                    <a:pt x="1109" y="3361"/>
                  </a:lnTo>
                  <a:cubicBezTo>
                    <a:pt x="1166" y="3389"/>
                    <a:pt x="1242" y="3405"/>
                    <a:pt x="1323" y="3405"/>
                  </a:cubicBezTo>
                  <a:cubicBezTo>
                    <a:pt x="1422" y="3405"/>
                    <a:pt x="1528" y="3382"/>
                    <a:pt x="1616" y="3329"/>
                  </a:cubicBezTo>
                  <a:lnTo>
                    <a:pt x="6746" y="764"/>
                  </a:lnTo>
                  <a:cubicBezTo>
                    <a:pt x="6904" y="701"/>
                    <a:pt x="6936" y="574"/>
                    <a:pt x="6809" y="511"/>
                  </a:cubicBezTo>
                  <a:lnTo>
                    <a:pt x="6651" y="416"/>
                  </a:lnTo>
                  <a:cubicBezTo>
                    <a:pt x="6156" y="148"/>
                    <a:pt x="5459" y="0"/>
                    <a:pt x="46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2"/>
            <p:cNvSpPr/>
            <p:nvPr/>
          </p:nvSpPr>
          <p:spPr>
            <a:xfrm>
              <a:off x="1974137" y="3700173"/>
              <a:ext cx="139281" cy="62904"/>
            </a:xfrm>
            <a:custGeom>
              <a:rect b="b" l="l" r="r" t="t"/>
              <a:pathLst>
                <a:path extrusionOk="0" h="2003" w="4435">
                  <a:moveTo>
                    <a:pt x="2536" y="390"/>
                  </a:moveTo>
                  <a:cubicBezTo>
                    <a:pt x="2798" y="390"/>
                    <a:pt x="3036" y="431"/>
                    <a:pt x="3199" y="512"/>
                  </a:cubicBezTo>
                  <a:cubicBezTo>
                    <a:pt x="3611" y="734"/>
                    <a:pt x="3484" y="1145"/>
                    <a:pt x="2946" y="1399"/>
                  </a:cubicBezTo>
                  <a:cubicBezTo>
                    <a:pt x="2633" y="1546"/>
                    <a:pt x="2244" y="1629"/>
                    <a:pt x="1893" y="1629"/>
                  </a:cubicBezTo>
                  <a:cubicBezTo>
                    <a:pt x="1641" y="1629"/>
                    <a:pt x="1408" y="1586"/>
                    <a:pt x="1236" y="1494"/>
                  </a:cubicBezTo>
                  <a:cubicBezTo>
                    <a:pt x="824" y="1272"/>
                    <a:pt x="951" y="860"/>
                    <a:pt x="1489" y="607"/>
                  </a:cubicBezTo>
                  <a:cubicBezTo>
                    <a:pt x="1797" y="462"/>
                    <a:pt x="2187" y="390"/>
                    <a:pt x="2536" y="390"/>
                  </a:cubicBezTo>
                  <a:close/>
                  <a:moveTo>
                    <a:pt x="2684" y="1"/>
                  </a:moveTo>
                  <a:cubicBezTo>
                    <a:pt x="2143" y="1"/>
                    <a:pt x="1544" y="122"/>
                    <a:pt x="1046" y="354"/>
                  </a:cubicBezTo>
                  <a:cubicBezTo>
                    <a:pt x="191" y="765"/>
                    <a:pt x="1" y="1399"/>
                    <a:pt x="634" y="1779"/>
                  </a:cubicBezTo>
                  <a:cubicBezTo>
                    <a:pt x="920" y="1929"/>
                    <a:pt x="1312" y="2002"/>
                    <a:pt x="1733" y="2002"/>
                  </a:cubicBezTo>
                  <a:cubicBezTo>
                    <a:pt x="2291" y="2002"/>
                    <a:pt x="2902" y="1873"/>
                    <a:pt x="3389" y="1620"/>
                  </a:cubicBezTo>
                  <a:cubicBezTo>
                    <a:pt x="4244" y="1209"/>
                    <a:pt x="4434" y="607"/>
                    <a:pt x="3769" y="227"/>
                  </a:cubicBezTo>
                  <a:cubicBezTo>
                    <a:pt x="3492" y="75"/>
                    <a:pt x="3105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2"/>
            <p:cNvSpPr/>
            <p:nvPr/>
          </p:nvSpPr>
          <p:spPr>
            <a:xfrm>
              <a:off x="2363025" y="3563310"/>
              <a:ext cx="194962" cy="96665"/>
            </a:xfrm>
            <a:custGeom>
              <a:rect b="b" l="l" r="r" t="t"/>
              <a:pathLst>
                <a:path extrusionOk="0" h="3078" w="6208">
                  <a:moveTo>
                    <a:pt x="4023" y="1"/>
                  </a:moveTo>
                  <a:cubicBezTo>
                    <a:pt x="3683" y="1"/>
                    <a:pt x="3330" y="29"/>
                    <a:pt x="2977" y="88"/>
                  </a:cubicBezTo>
                  <a:cubicBezTo>
                    <a:pt x="2787" y="120"/>
                    <a:pt x="2660" y="215"/>
                    <a:pt x="2692" y="278"/>
                  </a:cubicBezTo>
                  <a:cubicBezTo>
                    <a:pt x="2718" y="356"/>
                    <a:pt x="2830" y="413"/>
                    <a:pt x="2975" y="413"/>
                  </a:cubicBezTo>
                  <a:cubicBezTo>
                    <a:pt x="3006" y="413"/>
                    <a:pt x="3038" y="410"/>
                    <a:pt x="3072" y="405"/>
                  </a:cubicBezTo>
                  <a:cubicBezTo>
                    <a:pt x="3361" y="353"/>
                    <a:pt x="3650" y="328"/>
                    <a:pt x="3928" y="328"/>
                  </a:cubicBezTo>
                  <a:cubicBezTo>
                    <a:pt x="4503" y="328"/>
                    <a:pt x="5031" y="434"/>
                    <a:pt x="5416" y="626"/>
                  </a:cubicBezTo>
                  <a:lnTo>
                    <a:pt x="1362" y="2653"/>
                  </a:lnTo>
                  <a:cubicBezTo>
                    <a:pt x="824" y="2337"/>
                    <a:pt x="697" y="1830"/>
                    <a:pt x="1077" y="1387"/>
                  </a:cubicBezTo>
                  <a:cubicBezTo>
                    <a:pt x="1140" y="1292"/>
                    <a:pt x="1045" y="1196"/>
                    <a:pt x="887" y="1165"/>
                  </a:cubicBezTo>
                  <a:cubicBezTo>
                    <a:pt x="729" y="1165"/>
                    <a:pt x="539" y="1228"/>
                    <a:pt x="475" y="1292"/>
                  </a:cubicBezTo>
                  <a:cubicBezTo>
                    <a:pt x="0" y="1925"/>
                    <a:pt x="159" y="2558"/>
                    <a:pt x="887" y="2970"/>
                  </a:cubicBezTo>
                  <a:lnTo>
                    <a:pt x="1014" y="3033"/>
                  </a:lnTo>
                  <a:cubicBezTo>
                    <a:pt x="1071" y="3062"/>
                    <a:pt x="1147" y="3077"/>
                    <a:pt x="1225" y="3077"/>
                  </a:cubicBezTo>
                  <a:cubicBezTo>
                    <a:pt x="1320" y="3077"/>
                    <a:pt x="1419" y="3054"/>
                    <a:pt x="1489" y="3002"/>
                  </a:cubicBezTo>
                  <a:lnTo>
                    <a:pt x="6049" y="721"/>
                  </a:lnTo>
                  <a:cubicBezTo>
                    <a:pt x="6176" y="658"/>
                    <a:pt x="6207" y="531"/>
                    <a:pt x="6081" y="500"/>
                  </a:cubicBezTo>
                  <a:lnTo>
                    <a:pt x="5954" y="405"/>
                  </a:lnTo>
                  <a:cubicBezTo>
                    <a:pt x="5473" y="142"/>
                    <a:pt x="4781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2"/>
            <p:cNvSpPr/>
            <p:nvPr/>
          </p:nvSpPr>
          <p:spPr>
            <a:xfrm>
              <a:off x="2321256" y="3538312"/>
              <a:ext cx="125337" cy="56937"/>
            </a:xfrm>
            <a:custGeom>
              <a:rect b="b" l="l" r="r" t="t"/>
              <a:pathLst>
                <a:path extrusionOk="0" h="1813" w="3991">
                  <a:moveTo>
                    <a:pt x="2186" y="334"/>
                  </a:moveTo>
                  <a:cubicBezTo>
                    <a:pt x="2451" y="334"/>
                    <a:pt x="2699" y="381"/>
                    <a:pt x="2882" y="472"/>
                  </a:cubicBezTo>
                  <a:cubicBezTo>
                    <a:pt x="3262" y="694"/>
                    <a:pt x="3167" y="1042"/>
                    <a:pt x="2692" y="1296"/>
                  </a:cubicBezTo>
                  <a:cubicBezTo>
                    <a:pt x="2438" y="1414"/>
                    <a:pt x="2120" y="1479"/>
                    <a:pt x="1821" y="1479"/>
                  </a:cubicBezTo>
                  <a:cubicBezTo>
                    <a:pt x="1562" y="1479"/>
                    <a:pt x="1317" y="1430"/>
                    <a:pt x="1140" y="1327"/>
                  </a:cubicBezTo>
                  <a:cubicBezTo>
                    <a:pt x="760" y="1106"/>
                    <a:pt x="855" y="757"/>
                    <a:pt x="1330" y="504"/>
                  </a:cubicBezTo>
                  <a:cubicBezTo>
                    <a:pt x="1593" y="389"/>
                    <a:pt x="1899" y="334"/>
                    <a:pt x="2186" y="334"/>
                  </a:cubicBezTo>
                  <a:close/>
                  <a:moveTo>
                    <a:pt x="2332" y="0"/>
                  </a:moveTo>
                  <a:cubicBezTo>
                    <a:pt x="1858" y="0"/>
                    <a:pt x="1343" y="96"/>
                    <a:pt x="919" y="282"/>
                  </a:cubicBezTo>
                  <a:cubicBezTo>
                    <a:pt x="158" y="662"/>
                    <a:pt x="0" y="1232"/>
                    <a:pt x="602" y="1581"/>
                  </a:cubicBezTo>
                  <a:cubicBezTo>
                    <a:pt x="876" y="1739"/>
                    <a:pt x="1261" y="1813"/>
                    <a:pt x="1671" y="1813"/>
                  </a:cubicBezTo>
                  <a:cubicBezTo>
                    <a:pt x="2162" y="1813"/>
                    <a:pt x="2689" y="1707"/>
                    <a:pt x="3104" y="1517"/>
                  </a:cubicBezTo>
                  <a:cubicBezTo>
                    <a:pt x="3864" y="1137"/>
                    <a:pt x="3990" y="567"/>
                    <a:pt x="3389" y="219"/>
                  </a:cubicBezTo>
                  <a:cubicBezTo>
                    <a:pt x="3124" y="72"/>
                    <a:pt x="2743" y="0"/>
                    <a:pt x="23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2"/>
            <p:cNvSpPr/>
            <p:nvPr/>
          </p:nvSpPr>
          <p:spPr>
            <a:xfrm>
              <a:off x="2159144" y="3693860"/>
              <a:ext cx="219804" cy="82470"/>
            </a:xfrm>
            <a:custGeom>
              <a:rect b="b" l="l" r="r" t="t"/>
              <a:pathLst>
                <a:path extrusionOk="0" h="2626" w="6999">
                  <a:moveTo>
                    <a:pt x="4980" y="1"/>
                  </a:moveTo>
                  <a:cubicBezTo>
                    <a:pt x="4893" y="1"/>
                    <a:pt x="4798" y="16"/>
                    <a:pt x="4719" y="48"/>
                  </a:cubicBezTo>
                  <a:lnTo>
                    <a:pt x="190" y="2328"/>
                  </a:lnTo>
                  <a:cubicBezTo>
                    <a:pt x="32" y="2392"/>
                    <a:pt x="0" y="2518"/>
                    <a:pt x="127" y="2582"/>
                  </a:cubicBezTo>
                  <a:cubicBezTo>
                    <a:pt x="184" y="2610"/>
                    <a:pt x="260" y="2626"/>
                    <a:pt x="341" y="2626"/>
                  </a:cubicBezTo>
                  <a:cubicBezTo>
                    <a:pt x="440" y="2626"/>
                    <a:pt x="546" y="2602"/>
                    <a:pt x="633" y="2550"/>
                  </a:cubicBezTo>
                  <a:lnTo>
                    <a:pt x="4877" y="428"/>
                  </a:lnTo>
                  <a:lnTo>
                    <a:pt x="6334" y="1251"/>
                  </a:lnTo>
                  <a:cubicBezTo>
                    <a:pt x="6382" y="1276"/>
                    <a:pt x="6445" y="1286"/>
                    <a:pt x="6510" y="1286"/>
                  </a:cubicBezTo>
                  <a:cubicBezTo>
                    <a:pt x="6616" y="1286"/>
                    <a:pt x="6731" y="1259"/>
                    <a:pt x="6809" y="1220"/>
                  </a:cubicBezTo>
                  <a:cubicBezTo>
                    <a:pt x="6967" y="1156"/>
                    <a:pt x="6999" y="1030"/>
                    <a:pt x="6872" y="966"/>
                  </a:cubicBezTo>
                  <a:lnTo>
                    <a:pt x="5194" y="48"/>
                  </a:lnTo>
                  <a:cubicBezTo>
                    <a:pt x="5146" y="16"/>
                    <a:pt x="5067" y="1"/>
                    <a:pt x="49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2"/>
            <p:cNvSpPr/>
            <p:nvPr/>
          </p:nvSpPr>
          <p:spPr>
            <a:xfrm>
              <a:off x="2302350" y="3626246"/>
              <a:ext cx="158156" cy="108002"/>
            </a:xfrm>
            <a:custGeom>
              <a:rect b="b" l="l" r="r" t="t"/>
              <a:pathLst>
                <a:path extrusionOk="0" h="3439" w="5036">
                  <a:moveTo>
                    <a:pt x="4711" y="0"/>
                  </a:moveTo>
                  <a:cubicBezTo>
                    <a:pt x="4632" y="0"/>
                    <a:pt x="4545" y="16"/>
                    <a:pt x="4466" y="48"/>
                  </a:cubicBezTo>
                  <a:lnTo>
                    <a:pt x="159" y="2201"/>
                  </a:lnTo>
                  <a:cubicBezTo>
                    <a:pt x="0" y="2296"/>
                    <a:pt x="0" y="2391"/>
                    <a:pt x="95" y="2454"/>
                  </a:cubicBezTo>
                  <a:lnTo>
                    <a:pt x="1774" y="3404"/>
                  </a:lnTo>
                  <a:cubicBezTo>
                    <a:pt x="1822" y="3429"/>
                    <a:pt x="1885" y="3439"/>
                    <a:pt x="1950" y="3439"/>
                  </a:cubicBezTo>
                  <a:cubicBezTo>
                    <a:pt x="2056" y="3439"/>
                    <a:pt x="2171" y="3412"/>
                    <a:pt x="2249" y="3373"/>
                  </a:cubicBezTo>
                  <a:cubicBezTo>
                    <a:pt x="2407" y="3309"/>
                    <a:pt x="2439" y="3183"/>
                    <a:pt x="2312" y="3119"/>
                  </a:cubicBezTo>
                  <a:lnTo>
                    <a:pt x="856" y="2296"/>
                  </a:lnTo>
                  <a:lnTo>
                    <a:pt x="4877" y="301"/>
                  </a:lnTo>
                  <a:cubicBezTo>
                    <a:pt x="5004" y="206"/>
                    <a:pt x="5036" y="111"/>
                    <a:pt x="4909" y="48"/>
                  </a:cubicBezTo>
                  <a:cubicBezTo>
                    <a:pt x="4862" y="16"/>
                    <a:pt x="4790" y="0"/>
                    <a:pt x="47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2"/>
            <p:cNvSpPr/>
            <p:nvPr/>
          </p:nvSpPr>
          <p:spPr>
            <a:xfrm>
              <a:off x="1870720" y="3094653"/>
              <a:ext cx="1517741" cy="456534"/>
            </a:xfrm>
            <a:custGeom>
              <a:rect b="b" l="l" r="r" t="t"/>
              <a:pathLst>
                <a:path extrusionOk="0" h="14537" w="48328">
                  <a:moveTo>
                    <a:pt x="0" y="0"/>
                  </a:moveTo>
                  <a:lnTo>
                    <a:pt x="23499" y="12794"/>
                  </a:lnTo>
                  <a:lnTo>
                    <a:pt x="24164" y="14536"/>
                  </a:lnTo>
                  <a:lnTo>
                    <a:pt x="24670" y="13016"/>
                  </a:lnTo>
                  <a:lnTo>
                    <a:pt x="48327" y="0"/>
                  </a:lnTo>
                  <a:lnTo>
                    <a:pt x="48327" y="0"/>
                  </a:lnTo>
                  <a:lnTo>
                    <a:pt x="24354" y="118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2"/>
            <p:cNvSpPr/>
            <p:nvPr/>
          </p:nvSpPr>
          <p:spPr>
            <a:xfrm>
              <a:off x="1870720" y="2692826"/>
              <a:ext cx="1517741" cy="803654"/>
            </a:xfrm>
            <a:custGeom>
              <a:rect b="b" l="l" r="r" t="t"/>
              <a:pathLst>
                <a:path extrusionOk="0" h="25590" w="48328">
                  <a:moveTo>
                    <a:pt x="24164" y="1"/>
                  </a:moveTo>
                  <a:lnTo>
                    <a:pt x="0" y="12795"/>
                  </a:lnTo>
                  <a:lnTo>
                    <a:pt x="24164" y="25589"/>
                  </a:lnTo>
                  <a:lnTo>
                    <a:pt x="48327" y="12795"/>
                  </a:lnTo>
                  <a:lnTo>
                    <a:pt x="24164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2"/>
            <p:cNvSpPr/>
            <p:nvPr/>
          </p:nvSpPr>
          <p:spPr>
            <a:xfrm>
              <a:off x="1870720" y="3094653"/>
              <a:ext cx="758870" cy="456534"/>
            </a:xfrm>
            <a:custGeom>
              <a:rect b="b" l="l" r="r" t="t"/>
              <a:pathLst>
                <a:path extrusionOk="0" h="14537" w="24164">
                  <a:moveTo>
                    <a:pt x="0" y="0"/>
                  </a:moveTo>
                  <a:lnTo>
                    <a:pt x="0" y="1773"/>
                  </a:lnTo>
                  <a:lnTo>
                    <a:pt x="24164" y="14536"/>
                  </a:lnTo>
                  <a:lnTo>
                    <a:pt x="24164" y="127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2"/>
            <p:cNvSpPr/>
            <p:nvPr/>
          </p:nvSpPr>
          <p:spPr>
            <a:xfrm>
              <a:off x="2629559" y="3094653"/>
              <a:ext cx="758902" cy="456534"/>
            </a:xfrm>
            <a:custGeom>
              <a:rect b="b" l="l" r="r" t="t"/>
              <a:pathLst>
                <a:path extrusionOk="0" h="14537" w="24165">
                  <a:moveTo>
                    <a:pt x="24164" y="0"/>
                  </a:moveTo>
                  <a:lnTo>
                    <a:pt x="1" y="12794"/>
                  </a:lnTo>
                  <a:lnTo>
                    <a:pt x="1" y="14536"/>
                  </a:lnTo>
                  <a:lnTo>
                    <a:pt x="24164" y="1773"/>
                  </a:lnTo>
                  <a:lnTo>
                    <a:pt x="24164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2"/>
            <p:cNvSpPr/>
            <p:nvPr/>
          </p:nvSpPr>
          <p:spPr>
            <a:xfrm>
              <a:off x="1989054" y="2876828"/>
              <a:ext cx="564945" cy="518214"/>
            </a:xfrm>
            <a:custGeom>
              <a:rect b="b" l="l" r="r" t="t"/>
              <a:pathLst>
                <a:path extrusionOk="0" h="16501" w="17989">
                  <a:moveTo>
                    <a:pt x="12922" y="1"/>
                  </a:moveTo>
                  <a:lnTo>
                    <a:pt x="191" y="6683"/>
                  </a:lnTo>
                  <a:cubicBezTo>
                    <a:pt x="64" y="6746"/>
                    <a:pt x="1" y="6841"/>
                    <a:pt x="1" y="6968"/>
                  </a:cubicBezTo>
                  <a:cubicBezTo>
                    <a:pt x="1" y="7094"/>
                    <a:pt x="96" y="7221"/>
                    <a:pt x="191" y="7284"/>
                  </a:cubicBezTo>
                  <a:lnTo>
                    <a:pt x="17830" y="16500"/>
                  </a:lnTo>
                  <a:lnTo>
                    <a:pt x="17862" y="16500"/>
                  </a:lnTo>
                  <a:cubicBezTo>
                    <a:pt x="17894" y="16500"/>
                    <a:pt x="17957" y="16468"/>
                    <a:pt x="17957" y="16437"/>
                  </a:cubicBezTo>
                  <a:cubicBezTo>
                    <a:pt x="17989" y="16405"/>
                    <a:pt x="17957" y="16342"/>
                    <a:pt x="17925" y="16310"/>
                  </a:cubicBezTo>
                  <a:lnTo>
                    <a:pt x="286" y="7094"/>
                  </a:lnTo>
                  <a:cubicBezTo>
                    <a:pt x="222" y="7094"/>
                    <a:pt x="191" y="7031"/>
                    <a:pt x="191" y="6999"/>
                  </a:cubicBezTo>
                  <a:cubicBezTo>
                    <a:pt x="191" y="6936"/>
                    <a:pt x="222" y="6904"/>
                    <a:pt x="286" y="6873"/>
                  </a:cubicBezTo>
                  <a:lnTo>
                    <a:pt x="13017" y="191"/>
                  </a:lnTo>
                  <a:cubicBezTo>
                    <a:pt x="13080" y="159"/>
                    <a:pt x="13080" y="96"/>
                    <a:pt x="13048" y="64"/>
                  </a:cubicBezTo>
                  <a:cubicBezTo>
                    <a:pt x="13048" y="1"/>
                    <a:pt x="12985" y="1"/>
                    <a:pt x="129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2"/>
            <p:cNvSpPr/>
            <p:nvPr/>
          </p:nvSpPr>
          <p:spPr>
            <a:xfrm>
              <a:off x="2545017" y="3387034"/>
              <a:ext cx="28893" cy="20916"/>
            </a:xfrm>
            <a:custGeom>
              <a:rect b="b" l="l" r="r" t="t"/>
              <a:pathLst>
                <a:path extrusionOk="0" h="666" w="920">
                  <a:moveTo>
                    <a:pt x="444" y="1"/>
                  </a:moveTo>
                  <a:cubicBezTo>
                    <a:pt x="191" y="1"/>
                    <a:pt x="1" y="127"/>
                    <a:pt x="1" y="317"/>
                  </a:cubicBezTo>
                  <a:cubicBezTo>
                    <a:pt x="1" y="507"/>
                    <a:pt x="191" y="666"/>
                    <a:pt x="444" y="666"/>
                  </a:cubicBezTo>
                  <a:cubicBezTo>
                    <a:pt x="697" y="666"/>
                    <a:pt x="919" y="507"/>
                    <a:pt x="919" y="317"/>
                  </a:cubicBezTo>
                  <a:cubicBezTo>
                    <a:pt x="919" y="127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2"/>
            <p:cNvSpPr/>
            <p:nvPr/>
          </p:nvSpPr>
          <p:spPr>
            <a:xfrm>
              <a:off x="2359036" y="2836064"/>
              <a:ext cx="113403" cy="64663"/>
            </a:xfrm>
            <a:custGeom>
              <a:rect b="b" l="l" r="r" t="t"/>
              <a:pathLst>
                <a:path extrusionOk="0" h="2059" w="3611">
                  <a:moveTo>
                    <a:pt x="3294" y="253"/>
                  </a:moveTo>
                  <a:lnTo>
                    <a:pt x="2186" y="1837"/>
                  </a:lnTo>
                  <a:lnTo>
                    <a:pt x="381" y="855"/>
                  </a:lnTo>
                  <a:lnTo>
                    <a:pt x="3294" y="253"/>
                  </a:lnTo>
                  <a:close/>
                  <a:moveTo>
                    <a:pt x="3484" y="0"/>
                  </a:moveTo>
                  <a:lnTo>
                    <a:pt x="64" y="697"/>
                  </a:lnTo>
                  <a:cubicBezTo>
                    <a:pt x="32" y="729"/>
                    <a:pt x="1" y="760"/>
                    <a:pt x="1" y="792"/>
                  </a:cubicBezTo>
                  <a:cubicBezTo>
                    <a:pt x="1" y="824"/>
                    <a:pt x="1" y="855"/>
                    <a:pt x="32" y="887"/>
                  </a:cubicBezTo>
                  <a:lnTo>
                    <a:pt x="2154" y="2027"/>
                  </a:lnTo>
                  <a:cubicBezTo>
                    <a:pt x="2186" y="2059"/>
                    <a:pt x="2186" y="2059"/>
                    <a:pt x="2217" y="2059"/>
                  </a:cubicBezTo>
                  <a:cubicBezTo>
                    <a:pt x="2249" y="2059"/>
                    <a:pt x="2281" y="2027"/>
                    <a:pt x="2281" y="2027"/>
                  </a:cubicBezTo>
                  <a:lnTo>
                    <a:pt x="3579" y="158"/>
                  </a:lnTo>
                  <a:cubicBezTo>
                    <a:pt x="3579" y="127"/>
                    <a:pt x="3611" y="95"/>
                    <a:pt x="3579" y="63"/>
                  </a:cubicBezTo>
                  <a:cubicBezTo>
                    <a:pt x="3548" y="32"/>
                    <a:pt x="3516" y="0"/>
                    <a:pt x="34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2"/>
            <p:cNvSpPr/>
            <p:nvPr/>
          </p:nvSpPr>
          <p:spPr>
            <a:xfrm>
              <a:off x="2291422" y="2872306"/>
              <a:ext cx="723069" cy="379781"/>
            </a:xfrm>
            <a:custGeom>
              <a:rect b="b" l="l" r="r" t="t"/>
              <a:pathLst>
                <a:path extrusionOk="0" h="12093" w="23024">
                  <a:moveTo>
                    <a:pt x="15149" y="345"/>
                  </a:moveTo>
                  <a:cubicBezTo>
                    <a:pt x="15491" y="345"/>
                    <a:pt x="15814" y="403"/>
                    <a:pt x="16056" y="525"/>
                  </a:cubicBezTo>
                  <a:lnTo>
                    <a:pt x="21725" y="3406"/>
                  </a:lnTo>
                  <a:cubicBezTo>
                    <a:pt x="22295" y="3691"/>
                    <a:pt x="22232" y="4230"/>
                    <a:pt x="21598" y="4610"/>
                  </a:cubicBezTo>
                  <a:lnTo>
                    <a:pt x="15423" y="8188"/>
                  </a:lnTo>
                  <a:cubicBezTo>
                    <a:pt x="15360" y="8220"/>
                    <a:pt x="15328" y="8252"/>
                    <a:pt x="15296" y="8315"/>
                  </a:cubicBezTo>
                  <a:lnTo>
                    <a:pt x="14093" y="10785"/>
                  </a:lnTo>
                  <a:lnTo>
                    <a:pt x="12668" y="10057"/>
                  </a:lnTo>
                  <a:cubicBezTo>
                    <a:pt x="12611" y="10028"/>
                    <a:pt x="12528" y="10013"/>
                    <a:pt x="12440" y="10013"/>
                  </a:cubicBezTo>
                  <a:cubicBezTo>
                    <a:pt x="12332" y="10013"/>
                    <a:pt x="12217" y="10036"/>
                    <a:pt x="12129" y="10089"/>
                  </a:cubicBezTo>
                  <a:lnTo>
                    <a:pt x="10134" y="11260"/>
                  </a:lnTo>
                  <a:cubicBezTo>
                    <a:pt x="9686" y="11521"/>
                    <a:pt x="9118" y="11662"/>
                    <a:pt x="8597" y="11662"/>
                  </a:cubicBezTo>
                  <a:cubicBezTo>
                    <a:pt x="8233" y="11662"/>
                    <a:pt x="7893" y="11593"/>
                    <a:pt x="7632" y="11450"/>
                  </a:cubicBezTo>
                  <a:lnTo>
                    <a:pt x="1520" y="8220"/>
                  </a:lnTo>
                  <a:cubicBezTo>
                    <a:pt x="887" y="7903"/>
                    <a:pt x="1045" y="7302"/>
                    <a:pt x="1837" y="6890"/>
                  </a:cubicBezTo>
                  <a:lnTo>
                    <a:pt x="13808" y="651"/>
                  </a:lnTo>
                  <a:cubicBezTo>
                    <a:pt x="14190" y="451"/>
                    <a:pt x="14687" y="345"/>
                    <a:pt x="15149" y="345"/>
                  </a:cubicBezTo>
                  <a:close/>
                  <a:moveTo>
                    <a:pt x="15229" y="1"/>
                  </a:moveTo>
                  <a:cubicBezTo>
                    <a:pt x="14594" y="1"/>
                    <a:pt x="13914" y="146"/>
                    <a:pt x="13364" y="430"/>
                  </a:cubicBezTo>
                  <a:lnTo>
                    <a:pt x="1362" y="6668"/>
                  </a:lnTo>
                  <a:cubicBezTo>
                    <a:pt x="222" y="7238"/>
                    <a:pt x="0" y="8093"/>
                    <a:pt x="887" y="8568"/>
                  </a:cubicBezTo>
                  <a:lnTo>
                    <a:pt x="7031" y="11830"/>
                  </a:lnTo>
                  <a:cubicBezTo>
                    <a:pt x="7383" y="12007"/>
                    <a:pt x="7851" y="12093"/>
                    <a:pt x="8354" y="12093"/>
                  </a:cubicBezTo>
                  <a:cubicBezTo>
                    <a:pt x="9117" y="12093"/>
                    <a:pt x="9961" y="11895"/>
                    <a:pt x="10609" y="11514"/>
                  </a:cubicBezTo>
                  <a:lnTo>
                    <a:pt x="12319" y="10532"/>
                  </a:lnTo>
                  <a:lnTo>
                    <a:pt x="13966" y="11387"/>
                  </a:lnTo>
                  <a:cubicBezTo>
                    <a:pt x="14021" y="11405"/>
                    <a:pt x="14086" y="11424"/>
                    <a:pt x="14156" y="11424"/>
                  </a:cubicBezTo>
                  <a:cubicBezTo>
                    <a:pt x="14207" y="11424"/>
                    <a:pt x="14261" y="11414"/>
                    <a:pt x="14314" y="11387"/>
                  </a:cubicBezTo>
                  <a:cubicBezTo>
                    <a:pt x="14378" y="11387"/>
                    <a:pt x="14441" y="11355"/>
                    <a:pt x="14505" y="11324"/>
                  </a:cubicBezTo>
                  <a:cubicBezTo>
                    <a:pt x="14536" y="11292"/>
                    <a:pt x="14600" y="11260"/>
                    <a:pt x="14600" y="11229"/>
                  </a:cubicBezTo>
                  <a:lnTo>
                    <a:pt x="15961" y="8410"/>
                  </a:lnTo>
                  <a:lnTo>
                    <a:pt x="22073" y="4832"/>
                  </a:lnTo>
                  <a:cubicBezTo>
                    <a:pt x="22960" y="4293"/>
                    <a:pt x="23023" y="3533"/>
                    <a:pt x="22232" y="3121"/>
                  </a:cubicBezTo>
                  <a:lnTo>
                    <a:pt x="16563" y="271"/>
                  </a:lnTo>
                  <a:cubicBezTo>
                    <a:pt x="16201" y="90"/>
                    <a:pt x="15729" y="1"/>
                    <a:pt x="152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2"/>
            <p:cNvSpPr/>
            <p:nvPr/>
          </p:nvSpPr>
          <p:spPr>
            <a:xfrm>
              <a:off x="2443579" y="3066389"/>
              <a:ext cx="51755" cy="25344"/>
            </a:xfrm>
            <a:custGeom>
              <a:rect b="b" l="l" r="r" t="t"/>
              <a:pathLst>
                <a:path extrusionOk="0" h="807" w="1648">
                  <a:moveTo>
                    <a:pt x="501" y="1"/>
                  </a:moveTo>
                  <a:cubicBezTo>
                    <a:pt x="394" y="1"/>
                    <a:pt x="278" y="24"/>
                    <a:pt x="190" y="77"/>
                  </a:cubicBezTo>
                  <a:cubicBezTo>
                    <a:pt x="32" y="172"/>
                    <a:pt x="0" y="298"/>
                    <a:pt x="127" y="362"/>
                  </a:cubicBezTo>
                  <a:lnTo>
                    <a:pt x="919" y="773"/>
                  </a:lnTo>
                  <a:cubicBezTo>
                    <a:pt x="964" y="796"/>
                    <a:pt x="1021" y="806"/>
                    <a:pt x="1084" y="806"/>
                  </a:cubicBezTo>
                  <a:cubicBezTo>
                    <a:pt x="1199" y="806"/>
                    <a:pt x="1335" y="771"/>
                    <a:pt x="1457" y="710"/>
                  </a:cubicBezTo>
                  <a:cubicBezTo>
                    <a:pt x="1616" y="647"/>
                    <a:pt x="1647" y="520"/>
                    <a:pt x="1489" y="457"/>
                  </a:cubicBezTo>
                  <a:lnTo>
                    <a:pt x="729" y="45"/>
                  </a:lnTo>
                  <a:cubicBezTo>
                    <a:pt x="672" y="16"/>
                    <a:pt x="589" y="1"/>
                    <a:pt x="5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2"/>
            <p:cNvSpPr/>
            <p:nvPr/>
          </p:nvSpPr>
          <p:spPr>
            <a:xfrm>
              <a:off x="2440595" y="3067959"/>
              <a:ext cx="201934" cy="99585"/>
            </a:xfrm>
            <a:custGeom>
              <a:rect b="b" l="l" r="r" t="t"/>
              <a:pathLst>
                <a:path extrusionOk="0" h="3171" w="6430">
                  <a:moveTo>
                    <a:pt x="2870" y="0"/>
                  </a:moveTo>
                  <a:cubicBezTo>
                    <a:pt x="2272" y="0"/>
                    <a:pt x="1598" y="149"/>
                    <a:pt x="1077" y="438"/>
                  </a:cubicBezTo>
                  <a:cubicBezTo>
                    <a:pt x="159" y="913"/>
                    <a:pt x="0" y="1578"/>
                    <a:pt x="665" y="1927"/>
                  </a:cubicBezTo>
                  <a:cubicBezTo>
                    <a:pt x="931" y="2066"/>
                    <a:pt x="1291" y="2134"/>
                    <a:pt x="1685" y="2134"/>
                  </a:cubicBezTo>
                  <a:cubicBezTo>
                    <a:pt x="2280" y="2134"/>
                    <a:pt x="2951" y="1978"/>
                    <a:pt x="3484" y="1673"/>
                  </a:cubicBezTo>
                  <a:cubicBezTo>
                    <a:pt x="3819" y="1496"/>
                    <a:pt x="4239" y="1393"/>
                    <a:pt x="4608" y="1393"/>
                  </a:cubicBezTo>
                  <a:cubicBezTo>
                    <a:pt x="4832" y="1393"/>
                    <a:pt x="5038" y="1431"/>
                    <a:pt x="5194" y="1515"/>
                  </a:cubicBezTo>
                  <a:cubicBezTo>
                    <a:pt x="5606" y="1737"/>
                    <a:pt x="5479" y="2148"/>
                    <a:pt x="4941" y="2465"/>
                  </a:cubicBezTo>
                  <a:cubicBezTo>
                    <a:pt x="4606" y="2642"/>
                    <a:pt x="4174" y="2746"/>
                    <a:pt x="3796" y="2746"/>
                  </a:cubicBezTo>
                  <a:cubicBezTo>
                    <a:pt x="3565" y="2746"/>
                    <a:pt x="3355" y="2707"/>
                    <a:pt x="3199" y="2623"/>
                  </a:cubicBezTo>
                  <a:cubicBezTo>
                    <a:pt x="3142" y="2595"/>
                    <a:pt x="3066" y="2579"/>
                    <a:pt x="2982" y="2579"/>
                  </a:cubicBezTo>
                  <a:cubicBezTo>
                    <a:pt x="2879" y="2579"/>
                    <a:pt x="2765" y="2603"/>
                    <a:pt x="2661" y="2655"/>
                  </a:cubicBezTo>
                  <a:cubicBezTo>
                    <a:pt x="2502" y="2750"/>
                    <a:pt x="2471" y="2877"/>
                    <a:pt x="2629" y="2972"/>
                  </a:cubicBezTo>
                  <a:cubicBezTo>
                    <a:pt x="2886" y="3107"/>
                    <a:pt x="3233" y="3170"/>
                    <a:pt x="3612" y="3170"/>
                  </a:cubicBezTo>
                  <a:cubicBezTo>
                    <a:pt x="4212" y="3170"/>
                    <a:pt x="4891" y="3010"/>
                    <a:pt x="5416" y="2718"/>
                  </a:cubicBezTo>
                  <a:cubicBezTo>
                    <a:pt x="6303" y="2212"/>
                    <a:pt x="6429" y="1547"/>
                    <a:pt x="5764" y="1198"/>
                  </a:cubicBezTo>
                  <a:cubicBezTo>
                    <a:pt x="5495" y="1057"/>
                    <a:pt x="5133" y="989"/>
                    <a:pt x="4740" y="989"/>
                  </a:cubicBezTo>
                  <a:cubicBezTo>
                    <a:pt x="4162" y="989"/>
                    <a:pt x="3518" y="1137"/>
                    <a:pt x="3009" y="1420"/>
                  </a:cubicBezTo>
                  <a:cubicBezTo>
                    <a:pt x="2653" y="1618"/>
                    <a:pt x="2210" y="1717"/>
                    <a:pt x="1835" y="1717"/>
                  </a:cubicBezTo>
                  <a:cubicBezTo>
                    <a:pt x="1610" y="1717"/>
                    <a:pt x="1410" y="1681"/>
                    <a:pt x="1267" y="1610"/>
                  </a:cubicBezTo>
                  <a:cubicBezTo>
                    <a:pt x="856" y="1388"/>
                    <a:pt x="982" y="977"/>
                    <a:pt x="1552" y="660"/>
                  </a:cubicBezTo>
                  <a:cubicBezTo>
                    <a:pt x="1884" y="485"/>
                    <a:pt x="2311" y="393"/>
                    <a:pt x="2680" y="393"/>
                  </a:cubicBezTo>
                  <a:cubicBezTo>
                    <a:pt x="2910" y="393"/>
                    <a:pt x="3116" y="429"/>
                    <a:pt x="3262" y="502"/>
                  </a:cubicBezTo>
                  <a:cubicBezTo>
                    <a:pt x="3319" y="530"/>
                    <a:pt x="3402" y="546"/>
                    <a:pt x="3490" y="546"/>
                  </a:cubicBezTo>
                  <a:cubicBezTo>
                    <a:pt x="3598" y="546"/>
                    <a:pt x="3714" y="522"/>
                    <a:pt x="3801" y="470"/>
                  </a:cubicBezTo>
                  <a:cubicBezTo>
                    <a:pt x="3959" y="375"/>
                    <a:pt x="3991" y="248"/>
                    <a:pt x="3864" y="185"/>
                  </a:cubicBezTo>
                  <a:cubicBezTo>
                    <a:pt x="3604" y="61"/>
                    <a:pt x="3253" y="0"/>
                    <a:pt x="2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2"/>
            <p:cNvSpPr/>
            <p:nvPr/>
          </p:nvSpPr>
          <p:spPr>
            <a:xfrm>
              <a:off x="2589769" y="3142326"/>
              <a:ext cx="49777" cy="24998"/>
            </a:xfrm>
            <a:custGeom>
              <a:rect b="b" l="l" r="r" t="t"/>
              <a:pathLst>
                <a:path extrusionOk="0" h="796" w="1585">
                  <a:moveTo>
                    <a:pt x="557" y="1"/>
                  </a:moveTo>
                  <a:cubicBezTo>
                    <a:pt x="435" y="1"/>
                    <a:pt x="293" y="36"/>
                    <a:pt x="191" y="97"/>
                  </a:cubicBezTo>
                  <a:cubicBezTo>
                    <a:pt x="32" y="192"/>
                    <a:pt x="1" y="319"/>
                    <a:pt x="159" y="382"/>
                  </a:cubicBezTo>
                  <a:lnTo>
                    <a:pt x="856" y="762"/>
                  </a:lnTo>
                  <a:cubicBezTo>
                    <a:pt x="901" y="785"/>
                    <a:pt x="962" y="795"/>
                    <a:pt x="1028" y="795"/>
                  </a:cubicBezTo>
                  <a:cubicBezTo>
                    <a:pt x="1150" y="795"/>
                    <a:pt x="1292" y="760"/>
                    <a:pt x="1394" y="699"/>
                  </a:cubicBezTo>
                  <a:cubicBezTo>
                    <a:pt x="1553" y="636"/>
                    <a:pt x="1584" y="477"/>
                    <a:pt x="1458" y="414"/>
                  </a:cubicBezTo>
                  <a:lnTo>
                    <a:pt x="729" y="34"/>
                  </a:lnTo>
                  <a:cubicBezTo>
                    <a:pt x="684" y="11"/>
                    <a:pt x="624" y="1"/>
                    <a:pt x="5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2"/>
            <p:cNvSpPr/>
            <p:nvPr/>
          </p:nvSpPr>
          <p:spPr>
            <a:xfrm>
              <a:off x="2577835" y="2923182"/>
              <a:ext cx="204918" cy="108222"/>
            </a:xfrm>
            <a:custGeom>
              <a:rect b="b" l="l" r="r" t="t"/>
              <a:pathLst>
                <a:path extrusionOk="0" h="3446" w="6525">
                  <a:moveTo>
                    <a:pt x="6187" y="1"/>
                  </a:moveTo>
                  <a:cubicBezTo>
                    <a:pt x="6091" y="1"/>
                    <a:pt x="5993" y="24"/>
                    <a:pt x="5923" y="76"/>
                  </a:cubicBezTo>
                  <a:lnTo>
                    <a:pt x="191" y="3117"/>
                  </a:lnTo>
                  <a:cubicBezTo>
                    <a:pt x="32" y="3212"/>
                    <a:pt x="1" y="3338"/>
                    <a:pt x="127" y="3402"/>
                  </a:cubicBezTo>
                  <a:cubicBezTo>
                    <a:pt x="184" y="3430"/>
                    <a:pt x="261" y="3446"/>
                    <a:pt x="341" y="3446"/>
                  </a:cubicBezTo>
                  <a:cubicBezTo>
                    <a:pt x="441" y="3446"/>
                    <a:pt x="547" y="3422"/>
                    <a:pt x="634" y="3370"/>
                  </a:cubicBezTo>
                  <a:lnTo>
                    <a:pt x="6366" y="298"/>
                  </a:lnTo>
                  <a:cubicBezTo>
                    <a:pt x="6525" y="235"/>
                    <a:pt x="6525" y="108"/>
                    <a:pt x="6398" y="45"/>
                  </a:cubicBezTo>
                  <a:cubicBezTo>
                    <a:pt x="6341" y="16"/>
                    <a:pt x="6265" y="1"/>
                    <a:pt x="6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2"/>
            <p:cNvSpPr/>
            <p:nvPr/>
          </p:nvSpPr>
          <p:spPr>
            <a:xfrm>
              <a:off x="2618630" y="2943375"/>
              <a:ext cx="203913" cy="108913"/>
            </a:xfrm>
            <a:custGeom>
              <a:rect b="b" l="l" r="r" t="t"/>
              <a:pathLst>
                <a:path extrusionOk="0" h="3468" w="6493">
                  <a:moveTo>
                    <a:pt x="6190" y="1"/>
                  </a:moveTo>
                  <a:cubicBezTo>
                    <a:pt x="6084" y="1"/>
                    <a:pt x="5969" y="28"/>
                    <a:pt x="5891" y="67"/>
                  </a:cubicBezTo>
                  <a:lnTo>
                    <a:pt x="190" y="3170"/>
                  </a:lnTo>
                  <a:cubicBezTo>
                    <a:pt x="32" y="3234"/>
                    <a:pt x="0" y="3360"/>
                    <a:pt x="127" y="3424"/>
                  </a:cubicBezTo>
                  <a:cubicBezTo>
                    <a:pt x="184" y="3452"/>
                    <a:pt x="260" y="3468"/>
                    <a:pt x="341" y="3468"/>
                  </a:cubicBezTo>
                  <a:cubicBezTo>
                    <a:pt x="440" y="3468"/>
                    <a:pt x="546" y="3444"/>
                    <a:pt x="634" y="3392"/>
                  </a:cubicBezTo>
                  <a:lnTo>
                    <a:pt x="6334" y="288"/>
                  </a:lnTo>
                  <a:cubicBezTo>
                    <a:pt x="6461" y="225"/>
                    <a:pt x="6492" y="98"/>
                    <a:pt x="6366" y="35"/>
                  </a:cubicBezTo>
                  <a:cubicBezTo>
                    <a:pt x="6317" y="11"/>
                    <a:pt x="6255" y="1"/>
                    <a:pt x="6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2"/>
            <p:cNvSpPr/>
            <p:nvPr/>
          </p:nvSpPr>
          <p:spPr>
            <a:xfrm>
              <a:off x="2659394" y="2963255"/>
              <a:ext cx="201934" cy="110608"/>
            </a:xfrm>
            <a:custGeom>
              <a:rect b="b" l="l" r="r" t="t"/>
              <a:pathLst>
                <a:path extrusionOk="0" h="3522" w="6430">
                  <a:moveTo>
                    <a:pt x="6135" y="1"/>
                  </a:moveTo>
                  <a:cubicBezTo>
                    <a:pt x="6036" y="1"/>
                    <a:pt x="5926" y="28"/>
                    <a:pt x="5828" y="67"/>
                  </a:cubicBezTo>
                  <a:lnTo>
                    <a:pt x="191" y="3202"/>
                  </a:lnTo>
                  <a:cubicBezTo>
                    <a:pt x="32" y="3297"/>
                    <a:pt x="1" y="3424"/>
                    <a:pt x="127" y="3487"/>
                  </a:cubicBezTo>
                  <a:cubicBezTo>
                    <a:pt x="176" y="3512"/>
                    <a:pt x="238" y="3522"/>
                    <a:pt x="305" y="3522"/>
                  </a:cubicBezTo>
                  <a:cubicBezTo>
                    <a:pt x="414" y="3522"/>
                    <a:pt x="536" y="3495"/>
                    <a:pt x="634" y="3456"/>
                  </a:cubicBezTo>
                  <a:lnTo>
                    <a:pt x="6271" y="320"/>
                  </a:lnTo>
                  <a:cubicBezTo>
                    <a:pt x="6429" y="225"/>
                    <a:pt x="6429" y="99"/>
                    <a:pt x="6303" y="35"/>
                  </a:cubicBezTo>
                  <a:cubicBezTo>
                    <a:pt x="6254" y="11"/>
                    <a:pt x="6197" y="1"/>
                    <a:pt x="61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2"/>
            <p:cNvSpPr/>
            <p:nvPr/>
          </p:nvSpPr>
          <p:spPr>
            <a:xfrm>
              <a:off x="2700189" y="2983856"/>
              <a:ext cx="200929" cy="111205"/>
            </a:xfrm>
            <a:custGeom>
              <a:rect b="b" l="l" r="r" t="t"/>
              <a:pathLst>
                <a:path extrusionOk="0" h="3541" w="6398">
                  <a:moveTo>
                    <a:pt x="6059" y="0"/>
                  </a:moveTo>
                  <a:cubicBezTo>
                    <a:pt x="5964" y="0"/>
                    <a:pt x="5865" y="24"/>
                    <a:pt x="5796" y="76"/>
                  </a:cubicBezTo>
                  <a:lnTo>
                    <a:pt x="190" y="3211"/>
                  </a:lnTo>
                  <a:cubicBezTo>
                    <a:pt x="32" y="3306"/>
                    <a:pt x="0" y="3433"/>
                    <a:pt x="127" y="3496"/>
                  </a:cubicBezTo>
                  <a:cubicBezTo>
                    <a:pt x="184" y="3525"/>
                    <a:pt x="266" y="3541"/>
                    <a:pt x="351" y="3541"/>
                  </a:cubicBezTo>
                  <a:cubicBezTo>
                    <a:pt x="456" y="3541"/>
                    <a:pt x="564" y="3517"/>
                    <a:pt x="633" y="3465"/>
                  </a:cubicBezTo>
                  <a:lnTo>
                    <a:pt x="6239" y="298"/>
                  </a:lnTo>
                  <a:cubicBezTo>
                    <a:pt x="6397" y="203"/>
                    <a:pt x="6397" y="108"/>
                    <a:pt x="6271" y="44"/>
                  </a:cubicBezTo>
                  <a:cubicBezTo>
                    <a:pt x="6214" y="16"/>
                    <a:pt x="6137" y="0"/>
                    <a:pt x="6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2"/>
            <p:cNvSpPr/>
            <p:nvPr/>
          </p:nvSpPr>
          <p:spPr>
            <a:xfrm>
              <a:off x="2676321" y="3140002"/>
              <a:ext cx="205891" cy="120564"/>
            </a:xfrm>
            <a:custGeom>
              <a:rect b="b" l="l" r="r" t="t"/>
              <a:pathLst>
                <a:path extrusionOk="0" h="3839" w="6556">
                  <a:moveTo>
                    <a:pt x="6215" y="0"/>
                  </a:moveTo>
                  <a:cubicBezTo>
                    <a:pt x="6116" y="0"/>
                    <a:pt x="6009" y="24"/>
                    <a:pt x="5922" y="76"/>
                  </a:cubicBezTo>
                  <a:lnTo>
                    <a:pt x="190" y="3496"/>
                  </a:lnTo>
                  <a:cubicBezTo>
                    <a:pt x="32" y="3591"/>
                    <a:pt x="0" y="3718"/>
                    <a:pt x="127" y="3781"/>
                  </a:cubicBezTo>
                  <a:cubicBezTo>
                    <a:pt x="193" y="3821"/>
                    <a:pt x="270" y="3839"/>
                    <a:pt x="350" y="3839"/>
                  </a:cubicBezTo>
                  <a:cubicBezTo>
                    <a:pt x="460" y="3839"/>
                    <a:pt x="573" y="3805"/>
                    <a:pt x="665" y="3750"/>
                  </a:cubicBezTo>
                  <a:lnTo>
                    <a:pt x="6397" y="329"/>
                  </a:lnTo>
                  <a:cubicBezTo>
                    <a:pt x="6556" y="234"/>
                    <a:pt x="6556" y="108"/>
                    <a:pt x="6429" y="44"/>
                  </a:cubicBezTo>
                  <a:cubicBezTo>
                    <a:pt x="6372" y="16"/>
                    <a:pt x="6296" y="0"/>
                    <a:pt x="62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2"/>
            <p:cNvSpPr/>
            <p:nvPr/>
          </p:nvSpPr>
          <p:spPr>
            <a:xfrm>
              <a:off x="2106415" y="2548614"/>
              <a:ext cx="1518746" cy="457539"/>
            </a:xfrm>
            <a:custGeom>
              <a:rect b="b" l="l" r="r" t="t"/>
              <a:pathLst>
                <a:path extrusionOk="0" h="14569" w="48360">
                  <a:moveTo>
                    <a:pt x="48359" y="1"/>
                  </a:moveTo>
                  <a:lnTo>
                    <a:pt x="24196" y="11813"/>
                  </a:lnTo>
                  <a:lnTo>
                    <a:pt x="1" y="1"/>
                  </a:lnTo>
                  <a:lnTo>
                    <a:pt x="1" y="1"/>
                  </a:lnTo>
                  <a:lnTo>
                    <a:pt x="23404" y="13112"/>
                  </a:lnTo>
                  <a:lnTo>
                    <a:pt x="24196" y="14568"/>
                  </a:lnTo>
                  <a:lnTo>
                    <a:pt x="24829" y="13112"/>
                  </a:lnTo>
                  <a:lnTo>
                    <a:pt x="48359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2"/>
            <p:cNvSpPr/>
            <p:nvPr/>
          </p:nvSpPr>
          <p:spPr>
            <a:xfrm>
              <a:off x="2106415" y="2147824"/>
              <a:ext cx="1518746" cy="802649"/>
            </a:xfrm>
            <a:custGeom>
              <a:rect b="b" l="l" r="r" t="t"/>
              <a:pathLst>
                <a:path extrusionOk="0" h="25558" w="48360">
                  <a:moveTo>
                    <a:pt x="24196" y="0"/>
                  </a:moveTo>
                  <a:lnTo>
                    <a:pt x="1" y="12763"/>
                  </a:lnTo>
                  <a:lnTo>
                    <a:pt x="24196" y="25557"/>
                  </a:lnTo>
                  <a:lnTo>
                    <a:pt x="48359" y="12763"/>
                  </a:lnTo>
                  <a:lnTo>
                    <a:pt x="24196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2"/>
            <p:cNvSpPr/>
            <p:nvPr/>
          </p:nvSpPr>
          <p:spPr>
            <a:xfrm>
              <a:off x="2106415" y="2548614"/>
              <a:ext cx="759875" cy="457539"/>
            </a:xfrm>
            <a:custGeom>
              <a:rect b="b" l="l" r="r" t="t"/>
              <a:pathLst>
                <a:path extrusionOk="0" h="14569" w="24196">
                  <a:moveTo>
                    <a:pt x="1" y="1"/>
                  </a:moveTo>
                  <a:lnTo>
                    <a:pt x="1" y="1774"/>
                  </a:lnTo>
                  <a:lnTo>
                    <a:pt x="24196" y="14568"/>
                  </a:lnTo>
                  <a:lnTo>
                    <a:pt x="24196" y="1279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2"/>
            <p:cNvSpPr/>
            <p:nvPr/>
          </p:nvSpPr>
          <p:spPr>
            <a:xfrm>
              <a:off x="2866259" y="2548614"/>
              <a:ext cx="758902" cy="457539"/>
            </a:xfrm>
            <a:custGeom>
              <a:rect b="b" l="l" r="r" t="t"/>
              <a:pathLst>
                <a:path extrusionOk="0" h="14569" w="24165">
                  <a:moveTo>
                    <a:pt x="24164" y="1"/>
                  </a:moveTo>
                  <a:lnTo>
                    <a:pt x="1" y="12795"/>
                  </a:lnTo>
                  <a:lnTo>
                    <a:pt x="1" y="14568"/>
                  </a:lnTo>
                  <a:lnTo>
                    <a:pt x="24164" y="1774"/>
                  </a:lnTo>
                  <a:lnTo>
                    <a:pt x="24164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2"/>
            <p:cNvSpPr/>
            <p:nvPr/>
          </p:nvSpPr>
          <p:spPr>
            <a:xfrm>
              <a:off x="2275499" y="2567112"/>
              <a:ext cx="1130863" cy="306764"/>
            </a:xfrm>
            <a:custGeom>
              <a:rect b="b" l="l" r="r" t="t"/>
              <a:pathLst>
                <a:path extrusionOk="0" h="9768" w="36009">
                  <a:moveTo>
                    <a:pt x="124" y="0"/>
                  </a:moveTo>
                  <a:cubicBezTo>
                    <a:pt x="93" y="0"/>
                    <a:pt x="54" y="23"/>
                    <a:pt x="32" y="45"/>
                  </a:cubicBezTo>
                  <a:cubicBezTo>
                    <a:pt x="0" y="109"/>
                    <a:pt x="32" y="172"/>
                    <a:pt x="95" y="172"/>
                  </a:cubicBezTo>
                  <a:lnTo>
                    <a:pt x="18147" y="9609"/>
                  </a:lnTo>
                  <a:cubicBezTo>
                    <a:pt x="18368" y="9736"/>
                    <a:pt x="18590" y="9768"/>
                    <a:pt x="18812" y="9768"/>
                  </a:cubicBezTo>
                  <a:cubicBezTo>
                    <a:pt x="19065" y="9768"/>
                    <a:pt x="19287" y="9736"/>
                    <a:pt x="19477" y="9609"/>
                  </a:cubicBezTo>
                  <a:lnTo>
                    <a:pt x="35945" y="1027"/>
                  </a:lnTo>
                  <a:cubicBezTo>
                    <a:pt x="35976" y="1027"/>
                    <a:pt x="36008" y="964"/>
                    <a:pt x="35976" y="900"/>
                  </a:cubicBezTo>
                  <a:cubicBezTo>
                    <a:pt x="35954" y="878"/>
                    <a:pt x="35916" y="855"/>
                    <a:pt x="35884" y="855"/>
                  </a:cubicBezTo>
                  <a:cubicBezTo>
                    <a:pt x="35871" y="855"/>
                    <a:pt x="35859" y="859"/>
                    <a:pt x="35850" y="869"/>
                  </a:cubicBezTo>
                  <a:lnTo>
                    <a:pt x="19414" y="9451"/>
                  </a:lnTo>
                  <a:cubicBezTo>
                    <a:pt x="19223" y="9546"/>
                    <a:pt x="19026" y="9593"/>
                    <a:pt x="18828" y="9593"/>
                  </a:cubicBezTo>
                  <a:cubicBezTo>
                    <a:pt x="18630" y="9593"/>
                    <a:pt x="18432" y="9546"/>
                    <a:pt x="18242" y="9451"/>
                  </a:cubicBezTo>
                  <a:lnTo>
                    <a:pt x="159" y="14"/>
                  </a:lnTo>
                  <a:cubicBezTo>
                    <a:pt x="149" y="4"/>
                    <a:pt x="137" y="0"/>
                    <a:pt x="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2"/>
            <p:cNvSpPr/>
            <p:nvPr/>
          </p:nvSpPr>
          <p:spPr>
            <a:xfrm>
              <a:off x="2255588" y="2552603"/>
              <a:ext cx="28893" cy="20916"/>
            </a:xfrm>
            <a:custGeom>
              <a:rect b="b" l="l" r="r" t="t"/>
              <a:pathLst>
                <a:path extrusionOk="0" h="666" w="920">
                  <a:moveTo>
                    <a:pt x="476" y="0"/>
                  </a:moveTo>
                  <a:cubicBezTo>
                    <a:pt x="223" y="0"/>
                    <a:pt x="1" y="127"/>
                    <a:pt x="1" y="317"/>
                  </a:cubicBezTo>
                  <a:cubicBezTo>
                    <a:pt x="1" y="507"/>
                    <a:pt x="223" y="666"/>
                    <a:pt x="476" y="666"/>
                  </a:cubicBezTo>
                  <a:cubicBezTo>
                    <a:pt x="729" y="666"/>
                    <a:pt x="919" y="507"/>
                    <a:pt x="919" y="317"/>
                  </a:cubicBezTo>
                  <a:cubicBezTo>
                    <a:pt x="919" y="127"/>
                    <a:pt x="729" y="0"/>
                    <a:pt x="4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2"/>
            <p:cNvSpPr/>
            <p:nvPr/>
          </p:nvSpPr>
          <p:spPr>
            <a:xfrm>
              <a:off x="3363557" y="2552195"/>
              <a:ext cx="108441" cy="63093"/>
            </a:xfrm>
            <a:custGeom>
              <a:rect b="b" l="l" r="r" t="t"/>
              <a:pathLst>
                <a:path extrusionOk="0" h="2009" w="3453">
                  <a:moveTo>
                    <a:pt x="3136" y="235"/>
                  </a:moveTo>
                  <a:lnTo>
                    <a:pt x="2312" y="1787"/>
                  </a:lnTo>
                  <a:lnTo>
                    <a:pt x="380" y="932"/>
                  </a:lnTo>
                  <a:lnTo>
                    <a:pt x="3136" y="235"/>
                  </a:lnTo>
                  <a:close/>
                  <a:moveTo>
                    <a:pt x="3353" y="0"/>
                  </a:moveTo>
                  <a:cubicBezTo>
                    <a:pt x="3344" y="0"/>
                    <a:pt x="3335" y="4"/>
                    <a:pt x="3326" y="13"/>
                  </a:cubicBezTo>
                  <a:lnTo>
                    <a:pt x="64" y="805"/>
                  </a:lnTo>
                  <a:cubicBezTo>
                    <a:pt x="32" y="837"/>
                    <a:pt x="0" y="869"/>
                    <a:pt x="0" y="900"/>
                  </a:cubicBezTo>
                  <a:cubicBezTo>
                    <a:pt x="0" y="932"/>
                    <a:pt x="32" y="995"/>
                    <a:pt x="64" y="995"/>
                  </a:cubicBezTo>
                  <a:lnTo>
                    <a:pt x="2312" y="2009"/>
                  </a:lnTo>
                  <a:lnTo>
                    <a:pt x="2344" y="2009"/>
                  </a:lnTo>
                  <a:cubicBezTo>
                    <a:pt x="2376" y="2009"/>
                    <a:pt x="2407" y="2009"/>
                    <a:pt x="2439" y="1977"/>
                  </a:cubicBezTo>
                  <a:lnTo>
                    <a:pt x="3421" y="140"/>
                  </a:lnTo>
                  <a:cubicBezTo>
                    <a:pt x="3452" y="108"/>
                    <a:pt x="3421" y="77"/>
                    <a:pt x="3421" y="45"/>
                  </a:cubicBezTo>
                  <a:cubicBezTo>
                    <a:pt x="3398" y="23"/>
                    <a:pt x="3376" y="0"/>
                    <a:pt x="33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2"/>
            <p:cNvSpPr/>
            <p:nvPr/>
          </p:nvSpPr>
          <p:spPr>
            <a:xfrm>
              <a:off x="3135808" y="2482884"/>
              <a:ext cx="46762" cy="17430"/>
            </a:xfrm>
            <a:custGeom>
              <a:rect b="b" l="l" r="r" t="t"/>
              <a:pathLst>
                <a:path extrusionOk="0" h="555" w="1489">
                  <a:moveTo>
                    <a:pt x="540" y="1"/>
                  </a:moveTo>
                  <a:cubicBezTo>
                    <a:pt x="422" y="1"/>
                    <a:pt x="288" y="28"/>
                    <a:pt x="190" y="67"/>
                  </a:cubicBezTo>
                  <a:cubicBezTo>
                    <a:pt x="0" y="130"/>
                    <a:pt x="0" y="225"/>
                    <a:pt x="127" y="289"/>
                  </a:cubicBezTo>
                  <a:lnTo>
                    <a:pt x="729" y="510"/>
                  </a:lnTo>
                  <a:cubicBezTo>
                    <a:pt x="800" y="539"/>
                    <a:pt x="890" y="555"/>
                    <a:pt x="982" y="555"/>
                  </a:cubicBezTo>
                  <a:cubicBezTo>
                    <a:pt x="1095" y="555"/>
                    <a:pt x="1211" y="531"/>
                    <a:pt x="1299" y="479"/>
                  </a:cubicBezTo>
                  <a:cubicBezTo>
                    <a:pt x="1457" y="415"/>
                    <a:pt x="1489" y="320"/>
                    <a:pt x="1330" y="257"/>
                  </a:cubicBezTo>
                  <a:lnTo>
                    <a:pt x="729" y="35"/>
                  </a:lnTo>
                  <a:cubicBezTo>
                    <a:pt x="680" y="11"/>
                    <a:pt x="613" y="1"/>
                    <a:pt x="5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2"/>
            <p:cNvSpPr/>
            <p:nvPr/>
          </p:nvSpPr>
          <p:spPr>
            <a:xfrm>
              <a:off x="2744941" y="2550561"/>
              <a:ext cx="124332" cy="34294"/>
            </a:xfrm>
            <a:custGeom>
              <a:rect b="b" l="l" r="r" t="t"/>
              <a:pathLst>
                <a:path extrusionOk="0" h="1092" w="3959">
                  <a:moveTo>
                    <a:pt x="712" y="1"/>
                  </a:moveTo>
                  <a:cubicBezTo>
                    <a:pt x="570" y="1"/>
                    <a:pt x="408" y="36"/>
                    <a:pt x="285" y="97"/>
                  </a:cubicBezTo>
                  <a:cubicBezTo>
                    <a:pt x="64" y="160"/>
                    <a:pt x="0" y="287"/>
                    <a:pt x="127" y="351"/>
                  </a:cubicBezTo>
                  <a:lnTo>
                    <a:pt x="1615" y="1047"/>
                  </a:lnTo>
                  <a:cubicBezTo>
                    <a:pt x="1686" y="1076"/>
                    <a:pt x="1783" y="1091"/>
                    <a:pt x="1888" y="1091"/>
                  </a:cubicBezTo>
                  <a:cubicBezTo>
                    <a:pt x="2017" y="1091"/>
                    <a:pt x="2158" y="1068"/>
                    <a:pt x="2280" y="1016"/>
                  </a:cubicBezTo>
                  <a:lnTo>
                    <a:pt x="3705" y="414"/>
                  </a:lnTo>
                  <a:cubicBezTo>
                    <a:pt x="3927" y="319"/>
                    <a:pt x="3959" y="224"/>
                    <a:pt x="3800" y="129"/>
                  </a:cubicBezTo>
                  <a:cubicBezTo>
                    <a:pt x="3756" y="106"/>
                    <a:pt x="3691" y="96"/>
                    <a:pt x="3616" y="96"/>
                  </a:cubicBezTo>
                  <a:cubicBezTo>
                    <a:pt x="3480" y="96"/>
                    <a:pt x="3310" y="131"/>
                    <a:pt x="3167" y="192"/>
                  </a:cubicBezTo>
                  <a:lnTo>
                    <a:pt x="2154" y="604"/>
                  </a:lnTo>
                  <a:lnTo>
                    <a:pt x="919" y="34"/>
                  </a:lnTo>
                  <a:cubicBezTo>
                    <a:pt x="862" y="11"/>
                    <a:pt x="790" y="1"/>
                    <a:pt x="7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2"/>
            <p:cNvSpPr/>
            <p:nvPr/>
          </p:nvSpPr>
          <p:spPr>
            <a:xfrm>
              <a:off x="2995553" y="2430626"/>
              <a:ext cx="44784" cy="15671"/>
            </a:xfrm>
            <a:custGeom>
              <a:rect b="b" l="l" r="r" t="t"/>
              <a:pathLst>
                <a:path extrusionOk="0" h="499" w="1426">
                  <a:moveTo>
                    <a:pt x="532" y="0"/>
                  </a:moveTo>
                  <a:cubicBezTo>
                    <a:pt x="424" y="0"/>
                    <a:pt x="302" y="15"/>
                    <a:pt x="191" y="53"/>
                  </a:cubicBezTo>
                  <a:cubicBezTo>
                    <a:pt x="32" y="116"/>
                    <a:pt x="1" y="211"/>
                    <a:pt x="127" y="274"/>
                  </a:cubicBezTo>
                  <a:lnTo>
                    <a:pt x="666" y="464"/>
                  </a:lnTo>
                  <a:cubicBezTo>
                    <a:pt x="714" y="488"/>
                    <a:pt x="781" y="499"/>
                    <a:pt x="854" y="499"/>
                  </a:cubicBezTo>
                  <a:cubicBezTo>
                    <a:pt x="972" y="499"/>
                    <a:pt x="1106" y="472"/>
                    <a:pt x="1204" y="433"/>
                  </a:cubicBezTo>
                  <a:cubicBezTo>
                    <a:pt x="1394" y="369"/>
                    <a:pt x="1426" y="274"/>
                    <a:pt x="1268" y="211"/>
                  </a:cubicBezTo>
                  <a:lnTo>
                    <a:pt x="729" y="21"/>
                  </a:lnTo>
                  <a:cubicBezTo>
                    <a:pt x="677" y="8"/>
                    <a:pt x="608" y="0"/>
                    <a:pt x="5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2"/>
            <p:cNvSpPr/>
            <p:nvPr/>
          </p:nvSpPr>
          <p:spPr>
            <a:xfrm>
              <a:off x="2885353" y="2392092"/>
              <a:ext cx="410589" cy="156554"/>
            </a:xfrm>
            <a:custGeom>
              <a:rect b="b" l="l" r="r" t="t"/>
              <a:pathLst>
                <a:path extrusionOk="0" h="4985" w="13074">
                  <a:moveTo>
                    <a:pt x="7611" y="1"/>
                  </a:moveTo>
                  <a:cubicBezTo>
                    <a:pt x="5912" y="1"/>
                    <a:pt x="4065" y="285"/>
                    <a:pt x="2560" y="836"/>
                  </a:cubicBezTo>
                  <a:cubicBezTo>
                    <a:pt x="1166" y="1343"/>
                    <a:pt x="248" y="2040"/>
                    <a:pt x="26" y="2736"/>
                  </a:cubicBezTo>
                  <a:cubicBezTo>
                    <a:pt x="0" y="2814"/>
                    <a:pt x="103" y="2871"/>
                    <a:pt x="263" y="2871"/>
                  </a:cubicBezTo>
                  <a:cubicBezTo>
                    <a:pt x="298" y="2871"/>
                    <a:pt x="335" y="2869"/>
                    <a:pt x="375" y="2863"/>
                  </a:cubicBezTo>
                  <a:cubicBezTo>
                    <a:pt x="596" y="2863"/>
                    <a:pt x="818" y="2768"/>
                    <a:pt x="850" y="2673"/>
                  </a:cubicBezTo>
                  <a:cubicBezTo>
                    <a:pt x="1008" y="2071"/>
                    <a:pt x="1831" y="1470"/>
                    <a:pt x="3035" y="1026"/>
                  </a:cubicBezTo>
                  <a:cubicBezTo>
                    <a:pt x="4338" y="531"/>
                    <a:pt x="5961" y="280"/>
                    <a:pt x="7458" y="280"/>
                  </a:cubicBezTo>
                  <a:cubicBezTo>
                    <a:pt x="8544" y="280"/>
                    <a:pt x="9565" y="412"/>
                    <a:pt x="10350" y="678"/>
                  </a:cubicBezTo>
                  <a:cubicBezTo>
                    <a:pt x="12282" y="1343"/>
                    <a:pt x="12219" y="2673"/>
                    <a:pt x="10034" y="3655"/>
                  </a:cubicBezTo>
                  <a:cubicBezTo>
                    <a:pt x="8862" y="4193"/>
                    <a:pt x="7247" y="4541"/>
                    <a:pt x="5632" y="4605"/>
                  </a:cubicBezTo>
                  <a:cubicBezTo>
                    <a:pt x="5378" y="4636"/>
                    <a:pt x="5157" y="4700"/>
                    <a:pt x="5125" y="4826"/>
                  </a:cubicBezTo>
                  <a:cubicBezTo>
                    <a:pt x="5093" y="4921"/>
                    <a:pt x="5252" y="4985"/>
                    <a:pt x="5505" y="4985"/>
                  </a:cubicBezTo>
                  <a:cubicBezTo>
                    <a:pt x="7373" y="4890"/>
                    <a:pt x="9242" y="4478"/>
                    <a:pt x="10604" y="3876"/>
                  </a:cubicBezTo>
                  <a:cubicBezTo>
                    <a:pt x="13074" y="2736"/>
                    <a:pt x="13074" y="1216"/>
                    <a:pt x="10889" y="456"/>
                  </a:cubicBezTo>
                  <a:cubicBezTo>
                    <a:pt x="9997" y="150"/>
                    <a:pt x="8843" y="1"/>
                    <a:pt x="76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2"/>
            <p:cNvSpPr/>
            <p:nvPr/>
          </p:nvSpPr>
          <p:spPr>
            <a:xfrm>
              <a:off x="2984624" y="2428710"/>
              <a:ext cx="202908" cy="73425"/>
            </a:xfrm>
            <a:custGeom>
              <a:rect b="b" l="l" r="r" t="t"/>
              <a:pathLst>
                <a:path extrusionOk="0" h="2338" w="6461">
                  <a:moveTo>
                    <a:pt x="2825" y="0"/>
                  </a:moveTo>
                  <a:cubicBezTo>
                    <a:pt x="2247" y="0"/>
                    <a:pt x="1597" y="111"/>
                    <a:pt x="1077" y="304"/>
                  </a:cubicBezTo>
                  <a:cubicBezTo>
                    <a:pt x="190" y="652"/>
                    <a:pt x="0" y="1127"/>
                    <a:pt x="665" y="1412"/>
                  </a:cubicBezTo>
                  <a:cubicBezTo>
                    <a:pt x="921" y="1509"/>
                    <a:pt x="1269" y="1555"/>
                    <a:pt x="1650" y="1555"/>
                  </a:cubicBezTo>
                  <a:cubicBezTo>
                    <a:pt x="2262" y="1555"/>
                    <a:pt x="2957" y="1437"/>
                    <a:pt x="3484" y="1222"/>
                  </a:cubicBezTo>
                  <a:cubicBezTo>
                    <a:pt x="3815" y="1086"/>
                    <a:pt x="4230" y="1021"/>
                    <a:pt x="4589" y="1021"/>
                  </a:cubicBezTo>
                  <a:cubicBezTo>
                    <a:pt x="4813" y="1021"/>
                    <a:pt x="5016" y="1046"/>
                    <a:pt x="5162" y="1095"/>
                  </a:cubicBezTo>
                  <a:cubicBezTo>
                    <a:pt x="5574" y="1254"/>
                    <a:pt x="5511" y="1570"/>
                    <a:pt x="5004" y="1792"/>
                  </a:cubicBezTo>
                  <a:cubicBezTo>
                    <a:pt x="4669" y="1930"/>
                    <a:pt x="4236" y="2007"/>
                    <a:pt x="3857" y="2007"/>
                  </a:cubicBezTo>
                  <a:cubicBezTo>
                    <a:pt x="3627" y="2007"/>
                    <a:pt x="3418" y="1978"/>
                    <a:pt x="3262" y="1919"/>
                  </a:cubicBezTo>
                  <a:cubicBezTo>
                    <a:pt x="3214" y="1894"/>
                    <a:pt x="3147" y="1884"/>
                    <a:pt x="3072" y="1884"/>
                  </a:cubicBezTo>
                  <a:cubicBezTo>
                    <a:pt x="2951" y="1884"/>
                    <a:pt x="2810" y="1911"/>
                    <a:pt x="2692" y="1950"/>
                  </a:cubicBezTo>
                  <a:cubicBezTo>
                    <a:pt x="2534" y="2014"/>
                    <a:pt x="2502" y="2109"/>
                    <a:pt x="2629" y="2172"/>
                  </a:cubicBezTo>
                  <a:cubicBezTo>
                    <a:pt x="2916" y="2284"/>
                    <a:pt x="3292" y="2338"/>
                    <a:pt x="3695" y="2338"/>
                  </a:cubicBezTo>
                  <a:cubicBezTo>
                    <a:pt x="4313" y="2338"/>
                    <a:pt x="4993" y="2212"/>
                    <a:pt x="5511" y="1982"/>
                  </a:cubicBezTo>
                  <a:cubicBezTo>
                    <a:pt x="6366" y="1634"/>
                    <a:pt x="6461" y="1127"/>
                    <a:pt x="5764" y="874"/>
                  </a:cubicBezTo>
                  <a:cubicBezTo>
                    <a:pt x="5480" y="770"/>
                    <a:pt x="5105" y="719"/>
                    <a:pt x="4704" y="719"/>
                  </a:cubicBezTo>
                  <a:cubicBezTo>
                    <a:pt x="4122" y="719"/>
                    <a:pt x="3483" y="826"/>
                    <a:pt x="2977" y="1032"/>
                  </a:cubicBezTo>
                  <a:cubicBezTo>
                    <a:pt x="2662" y="1170"/>
                    <a:pt x="2236" y="1247"/>
                    <a:pt x="1868" y="1247"/>
                  </a:cubicBezTo>
                  <a:cubicBezTo>
                    <a:pt x="1644" y="1247"/>
                    <a:pt x="1442" y="1218"/>
                    <a:pt x="1299" y="1159"/>
                  </a:cubicBezTo>
                  <a:cubicBezTo>
                    <a:pt x="887" y="1000"/>
                    <a:pt x="1014" y="715"/>
                    <a:pt x="1552" y="494"/>
                  </a:cubicBezTo>
                  <a:cubicBezTo>
                    <a:pt x="1881" y="378"/>
                    <a:pt x="2280" y="309"/>
                    <a:pt x="2635" y="309"/>
                  </a:cubicBezTo>
                  <a:cubicBezTo>
                    <a:pt x="2862" y="309"/>
                    <a:pt x="3070" y="337"/>
                    <a:pt x="3231" y="399"/>
                  </a:cubicBezTo>
                  <a:cubicBezTo>
                    <a:pt x="3283" y="412"/>
                    <a:pt x="3357" y="419"/>
                    <a:pt x="3438" y="419"/>
                  </a:cubicBezTo>
                  <a:cubicBezTo>
                    <a:pt x="3551" y="419"/>
                    <a:pt x="3676" y="404"/>
                    <a:pt x="3769" y="367"/>
                  </a:cubicBezTo>
                  <a:cubicBezTo>
                    <a:pt x="3927" y="304"/>
                    <a:pt x="3959" y="209"/>
                    <a:pt x="3801" y="145"/>
                  </a:cubicBezTo>
                  <a:cubicBezTo>
                    <a:pt x="3540" y="46"/>
                    <a:pt x="3197" y="0"/>
                    <a:pt x="2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2"/>
            <p:cNvSpPr/>
            <p:nvPr/>
          </p:nvSpPr>
          <p:spPr>
            <a:xfrm>
              <a:off x="2703172" y="2531687"/>
              <a:ext cx="46762" cy="18058"/>
            </a:xfrm>
            <a:custGeom>
              <a:rect b="b" l="l" r="r" t="t"/>
              <a:pathLst>
                <a:path extrusionOk="0" h="575" w="1489">
                  <a:moveTo>
                    <a:pt x="720" y="0"/>
                  </a:moveTo>
                  <a:cubicBezTo>
                    <a:pt x="585" y="0"/>
                    <a:pt x="428" y="35"/>
                    <a:pt x="285" y="96"/>
                  </a:cubicBezTo>
                  <a:cubicBezTo>
                    <a:pt x="63" y="160"/>
                    <a:pt x="0" y="286"/>
                    <a:pt x="127" y="350"/>
                  </a:cubicBezTo>
                  <a:lnTo>
                    <a:pt x="570" y="540"/>
                  </a:lnTo>
                  <a:cubicBezTo>
                    <a:pt x="619" y="564"/>
                    <a:pt x="690" y="574"/>
                    <a:pt x="772" y="574"/>
                  </a:cubicBezTo>
                  <a:cubicBezTo>
                    <a:pt x="905" y="574"/>
                    <a:pt x="1066" y="547"/>
                    <a:pt x="1203" y="508"/>
                  </a:cubicBezTo>
                  <a:cubicBezTo>
                    <a:pt x="1425" y="413"/>
                    <a:pt x="1489" y="286"/>
                    <a:pt x="1330" y="255"/>
                  </a:cubicBezTo>
                  <a:lnTo>
                    <a:pt x="918" y="33"/>
                  </a:lnTo>
                  <a:cubicBezTo>
                    <a:pt x="862" y="11"/>
                    <a:pt x="794" y="0"/>
                    <a:pt x="7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2"/>
            <p:cNvSpPr/>
            <p:nvPr/>
          </p:nvSpPr>
          <p:spPr>
            <a:xfrm>
              <a:off x="2903065" y="2519376"/>
              <a:ext cx="50750" cy="19408"/>
            </a:xfrm>
            <a:custGeom>
              <a:rect b="b" l="l" r="r" t="t"/>
              <a:pathLst>
                <a:path extrusionOk="0" h="618" w="1616">
                  <a:moveTo>
                    <a:pt x="1214" y="1"/>
                  </a:moveTo>
                  <a:cubicBezTo>
                    <a:pt x="1094" y="1"/>
                    <a:pt x="960" y="24"/>
                    <a:pt x="856" y="77"/>
                  </a:cubicBezTo>
                  <a:lnTo>
                    <a:pt x="254" y="330"/>
                  </a:lnTo>
                  <a:cubicBezTo>
                    <a:pt x="32" y="393"/>
                    <a:pt x="1" y="520"/>
                    <a:pt x="159" y="583"/>
                  </a:cubicBezTo>
                  <a:cubicBezTo>
                    <a:pt x="207" y="608"/>
                    <a:pt x="279" y="618"/>
                    <a:pt x="359" y="618"/>
                  </a:cubicBezTo>
                  <a:cubicBezTo>
                    <a:pt x="489" y="618"/>
                    <a:pt x="643" y="591"/>
                    <a:pt x="761" y="552"/>
                  </a:cubicBezTo>
                  <a:lnTo>
                    <a:pt x="1394" y="298"/>
                  </a:lnTo>
                  <a:cubicBezTo>
                    <a:pt x="1584" y="203"/>
                    <a:pt x="1616" y="108"/>
                    <a:pt x="1457" y="45"/>
                  </a:cubicBezTo>
                  <a:cubicBezTo>
                    <a:pt x="1400" y="17"/>
                    <a:pt x="1311" y="1"/>
                    <a:pt x="1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2"/>
            <p:cNvSpPr/>
            <p:nvPr/>
          </p:nvSpPr>
          <p:spPr>
            <a:xfrm>
              <a:off x="2871252" y="2608252"/>
              <a:ext cx="48741" cy="20790"/>
            </a:xfrm>
            <a:custGeom>
              <a:rect b="b" l="l" r="r" t="t"/>
              <a:pathLst>
                <a:path extrusionOk="0" h="662" w="1552">
                  <a:moveTo>
                    <a:pt x="711" y="1"/>
                  </a:moveTo>
                  <a:cubicBezTo>
                    <a:pt x="566" y="1"/>
                    <a:pt x="397" y="36"/>
                    <a:pt x="253" y="97"/>
                  </a:cubicBezTo>
                  <a:cubicBezTo>
                    <a:pt x="32" y="192"/>
                    <a:pt x="0" y="319"/>
                    <a:pt x="127" y="382"/>
                  </a:cubicBezTo>
                  <a:lnTo>
                    <a:pt x="634" y="604"/>
                  </a:lnTo>
                  <a:cubicBezTo>
                    <a:pt x="700" y="643"/>
                    <a:pt x="788" y="661"/>
                    <a:pt x="885" y="661"/>
                  </a:cubicBezTo>
                  <a:cubicBezTo>
                    <a:pt x="1020" y="661"/>
                    <a:pt x="1170" y="627"/>
                    <a:pt x="1299" y="572"/>
                  </a:cubicBezTo>
                  <a:cubicBezTo>
                    <a:pt x="1520" y="477"/>
                    <a:pt x="1552" y="350"/>
                    <a:pt x="1425" y="255"/>
                  </a:cubicBezTo>
                  <a:lnTo>
                    <a:pt x="919" y="34"/>
                  </a:lnTo>
                  <a:cubicBezTo>
                    <a:pt x="862" y="11"/>
                    <a:pt x="790" y="1"/>
                    <a:pt x="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2"/>
            <p:cNvSpPr/>
            <p:nvPr/>
          </p:nvSpPr>
          <p:spPr>
            <a:xfrm>
              <a:off x="2643472" y="2621191"/>
              <a:ext cx="60706" cy="24245"/>
            </a:xfrm>
            <a:custGeom>
              <a:rect b="b" l="l" r="r" t="t"/>
              <a:pathLst>
                <a:path extrusionOk="0" h="772" w="1933">
                  <a:moveTo>
                    <a:pt x="1589" y="0"/>
                  </a:moveTo>
                  <a:cubicBezTo>
                    <a:pt x="1435" y="0"/>
                    <a:pt x="1253" y="35"/>
                    <a:pt x="1109" y="97"/>
                  </a:cubicBezTo>
                  <a:lnTo>
                    <a:pt x="349" y="413"/>
                  </a:lnTo>
                  <a:cubicBezTo>
                    <a:pt x="96" y="508"/>
                    <a:pt x="1" y="635"/>
                    <a:pt x="159" y="730"/>
                  </a:cubicBezTo>
                  <a:cubicBezTo>
                    <a:pt x="212" y="756"/>
                    <a:pt x="297" y="772"/>
                    <a:pt x="396" y="772"/>
                  </a:cubicBezTo>
                  <a:cubicBezTo>
                    <a:pt x="537" y="772"/>
                    <a:pt x="708" y="741"/>
                    <a:pt x="856" y="667"/>
                  </a:cubicBezTo>
                  <a:lnTo>
                    <a:pt x="1616" y="350"/>
                  </a:lnTo>
                  <a:cubicBezTo>
                    <a:pt x="1869" y="255"/>
                    <a:pt x="1933" y="128"/>
                    <a:pt x="1806" y="33"/>
                  </a:cubicBezTo>
                  <a:cubicBezTo>
                    <a:pt x="1750" y="11"/>
                    <a:pt x="1674" y="0"/>
                    <a:pt x="1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2"/>
            <p:cNvSpPr/>
            <p:nvPr/>
          </p:nvSpPr>
          <p:spPr>
            <a:xfrm>
              <a:off x="2538076" y="2490609"/>
              <a:ext cx="513221" cy="193675"/>
            </a:xfrm>
            <a:custGeom>
              <a:rect b="b" l="l" r="r" t="t"/>
              <a:pathLst>
                <a:path extrusionOk="0" h="6167" w="16342">
                  <a:moveTo>
                    <a:pt x="10499" y="340"/>
                  </a:moveTo>
                  <a:cubicBezTo>
                    <a:pt x="11654" y="340"/>
                    <a:pt x="12696" y="492"/>
                    <a:pt x="13459" y="803"/>
                  </a:cubicBezTo>
                  <a:cubicBezTo>
                    <a:pt x="15360" y="1594"/>
                    <a:pt x="14916" y="3210"/>
                    <a:pt x="12193" y="4445"/>
                  </a:cubicBezTo>
                  <a:cubicBezTo>
                    <a:pt x="10425" y="5243"/>
                    <a:pt x="8191" y="5676"/>
                    <a:pt x="6262" y="5676"/>
                  </a:cubicBezTo>
                  <a:cubicBezTo>
                    <a:pt x="4976" y="5676"/>
                    <a:pt x="3826" y="5483"/>
                    <a:pt x="3040" y="5078"/>
                  </a:cubicBezTo>
                  <a:cubicBezTo>
                    <a:pt x="1172" y="4096"/>
                    <a:pt x="2312" y="2386"/>
                    <a:pt x="5289" y="1278"/>
                  </a:cubicBezTo>
                  <a:cubicBezTo>
                    <a:pt x="6919" y="659"/>
                    <a:pt x="8826" y="340"/>
                    <a:pt x="10499" y="340"/>
                  </a:cubicBezTo>
                  <a:close/>
                  <a:moveTo>
                    <a:pt x="10777" y="0"/>
                  </a:moveTo>
                  <a:cubicBezTo>
                    <a:pt x="8872" y="0"/>
                    <a:pt x="6692" y="361"/>
                    <a:pt x="4814" y="1056"/>
                  </a:cubicBezTo>
                  <a:cubicBezTo>
                    <a:pt x="1362" y="2323"/>
                    <a:pt x="0" y="4318"/>
                    <a:pt x="2122" y="5458"/>
                  </a:cubicBezTo>
                  <a:cubicBezTo>
                    <a:pt x="3032" y="5938"/>
                    <a:pt x="4371" y="6166"/>
                    <a:pt x="5869" y="6166"/>
                  </a:cubicBezTo>
                  <a:cubicBezTo>
                    <a:pt x="8124" y="6166"/>
                    <a:pt x="10739" y="5649"/>
                    <a:pt x="12794" y="4698"/>
                  </a:cubicBezTo>
                  <a:cubicBezTo>
                    <a:pt x="15898" y="3273"/>
                    <a:pt x="16341" y="1436"/>
                    <a:pt x="14124" y="518"/>
                  </a:cubicBezTo>
                  <a:cubicBezTo>
                    <a:pt x="13261" y="170"/>
                    <a:pt x="12084" y="0"/>
                    <a:pt x="107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2"/>
            <p:cNvSpPr/>
            <p:nvPr/>
          </p:nvSpPr>
          <p:spPr>
            <a:xfrm>
              <a:off x="2388871" y="1954871"/>
              <a:ext cx="1518746" cy="456534"/>
            </a:xfrm>
            <a:custGeom>
              <a:rect b="b" l="l" r="r" t="t"/>
              <a:pathLst>
                <a:path extrusionOk="0" h="14537" w="48360">
                  <a:moveTo>
                    <a:pt x="48359" y="0"/>
                  </a:moveTo>
                  <a:lnTo>
                    <a:pt x="24544" y="11623"/>
                  </a:lnTo>
                  <a:lnTo>
                    <a:pt x="1" y="0"/>
                  </a:lnTo>
                  <a:lnTo>
                    <a:pt x="1" y="0"/>
                  </a:lnTo>
                  <a:lnTo>
                    <a:pt x="22929" y="12510"/>
                  </a:lnTo>
                  <a:lnTo>
                    <a:pt x="24164" y="14537"/>
                  </a:lnTo>
                  <a:lnTo>
                    <a:pt x="24956" y="12795"/>
                  </a:lnTo>
                  <a:lnTo>
                    <a:pt x="48359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2"/>
            <p:cNvSpPr/>
            <p:nvPr/>
          </p:nvSpPr>
          <p:spPr>
            <a:xfrm>
              <a:off x="2388871" y="1553076"/>
              <a:ext cx="1518746" cy="803623"/>
            </a:xfrm>
            <a:custGeom>
              <a:rect b="b" l="l" r="r" t="t"/>
              <a:pathLst>
                <a:path extrusionOk="0" h="25589" w="48360">
                  <a:moveTo>
                    <a:pt x="24164" y="0"/>
                  </a:moveTo>
                  <a:lnTo>
                    <a:pt x="1" y="12794"/>
                  </a:lnTo>
                  <a:lnTo>
                    <a:pt x="24164" y="25589"/>
                  </a:lnTo>
                  <a:lnTo>
                    <a:pt x="48359" y="12794"/>
                  </a:lnTo>
                  <a:lnTo>
                    <a:pt x="24164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2"/>
            <p:cNvSpPr/>
            <p:nvPr/>
          </p:nvSpPr>
          <p:spPr>
            <a:xfrm>
              <a:off x="2388871" y="1954871"/>
              <a:ext cx="758902" cy="456534"/>
            </a:xfrm>
            <a:custGeom>
              <a:rect b="b" l="l" r="r" t="t"/>
              <a:pathLst>
                <a:path extrusionOk="0" h="14537" w="24165">
                  <a:moveTo>
                    <a:pt x="1" y="0"/>
                  </a:moveTo>
                  <a:lnTo>
                    <a:pt x="1" y="1742"/>
                  </a:lnTo>
                  <a:lnTo>
                    <a:pt x="24164" y="14537"/>
                  </a:lnTo>
                  <a:lnTo>
                    <a:pt x="24164" y="127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2"/>
            <p:cNvSpPr/>
            <p:nvPr/>
          </p:nvSpPr>
          <p:spPr>
            <a:xfrm>
              <a:off x="3147742" y="1954871"/>
              <a:ext cx="759875" cy="456534"/>
            </a:xfrm>
            <a:custGeom>
              <a:rect b="b" l="l" r="r" t="t"/>
              <a:pathLst>
                <a:path extrusionOk="0" h="14537" w="24196">
                  <a:moveTo>
                    <a:pt x="24195" y="0"/>
                  </a:moveTo>
                  <a:lnTo>
                    <a:pt x="0" y="12795"/>
                  </a:lnTo>
                  <a:lnTo>
                    <a:pt x="0" y="14537"/>
                  </a:lnTo>
                  <a:lnTo>
                    <a:pt x="24195" y="1742"/>
                  </a:lnTo>
                  <a:lnTo>
                    <a:pt x="24195" y="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2"/>
            <p:cNvSpPr/>
            <p:nvPr/>
          </p:nvSpPr>
          <p:spPr>
            <a:xfrm>
              <a:off x="2515182" y="1735413"/>
              <a:ext cx="564945" cy="523835"/>
            </a:xfrm>
            <a:custGeom>
              <a:rect b="b" l="l" r="r" t="t"/>
              <a:pathLst>
                <a:path extrusionOk="0" h="16680" w="17989">
                  <a:moveTo>
                    <a:pt x="13366" y="1"/>
                  </a:moveTo>
                  <a:cubicBezTo>
                    <a:pt x="13349" y="1"/>
                    <a:pt x="13328" y="8"/>
                    <a:pt x="13302" y="21"/>
                  </a:cubicBezTo>
                  <a:lnTo>
                    <a:pt x="191" y="6862"/>
                  </a:lnTo>
                  <a:cubicBezTo>
                    <a:pt x="64" y="6925"/>
                    <a:pt x="1" y="7020"/>
                    <a:pt x="1" y="7147"/>
                  </a:cubicBezTo>
                  <a:cubicBezTo>
                    <a:pt x="1" y="7274"/>
                    <a:pt x="64" y="7400"/>
                    <a:pt x="191" y="7432"/>
                  </a:cubicBezTo>
                  <a:lnTo>
                    <a:pt x="17830" y="16647"/>
                  </a:lnTo>
                  <a:cubicBezTo>
                    <a:pt x="17830" y="16679"/>
                    <a:pt x="17862" y="16679"/>
                    <a:pt x="17862" y="16679"/>
                  </a:cubicBezTo>
                  <a:cubicBezTo>
                    <a:pt x="17925" y="16679"/>
                    <a:pt x="17957" y="16647"/>
                    <a:pt x="17957" y="16616"/>
                  </a:cubicBezTo>
                  <a:cubicBezTo>
                    <a:pt x="17989" y="16552"/>
                    <a:pt x="17957" y="16489"/>
                    <a:pt x="17925" y="16489"/>
                  </a:cubicBezTo>
                  <a:lnTo>
                    <a:pt x="286" y="7274"/>
                  </a:lnTo>
                  <a:cubicBezTo>
                    <a:pt x="222" y="7242"/>
                    <a:pt x="222" y="7210"/>
                    <a:pt x="222" y="7147"/>
                  </a:cubicBezTo>
                  <a:cubicBezTo>
                    <a:pt x="222" y="7083"/>
                    <a:pt x="222" y="7052"/>
                    <a:pt x="286" y="7020"/>
                  </a:cubicBezTo>
                  <a:lnTo>
                    <a:pt x="13397" y="180"/>
                  </a:lnTo>
                  <a:cubicBezTo>
                    <a:pt x="13428" y="148"/>
                    <a:pt x="13460" y="85"/>
                    <a:pt x="13428" y="53"/>
                  </a:cubicBezTo>
                  <a:cubicBezTo>
                    <a:pt x="13410" y="16"/>
                    <a:pt x="13391" y="1"/>
                    <a:pt x="133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2"/>
            <p:cNvSpPr/>
            <p:nvPr/>
          </p:nvSpPr>
          <p:spPr>
            <a:xfrm>
              <a:off x="3070140" y="2251240"/>
              <a:ext cx="29898" cy="20916"/>
            </a:xfrm>
            <a:custGeom>
              <a:rect b="b" l="l" r="r" t="t"/>
              <a:pathLst>
                <a:path extrusionOk="0" h="666" w="952">
                  <a:moveTo>
                    <a:pt x="476" y="1"/>
                  </a:moveTo>
                  <a:cubicBezTo>
                    <a:pt x="223" y="1"/>
                    <a:pt x="1" y="127"/>
                    <a:pt x="1" y="317"/>
                  </a:cubicBezTo>
                  <a:cubicBezTo>
                    <a:pt x="1" y="508"/>
                    <a:pt x="223" y="666"/>
                    <a:pt x="476" y="666"/>
                  </a:cubicBezTo>
                  <a:cubicBezTo>
                    <a:pt x="729" y="666"/>
                    <a:pt x="951" y="508"/>
                    <a:pt x="951" y="317"/>
                  </a:cubicBezTo>
                  <a:cubicBezTo>
                    <a:pt x="951" y="127"/>
                    <a:pt x="729" y="1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2"/>
            <p:cNvSpPr/>
            <p:nvPr/>
          </p:nvSpPr>
          <p:spPr>
            <a:xfrm>
              <a:off x="2895120" y="1694304"/>
              <a:ext cx="107437" cy="62684"/>
            </a:xfrm>
            <a:custGeom>
              <a:rect b="b" l="l" r="r" t="t"/>
              <a:pathLst>
                <a:path extrusionOk="0" h="1996" w="3421">
                  <a:moveTo>
                    <a:pt x="3135" y="254"/>
                  </a:moveTo>
                  <a:lnTo>
                    <a:pt x="2280" y="1774"/>
                  </a:lnTo>
                  <a:lnTo>
                    <a:pt x="380" y="919"/>
                  </a:lnTo>
                  <a:lnTo>
                    <a:pt x="3135" y="254"/>
                  </a:lnTo>
                  <a:close/>
                  <a:moveTo>
                    <a:pt x="3294" y="0"/>
                  </a:moveTo>
                  <a:lnTo>
                    <a:pt x="64" y="792"/>
                  </a:lnTo>
                  <a:cubicBezTo>
                    <a:pt x="32" y="824"/>
                    <a:pt x="0" y="855"/>
                    <a:pt x="0" y="887"/>
                  </a:cubicBezTo>
                  <a:cubicBezTo>
                    <a:pt x="0" y="919"/>
                    <a:pt x="0" y="982"/>
                    <a:pt x="64" y="982"/>
                  </a:cubicBezTo>
                  <a:lnTo>
                    <a:pt x="2280" y="1995"/>
                  </a:lnTo>
                  <a:lnTo>
                    <a:pt x="2344" y="1995"/>
                  </a:lnTo>
                  <a:cubicBezTo>
                    <a:pt x="2375" y="1995"/>
                    <a:pt x="2407" y="1995"/>
                    <a:pt x="2439" y="1964"/>
                  </a:cubicBezTo>
                  <a:lnTo>
                    <a:pt x="3420" y="127"/>
                  </a:lnTo>
                  <a:cubicBezTo>
                    <a:pt x="3420" y="95"/>
                    <a:pt x="3420" y="64"/>
                    <a:pt x="3389" y="32"/>
                  </a:cubicBezTo>
                  <a:cubicBezTo>
                    <a:pt x="3389" y="0"/>
                    <a:pt x="3325" y="0"/>
                    <a:pt x="3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2"/>
            <p:cNvSpPr/>
            <p:nvPr/>
          </p:nvSpPr>
          <p:spPr>
            <a:xfrm>
              <a:off x="2850368" y="1775832"/>
              <a:ext cx="719080" cy="378022"/>
            </a:xfrm>
            <a:custGeom>
              <a:rect b="b" l="l" r="r" t="t"/>
              <a:pathLst>
                <a:path extrusionOk="0" h="12037" w="22897">
                  <a:moveTo>
                    <a:pt x="13262" y="0"/>
                  </a:moveTo>
                  <a:cubicBezTo>
                    <a:pt x="12873" y="0"/>
                    <a:pt x="12462" y="88"/>
                    <a:pt x="12129" y="254"/>
                  </a:cubicBezTo>
                  <a:lnTo>
                    <a:pt x="9121" y="1775"/>
                  </a:lnTo>
                  <a:cubicBezTo>
                    <a:pt x="8962" y="1838"/>
                    <a:pt x="8962" y="1965"/>
                    <a:pt x="9057" y="2028"/>
                  </a:cubicBezTo>
                  <a:cubicBezTo>
                    <a:pt x="9115" y="2071"/>
                    <a:pt x="9191" y="2088"/>
                    <a:pt x="9273" y="2088"/>
                  </a:cubicBezTo>
                  <a:cubicBezTo>
                    <a:pt x="9371" y="2088"/>
                    <a:pt x="9477" y="2063"/>
                    <a:pt x="9564" y="2028"/>
                  </a:cubicBezTo>
                  <a:lnTo>
                    <a:pt x="12573" y="508"/>
                  </a:lnTo>
                  <a:cubicBezTo>
                    <a:pt x="12740" y="424"/>
                    <a:pt x="12960" y="385"/>
                    <a:pt x="13168" y="385"/>
                  </a:cubicBezTo>
                  <a:cubicBezTo>
                    <a:pt x="13354" y="385"/>
                    <a:pt x="13530" y="416"/>
                    <a:pt x="13649" y="476"/>
                  </a:cubicBezTo>
                  <a:lnTo>
                    <a:pt x="20047" y="4181"/>
                  </a:lnTo>
                  <a:cubicBezTo>
                    <a:pt x="20300" y="4340"/>
                    <a:pt x="20268" y="4593"/>
                    <a:pt x="19920" y="4783"/>
                  </a:cubicBezTo>
                  <a:cubicBezTo>
                    <a:pt x="19762" y="4846"/>
                    <a:pt x="19762" y="4973"/>
                    <a:pt x="19857" y="5036"/>
                  </a:cubicBezTo>
                  <a:cubicBezTo>
                    <a:pt x="19920" y="5068"/>
                    <a:pt x="20007" y="5084"/>
                    <a:pt x="20098" y="5084"/>
                  </a:cubicBezTo>
                  <a:cubicBezTo>
                    <a:pt x="20189" y="5084"/>
                    <a:pt x="20284" y="5068"/>
                    <a:pt x="20363" y="5036"/>
                  </a:cubicBezTo>
                  <a:lnTo>
                    <a:pt x="21567" y="4403"/>
                  </a:lnTo>
                  <a:lnTo>
                    <a:pt x="21662" y="4466"/>
                  </a:lnTo>
                  <a:cubicBezTo>
                    <a:pt x="22137" y="4751"/>
                    <a:pt x="22042" y="5195"/>
                    <a:pt x="21472" y="5480"/>
                  </a:cubicBezTo>
                  <a:lnTo>
                    <a:pt x="9849" y="11402"/>
                  </a:lnTo>
                  <a:cubicBezTo>
                    <a:pt x="9548" y="11569"/>
                    <a:pt x="9168" y="11648"/>
                    <a:pt x="8806" y="11648"/>
                  </a:cubicBezTo>
                  <a:cubicBezTo>
                    <a:pt x="8482" y="11648"/>
                    <a:pt x="8173" y="11585"/>
                    <a:pt x="7949" y="11465"/>
                  </a:cubicBezTo>
                  <a:lnTo>
                    <a:pt x="7854" y="11402"/>
                  </a:lnTo>
                  <a:lnTo>
                    <a:pt x="9089" y="10769"/>
                  </a:lnTo>
                  <a:cubicBezTo>
                    <a:pt x="9247" y="10705"/>
                    <a:pt x="9279" y="10578"/>
                    <a:pt x="9152" y="10515"/>
                  </a:cubicBezTo>
                  <a:cubicBezTo>
                    <a:pt x="9095" y="10472"/>
                    <a:pt x="9019" y="10455"/>
                    <a:pt x="8937" y="10455"/>
                  </a:cubicBezTo>
                  <a:cubicBezTo>
                    <a:pt x="8839" y="10455"/>
                    <a:pt x="8733" y="10480"/>
                    <a:pt x="8646" y="10515"/>
                  </a:cubicBezTo>
                  <a:cubicBezTo>
                    <a:pt x="8464" y="10614"/>
                    <a:pt x="8247" y="10662"/>
                    <a:pt x="8041" y="10662"/>
                  </a:cubicBezTo>
                  <a:cubicBezTo>
                    <a:pt x="7853" y="10662"/>
                    <a:pt x="7673" y="10622"/>
                    <a:pt x="7537" y="10547"/>
                  </a:cubicBezTo>
                  <a:lnTo>
                    <a:pt x="1077" y="6810"/>
                  </a:lnTo>
                  <a:cubicBezTo>
                    <a:pt x="823" y="6652"/>
                    <a:pt x="887" y="6398"/>
                    <a:pt x="1235" y="6208"/>
                  </a:cubicBezTo>
                  <a:lnTo>
                    <a:pt x="4275" y="4688"/>
                  </a:lnTo>
                  <a:cubicBezTo>
                    <a:pt x="4434" y="4625"/>
                    <a:pt x="4465" y="4498"/>
                    <a:pt x="4339" y="4435"/>
                  </a:cubicBezTo>
                  <a:cubicBezTo>
                    <a:pt x="4282" y="4392"/>
                    <a:pt x="4205" y="4375"/>
                    <a:pt x="4124" y="4375"/>
                  </a:cubicBezTo>
                  <a:cubicBezTo>
                    <a:pt x="4025" y="4375"/>
                    <a:pt x="3919" y="4400"/>
                    <a:pt x="3832" y="4435"/>
                  </a:cubicBezTo>
                  <a:lnTo>
                    <a:pt x="792" y="5987"/>
                  </a:lnTo>
                  <a:cubicBezTo>
                    <a:pt x="127" y="6303"/>
                    <a:pt x="0" y="6810"/>
                    <a:pt x="538" y="7095"/>
                  </a:cubicBezTo>
                  <a:lnTo>
                    <a:pt x="6967" y="10832"/>
                  </a:lnTo>
                  <a:cubicBezTo>
                    <a:pt x="7157" y="10927"/>
                    <a:pt x="7379" y="11022"/>
                    <a:pt x="7632" y="11022"/>
                  </a:cubicBezTo>
                  <a:lnTo>
                    <a:pt x="7347" y="11180"/>
                  </a:lnTo>
                  <a:cubicBezTo>
                    <a:pt x="7094" y="11307"/>
                    <a:pt x="7031" y="11529"/>
                    <a:pt x="7252" y="11655"/>
                  </a:cubicBezTo>
                  <a:lnTo>
                    <a:pt x="7411" y="11750"/>
                  </a:lnTo>
                  <a:cubicBezTo>
                    <a:pt x="7734" y="11941"/>
                    <a:pt x="8187" y="12037"/>
                    <a:pt x="8669" y="12037"/>
                  </a:cubicBezTo>
                  <a:cubicBezTo>
                    <a:pt x="9224" y="12037"/>
                    <a:pt x="9818" y="11910"/>
                    <a:pt x="10293" y="11655"/>
                  </a:cubicBezTo>
                  <a:lnTo>
                    <a:pt x="21883" y="5733"/>
                  </a:lnTo>
                  <a:cubicBezTo>
                    <a:pt x="22770" y="5290"/>
                    <a:pt x="22897" y="4593"/>
                    <a:pt x="22200" y="4181"/>
                  </a:cubicBezTo>
                  <a:lnTo>
                    <a:pt x="22073" y="4118"/>
                  </a:lnTo>
                  <a:cubicBezTo>
                    <a:pt x="21963" y="4055"/>
                    <a:pt x="21804" y="4023"/>
                    <a:pt x="21642" y="4023"/>
                  </a:cubicBezTo>
                  <a:cubicBezTo>
                    <a:pt x="21480" y="4023"/>
                    <a:pt x="21313" y="4055"/>
                    <a:pt x="21187" y="4118"/>
                  </a:cubicBezTo>
                  <a:lnTo>
                    <a:pt x="20902" y="4276"/>
                  </a:lnTo>
                  <a:cubicBezTo>
                    <a:pt x="20870" y="4150"/>
                    <a:pt x="20775" y="4023"/>
                    <a:pt x="20585" y="3896"/>
                  </a:cubicBezTo>
                  <a:lnTo>
                    <a:pt x="14188" y="223"/>
                  </a:lnTo>
                  <a:cubicBezTo>
                    <a:pt x="13947" y="72"/>
                    <a:pt x="13613" y="0"/>
                    <a:pt x="132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2"/>
            <p:cNvSpPr/>
            <p:nvPr/>
          </p:nvSpPr>
          <p:spPr>
            <a:xfrm>
              <a:off x="2926933" y="1814240"/>
              <a:ext cx="511242" cy="270334"/>
            </a:xfrm>
            <a:custGeom>
              <a:rect b="b" l="l" r="r" t="t"/>
              <a:pathLst>
                <a:path extrusionOk="0" h="8608" w="16279">
                  <a:moveTo>
                    <a:pt x="10586" y="1"/>
                  </a:moveTo>
                  <a:cubicBezTo>
                    <a:pt x="10487" y="1"/>
                    <a:pt x="10380" y="24"/>
                    <a:pt x="10293" y="77"/>
                  </a:cubicBezTo>
                  <a:lnTo>
                    <a:pt x="8520" y="963"/>
                  </a:lnTo>
                  <a:cubicBezTo>
                    <a:pt x="8361" y="1027"/>
                    <a:pt x="8330" y="1153"/>
                    <a:pt x="8456" y="1217"/>
                  </a:cubicBezTo>
                  <a:cubicBezTo>
                    <a:pt x="8513" y="1259"/>
                    <a:pt x="8590" y="1277"/>
                    <a:pt x="8671" y="1277"/>
                  </a:cubicBezTo>
                  <a:cubicBezTo>
                    <a:pt x="8770" y="1277"/>
                    <a:pt x="8876" y="1251"/>
                    <a:pt x="8963" y="1217"/>
                  </a:cubicBezTo>
                  <a:lnTo>
                    <a:pt x="10451" y="457"/>
                  </a:lnTo>
                  <a:lnTo>
                    <a:pt x="15392" y="3307"/>
                  </a:lnTo>
                  <a:lnTo>
                    <a:pt x="5859" y="8152"/>
                  </a:lnTo>
                  <a:lnTo>
                    <a:pt x="919" y="5270"/>
                  </a:lnTo>
                  <a:lnTo>
                    <a:pt x="2376" y="4542"/>
                  </a:lnTo>
                  <a:cubicBezTo>
                    <a:pt x="2502" y="4447"/>
                    <a:pt x="2534" y="4320"/>
                    <a:pt x="2407" y="4257"/>
                  </a:cubicBezTo>
                  <a:cubicBezTo>
                    <a:pt x="2360" y="4225"/>
                    <a:pt x="2281" y="4209"/>
                    <a:pt x="2194" y="4209"/>
                  </a:cubicBezTo>
                  <a:cubicBezTo>
                    <a:pt x="2107" y="4209"/>
                    <a:pt x="2012" y="4225"/>
                    <a:pt x="1932" y="4257"/>
                  </a:cubicBezTo>
                  <a:lnTo>
                    <a:pt x="191" y="5144"/>
                  </a:lnTo>
                  <a:cubicBezTo>
                    <a:pt x="32" y="5239"/>
                    <a:pt x="1" y="5334"/>
                    <a:pt x="127" y="5429"/>
                  </a:cubicBezTo>
                  <a:lnTo>
                    <a:pt x="5543" y="8564"/>
                  </a:lnTo>
                  <a:cubicBezTo>
                    <a:pt x="5600" y="8592"/>
                    <a:pt x="5676" y="8608"/>
                    <a:pt x="5757" y="8608"/>
                  </a:cubicBezTo>
                  <a:cubicBezTo>
                    <a:pt x="5856" y="8608"/>
                    <a:pt x="5962" y="8584"/>
                    <a:pt x="6049" y="8532"/>
                  </a:cubicBezTo>
                  <a:lnTo>
                    <a:pt x="16120" y="3402"/>
                  </a:lnTo>
                  <a:cubicBezTo>
                    <a:pt x="16247" y="3338"/>
                    <a:pt x="16279" y="3212"/>
                    <a:pt x="16152" y="3148"/>
                  </a:cubicBezTo>
                  <a:lnTo>
                    <a:pt x="10800" y="45"/>
                  </a:lnTo>
                  <a:cubicBezTo>
                    <a:pt x="10743" y="16"/>
                    <a:pt x="10667" y="1"/>
                    <a:pt x="105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2"/>
            <p:cNvSpPr/>
            <p:nvPr/>
          </p:nvSpPr>
          <p:spPr>
            <a:xfrm>
              <a:off x="3116902" y="1911218"/>
              <a:ext cx="31845" cy="16079"/>
            </a:xfrm>
            <a:custGeom>
              <a:rect b="b" l="l" r="r" t="t"/>
              <a:pathLst>
                <a:path extrusionOk="0" h="512" w="1014">
                  <a:moveTo>
                    <a:pt x="477" y="0"/>
                  </a:moveTo>
                  <a:cubicBezTo>
                    <a:pt x="383" y="0"/>
                    <a:pt x="277" y="26"/>
                    <a:pt x="190" y="60"/>
                  </a:cubicBezTo>
                  <a:cubicBezTo>
                    <a:pt x="32" y="124"/>
                    <a:pt x="0" y="250"/>
                    <a:pt x="127" y="314"/>
                  </a:cubicBezTo>
                  <a:lnTo>
                    <a:pt x="349" y="440"/>
                  </a:lnTo>
                  <a:cubicBezTo>
                    <a:pt x="412" y="488"/>
                    <a:pt x="499" y="512"/>
                    <a:pt x="590" y="512"/>
                  </a:cubicBezTo>
                  <a:cubicBezTo>
                    <a:pt x="681" y="512"/>
                    <a:pt x="776" y="488"/>
                    <a:pt x="855" y="440"/>
                  </a:cubicBezTo>
                  <a:cubicBezTo>
                    <a:pt x="982" y="377"/>
                    <a:pt x="1014" y="250"/>
                    <a:pt x="887" y="187"/>
                  </a:cubicBezTo>
                  <a:lnTo>
                    <a:pt x="665" y="60"/>
                  </a:lnTo>
                  <a:cubicBezTo>
                    <a:pt x="623" y="18"/>
                    <a:pt x="554" y="0"/>
                    <a:pt x="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2"/>
            <p:cNvSpPr/>
            <p:nvPr/>
          </p:nvSpPr>
          <p:spPr>
            <a:xfrm>
              <a:off x="3039332" y="1878463"/>
              <a:ext cx="262577" cy="125149"/>
            </a:xfrm>
            <a:custGeom>
              <a:rect b="b" l="l" r="r" t="t"/>
              <a:pathLst>
                <a:path extrusionOk="0" h="3985" w="8361">
                  <a:moveTo>
                    <a:pt x="4644" y="390"/>
                  </a:moveTo>
                  <a:cubicBezTo>
                    <a:pt x="5370" y="390"/>
                    <a:pt x="6059" y="533"/>
                    <a:pt x="6556" y="818"/>
                  </a:cubicBezTo>
                  <a:cubicBezTo>
                    <a:pt x="7569" y="1388"/>
                    <a:pt x="7347" y="2433"/>
                    <a:pt x="6049" y="3067"/>
                  </a:cubicBezTo>
                  <a:cubicBezTo>
                    <a:pt x="5351" y="3424"/>
                    <a:pt x="4480" y="3608"/>
                    <a:pt x="3660" y="3608"/>
                  </a:cubicBezTo>
                  <a:cubicBezTo>
                    <a:pt x="2955" y="3608"/>
                    <a:pt x="2289" y="3472"/>
                    <a:pt x="1805" y="3194"/>
                  </a:cubicBezTo>
                  <a:cubicBezTo>
                    <a:pt x="792" y="2592"/>
                    <a:pt x="1014" y="1578"/>
                    <a:pt x="2312" y="913"/>
                  </a:cubicBezTo>
                  <a:cubicBezTo>
                    <a:pt x="2994" y="564"/>
                    <a:pt x="3841" y="390"/>
                    <a:pt x="4644" y="390"/>
                  </a:cubicBezTo>
                  <a:close/>
                  <a:moveTo>
                    <a:pt x="4785" y="1"/>
                  </a:moveTo>
                  <a:cubicBezTo>
                    <a:pt x="3792" y="1"/>
                    <a:pt x="2740" y="224"/>
                    <a:pt x="1900" y="660"/>
                  </a:cubicBezTo>
                  <a:cubicBezTo>
                    <a:pt x="285" y="1483"/>
                    <a:pt x="0" y="2719"/>
                    <a:pt x="1267" y="3479"/>
                  </a:cubicBezTo>
                  <a:cubicBezTo>
                    <a:pt x="1855" y="3817"/>
                    <a:pt x="2675" y="3984"/>
                    <a:pt x="3547" y="3984"/>
                  </a:cubicBezTo>
                  <a:cubicBezTo>
                    <a:pt x="4553" y="3984"/>
                    <a:pt x="5627" y="3761"/>
                    <a:pt x="6492" y="3320"/>
                  </a:cubicBezTo>
                  <a:cubicBezTo>
                    <a:pt x="8108" y="2528"/>
                    <a:pt x="8361" y="1262"/>
                    <a:pt x="7094" y="533"/>
                  </a:cubicBezTo>
                  <a:cubicBezTo>
                    <a:pt x="6499" y="176"/>
                    <a:pt x="5665" y="1"/>
                    <a:pt x="47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2"/>
            <p:cNvSpPr/>
            <p:nvPr/>
          </p:nvSpPr>
          <p:spPr>
            <a:xfrm>
              <a:off x="3107952" y="1909680"/>
              <a:ext cx="125337" cy="62559"/>
            </a:xfrm>
            <a:custGeom>
              <a:rect b="b" l="l" r="r" t="t"/>
              <a:pathLst>
                <a:path extrusionOk="0" h="1992" w="3991">
                  <a:moveTo>
                    <a:pt x="1727" y="1"/>
                  </a:moveTo>
                  <a:cubicBezTo>
                    <a:pt x="1383" y="1"/>
                    <a:pt x="1007" y="81"/>
                    <a:pt x="697" y="236"/>
                  </a:cubicBezTo>
                  <a:cubicBezTo>
                    <a:pt x="127" y="521"/>
                    <a:pt x="0" y="964"/>
                    <a:pt x="444" y="1186"/>
                  </a:cubicBezTo>
                  <a:cubicBezTo>
                    <a:pt x="631" y="1302"/>
                    <a:pt x="898" y="1358"/>
                    <a:pt x="1187" y="1358"/>
                  </a:cubicBezTo>
                  <a:cubicBezTo>
                    <a:pt x="1531" y="1358"/>
                    <a:pt x="1907" y="1278"/>
                    <a:pt x="2217" y="1123"/>
                  </a:cubicBezTo>
                  <a:cubicBezTo>
                    <a:pt x="2359" y="1052"/>
                    <a:pt x="2532" y="1010"/>
                    <a:pt x="2689" y="1010"/>
                  </a:cubicBezTo>
                  <a:cubicBezTo>
                    <a:pt x="2812" y="1010"/>
                    <a:pt x="2926" y="1036"/>
                    <a:pt x="3009" y="1091"/>
                  </a:cubicBezTo>
                  <a:cubicBezTo>
                    <a:pt x="3199" y="1186"/>
                    <a:pt x="3136" y="1376"/>
                    <a:pt x="2882" y="1503"/>
                  </a:cubicBezTo>
                  <a:cubicBezTo>
                    <a:pt x="2740" y="1574"/>
                    <a:pt x="2568" y="1615"/>
                    <a:pt x="2410" y="1615"/>
                  </a:cubicBezTo>
                  <a:cubicBezTo>
                    <a:pt x="2288" y="1615"/>
                    <a:pt x="2174" y="1590"/>
                    <a:pt x="2091" y="1534"/>
                  </a:cubicBezTo>
                  <a:cubicBezTo>
                    <a:pt x="2034" y="1506"/>
                    <a:pt x="1957" y="1490"/>
                    <a:pt x="1877" y="1490"/>
                  </a:cubicBezTo>
                  <a:cubicBezTo>
                    <a:pt x="1777" y="1490"/>
                    <a:pt x="1671" y="1514"/>
                    <a:pt x="1584" y="1566"/>
                  </a:cubicBezTo>
                  <a:cubicBezTo>
                    <a:pt x="1425" y="1629"/>
                    <a:pt x="1394" y="1756"/>
                    <a:pt x="1521" y="1820"/>
                  </a:cubicBezTo>
                  <a:cubicBezTo>
                    <a:pt x="1723" y="1935"/>
                    <a:pt x="1997" y="1991"/>
                    <a:pt x="2290" y="1991"/>
                  </a:cubicBezTo>
                  <a:cubicBezTo>
                    <a:pt x="2640" y="1991"/>
                    <a:pt x="3016" y="1911"/>
                    <a:pt x="3326" y="1756"/>
                  </a:cubicBezTo>
                  <a:cubicBezTo>
                    <a:pt x="3864" y="1471"/>
                    <a:pt x="3991" y="1028"/>
                    <a:pt x="3579" y="806"/>
                  </a:cubicBezTo>
                  <a:cubicBezTo>
                    <a:pt x="3377" y="691"/>
                    <a:pt x="3102" y="634"/>
                    <a:pt x="2809" y="634"/>
                  </a:cubicBezTo>
                  <a:cubicBezTo>
                    <a:pt x="2460" y="634"/>
                    <a:pt x="2084" y="714"/>
                    <a:pt x="1774" y="869"/>
                  </a:cubicBezTo>
                  <a:cubicBezTo>
                    <a:pt x="1632" y="941"/>
                    <a:pt x="1459" y="982"/>
                    <a:pt x="1302" y="982"/>
                  </a:cubicBezTo>
                  <a:cubicBezTo>
                    <a:pt x="1179" y="982"/>
                    <a:pt x="1065" y="957"/>
                    <a:pt x="982" y="901"/>
                  </a:cubicBezTo>
                  <a:cubicBezTo>
                    <a:pt x="824" y="806"/>
                    <a:pt x="887" y="616"/>
                    <a:pt x="1140" y="489"/>
                  </a:cubicBezTo>
                  <a:cubicBezTo>
                    <a:pt x="1283" y="418"/>
                    <a:pt x="1455" y="377"/>
                    <a:pt x="1612" y="377"/>
                  </a:cubicBezTo>
                  <a:cubicBezTo>
                    <a:pt x="1735" y="377"/>
                    <a:pt x="1849" y="402"/>
                    <a:pt x="1932" y="458"/>
                  </a:cubicBezTo>
                  <a:cubicBezTo>
                    <a:pt x="1989" y="486"/>
                    <a:pt x="2065" y="502"/>
                    <a:pt x="2143" y="502"/>
                  </a:cubicBezTo>
                  <a:cubicBezTo>
                    <a:pt x="2239" y="502"/>
                    <a:pt x="2337" y="478"/>
                    <a:pt x="2407" y="426"/>
                  </a:cubicBezTo>
                  <a:cubicBezTo>
                    <a:pt x="2566" y="363"/>
                    <a:pt x="2597" y="236"/>
                    <a:pt x="2471" y="173"/>
                  </a:cubicBezTo>
                  <a:cubicBezTo>
                    <a:pt x="2283" y="57"/>
                    <a:pt x="2016" y="1"/>
                    <a:pt x="17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2"/>
            <p:cNvSpPr/>
            <p:nvPr/>
          </p:nvSpPr>
          <p:spPr>
            <a:xfrm>
              <a:off x="3192494" y="1954966"/>
              <a:ext cx="32850" cy="16362"/>
            </a:xfrm>
            <a:custGeom>
              <a:rect b="b" l="l" r="r" t="t"/>
              <a:pathLst>
                <a:path extrusionOk="0" h="521" w="1046">
                  <a:moveTo>
                    <a:pt x="482" y="1"/>
                  </a:moveTo>
                  <a:cubicBezTo>
                    <a:pt x="383" y="1"/>
                    <a:pt x="277" y="26"/>
                    <a:pt x="190" y="61"/>
                  </a:cubicBezTo>
                  <a:cubicBezTo>
                    <a:pt x="32" y="124"/>
                    <a:pt x="0" y="251"/>
                    <a:pt x="127" y="314"/>
                  </a:cubicBezTo>
                  <a:lnTo>
                    <a:pt x="380" y="473"/>
                  </a:lnTo>
                  <a:cubicBezTo>
                    <a:pt x="444" y="504"/>
                    <a:pt x="531" y="520"/>
                    <a:pt x="622" y="520"/>
                  </a:cubicBezTo>
                  <a:cubicBezTo>
                    <a:pt x="713" y="520"/>
                    <a:pt x="808" y="504"/>
                    <a:pt x="887" y="473"/>
                  </a:cubicBezTo>
                  <a:cubicBezTo>
                    <a:pt x="1014" y="378"/>
                    <a:pt x="1045" y="251"/>
                    <a:pt x="919" y="187"/>
                  </a:cubicBezTo>
                  <a:lnTo>
                    <a:pt x="697" y="61"/>
                  </a:lnTo>
                  <a:cubicBezTo>
                    <a:pt x="640" y="18"/>
                    <a:pt x="563" y="1"/>
                    <a:pt x="4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2"/>
            <p:cNvSpPr/>
            <p:nvPr/>
          </p:nvSpPr>
          <p:spPr>
            <a:xfrm>
              <a:off x="2997563" y="1842096"/>
              <a:ext cx="97481" cy="53514"/>
            </a:xfrm>
            <a:custGeom>
              <a:rect b="b" l="l" r="r" t="t"/>
              <a:pathLst>
                <a:path extrusionOk="0" h="1704" w="3104">
                  <a:moveTo>
                    <a:pt x="483" y="0"/>
                  </a:moveTo>
                  <a:cubicBezTo>
                    <a:pt x="384" y="0"/>
                    <a:pt x="277" y="24"/>
                    <a:pt x="190" y="76"/>
                  </a:cubicBezTo>
                  <a:cubicBezTo>
                    <a:pt x="32" y="140"/>
                    <a:pt x="0" y="266"/>
                    <a:pt x="127" y="330"/>
                  </a:cubicBezTo>
                  <a:lnTo>
                    <a:pt x="2407" y="1660"/>
                  </a:lnTo>
                  <a:cubicBezTo>
                    <a:pt x="2464" y="1688"/>
                    <a:pt x="2540" y="1704"/>
                    <a:pt x="2621" y="1704"/>
                  </a:cubicBezTo>
                  <a:cubicBezTo>
                    <a:pt x="2720" y="1704"/>
                    <a:pt x="2827" y="1680"/>
                    <a:pt x="2914" y="1628"/>
                  </a:cubicBezTo>
                  <a:cubicBezTo>
                    <a:pt x="3072" y="1565"/>
                    <a:pt x="3104" y="1438"/>
                    <a:pt x="2977" y="1375"/>
                  </a:cubicBezTo>
                  <a:lnTo>
                    <a:pt x="697" y="45"/>
                  </a:lnTo>
                  <a:cubicBezTo>
                    <a:pt x="640" y="16"/>
                    <a:pt x="564" y="0"/>
                    <a:pt x="4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2"/>
            <p:cNvSpPr/>
            <p:nvPr/>
          </p:nvSpPr>
          <p:spPr>
            <a:xfrm>
              <a:off x="3063199" y="1822217"/>
              <a:ext cx="96508" cy="53514"/>
            </a:xfrm>
            <a:custGeom>
              <a:rect b="b" l="l" r="r" t="t"/>
              <a:pathLst>
                <a:path extrusionOk="0" h="1704" w="3073">
                  <a:moveTo>
                    <a:pt x="483" y="0"/>
                  </a:moveTo>
                  <a:cubicBezTo>
                    <a:pt x="384" y="0"/>
                    <a:pt x="277" y="24"/>
                    <a:pt x="190" y="76"/>
                  </a:cubicBezTo>
                  <a:cubicBezTo>
                    <a:pt x="32" y="139"/>
                    <a:pt x="0" y="266"/>
                    <a:pt x="127" y="329"/>
                  </a:cubicBezTo>
                  <a:lnTo>
                    <a:pt x="2407" y="1659"/>
                  </a:lnTo>
                  <a:cubicBezTo>
                    <a:pt x="2464" y="1688"/>
                    <a:pt x="2540" y="1703"/>
                    <a:pt x="2621" y="1703"/>
                  </a:cubicBezTo>
                  <a:cubicBezTo>
                    <a:pt x="2720" y="1703"/>
                    <a:pt x="2827" y="1680"/>
                    <a:pt x="2914" y="1628"/>
                  </a:cubicBezTo>
                  <a:cubicBezTo>
                    <a:pt x="3041" y="1564"/>
                    <a:pt x="3072" y="1438"/>
                    <a:pt x="2946" y="1374"/>
                  </a:cubicBezTo>
                  <a:lnTo>
                    <a:pt x="697" y="44"/>
                  </a:lnTo>
                  <a:cubicBezTo>
                    <a:pt x="640" y="16"/>
                    <a:pt x="564" y="0"/>
                    <a:pt x="4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2"/>
            <p:cNvSpPr/>
            <p:nvPr/>
          </p:nvSpPr>
          <p:spPr>
            <a:xfrm>
              <a:off x="2955794" y="1875919"/>
              <a:ext cx="97481" cy="53514"/>
            </a:xfrm>
            <a:custGeom>
              <a:rect b="b" l="l" r="r" t="t"/>
              <a:pathLst>
                <a:path extrusionOk="0" h="1704" w="3104">
                  <a:moveTo>
                    <a:pt x="483" y="0"/>
                  </a:moveTo>
                  <a:cubicBezTo>
                    <a:pt x="384" y="0"/>
                    <a:pt x="277" y="24"/>
                    <a:pt x="190" y="76"/>
                  </a:cubicBezTo>
                  <a:cubicBezTo>
                    <a:pt x="32" y="139"/>
                    <a:pt x="0" y="266"/>
                    <a:pt x="127" y="329"/>
                  </a:cubicBezTo>
                  <a:lnTo>
                    <a:pt x="2407" y="1659"/>
                  </a:lnTo>
                  <a:cubicBezTo>
                    <a:pt x="2464" y="1688"/>
                    <a:pt x="2540" y="1704"/>
                    <a:pt x="2621" y="1704"/>
                  </a:cubicBezTo>
                  <a:cubicBezTo>
                    <a:pt x="2720" y="1704"/>
                    <a:pt x="2826" y="1680"/>
                    <a:pt x="2914" y="1628"/>
                  </a:cubicBezTo>
                  <a:cubicBezTo>
                    <a:pt x="3072" y="1564"/>
                    <a:pt x="3104" y="1438"/>
                    <a:pt x="2977" y="1374"/>
                  </a:cubicBezTo>
                  <a:lnTo>
                    <a:pt x="697" y="44"/>
                  </a:lnTo>
                  <a:cubicBezTo>
                    <a:pt x="640" y="16"/>
                    <a:pt x="564" y="0"/>
                    <a:pt x="4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2"/>
            <p:cNvSpPr/>
            <p:nvPr/>
          </p:nvSpPr>
          <p:spPr>
            <a:xfrm>
              <a:off x="3115897" y="1999247"/>
              <a:ext cx="231769" cy="117172"/>
            </a:xfrm>
            <a:custGeom>
              <a:rect b="b" l="l" r="r" t="t"/>
              <a:pathLst>
                <a:path extrusionOk="0" h="3731" w="7380">
                  <a:moveTo>
                    <a:pt x="7042" y="0"/>
                  </a:moveTo>
                  <a:cubicBezTo>
                    <a:pt x="6946" y="0"/>
                    <a:pt x="6848" y="24"/>
                    <a:pt x="6778" y="76"/>
                  </a:cubicBezTo>
                  <a:lnTo>
                    <a:pt x="191" y="3401"/>
                  </a:lnTo>
                  <a:cubicBezTo>
                    <a:pt x="32" y="3496"/>
                    <a:pt x="1" y="3623"/>
                    <a:pt x="127" y="3686"/>
                  </a:cubicBezTo>
                  <a:cubicBezTo>
                    <a:pt x="184" y="3715"/>
                    <a:pt x="260" y="3730"/>
                    <a:pt x="341" y="3730"/>
                  </a:cubicBezTo>
                  <a:cubicBezTo>
                    <a:pt x="441" y="3730"/>
                    <a:pt x="547" y="3707"/>
                    <a:pt x="634" y="3655"/>
                  </a:cubicBezTo>
                  <a:lnTo>
                    <a:pt x="7190" y="329"/>
                  </a:lnTo>
                  <a:cubicBezTo>
                    <a:pt x="7348" y="234"/>
                    <a:pt x="7380" y="108"/>
                    <a:pt x="7253" y="44"/>
                  </a:cubicBezTo>
                  <a:cubicBezTo>
                    <a:pt x="7196" y="16"/>
                    <a:pt x="7120" y="0"/>
                    <a:pt x="7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2"/>
            <p:cNvSpPr/>
            <p:nvPr/>
          </p:nvSpPr>
          <p:spPr>
            <a:xfrm>
              <a:off x="3376496" y="1924157"/>
              <a:ext cx="118365" cy="59481"/>
            </a:xfrm>
            <a:custGeom>
              <a:rect b="b" l="l" r="r" t="t"/>
              <a:pathLst>
                <a:path extrusionOk="0" h="1894" w="3769">
                  <a:moveTo>
                    <a:pt x="3459" y="0"/>
                  </a:moveTo>
                  <a:cubicBezTo>
                    <a:pt x="3360" y="0"/>
                    <a:pt x="3254" y="25"/>
                    <a:pt x="3167" y="60"/>
                  </a:cubicBezTo>
                  <a:lnTo>
                    <a:pt x="190" y="1580"/>
                  </a:lnTo>
                  <a:cubicBezTo>
                    <a:pt x="32" y="1644"/>
                    <a:pt x="0" y="1770"/>
                    <a:pt x="127" y="1834"/>
                  </a:cubicBezTo>
                  <a:cubicBezTo>
                    <a:pt x="184" y="1876"/>
                    <a:pt x="260" y="1894"/>
                    <a:pt x="342" y="1894"/>
                  </a:cubicBezTo>
                  <a:cubicBezTo>
                    <a:pt x="441" y="1894"/>
                    <a:pt x="547" y="1868"/>
                    <a:pt x="633" y="1834"/>
                  </a:cubicBezTo>
                  <a:lnTo>
                    <a:pt x="3610" y="313"/>
                  </a:lnTo>
                  <a:cubicBezTo>
                    <a:pt x="3769" y="218"/>
                    <a:pt x="3769" y="123"/>
                    <a:pt x="3674" y="60"/>
                  </a:cubicBezTo>
                  <a:cubicBezTo>
                    <a:pt x="3616" y="17"/>
                    <a:pt x="3540" y="0"/>
                    <a:pt x="34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2"/>
            <p:cNvSpPr/>
            <p:nvPr/>
          </p:nvSpPr>
          <p:spPr>
            <a:xfrm>
              <a:off x="2621614" y="1388953"/>
              <a:ext cx="1517741" cy="456534"/>
            </a:xfrm>
            <a:custGeom>
              <a:rect b="b" l="l" r="r" t="t"/>
              <a:pathLst>
                <a:path extrusionOk="0" h="14537" w="48328">
                  <a:moveTo>
                    <a:pt x="48327" y="1"/>
                  </a:moveTo>
                  <a:lnTo>
                    <a:pt x="48327" y="1"/>
                  </a:lnTo>
                  <a:lnTo>
                    <a:pt x="48327" y="1"/>
                  </a:lnTo>
                  <a:close/>
                  <a:moveTo>
                    <a:pt x="0" y="1"/>
                  </a:moveTo>
                  <a:lnTo>
                    <a:pt x="23372" y="12795"/>
                  </a:lnTo>
                  <a:lnTo>
                    <a:pt x="24164" y="14537"/>
                  </a:lnTo>
                  <a:lnTo>
                    <a:pt x="25557" y="12795"/>
                  </a:lnTo>
                  <a:lnTo>
                    <a:pt x="48327" y="1"/>
                  </a:lnTo>
                  <a:lnTo>
                    <a:pt x="24417" y="113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2"/>
            <p:cNvSpPr/>
            <p:nvPr/>
          </p:nvSpPr>
          <p:spPr>
            <a:xfrm>
              <a:off x="2621614" y="987158"/>
              <a:ext cx="1517741" cy="803654"/>
            </a:xfrm>
            <a:custGeom>
              <a:rect b="b" l="l" r="r" t="t"/>
              <a:pathLst>
                <a:path extrusionOk="0" h="25590" w="48328">
                  <a:moveTo>
                    <a:pt x="24164" y="1"/>
                  </a:moveTo>
                  <a:lnTo>
                    <a:pt x="0" y="12795"/>
                  </a:lnTo>
                  <a:lnTo>
                    <a:pt x="24164" y="25589"/>
                  </a:lnTo>
                  <a:lnTo>
                    <a:pt x="48327" y="12795"/>
                  </a:lnTo>
                  <a:lnTo>
                    <a:pt x="24164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2"/>
            <p:cNvSpPr/>
            <p:nvPr/>
          </p:nvSpPr>
          <p:spPr>
            <a:xfrm>
              <a:off x="2621614" y="1388953"/>
              <a:ext cx="758870" cy="456534"/>
            </a:xfrm>
            <a:custGeom>
              <a:rect b="b" l="l" r="r" t="t"/>
              <a:pathLst>
                <a:path extrusionOk="0" h="14537" w="24164">
                  <a:moveTo>
                    <a:pt x="0" y="1"/>
                  </a:moveTo>
                  <a:lnTo>
                    <a:pt x="0" y="1743"/>
                  </a:lnTo>
                  <a:lnTo>
                    <a:pt x="24164" y="14537"/>
                  </a:lnTo>
                  <a:lnTo>
                    <a:pt x="24164" y="1279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2"/>
            <p:cNvSpPr/>
            <p:nvPr/>
          </p:nvSpPr>
          <p:spPr>
            <a:xfrm>
              <a:off x="3380453" y="1388953"/>
              <a:ext cx="758902" cy="456534"/>
            </a:xfrm>
            <a:custGeom>
              <a:rect b="b" l="l" r="r" t="t"/>
              <a:pathLst>
                <a:path extrusionOk="0" h="14537" w="24165">
                  <a:moveTo>
                    <a:pt x="24164" y="1"/>
                  </a:moveTo>
                  <a:lnTo>
                    <a:pt x="1" y="12795"/>
                  </a:lnTo>
                  <a:lnTo>
                    <a:pt x="1" y="14537"/>
                  </a:lnTo>
                  <a:lnTo>
                    <a:pt x="24164" y="1743"/>
                  </a:lnTo>
                  <a:lnTo>
                    <a:pt x="24164" y="1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2"/>
            <p:cNvSpPr/>
            <p:nvPr/>
          </p:nvSpPr>
          <p:spPr>
            <a:xfrm>
              <a:off x="2765825" y="1110077"/>
              <a:ext cx="563940" cy="575308"/>
            </a:xfrm>
            <a:custGeom>
              <a:rect b="b" l="l" r="r" t="t"/>
              <a:pathLst>
                <a:path extrusionOk="0" h="18319" w="17957">
                  <a:moveTo>
                    <a:pt x="16459" y="0"/>
                  </a:moveTo>
                  <a:cubicBezTo>
                    <a:pt x="16442" y="0"/>
                    <a:pt x="16423" y="4"/>
                    <a:pt x="16405" y="14"/>
                  </a:cubicBezTo>
                  <a:lnTo>
                    <a:pt x="159" y="8501"/>
                  </a:lnTo>
                  <a:cubicBezTo>
                    <a:pt x="64" y="8564"/>
                    <a:pt x="0" y="8659"/>
                    <a:pt x="0" y="8786"/>
                  </a:cubicBezTo>
                  <a:cubicBezTo>
                    <a:pt x="0" y="8913"/>
                    <a:pt x="64" y="9039"/>
                    <a:pt x="159" y="9103"/>
                  </a:cubicBezTo>
                  <a:lnTo>
                    <a:pt x="17798" y="18287"/>
                  </a:lnTo>
                  <a:cubicBezTo>
                    <a:pt x="17830" y="18318"/>
                    <a:pt x="17830" y="18318"/>
                    <a:pt x="17862" y="18318"/>
                  </a:cubicBezTo>
                  <a:cubicBezTo>
                    <a:pt x="17893" y="18318"/>
                    <a:pt x="17925" y="18287"/>
                    <a:pt x="17925" y="18255"/>
                  </a:cubicBezTo>
                  <a:cubicBezTo>
                    <a:pt x="17957" y="18192"/>
                    <a:pt x="17957" y="18160"/>
                    <a:pt x="17893" y="18128"/>
                  </a:cubicBezTo>
                  <a:lnTo>
                    <a:pt x="254" y="8913"/>
                  </a:lnTo>
                  <a:cubicBezTo>
                    <a:pt x="222" y="8881"/>
                    <a:pt x="190" y="8849"/>
                    <a:pt x="190" y="8786"/>
                  </a:cubicBezTo>
                  <a:cubicBezTo>
                    <a:pt x="190" y="8754"/>
                    <a:pt x="222" y="8691"/>
                    <a:pt x="254" y="8659"/>
                  </a:cubicBezTo>
                  <a:lnTo>
                    <a:pt x="16500" y="204"/>
                  </a:lnTo>
                  <a:cubicBezTo>
                    <a:pt x="16563" y="172"/>
                    <a:pt x="16563" y="109"/>
                    <a:pt x="16531" y="45"/>
                  </a:cubicBezTo>
                  <a:cubicBezTo>
                    <a:pt x="16531" y="23"/>
                    <a:pt x="16500" y="0"/>
                    <a:pt x="164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2"/>
            <p:cNvSpPr/>
            <p:nvPr/>
          </p:nvSpPr>
          <p:spPr>
            <a:xfrm>
              <a:off x="3423226" y="1112464"/>
              <a:ext cx="564945" cy="574900"/>
            </a:xfrm>
            <a:custGeom>
              <a:rect b="b" l="l" r="r" t="t"/>
              <a:pathLst>
                <a:path extrusionOk="0" h="18306" w="17989">
                  <a:moveTo>
                    <a:pt x="1552" y="1"/>
                  </a:moveTo>
                  <a:cubicBezTo>
                    <a:pt x="1521" y="1"/>
                    <a:pt x="1457" y="1"/>
                    <a:pt x="1426" y="64"/>
                  </a:cubicBezTo>
                  <a:cubicBezTo>
                    <a:pt x="1394" y="96"/>
                    <a:pt x="1426" y="159"/>
                    <a:pt x="1457" y="191"/>
                  </a:cubicBezTo>
                  <a:lnTo>
                    <a:pt x="17735" y="8678"/>
                  </a:lnTo>
                  <a:cubicBezTo>
                    <a:pt x="17767" y="8678"/>
                    <a:pt x="17798" y="8742"/>
                    <a:pt x="17798" y="8773"/>
                  </a:cubicBezTo>
                  <a:cubicBezTo>
                    <a:pt x="17798" y="8837"/>
                    <a:pt x="17767" y="8868"/>
                    <a:pt x="17735" y="8900"/>
                  </a:cubicBezTo>
                  <a:lnTo>
                    <a:pt x="64" y="18116"/>
                  </a:lnTo>
                  <a:cubicBezTo>
                    <a:pt x="32" y="18147"/>
                    <a:pt x="0" y="18211"/>
                    <a:pt x="32" y="18242"/>
                  </a:cubicBezTo>
                  <a:cubicBezTo>
                    <a:pt x="64" y="18274"/>
                    <a:pt x="95" y="18306"/>
                    <a:pt x="127" y="18306"/>
                  </a:cubicBezTo>
                  <a:lnTo>
                    <a:pt x="159" y="18306"/>
                  </a:lnTo>
                  <a:lnTo>
                    <a:pt x="17798" y="9090"/>
                  </a:lnTo>
                  <a:cubicBezTo>
                    <a:pt x="17925" y="9027"/>
                    <a:pt x="17989" y="8900"/>
                    <a:pt x="17989" y="8805"/>
                  </a:cubicBezTo>
                  <a:cubicBezTo>
                    <a:pt x="17989" y="8678"/>
                    <a:pt x="17925" y="8552"/>
                    <a:pt x="17798" y="8488"/>
                  </a:cubicBezTo>
                  <a:lnTo>
                    <a:pt x="15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2"/>
            <p:cNvSpPr/>
            <p:nvPr/>
          </p:nvSpPr>
          <p:spPr>
            <a:xfrm>
              <a:off x="3320783" y="1677377"/>
              <a:ext cx="28861" cy="20916"/>
            </a:xfrm>
            <a:custGeom>
              <a:rect b="b" l="l" r="r" t="t"/>
              <a:pathLst>
                <a:path extrusionOk="0" h="666" w="919">
                  <a:moveTo>
                    <a:pt x="444" y="1"/>
                  </a:moveTo>
                  <a:cubicBezTo>
                    <a:pt x="191" y="1"/>
                    <a:pt x="1" y="128"/>
                    <a:pt x="1" y="318"/>
                  </a:cubicBezTo>
                  <a:cubicBezTo>
                    <a:pt x="1" y="508"/>
                    <a:pt x="191" y="666"/>
                    <a:pt x="444" y="666"/>
                  </a:cubicBezTo>
                  <a:cubicBezTo>
                    <a:pt x="729" y="666"/>
                    <a:pt x="919" y="508"/>
                    <a:pt x="919" y="318"/>
                  </a:cubicBezTo>
                  <a:cubicBezTo>
                    <a:pt x="919" y="128"/>
                    <a:pt x="729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2"/>
            <p:cNvSpPr/>
            <p:nvPr/>
          </p:nvSpPr>
          <p:spPr>
            <a:xfrm>
              <a:off x="3447094" y="1100530"/>
              <a:ext cx="28861" cy="21921"/>
            </a:xfrm>
            <a:custGeom>
              <a:rect b="b" l="l" r="r" t="t"/>
              <a:pathLst>
                <a:path extrusionOk="0" h="698" w="919">
                  <a:moveTo>
                    <a:pt x="444" y="1"/>
                  </a:moveTo>
                  <a:cubicBezTo>
                    <a:pt x="191" y="1"/>
                    <a:pt x="1" y="159"/>
                    <a:pt x="1" y="349"/>
                  </a:cubicBezTo>
                  <a:cubicBezTo>
                    <a:pt x="1" y="539"/>
                    <a:pt x="191" y="698"/>
                    <a:pt x="444" y="698"/>
                  </a:cubicBezTo>
                  <a:cubicBezTo>
                    <a:pt x="729" y="698"/>
                    <a:pt x="919" y="539"/>
                    <a:pt x="919" y="349"/>
                  </a:cubicBezTo>
                  <a:cubicBezTo>
                    <a:pt x="919" y="159"/>
                    <a:pt x="729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2"/>
            <p:cNvSpPr/>
            <p:nvPr/>
          </p:nvSpPr>
          <p:spPr>
            <a:xfrm>
              <a:off x="3250185" y="1301051"/>
              <a:ext cx="48741" cy="24339"/>
            </a:xfrm>
            <a:custGeom>
              <a:rect b="b" l="l" r="r" t="t"/>
              <a:pathLst>
                <a:path extrusionOk="0" h="775" w="1552">
                  <a:moveTo>
                    <a:pt x="567" y="1"/>
                  </a:moveTo>
                  <a:cubicBezTo>
                    <a:pt x="450" y="1"/>
                    <a:pt x="326" y="24"/>
                    <a:pt x="222" y="76"/>
                  </a:cubicBezTo>
                  <a:cubicBezTo>
                    <a:pt x="32" y="203"/>
                    <a:pt x="0" y="330"/>
                    <a:pt x="158" y="425"/>
                  </a:cubicBezTo>
                  <a:lnTo>
                    <a:pt x="760" y="741"/>
                  </a:lnTo>
                  <a:cubicBezTo>
                    <a:pt x="805" y="764"/>
                    <a:pt x="870" y="774"/>
                    <a:pt x="943" y="774"/>
                  </a:cubicBezTo>
                  <a:cubicBezTo>
                    <a:pt x="1077" y="774"/>
                    <a:pt x="1239" y="739"/>
                    <a:pt x="1362" y="678"/>
                  </a:cubicBezTo>
                  <a:cubicBezTo>
                    <a:pt x="1520" y="583"/>
                    <a:pt x="1552" y="425"/>
                    <a:pt x="1425" y="361"/>
                  </a:cubicBezTo>
                  <a:lnTo>
                    <a:pt x="823" y="45"/>
                  </a:lnTo>
                  <a:cubicBezTo>
                    <a:pt x="752" y="16"/>
                    <a:pt x="662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2"/>
            <p:cNvSpPr/>
            <p:nvPr/>
          </p:nvSpPr>
          <p:spPr>
            <a:xfrm>
              <a:off x="3484874" y="1485681"/>
              <a:ext cx="76628" cy="40324"/>
            </a:xfrm>
            <a:custGeom>
              <a:rect b="b" l="l" r="r" t="t"/>
              <a:pathLst>
                <a:path extrusionOk="0" h="1284" w="2440">
                  <a:moveTo>
                    <a:pt x="571" y="1"/>
                  </a:moveTo>
                  <a:cubicBezTo>
                    <a:pt x="444" y="1"/>
                    <a:pt x="306" y="43"/>
                    <a:pt x="191" y="119"/>
                  </a:cubicBezTo>
                  <a:cubicBezTo>
                    <a:pt x="33" y="214"/>
                    <a:pt x="1" y="373"/>
                    <a:pt x="159" y="436"/>
                  </a:cubicBezTo>
                  <a:lnTo>
                    <a:pt x="1648" y="1228"/>
                  </a:lnTo>
                  <a:cubicBezTo>
                    <a:pt x="1710" y="1265"/>
                    <a:pt x="1787" y="1283"/>
                    <a:pt x="1870" y="1283"/>
                  </a:cubicBezTo>
                  <a:cubicBezTo>
                    <a:pt x="1996" y="1283"/>
                    <a:pt x="2134" y="1241"/>
                    <a:pt x="2249" y="1165"/>
                  </a:cubicBezTo>
                  <a:cubicBezTo>
                    <a:pt x="2408" y="1070"/>
                    <a:pt x="2439" y="911"/>
                    <a:pt x="2281" y="848"/>
                  </a:cubicBezTo>
                  <a:lnTo>
                    <a:pt x="793" y="56"/>
                  </a:lnTo>
                  <a:cubicBezTo>
                    <a:pt x="730" y="19"/>
                    <a:pt x="653" y="1"/>
                    <a:pt x="5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2"/>
            <p:cNvSpPr/>
            <p:nvPr/>
          </p:nvSpPr>
          <p:spPr>
            <a:xfrm>
              <a:off x="3397380" y="1410529"/>
              <a:ext cx="90509" cy="67018"/>
            </a:xfrm>
            <a:custGeom>
              <a:rect b="b" l="l" r="r" t="t"/>
              <a:pathLst>
                <a:path extrusionOk="0" h="2134" w="2882">
                  <a:moveTo>
                    <a:pt x="2523" y="1"/>
                  </a:moveTo>
                  <a:cubicBezTo>
                    <a:pt x="2403" y="1"/>
                    <a:pt x="2278" y="31"/>
                    <a:pt x="2185" y="106"/>
                  </a:cubicBezTo>
                  <a:cubicBezTo>
                    <a:pt x="1615" y="422"/>
                    <a:pt x="982" y="707"/>
                    <a:pt x="317" y="929"/>
                  </a:cubicBezTo>
                  <a:cubicBezTo>
                    <a:pt x="190" y="992"/>
                    <a:pt x="63" y="1056"/>
                    <a:pt x="32" y="1151"/>
                  </a:cubicBezTo>
                  <a:cubicBezTo>
                    <a:pt x="0" y="1214"/>
                    <a:pt x="32" y="1309"/>
                    <a:pt x="127" y="1341"/>
                  </a:cubicBezTo>
                  <a:lnTo>
                    <a:pt x="1520" y="2101"/>
                  </a:lnTo>
                  <a:cubicBezTo>
                    <a:pt x="1576" y="2123"/>
                    <a:pt x="1644" y="2134"/>
                    <a:pt x="1717" y="2134"/>
                  </a:cubicBezTo>
                  <a:cubicBezTo>
                    <a:pt x="1850" y="2134"/>
                    <a:pt x="1999" y="2099"/>
                    <a:pt x="2122" y="2037"/>
                  </a:cubicBezTo>
                  <a:cubicBezTo>
                    <a:pt x="2280" y="1911"/>
                    <a:pt x="2312" y="1784"/>
                    <a:pt x="2185" y="1689"/>
                  </a:cubicBezTo>
                  <a:lnTo>
                    <a:pt x="1140" y="1151"/>
                  </a:lnTo>
                  <a:cubicBezTo>
                    <a:pt x="1710" y="929"/>
                    <a:pt x="2217" y="676"/>
                    <a:pt x="2692" y="359"/>
                  </a:cubicBezTo>
                  <a:cubicBezTo>
                    <a:pt x="2882" y="264"/>
                    <a:pt x="2882" y="106"/>
                    <a:pt x="2755" y="42"/>
                  </a:cubicBezTo>
                  <a:cubicBezTo>
                    <a:pt x="2690" y="16"/>
                    <a:pt x="2608" y="1"/>
                    <a:pt x="25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2"/>
            <p:cNvSpPr/>
            <p:nvPr/>
          </p:nvSpPr>
          <p:spPr>
            <a:xfrm>
              <a:off x="3459028" y="1374633"/>
              <a:ext cx="140255" cy="50970"/>
            </a:xfrm>
            <a:custGeom>
              <a:rect b="b" l="l" r="r" t="t"/>
              <a:pathLst>
                <a:path extrusionOk="0" h="1623" w="4466">
                  <a:moveTo>
                    <a:pt x="1980" y="0"/>
                  </a:moveTo>
                  <a:cubicBezTo>
                    <a:pt x="1943" y="0"/>
                    <a:pt x="1906" y="4"/>
                    <a:pt x="1869" y="14"/>
                  </a:cubicBezTo>
                  <a:cubicBezTo>
                    <a:pt x="1742" y="45"/>
                    <a:pt x="1616" y="109"/>
                    <a:pt x="1552" y="172"/>
                  </a:cubicBezTo>
                  <a:cubicBezTo>
                    <a:pt x="1204" y="552"/>
                    <a:pt x="761" y="932"/>
                    <a:pt x="191" y="1249"/>
                  </a:cubicBezTo>
                  <a:cubicBezTo>
                    <a:pt x="32" y="1344"/>
                    <a:pt x="1" y="1502"/>
                    <a:pt x="159" y="1565"/>
                  </a:cubicBezTo>
                  <a:cubicBezTo>
                    <a:pt x="212" y="1605"/>
                    <a:pt x="287" y="1623"/>
                    <a:pt x="371" y="1623"/>
                  </a:cubicBezTo>
                  <a:cubicBezTo>
                    <a:pt x="487" y="1623"/>
                    <a:pt x="619" y="1589"/>
                    <a:pt x="729" y="1534"/>
                  </a:cubicBezTo>
                  <a:cubicBezTo>
                    <a:pt x="1204" y="1249"/>
                    <a:pt x="1616" y="932"/>
                    <a:pt x="1964" y="615"/>
                  </a:cubicBezTo>
                  <a:lnTo>
                    <a:pt x="3706" y="1534"/>
                  </a:lnTo>
                  <a:cubicBezTo>
                    <a:pt x="3771" y="1560"/>
                    <a:pt x="3853" y="1575"/>
                    <a:pt x="3938" y="1575"/>
                  </a:cubicBezTo>
                  <a:cubicBezTo>
                    <a:pt x="4058" y="1575"/>
                    <a:pt x="4183" y="1544"/>
                    <a:pt x="4276" y="1470"/>
                  </a:cubicBezTo>
                  <a:cubicBezTo>
                    <a:pt x="4434" y="1375"/>
                    <a:pt x="4466" y="1217"/>
                    <a:pt x="4339" y="1154"/>
                  </a:cubicBezTo>
                  <a:lnTo>
                    <a:pt x="2217" y="45"/>
                  </a:lnTo>
                  <a:cubicBezTo>
                    <a:pt x="2150" y="23"/>
                    <a:pt x="2067" y="0"/>
                    <a:pt x="1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2"/>
            <p:cNvSpPr/>
            <p:nvPr/>
          </p:nvSpPr>
          <p:spPr>
            <a:xfrm>
              <a:off x="3627108" y="1367033"/>
              <a:ext cx="87557" cy="46134"/>
            </a:xfrm>
            <a:custGeom>
              <a:rect b="b" l="l" r="r" t="t"/>
              <a:pathLst>
                <a:path extrusionOk="0" h="1469" w="2788">
                  <a:moveTo>
                    <a:pt x="541" y="1"/>
                  </a:moveTo>
                  <a:cubicBezTo>
                    <a:pt x="418" y="1"/>
                    <a:pt x="282" y="36"/>
                    <a:pt x="159" y="97"/>
                  </a:cubicBezTo>
                  <a:cubicBezTo>
                    <a:pt x="1" y="192"/>
                    <a:pt x="1" y="351"/>
                    <a:pt x="127" y="414"/>
                  </a:cubicBezTo>
                  <a:lnTo>
                    <a:pt x="2059" y="1427"/>
                  </a:lnTo>
                  <a:cubicBezTo>
                    <a:pt x="2112" y="1454"/>
                    <a:pt x="2186" y="1469"/>
                    <a:pt x="2266" y="1469"/>
                  </a:cubicBezTo>
                  <a:cubicBezTo>
                    <a:pt x="2379" y="1469"/>
                    <a:pt x="2505" y="1438"/>
                    <a:pt x="2598" y="1364"/>
                  </a:cubicBezTo>
                  <a:cubicBezTo>
                    <a:pt x="2756" y="1269"/>
                    <a:pt x="2788" y="1142"/>
                    <a:pt x="2629" y="1047"/>
                  </a:cubicBezTo>
                  <a:lnTo>
                    <a:pt x="729" y="34"/>
                  </a:lnTo>
                  <a:cubicBezTo>
                    <a:pt x="673" y="11"/>
                    <a:pt x="609" y="1"/>
                    <a:pt x="5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2"/>
            <p:cNvSpPr/>
            <p:nvPr/>
          </p:nvSpPr>
          <p:spPr>
            <a:xfrm>
              <a:off x="3102990" y="1238147"/>
              <a:ext cx="511211" cy="255323"/>
            </a:xfrm>
            <a:custGeom>
              <a:rect b="b" l="l" r="r" t="t"/>
              <a:pathLst>
                <a:path extrusionOk="0" h="8130" w="16278">
                  <a:moveTo>
                    <a:pt x="9411" y="0"/>
                  </a:moveTo>
                  <a:cubicBezTo>
                    <a:pt x="7489" y="0"/>
                    <a:pt x="5357" y="482"/>
                    <a:pt x="3642" y="1414"/>
                  </a:cubicBezTo>
                  <a:cubicBezTo>
                    <a:pt x="602" y="3061"/>
                    <a:pt x="0" y="5500"/>
                    <a:pt x="2407" y="6766"/>
                  </a:cubicBezTo>
                  <a:cubicBezTo>
                    <a:pt x="3308" y="7230"/>
                    <a:pt x="4514" y="7483"/>
                    <a:pt x="5885" y="7483"/>
                  </a:cubicBezTo>
                  <a:cubicBezTo>
                    <a:pt x="6104" y="7483"/>
                    <a:pt x="6328" y="7476"/>
                    <a:pt x="6556" y="7463"/>
                  </a:cubicBezTo>
                  <a:lnTo>
                    <a:pt x="7696" y="8096"/>
                  </a:lnTo>
                  <a:cubicBezTo>
                    <a:pt x="7752" y="8119"/>
                    <a:pt x="7824" y="8129"/>
                    <a:pt x="7900" y="8129"/>
                  </a:cubicBezTo>
                  <a:cubicBezTo>
                    <a:pt x="8040" y="8129"/>
                    <a:pt x="8195" y="8094"/>
                    <a:pt x="8297" y="8033"/>
                  </a:cubicBezTo>
                  <a:cubicBezTo>
                    <a:pt x="8487" y="7906"/>
                    <a:pt x="8519" y="7748"/>
                    <a:pt x="8361" y="7685"/>
                  </a:cubicBezTo>
                  <a:lnTo>
                    <a:pt x="7126" y="7020"/>
                  </a:lnTo>
                  <a:cubicBezTo>
                    <a:pt x="7062" y="6988"/>
                    <a:pt x="6967" y="6988"/>
                    <a:pt x="6872" y="6988"/>
                  </a:cubicBezTo>
                  <a:cubicBezTo>
                    <a:pt x="6647" y="7002"/>
                    <a:pt x="6425" y="7010"/>
                    <a:pt x="6207" y="7010"/>
                  </a:cubicBezTo>
                  <a:cubicBezTo>
                    <a:pt x="4982" y="7010"/>
                    <a:pt x="3883" y="6785"/>
                    <a:pt x="3104" y="6355"/>
                  </a:cubicBezTo>
                  <a:cubicBezTo>
                    <a:pt x="982" y="5246"/>
                    <a:pt x="1520" y="3124"/>
                    <a:pt x="4149" y="1699"/>
                  </a:cubicBezTo>
                  <a:cubicBezTo>
                    <a:pt x="5671" y="873"/>
                    <a:pt x="7572" y="436"/>
                    <a:pt x="9277" y="436"/>
                  </a:cubicBezTo>
                  <a:cubicBezTo>
                    <a:pt x="10445" y="436"/>
                    <a:pt x="11521" y="641"/>
                    <a:pt x="12319" y="1066"/>
                  </a:cubicBezTo>
                  <a:cubicBezTo>
                    <a:pt x="12984" y="1414"/>
                    <a:pt x="13428" y="1889"/>
                    <a:pt x="13554" y="2459"/>
                  </a:cubicBezTo>
                  <a:cubicBezTo>
                    <a:pt x="13586" y="2554"/>
                    <a:pt x="13618" y="2649"/>
                    <a:pt x="13618" y="2744"/>
                  </a:cubicBezTo>
                  <a:cubicBezTo>
                    <a:pt x="13618" y="2808"/>
                    <a:pt x="13649" y="2839"/>
                    <a:pt x="13713" y="2871"/>
                  </a:cubicBezTo>
                  <a:lnTo>
                    <a:pt x="15518" y="3821"/>
                  </a:lnTo>
                  <a:cubicBezTo>
                    <a:pt x="15584" y="3861"/>
                    <a:pt x="15662" y="3879"/>
                    <a:pt x="15743" y="3879"/>
                  </a:cubicBezTo>
                  <a:cubicBezTo>
                    <a:pt x="15856" y="3879"/>
                    <a:pt x="15978" y="3845"/>
                    <a:pt x="16088" y="3789"/>
                  </a:cubicBezTo>
                  <a:cubicBezTo>
                    <a:pt x="16246" y="3694"/>
                    <a:pt x="16278" y="3536"/>
                    <a:pt x="16120" y="3473"/>
                  </a:cubicBezTo>
                  <a:lnTo>
                    <a:pt x="14409" y="2554"/>
                  </a:lnTo>
                  <a:cubicBezTo>
                    <a:pt x="14378" y="2459"/>
                    <a:pt x="14378" y="2364"/>
                    <a:pt x="14346" y="2269"/>
                  </a:cubicBezTo>
                  <a:cubicBezTo>
                    <a:pt x="14188" y="1668"/>
                    <a:pt x="13681" y="1129"/>
                    <a:pt x="12921" y="718"/>
                  </a:cubicBezTo>
                  <a:cubicBezTo>
                    <a:pt x="11996" y="236"/>
                    <a:pt x="10755" y="0"/>
                    <a:pt x="9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2"/>
            <p:cNvSpPr/>
            <p:nvPr/>
          </p:nvSpPr>
          <p:spPr>
            <a:xfrm>
              <a:off x="3380453" y="1499059"/>
              <a:ext cx="88562" cy="46825"/>
            </a:xfrm>
            <a:custGeom>
              <a:rect b="b" l="l" r="r" t="t"/>
              <a:pathLst>
                <a:path extrusionOk="0" h="1491" w="2820">
                  <a:moveTo>
                    <a:pt x="572" y="0"/>
                  </a:moveTo>
                  <a:cubicBezTo>
                    <a:pt x="446" y="0"/>
                    <a:pt x="302" y="31"/>
                    <a:pt x="191" y="105"/>
                  </a:cubicBezTo>
                  <a:cubicBezTo>
                    <a:pt x="32" y="200"/>
                    <a:pt x="1" y="358"/>
                    <a:pt x="127" y="453"/>
                  </a:cubicBezTo>
                  <a:lnTo>
                    <a:pt x="2028" y="1435"/>
                  </a:lnTo>
                  <a:cubicBezTo>
                    <a:pt x="2090" y="1473"/>
                    <a:pt x="2167" y="1490"/>
                    <a:pt x="2250" y="1490"/>
                  </a:cubicBezTo>
                  <a:cubicBezTo>
                    <a:pt x="2376" y="1490"/>
                    <a:pt x="2514" y="1449"/>
                    <a:pt x="2629" y="1372"/>
                  </a:cubicBezTo>
                  <a:cubicBezTo>
                    <a:pt x="2788" y="1277"/>
                    <a:pt x="2819" y="1119"/>
                    <a:pt x="2693" y="1024"/>
                  </a:cubicBezTo>
                  <a:lnTo>
                    <a:pt x="792" y="42"/>
                  </a:lnTo>
                  <a:cubicBezTo>
                    <a:pt x="740" y="16"/>
                    <a:pt x="660" y="0"/>
                    <a:pt x="5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2"/>
            <p:cNvSpPr/>
            <p:nvPr/>
          </p:nvSpPr>
          <p:spPr>
            <a:xfrm>
              <a:off x="3239224" y="1298476"/>
              <a:ext cx="217856" cy="109289"/>
            </a:xfrm>
            <a:custGeom>
              <a:rect b="b" l="l" r="r" t="t"/>
              <a:pathLst>
                <a:path extrusionOk="0" h="3480" w="6937">
                  <a:moveTo>
                    <a:pt x="3098" y="1"/>
                  </a:moveTo>
                  <a:cubicBezTo>
                    <a:pt x="2462" y="1"/>
                    <a:pt x="1748" y="168"/>
                    <a:pt x="1172" y="475"/>
                  </a:cubicBezTo>
                  <a:cubicBezTo>
                    <a:pt x="191" y="1013"/>
                    <a:pt x="1" y="1773"/>
                    <a:pt x="729" y="2153"/>
                  </a:cubicBezTo>
                  <a:cubicBezTo>
                    <a:pt x="1013" y="2301"/>
                    <a:pt x="1392" y="2373"/>
                    <a:pt x="1806" y="2373"/>
                  </a:cubicBezTo>
                  <a:cubicBezTo>
                    <a:pt x="2455" y="2373"/>
                    <a:pt x="3189" y="2197"/>
                    <a:pt x="3769" y="1868"/>
                  </a:cubicBezTo>
                  <a:cubicBezTo>
                    <a:pt x="4121" y="1654"/>
                    <a:pt x="4568" y="1535"/>
                    <a:pt x="4964" y="1535"/>
                  </a:cubicBezTo>
                  <a:cubicBezTo>
                    <a:pt x="5210" y="1535"/>
                    <a:pt x="5436" y="1581"/>
                    <a:pt x="5606" y="1678"/>
                  </a:cubicBezTo>
                  <a:cubicBezTo>
                    <a:pt x="6018" y="1900"/>
                    <a:pt x="5891" y="2344"/>
                    <a:pt x="5321" y="2692"/>
                  </a:cubicBezTo>
                  <a:cubicBezTo>
                    <a:pt x="4962" y="2891"/>
                    <a:pt x="4503" y="3003"/>
                    <a:pt x="4102" y="3003"/>
                  </a:cubicBezTo>
                  <a:cubicBezTo>
                    <a:pt x="3865" y="3003"/>
                    <a:pt x="3649" y="2964"/>
                    <a:pt x="3484" y="2882"/>
                  </a:cubicBezTo>
                  <a:cubicBezTo>
                    <a:pt x="3419" y="2856"/>
                    <a:pt x="3337" y="2840"/>
                    <a:pt x="3250" y="2840"/>
                  </a:cubicBezTo>
                  <a:cubicBezTo>
                    <a:pt x="3127" y="2840"/>
                    <a:pt x="2994" y="2871"/>
                    <a:pt x="2883" y="2945"/>
                  </a:cubicBezTo>
                  <a:cubicBezTo>
                    <a:pt x="2724" y="3040"/>
                    <a:pt x="2693" y="3199"/>
                    <a:pt x="2819" y="3262"/>
                  </a:cubicBezTo>
                  <a:cubicBezTo>
                    <a:pt x="3099" y="3408"/>
                    <a:pt x="3472" y="3479"/>
                    <a:pt x="3880" y="3479"/>
                  </a:cubicBezTo>
                  <a:cubicBezTo>
                    <a:pt x="4533" y="3479"/>
                    <a:pt x="5274" y="3296"/>
                    <a:pt x="5859" y="2945"/>
                  </a:cubicBezTo>
                  <a:cubicBezTo>
                    <a:pt x="6778" y="2407"/>
                    <a:pt x="6936" y="1678"/>
                    <a:pt x="6240" y="1298"/>
                  </a:cubicBezTo>
                  <a:cubicBezTo>
                    <a:pt x="5956" y="1151"/>
                    <a:pt x="5581" y="1079"/>
                    <a:pt x="5175" y="1079"/>
                  </a:cubicBezTo>
                  <a:cubicBezTo>
                    <a:pt x="4538" y="1079"/>
                    <a:pt x="3824" y="1255"/>
                    <a:pt x="3263" y="1583"/>
                  </a:cubicBezTo>
                  <a:cubicBezTo>
                    <a:pt x="2895" y="1796"/>
                    <a:pt x="2444" y="1903"/>
                    <a:pt x="2048" y="1903"/>
                  </a:cubicBezTo>
                  <a:cubicBezTo>
                    <a:pt x="1796" y="1903"/>
                    <a:pt x="1567" y="1860"/>
                    <a:pt x="1394" y="1773"/>
                  </a:cubicBezTo>
                  <a:cubicBezTo>
                    <a:pt x="951" y="1552"/>
                    <a:pt x="1109" y="1108"/>
                    <a:pt x="1679" y="760"/>
                  </a:cubicBezTo>
                  <a:cubicBezTo>
                    <a:pt x="2058" y="561"/>
                    <a:pt x="2524" y="449"/>
                    <a:pt x="2921" y="449"/>
                  </a:cubicBezTo>
                  <a:cubicBezTo>
                    <a:pt x="3154" y="449"/>
                    <a:pt x="3363" y="488"/>
                    <a:pt x="3516" y="570"/>
                  </a:cubicBezTo>
                  <a:cubicBezTo>
                    <a:pt x="3582" y="610"/>
                    <a:pt x="3665" y="627"/>
                    <a:pt x="3753" y="627"/>
                  </a:cubicBezTo>
                  <a:cubicBezTo>
                    <a:pt x="3875" y="627"/>
                    <a:pt x="4007" y="594"/>
                    <a:pt x="4118" y="538"/>
                  </a:cubicBezTo>
                  <a:cubicBezTo>
                    <a:pt x="4276" y="412"/>
                    <a:pt x="4308" y="285"/>
                    <a:pt x="4181" y="222"/>
                  </a:cubicBezTo>
                  <a:cubicBezTo>
                    <a:pt x="3894" y="72"/>
                    <a:pt x="3513" y="1"/>
                    <a:pt x="30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2"/>
            <p:cNvSpPr/>
            <p:nvPr/>
          </p:nvSpPr>
          <p:spPr>
            <a:xfrm>
              <a:off x="3400363" y="1379218"/>
              <a:ext cx="49746" cy="26003"/>
            </a:xfrm>
            <a:custGeom>
              <a:rect b="b" l="l" r="r" t="t"/>
              <a:pathLst>
                <a:path extrusionOk="0" h="828" w="1584">
                  <a:moveTo>
                    <a:pt x="554" y="0"/>
                  </a:moveTo>
                  <a:cubicBezTo>
                    <a:pt x="432" y="0"/>
                    <a:pt x="301" y="34"/>
                    <a:pt x="190" y="89"/>
                  </a:cubicBezTo>
                  <a:cubicBezTo>
                    <a:pt x="0" y="216"/>
                    <a:pt x="0" y="343"/>
                    <a:pt x="127" y="438"/>
                  </a:cubicBezTo>
                  <a:lnTo>
                    <a:pt x="792" y="786"/>
                  </a:lnTo>
                  <a:cubicBezTo>
                    <a:pt x="857" y="812"/>
                    <a:pt x="939" y="828"/>
                    <a:pt x="1026" y="828"/>
                  </a:cubicBezTo>
                  <a:cubicBezTo>
                    <a:pt x="1149" y="828"/>
                    <a:pt x="1282" y="797"/>
                    <a:pt x="1394" y="723"/>
                  </a:cubicBezTo>
                  <a:cubicBezTo>
                    <a:pt x="1552" y="628"/>
                    <a:pt x="1584" y="469"/>
                    <a:pt x="1425" y="406"/>
                  </a:cubicBezTo>
                  <a:lnTo>
                    <a:pt x="792" y="58"/>
                  </a:lnTo>
                  <a:cubicBezTo>
                    <a:pt x="725" y="18"/>
                    <a:pt x="643" y="0"/>
                    <a:pt x="5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2"/>
            <p:cNvSpPr/>
            <p:nvPr/>
          </p:nvSpPr>
          <p:spPr>
            <a:xfrm>
              <a:off x="3001520" y="1195279"/>
              <a:ext cx="627598" cy="327240"/>
            </a:xfrm>
            <a:custGeom>
              <a:rect b="b" l="l" r="r" t="t"/>
              <a:pathLst>
                <a:path extrusionOk="0" h="10420" w="19984">
                  <a:moveTo>
                    <a:pt x="13159" y="0"/>
                  </a:moveTo>
                  <a:cubicBezTo>
                    <a:pt x="10529" y="0"/>
                    <a:pt x="7608" y="650"/>
                    <a:pt x="5226" y="1924"/>
                  </a:cubicBezTo>
                  <a:cubicBezTo>
                    <a:pt x="919" y="4204"/>
                    <a:pt x="1" y="7625"/>
                    <a:pt x="3389" y="9430"/>
                  </a:cubicBezTo>
                  <a:cubicBezTo>
                    <a:pt x="4561" y="10031"/>
                    <a:pt x="6081" y="10380"/>
                    <a:pt x="7823" y="10412"/>
                  </a:cubicBezTo>
                  <a:cubicBezTo>
                    <a:pt x="7852" y="10417"/>
                    <a:pt x="7881" y="10420"/>
                    <a:pt x="7910" y="10420"/>
                  </a:cubicBezTo>
                  <a:cubicBezTo>
                    <a:pt x="8038" y="10420"/>
                    <a:pt x="8163" y="10368"/>
                    <a:pt x="8266" y="10317"/>
                  </a:cubicBezTo>
                  <a:cubicBezTo>
                    <a:pt x="8330" y="10285"/>
                    <a:pt x="8361" y="10222"/>
                    <a:pt x="8393" y="10190"/>
                  </a:cubicBezTo>
                  <a:cubicBezTo>
                    <a:pt x="8488" y="10031"/>
                    <a:pt x="8361" y="9936"/>
                    <a:pt x="8140" y="9905"/>
                  </a:cubicBezTo>
                  <a:cubicBezTo>
                    <a:pt x="6556" y="9873"/>
                    <a:pt x="5163" y="9556"/>
                    <a:pt x="4118" y="8986"/>
                  </a:cubicBezTo>
                  <a:cubicBezTo>
                    <a:pt x="1014" y="7371"/>
                    <a:pt x="1838" y="4268"/>
                    <a:pt x="5733" y="2178"/>
                  </a:cubicBezTo>
                  <a:cubicBezTo>
                    <a:pt x="7888" y="1017"/>
                    <a:pt x="10546" y="425"/>
                    <a:pt x="12948" y="425"/>
                  </a:cubicBezTo>
                  <a:cubicBezTo>
                    <a:pt x="14676" y="425"/>
                    <a:pt x="16271" y="731"/>
                    <a:pt x="17450" y="1354"/>
                  </a:cubicBezTo>
                  <a:cubicBezTo>
                    <a:pt x="18337" y="1798"/>
                    <a:pt x="18939" y="2431"/>
                    <a:pt x="19192" y="3128"/>
                  </a:cubicBezTo>
                  <a:cubicBezTo>
                    <a:pt x="19215" y="3196"/>
                    <a:pt x="19337" y="3248"/>
                    <a:pt x="19474" y="3248"/>
                  </a:cubicBezTo>
                  <a:cubicBezTo>
                    <a:pt x="19527" y="3248"/>
                    <a:pt x="19583" y="3240"/>
                    <a:pt x="19636" y="3223"/>
                  </a:cubicBezTo>
                  <a:cubicBezTo>
                    <a:pt x="19857" y="3191"/>
                    <a:pt x="19984" y="3064"/>
                    <a:pt x="19952" y="2938"/>
                  </a:cubicBezTo>
                  <a:cubicBezTo>
                    <a:pt x="19667" y="2178"/>
                    <a:pt x="19002" y="1513"/>
                    <a:pt x="18052" y="1006"/>
                  </a:cubicBezTo>
                  <a:cubicBezTo>
                    <a:pt x="16771" y="333"/>
                    <a:pt x="15039" y="0"/>
                    <a:pt x="13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22"/>
          <p:cNvSpPr txBox="1"/>
          <p:nvPr/>
        </p:nvSpPr>
        <p:spPr>
          <a:xfrm>
            <a:off x="5953379" y="1179575"/>
            <a:ext cx="1835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22"/>
          <p:cNvSpPr txBox="1"/>
          <p:nvPr/>
        </p:nvSpPr>
        <p:spPr>
          <a:xfrm>
            <a:off x="5953379" y="1806870"/>
            <a:ext cx="18351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22"/>
          <p:cNvSpPr txBox="1"/>
          <p:nvPr/>
        </p:nvSpPr>
        <p:spPr>
          <a:xfrm>
            <a:off x="5953379" y="2418264"/>
            <a:ext cx="18351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22"/>
          <p:cNvSpPr txBox="1"/>
          <p:nvPr/>
        </p:nvSpPr>
        <p:spPr>
          <a:xfrm>
            <a:off x="5953379" y="3029659"/>
            <a:ext cx="1835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It’s the second planet</a:t>
            </a: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r>
              <a:rPr lang="en" sz="1100">
                <a:latin typeface="Roboto"/>
                <a:ea typeface="Roboto"/>
                <a:cs typeface="Roboto"/>
                <a:sym typeface="Roboto"/>
              </a:rPr>
              <a:t>from the Sun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22"/>
          <p:cNvSpPr txBox="1"/>
          <p:nvPr/>
        </p:nvSpPr>
        <p:spPr>
          <a:xfrm>
            <a:off x="5953379" y="4284249"/>
            <a:ext cx="1835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It’s the third planet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22"/>
          <p:cNvSpPr txBox="1"/>
          <p:nvPr/>
        </p:nvSpPr>
        <p:spPr>
          <a:xfrm>
            <a:off x="5953379" y="3656954"/>
            <a:ext cx="1835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Despite being red, it’s actually a cold place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22"/>
          <p:cNvSpPr txBox="1"/>
          <p:nvPr/>
        </p:nvSpPr>
        <p:spPr>
          <a:xfrm>
            <a:off x="5542679" y="1179575"/>
            <a:ext cx="410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sz="3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74" name="Google Shape;974;p22"/>
          <p:cNvSpPr txBox="1"/>
          <p:nvPr/>
        </p:nvSpPr>
        <p:spPr>
          <a:xfrm>
            <a:off x="5542679" y="1800508"/>
            <a:ext cx="410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sz="3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75" name="Google Shape;975;p22"/>
          <p:cNvSpPr txBox="1"/>
          <p:nvPr/>
        </p:nvSpPr>
        <p:spPr>
          <a:xfrm>
            <a:off x="5542679" y="2421440"/>
            <a:ext cx="410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sz="3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76" name="Google Shape;976;p22"/>
          <p:cNvSpPr txBox="1"/>
          <p:nvPr/>
        </p:nvSpPr>
        <p:spPr>
          <a:xfrm>
            <a:off x="5542679" y="3042373"/>
            <a:ext cx="410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sz="3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77" name="Google Shape;977;p22"/>
          <p:cNvSpPr txBox="1"/>
          <p:nvPr/>
        </p:nvSpPr>
        <p:spPr>
          <a:xfrm>
            <a:off x="5542679" y="3663305"/>
            <a:ext cx="410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 sz="3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78" name="Google Shape;978;p22"/>
          <p:cNvSpPr txBox="1"/>
          <p:nvPr/>
        </p:nvSpPr>
        <p:spPr>
          <a:xfrm>
            <a:off x="5542679" y="4284238"/>
            <a:ext cx="410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endParaRPr sz="3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79" name="Google Shape;979;p22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oogle Shape;984;p23"/>
          <p:cNvGrpSpPr/>
          <p:nvPr/>
        </p:nvGrpSpPr>
        <p:grpSpPr>
          <a:xfrm>
            <a:off x="6935167" y="1467178"/>
            <a:ext cx="1751392" cy="1423915"/>
            <a:chOff x="6935167" y="1703178"/>
            <a:chExt cx="1751392" cy="1423915"/>
          </a:xfrm>
        </p:grpSpPr>
        <p:sp>
          <p:nvSpPr>
            <p:cNvPr id="985" name="Google Shape;985;p23"/>
            <p:cNvSpPr/>
            <p:nvPr/>
          </p:nvSpPr>
          <p:spPr>
            <a:xfrm>
              <a:off x="6935167" y="2883983"/>
              <a:ext cx="608226" cy="243111"/>
            </a:xfrm>
            <a:custGeom>
              <a:rect b="b" l="l" r="r" t="t"/>
              <a:pathLst>
                <a:path extrusionOk="0" h="7570" w="18939">
                  <a:moveTo>
                    <a:pt x="11813" y="0"/>
                  </a:moveTo>
                  <a:lnTo>
                    <a:pt x="0" y="7569"/>
                  </a:lnTo>
                  <a:lnTo>
                    <a:pt x="18939" y="3769"/>
                  </a:lnTo>
                  <a:lnTo>
                    <a:pt x="18939" y="0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3"/>
            <p:cNvSpPr/>
            <p:nvPr/>
          </p:nvSpPr>
          <p:spPr>
            <a:xfrm>
              <a:off x="6935167" y="1703178"/>
              <a:ext cx="757721" cy="1423915"/>
            </a:xfrm>
            <a:custGeom>
              <a:rect b="b" l="l" r="r" t="t"/>
              <a:pathLst>
                <a:path extrusionOk="0" h="44338" w="23594">
                  <a:moveTo>
                    <a:pt x="16278" y="1"/>
                  </a:moveTo>
                  <a:lnTo>
                    <a:pt x="0" y="13967"/>
                  </a:lnTo>
                  <a:lnTo>
                    <a:pt x="0" y="44337"/>
                  </a:lnTo>
                  <a:lnTo>
                    <a:pt x="16278" y="38257"/>
                  </a:lnTo>
                  <a:lnTo>
                    <a:pt x="23594" y="22074"/>
                  </a:lnTo>
                  <a:lnTo>
                    <a:pt x="16278" y="1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3"/>
            <p:cNvSpPr/>
            <p:nvPr/>
          </p:nvSpPr>
          <p:spPr>
            <a:xfrm>
              <a:off x="6935167" y="2850422"/>
              <a:ext cx="1751392" cy="276671"/>
            </a:xfrm>
            <a:custGeom>
              <a:rect b="b" l="l" r="r" t="t"/>
              <a:pathLst>
                <a:path extrusionOk="0" h="8615" w="54535">
                  <a:moveTo>
                    <a:pt x="35438" y="0"/>
                  </a:moveTo>
                  <a:lnTo>
                    <a:pt x="16278" y="2534"/>
                  </a:lnTo>
                  <a:lnTo>
                    <a:pt x="0" y="8614"/>
                  </a:lnTo>
                  <a:lnTo>
                    <a:pt x="30308" y="8614"/>
                  </a:lnTo>
                  <a:lnTo>
                    <a:pt x="54535" y="2534"/>
                  </a:lnTo>
                  <a:lnTo>
                    <a:pt x="35438" y="0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3"/>
            <p:cNvSpPr/>
            <p:nvPr/>
          </p:nvSpPr>
          <p:spPr>
            <a:xfrm>
              <a:off x="7457935" y="1704206"/>
              <a:ext cx="1228624" cy="1227596"/>
            </a:xfrm>
            <a:custGeom>
              <a:rect b="b" l="l" r="r" t="t"/>
              <a:pathLst>
                <a:path extrusionOk="0" h="38225" w="38257">
                  <a:moveTo>
                    <a:pt x="0" y="0"/>
                  </a:moveTo>
                  <a:lnTo>
                    <a:pt x="0" y="38225"/>
                  </a:lnTo>
                  <a:lnTo>
                    <a:pt x="38257" y="38225"/>
                  </a:lnTo>
                  <a:lnTo>
                    <a:pt x="38257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3"/>
            <p:cNvSpPr/>
            <p:nvPr/>
          </p:nvSpPr>
          <p:spPr>
            <a:xfrm>
              <a:off x="8511596" y="2770071"/>
              <a:ext cx="120046" cy="120046"/>
            </a:xfrm>
            <a:custGeom>
              <a:rect b="b" l="l" r="r" t="t"/>
              <a:pathLst>
                <a:path extrusionOk="0" h="3738" w="3738">
                  <a:moveTo>
                    <a:pt x="3737" y="0"/>
                  </a:moveTo>
                  <a:lnTo>
                    <a:pt x="0" y="3737"/>
                  </a:lnTo>
                  <a:lnTo>
                    <a:pt x="3737" y="3737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3"/>
            <p:cNvSpPr/>
            <p:nvPr/>
          </p:nvSpPr>
          <p:spPr>
            <a:xfrm>
              <a:off x="7648120" y="2181692"/>
              <a:ext cx="848253" cy="559925"/>
            </a:xfrm>
            <a:custGeom>
              <a:rect b="b" l="l" r="r" t="t"/>
              <a:pathLst>
                <a:path extrusionOk="0" h="17435" w="26413">
                  <a:moveTo>
                    <a:pt x="26032" y="1"/>
                  </a:moveTo>
                  <a:cubicBezTo>
                    <a:pt x="25969" y="1"/>
                    <a:pt x="25906" y="17"/>
                    <a:pt x="25842" y="48"/>
                  </a:cubicBezTo>
                  <a:lnTo>
                    <a:pt x="23562" y="1220"/>
                  </a:lnTo>
                  <a:cubicBezTo>
                    <a:pt x="23372" y="1315"/>
                    <a:pt x="23309" y="1537"/>
                    <a:pt x="23404" y="1727"/>
                  </a:cubicBezTo>
                  <a:cubicBezTo>
                    <a:pt x="23473" y="1866"/>
                    <a:pt x="23611" y="1954"/>
                    <a:pt x="23754" y="1954"/>
                  </a:cubicBezTo>
                  <a:cubicBezTo>
                    <a:pt x="23806" y="1954"/>
                    <a:pt x="23860" y="1942"/>
                    <a:pt x="23911" y="1917"/>
                  </a:cubicBezTo>
                  <a:lnTo>
                    <a:pt x="25621" y="1030"/>
                  </a:lnTo>
                  <a:lnTo>
                    <a:pt x="25621" y="9232"/>
                  </a:lnTo>
                  <a:lnTo>
                    <a:pt x="24639" y="9897"/>
                  </a:lnTo>
                  <a:cubicBezTo>
                    <a:pt x="24544" y="9961"/>
                    <a:pt x="24481" y="10056"/>
                    <a:pt x="24481" y="10151"/>
                  </a:cubicBezTo>
                  <a:cubicBezTo>
                    <a:pt x="24481" y="10151"/>
                    <a:pt x="24196" y="11418"/>
                    <a:pt x="23562" y="12431"/>
                  </a:cubicBezTo>
                  <a:lnTo>
                    <a:pt x="23562" y="6319"/>
                  </a:lnTo>
                  <a:cubicBezTo>
                    <a:pt x="23562" y="6105"/>
                    <a:pt x="23366" y="5945"/>
                    <a:pt x="23161" y="5945"/>
                  </a:cubicBezTo>
                  <a:cubicBezTo>
                    <a:pt x="23093" y="5945"/>
                    <a:pt x="23024" y="5963"/>
                    <a:pt x="22961" y="6002"/>
                  </a:cubicBezTo>
                  <a:cubicBezTo>
                    <a:pt x="22208" y="6497"/>
                    <a:pt x="21382" y="6744"/>
                    <a:pt x="20497" y="6744"/>
                  </a:cubicBezTo>
                  <a:cubicBezTo>
                    <a:pt x="19966" y="6744"/>
                    <a:pt x="19414" y="6655"/>
                    <a:pt x="18844" y="6477"/>
                  </a:cubicBezTo>
                  <a:cubicBezTo>
                    <a:pt x="17672" y="6097"/>
                    <a:pt x="16880" y="5495"/>
                    <a:pt x="16880" y="5495"/>
                  </a:cubicBezTo>
                  <a:cubicBezTo>
                    <a:pt x="16809" y="5424"/>
                    <a:pt x="16720" y="5389"/>
                    <a:pt x="16626" y="5389"/>
                  </a:cubicBezTo>
                  <a:cubicBezTo>
                    <a:pt x="16595" y="5389"/>
                    <a:pt x="16563" y="5393"/>
                    <a:pt x="16532" y="5400"/>
                  </a:cubicBezTo>
                  <a:cubicBezTo>
                    <a:pt x="16500" y="5400"/>
                    <a:pt x="14568" y="5875"/>
                    <a:pt x="12890" y="6192"/>
                  </a:cubicBezTo>
                  <a:cubicBezTo>
                    <a:pt x="12746" y="6219"/>
                    <a:pt x="12610" y="6233"/>
                    <a:pt x="12481" y="6233"/>
                  </a:cubicBezTo>
                  <a:cubicBezTo>
                    <a:pt x="12157" y="6233"/>
                    <a:pt x="11881" y="6143"/>
                    <a:pt x="11655" y="5939"/>
                  </a:cubicBezTo>
                  <a:cubicBezTo>
                    <a:pt x="11465" y="5780"/>
                    <a:pt x="11496" y="5464"/>
                    <a:pt x="11718" y="5369"/>
                  </a:cubicBezTo>
                  <a:lnTo>
                    <a:pt x="16975" y="2582"/>
                  </a:lnTo>
                  <a:cubicBezTo>
                    <a:pt x="17403" y="2368"/>
                    <a:pt x="17866" y="2261"/>
                    <a:pt x="18338" y="2261"/>
                  </a:cubicBezTo>
                  <a:cubicBezTo>
                    <a:pt x="18495" y="2261"/>
                    <a:pt x="18654" y="2273"/>
                    <a:pt x="18812" y="2297"/>
                  </a:cubicBezTo>
                  <a:lnTo>
                    <a:pt x="20174" y="2519"/>
                  </a:lnTo>
                  <a:cubicBezTo>
                    <a:pt x="20518" y="2578"/>
                    <a:pt x="20868" y="2610"/>
                    <a:pt x="21220" y="2610"/>
                  </a:cubicBezTo>
                  <a:cubicBezTo>
                    <a:pt x="21613" y="2610"/>
                    <a:pt x="22006" y="2570"/>
                    <a:pt x="22390" y="2487"/>
                  </a:cubicBezTo>
                  <a:cubicBezTo>
                    <a:pt x="22580" y="2424"/>
                    <a:pt x="22707" y="2234"/>
                    <a:pt x="22675" y="2012"/>
                  </a:cubicBezTo>
                  <a:cubicBezTo>
                    <a:pt x="22622" y="1851"/>
                    <a:pt x="22477" y="1713"/>
                    <a:pt x="22300" y="1713"/>
                  </a:cubicBezTo>
                  <a:cubicBezTo>
                    <a:pt x="22267" y="1713"/>
                    <a:pt x="22234" y="1717"/>
                    <a:pt x="22200" y="1727"/>
                  </a:cubicBezTo>
                  <a:cubicBezTo>
                    <a:pt x="21845" y="1798"/>
                    <a:pt x="21489" y="1839"/>
                    <a:pt x="21133" y="1839"/>
                  </a:cubicBezTo>
                  <a:cubicBezTo>
                    <a:pt x="20856" y="1839"/>
                    <a:pt x="20578" y="1814"/>
                    <a:pt x="20300" y="1759"/>
                  </a:cubicBezTo>
                  <a:lnTo>
                    <a:pt x="18939" y="1537"/>
                  </a:lnTo>
                  <a:cubicBezTo>
                    <a:pt x="18741" y="1505"/>
                    <a:pt x="18541" y="1489"/>
                    <a:pt x="18341" y="1489"/>
                  </a:cubicBezTo>
                  <a:cubicBezTo>
                    <a:pt x="17743" y="1489"/>
                    <a:pt x="17149" y="1632"/>
                    <a:pt x="16627" y="1917"/>
                  </a:cubicBezTo>
                  <a:lnTo>
                    <a:pt x="12066" y="4292"/>
                  </a:lnTo>
                  <a:lnTo>
                    <a:pt x="6746" y="4292"/>
                  </a:lnTo>
                  <a:cubicBezTo>
                    <a:pt x="6524" y="4292"/>
                    <a:pt x="6334" y="4450"/>
                    <a:pt x="6334" y="4672"/>
                  </a:cubicBezTo>
                  <a:cubicBezTo>
                    <a:pt x="6334" y="4894"/>
                    <a:pt x="6524" y="5052"/>
                    <a:pt x="6746" y="5052"/>
                  </a:cubicBezTo>
                  <a:lnTo>
                    <a:pt x="10926" y="5052"/>
                  </a:lnTo>
                  <a:cubicBezTo>
                    <a:pt x="10736" y="5337"/>
                    <a:pt x="10705" y="5717"/>
                    <a:pt x="10800" y="6034"/>
                  </a:cubicBezTo>
                  <a:lnTo>
                    <a:pt x="4149" y="6034"/>
                  </a:lnTo>
                  <a:cubicBezTo>
                    <a:pt x="3927" y="6034"/>
                    <a:pt x="3769" y="6224"/>
                    <a:pt x="3769" y="6446"/>
                  </a:cubicBezTo>
                  <a:cubicBezTo>
                    <a:pt x="3769" y="7301"/>
                    <a:pt x="3072" y="8092"/>
                    <a:pt x="2281" y="8092"/>
                  </a:cubicBezTo>
                  <a:cubicBezTo>
                    <a:pt x="2059" y="8092"/>
                    <a:pt x="1869" y="8251"/>
                    <a:pt x="1869" y="8472"/>
                  </a:cubicBezTo>
                  <a:lnTo>
                    <a:pt x="1869" y="13223"/>
                  </a:lnTo>
                  <a:cubicBezTo>
                    <a:pt x="1869" y="13444"/>
                    <a:pt x="2059" y="13634"/>
                    <a:pt x="2281" y="13634"/>
                  </a:cubicBezTo>
                  <a:cubicBezTo>
                    <a:pt x="3072" y="13634"/>
                    <a:pt x="3769" y="14394"/>
                    <a:pt x="3769" y="15281"/>
                  </a:cubicBezTo>
                  <a:cubicBezTo>
                    <a:pt x="3769" y="15503"/>
                    <a:pt x="3927" y="15661"/>
                    <a:pt x="4149" y="15661"/>
                  </a:cubicBezTo>
                  <a:lnTo>
                    <a:pt x="14948" y="15661"/>
                  </a:lnTo>
                  <a:cubicBezTo>
                    <a:pt x="15170" y="15661"/>
                    <a:pt x="15328" y="15503"/>
                    <a:pt x="15328" y="15281"/>
                  </a:cubicBezTo>
                  <a:cubicBezTo>
                    <a:pt x="15328" y="15059"/>
                    <a:pt x="15170" y="14901"/>
                    <a:pt x="14948" y="14901"/>
                  </a:cubicBezTo>
                  <a:lnTo>
                    <a:pt x="4497" y="14901"/>
                  </a:lnTo>
                  <a:cubicBezTo>
                    <a:pt x="4434" y="14426"/>
                    <a:pt x="4212" y="13951"/>
                    <a:pt x="3896" y="13603"/>
                  </a:cubicBezTo>
                  <a:cubicBezTo>
                    <a:pt x="3547" y="13223"/>
                    <a:pt x="3136" y="12969"/>
                    <a:pt x="2661" y="12874"/>
                  </a:cubicBezTo>
                  <a:lnTo>
                    <a:pt x="2661" y="8821"/>
                  </a:lnTo>
                  <a:cubicBezTo>
                    <a:pt x="3136" y="8726"/>
                    <a:pt x="3547" y="8472"/>
                    <a:pt x="3896" y="8092"/>
                  </a:cubicBezTo>
                  <a:cubicBezTo>
                    <a:pt x="4212" y="7744"/>
                    <a:pt x="4434" y="7301"/>
                    <a:pt x="4497" y="6826"/>
                  </a:cubicBezTo>
                  <a:lnTo>
                    <a:pt x="11623" y="6826"/>
                  </a:lnTo>
                  <a:cubicBezTo>
                    <a:pt x="11859" y="6933"/>
                    <a:pt x="12153" y="7011"/>
                    <a:pt x="12505" y="7011"/>
                  </a:cubicBezTo>
                  <a:cubicBezTo>
                    <a:pt x="12673" y="7011"/>
                    <a:pt x="12854" y="6993"/>
                    <a:pt x="13048" y="6952"/>
                  </a:cubicBezTo>
                  <a:cubicBezTo>
                    <a:pt x="13270" y="6921"/>
                    <a:pt x="13523" y="6889"/>
                    <a:pt x="13776" y="6826"/>
                  </a:cubicBezTo>
                  <a:lnTo>
                    <a:pt x="17608" y="6826"/>
                  </a:lnTo>
                  <a:cubicBezTo>
                    <a:pt x="17893" y="6952"/>
                    <a:pt x="18210" y="7079"/>
                    <a:pt x="18590" y="7206"/>
                  </a:cubicBezTo>
                  <a:cubicBezTo>
                    <a:pt x="18717" y="7269"/>
                    <a:pt x="18875" y="7301"/>
                    <a:pt x="19034" y="7332"/>
                  </a:cubicBezTo>
                  <a:cubicBezTo>
                    <a:pt x="19382" y="8092"/>
                    <a:pt x="20142" y="8662"/>
                    <a:pt x="20902" y="8821"/>
                  </a:cubicBezTo>
                  <a:lnTo>
                    <a:pt x="20902" y="12906"/>
                  </a:lnTo>
                  <a:cubicBezTo>
                    <a:pt x="19920" y="13064"/>
                    <a:pt x="19065" y="13919"/>
                    <a:pt x="18875" y="14901"/>
                  </a:cubicBezTo>
                  <a:lnTo>
                    <a:pt x="16500" y="14901"/>
                  </a:lnTo>
                  <a:cubicBezTo>
                    <a:pt x="16278" y="14901"/>
                    <a:pt x="16088" y="15059"/>
                    <a:pt x="16088" y="15281"/>
                  </a:cubicBezTo>
                  <a:cubicBezTo>
                    <a:pt x="16088" y="15503"/>
                    <a:pt x="16278" y="15661"/>
                    <a:pt x="16500" y="15661"/>
                  </a:cubicBezTo>
                  <a:lnTo>
                    <a:pt x="19224" y="15661"/>
                  </a:lnTo>
                  <a:cubicBezTo>
                    <a:pt x="19445" y="15661"/>
                    <a:pt x="19604" y="15503"/>
                    <a:pt x="19604" y="15281"/>
                  </a:cubicBezTo>
                  <a:cubicBezTo>
                    <a:pt x="19604" y="14458"/>
                    <a:pt x="20459" y="13634"/>
                    <a:pt x="21314" y="13634"/>
                  </a:cubicBezTo>
                  <a:cubicBezTo>
                    <a:pt x="21504" y="13634"/>
                    <a:pt x="21694" y="13476"/>
                    <a:pt x="21694" y="13254"/>
                  </a:cubicBezTo>
                  <a:lnTo>
                    <a:pt x="21694" y="8472"/>
                  </a:lnTo>
                  <a:cubicBezTo>
                    <a:pt x="21694" y="8251"/>
                    <a:pt x="21504" y="8061"/>
                    <a:pt x="21314" y="8061"/>
                  </a:cubicBezTo>
                  <a:cubicBezTo>
                    <a:pt x="20870" y="8061"/>
                    <a:pt x="20395" y="7839"/>
                    <a:pt x="20079" y="7491"/>
                  </a:cubicBezTo>
                  <a:cubicBezTo>
                    <a:pt x="20205" y="7491"/>
                    <a:pt x="20332" y="7522"/>
                    <a:pt x="20459" y="7522"/>
                  </a:cubicBezTo>
                  <a:cubicBezTo>
                    <a:pt x="21282" y="7522"/>
                    <a:pt x="22042" y="7332"/>
                    <a:pt x="22770" y="6984"/>
                  </a:cubicBezTo>
                  <a:lnTo>
                    <a:pt x="22770" y="16358"/>
                  </a:lnTo>
                  <a:cubicBezTo>
                    <a:pt x="22770" y="16516"/>
                    <a:pt x="22644" y="16643"/>
                    <a:pt x="22485" y="16643"/>
                  </a:cubicBezTo>
                  <a:lnTo>
                    <a:pt x="1077" y="16643"/>
                  </a:lnTo>
                  <a:cubicBezTo>
                    <a:pt x="919" y="16643"/>
                    <a:pt x="792" y="16516"/>
                    <a:pt x="792" y="16358"/>
                  </a:cubicBezTo>
                  <a:lnTo>
                    <a:pt x="792" y="5369"/>
                  </a:lnTo>
                  <a:cubicBezTo>
                    <a:pt x="792" y="5210"/>
                    <a:pt x="919" y="5052"/>
                    <a:pt x="1077" y="5052"/>
                  </a:cubicBezTo>
                  <a:lnTo>
                    <a:pt x="5194" y="5052"/>
                  </a:lnTo>
                  <a:cubicBezTo>
                    <a:pt x="5384" y="5052"/>
                    <a:pt x="5574" y="4894"/>
                    <a:pt x="5574" y="4672"/>
                  </a:cubicBezTo>
                  <a:cubicBezTo>
                    <a:pt x="5574" y="4450"/>
                    <a:pt x="5384" y="4292"/>
                    <a:pt x="5194" y="4292"/>
                  </a:cubicBezTo>
                  <a:lnTo>
                    <a:pt x="1077" y="4292"/>
                  </a:lnTo>
                  <a:cubicBezTo>
                    <a:pt x="507" y="4292"/>
                    <a:pt x="0" y="4767"/>
                    <a:pt x="0" y="5369"/>
                  </a:cubicBezTo>
                  <a:lnTo>
                    <a:pt x="0" y="16358"/>
                  </a:lnTo>
                  <a:cubicBezTo>
                    <a:pt x="0" y="16928"/>
                    <a:pt x="507" y="17435"/>
                    <a:pt x="1077" y="17435"/>
                  </a:cubicBezTo>
                  <a:lnTo>
                    <a:pt x="22485" y="17435"/>
                  </a:lnTo>
                  <a:cubicBezTo>
                    <a:pt x="23056" y="17435"/>
                    <a:pt x="23562" y="16928"/>
                    <a:pt x="23562" y="16358"/>
                  </a:cubicBezTo>
                  <a:lnTo>
                    <a:pt x="23562" y="13698"/>
                  </a:lnTo>
                  <a:cubicBezTo>
                    <a:pt x="24576" y="12684"/>
                    <a:pt x="25051" y="10974"/>
                    <a:pt x="25177" y="10467"/>
                  </a:cubicBezTo>
                  <a:lnTo>
                    <a:pt x="26222" y="9739"/>
                  </a:lnTo>
                  <a:cubicBezTo>
                    <a:pt x="26317" y="9676"/>
                    <a:pt x="26381" y="9549"/>
                    <a:pt x="26381" y="9422"/>
                  </a:cubicBezTo>
                  <a:lnTo>
                    <a:pt x="26381" y="397"/>
                  </a:lnTo>
                  <a:cubicBezTo>
                    <a:pt x="26412" y="238"/>
                    <a:pt x="26317" y="143"/>
                    <a:pt x="26222" y="48"/>
                  </a:cubicBezTo>
                  <a:cubicBezTo>
                    <a:pt x="26159" y="17"/>
                    <a:pt x="26096" y="1"/>
                    <a:pt x="26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3"/>
            <p:cNvSpPr/>
            <p:nvPr/>
          </p:nvSpPr>
          <p:spPr>
            <a:xfrm>
              <a:off x="7922735" y="2426312"/>
              <a:ext cx="208523" cy="208523"/>
            </a:xfrm>
            <a:custGeom>
              <a:rect b="b" l="l" r="r" t="t"/>
              <a:pathLst>
                <a:path extrusionOk="0" h="6493" w="6493">
                  <a:moveTo>
                    <a:pt x="3230" y="760"/>
                  </a:moveTo>
                  <a:cubicBezTo>
                    <a:pt x="4592" y="760"/>
                    <a:pt x="5701" y="1869"/>
                    <a:pt x="5701" y="3230"/>
                  </a:cubicBezTo>
                  <a:cubicBezTo>
                    <a:pt x="5701" y="4592"/>
                    <a:pt x="4592" y="5701"/>
                    <a:pt x="3230" y="5701"/>
                  </a:cubicBezTo>
                  <a:cubicBezTo>
                    <a:pt x="1869" y="5701"/>
                    <a:pt x="760" y="4592"/>
                    <a:pt x="760" y="3230"/>
                  </a:cubicBezTo>
                  <a:cubicBezTo>
                    <a:pt x="760" y="1869"/>
                    <a:pt x="1869" y="760"/>
                    <a:pt x="3230" y="760"/>
                  </a:cubicBezTo>
                  <a:close/>
                  <a:moveTo>
                    <a:pt x="3230" y="0"/>
                  </a:moveTo>
                  <a:cubicBezTo>
                    <a:pt x="1457" y="0"/>
                    <a:pt x="0" y="1457"/>
                    <a:pt x="0" y="3230"/>
                  </a:cubicBezTo>
                  <a:cubicBezTo>
                    <a:pt x="0" y="5036"/>
                    <a:pt x="1457" y="6492"/>
                    <a:pt x="3230" y="6492"/>
                  </a:cubicBezTo>
                  <a:cubicBezTo>
                    <a:pt x="5035" y="6492"/>
                    <a:pt x="6492" y="5036"/>
                    <a:pt x="6492" y="3230"/>
                  </a:cubicBezTo>
                  <a:cubicBezTo>
                    <a:pt x="6492" y="1457"/>
                    <a:pt x="5035" y="0"/>
                    <a:pt x="3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3"/>
            <p:cNvSpPr/>
            <p:nvPr/>
          </p:nvSpPr>
          <p:spPr>
            <a:xfrm>
              <a:off x="7883041" y="1894391"/>
              <a:ext cx="320411" cy="340965"/>
            </a:xfrm>
            <a:custGeom>
              <a:rect b="b" l="l" r="r" t="t"/>
              <a:pathLst>
                <a:path extrusionOk="0" h="10617" w="9977">
                  <a:moveTo>
                    <a:pt x="4941" y="760"/>
                  </a:moveTo>
                  <a:cubicBezTo>
                    <a:pt x="6050" y="760"/>
                    <a:pt x="7095" y="1204"/>
                    <a:pt x="7887" y="1964"/>
                  </a:cubicBezTo>
                  <a:cubicBezTo>
                    <a:pt x="8678" y="2724"/>
                    <a:pt x="9122" y="3769"/>
                    <a:pt x="9153" y="4877"/>
                  </a:cubicBezTo>
                  <a:cubicBezTo>
                    <a:pt x="9185" y="5986"/>
                    <a:pt x="8773" y="7063"/>
                    <a:pt x="7982" y="7886"/>
                  </a:cubicBezTo>
                  <a:cubicBezTo>
                    <a:pt x="7190" y="8709"/>
                    <a:pt x="6113" y="9153"/>
                    <a:pt x="5005" y="9184"/>
                  </a:cubicBezTo>
                  <a:cubicBezTo>
                    <a:pt x="4340" y="9184"/>
                    <a:pt x="3675" y="9026"/>
                    <a:pt x="3073" y="8709"/>
                  </a:cubicBezTo>
                  <a:cubicBezTo>
                    <a:pt x="3028" y="8687"/>
                    <a:pt x="2979" y="8676"/>
                    <a:pt x="2929" y="8676"/>
                  </a:cubicBezTo>
                  <a:cubicBezTo>
                    <a:pt x="2838" y="8676"/>
                    <a:pt x="2743" y="8711"/>
                    <a:pt x="2661" y="8773"/>
                  </a:cubicBezTo>
                  <a:lnTo>
                    <a:pt x="1394" y="9754"/>
                  </a:lnTo>
                  <a:cubicBezTo>
                    <a:pt x="1325" y="9807"/>
                    <a:pt x="1245" y="9830"/>
                    <a:pt x="1167" y="9830"/>
                  </a:cubicBezTo>
                  <a:cubicBezTo>
                    <a:pt x="961" y="9830"/>
                    <a:pt x="761" y="9667"/>
                    <a:pt x="761" y="9438"/>
                  </a:cubicBezTo>
                  <a:lnTo>
                    <a:pt x="761" y="5036"/>
                  </a:lnTo>
                  <a:cubicBezTo>
                    <a:pt x="761" y="2692"/>
                    <a:pt x="2661" y="760"/>
                    <a:pt x="4941" y="760"/>
                  </a:cubicBezTo>
                  <a:close/>
                  <a:moveTo>
                    <a:pt x="4941" y="0"/>
                  </a:moveTo>
                  <a:cubicBezTo>
                    <a:pt x="2218" y="0"/>
                    <a:pt x="1" y="2249"/>
                    <a:pt x="1" y="5036"/>
                  </a:cubicBezTo>
                  <a:lnTo>
                    <a:pt x="1" y="9438"/>
                  </a:lnTo>
                  <a:cubicBezTo>
                    <a:pt x="1" y="9913"/>
                    <a:pt x="254" y="10293"/>
                    <a:pt x="634" y="10483"/>
                  </a:cubicBezTo>
                  <a:cubicBezTo>
                    <a:pt x="802" y="10573"/>
                    <a:pt x="980" y="10616"/>
                    <a:pt x="1156" y="10616"/>
                  </a:cubicBezTo>
                  <a:cubicBezTo>
                    <a:pt x="1412" y="10616"/>
                    <a:pt x="1663" y="10525"/>
                    <a:pt x="1869" y="10356"/>
                  </a:cubicBezTo>
                  <a:lnTo>
                    <a:pt x="2946" y="9533"/>
                  </a:lnTo>
                  <a:cubicBezTo>
                    <a:pt x="3611" y="9818"/>
                    <a:pt x="4308" y="9944"/>
                    <a:pt x="5005" y="9944"/>
                  </a:cubicBezTo>
                  <a:cubicBezTo>
                    <a:pt x="6335" y="9944"/>
                    <a:pt x="7602" y="9406"/>
                    <a:pt x="8520" y="8424"/>
                  </a:cubicBezTo>
                  <a:cubicBezTo>
                    <a:pt x="9470" y="7443"/>
                    <a:pt x="9977" y="6176"/>
                    <a:pt x="9945" y="4846"/>
                  </a:cubicBezTo>
                  <a:cubicBezTo>
                    <a:pt x="9913" y="3547"/>
                    <a:pt x="9375" y="2312"/>
                    <a:pt x="8425" y="1394"/>
                  </a:cubicBezTo>
                  <a:cubicBezTo>
                    <a:pt x="7507" y="475"/>
                    <a:pt x="6271" y="0"/>
                    <a:pt x="49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3"/>
            <p:cNvSpPr/>
            <p:nvPr/>
          </p:nvSpPr>
          <p:spPr>
            <a:xfrm>
              <a:off x="7995957" y="2003839"/>
              <a:ext cx="93583" cy="113430"/>
            </a:xfrm>
            <a:custGeom>
              <a:rect b="b" l="l" r="r" t="t"/>
              <a:pathLst>
                <a:path extrusionOk="0" h="3532" w="2914">
                  <a:moveTo>
                    <a:pt x="2471" y="0"/>
                  </a:moveTo>
                  <a:cubicBezTo>
                    <a:pt x="2351" y="0"/>
                    <a:pt x="2230" y="57"/>
                    <a:pt x="2154" y="171"/>
                  </a:cubicBezTo>
                  <a:lnTo>
                    <a:pt x="127" y="2895"/>
                  </a:lnTo>
                  <a:cubicBezTo>
                    <a:pt x="0" y="3085"/>
                    <a:pt x="32" y="3338"/>
                    <a:pt x="190" y="3465"/>
                  </a:cubicBezTo>
                  <a:cubicBezTo>
                    <a:pt x="248" y="3511"/>
                    <a:pt x="319" y="3532"/>
                    <a:pt x="392" y="3532"/>
                  </a:cubicBezTo>
                  <a:cubicBezTo>
                    <a:pt x="518" y="3532"/>
                    <a:pt x="648" y="3470"/>
                    <a:pt x="729" y="3370"/>
                  </a:cubicBezTo>
                  <a:lnTo>
                    <a:pt x="2787" y="614"/>
                  </a:lnTo>
                  <a:cubicBezTo>
                    <a:pt x="2914" y="456"/>
                    <a:pt x="2882" y="203"/>
                    <a:pt x="2692" y="76"/>
                  </a:cubicBezTo>
                  <a:cubicBezTo>
                    <a:pt x="2629" y="25"/>
                    <a:pt x="2550" y="0"/>
                    <a:pt x="24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3"/>
            <p:cNvSpPr/>
            <p:nvPr/>
          </p:nvSpPr>
          <p:spPr>
            <a:xfrm>
              <a:off x="7991879" y="2009331"/>
              <a:ext cx="25467" cy="41717"/>
            </a:xfrm>
            <a:custGeom>
              <a:rect b="b" l="l" r="r" t="t"/>
              <a:pathLst>
                <a:path extrusionOk="0" h="1299" w="793">
                  <a:moveTo>
                    <a:pt x="381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918"/>
                  </a:lnTo>
                  <a:cubicBezTo>
                    <a:pt x="1" y="1140"/>
                    <a:pt x="191" y="1298"/>
                    <a:pt x="381" y="1298"/>
                  </a:cubicBezTo>
                  <a:cubicBezTo>
                    <a:pt x="602" y="1298"/>
                    <a:pt x="792" y="1140"/>
                    <a:pt x="792" y="918"/>
                  </a:cubicBezTo>
                  <a:lnTo>
                    <a:pt x="792" y="412"/>
                  </a:lnTo>
                  <a:cubicBezTo>
                    <a:pt x="792" y="190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3"/>
            <p:cNvSpPr/>
            <p:nvPr/>
          </p:nvSpPr>
          <p:spPr>
            <a:xfrm>
              <a:off x="8068152" y="2070349"/>
              <a:ext cx="24440" cy="41717"/>
            </a:xfrm>
            <a:custGeom>
              <a:rect b="b" l="l" r="r" t="t"/>
              <a:pathLst>
                <a:path extrusionOk="0" h="1299" w="761">
                  <a:moveTo>
                    <a:pt x="381" y="0"/>
                  </a:moveTo>
                  <a:cubicBezTo>
                    <a:pt x="159" y="0"/>
                    <a:pt x="1" y="159"/>
                    <a:pt x="1" y="380"/>
                  </a:cubicBezTo>
                  <a:lnTo>
                    <a:pt x="1" y="887"/>
                  </a:lnTo>
                  <a:cubicBezTo>
                    <a:pt x="1" y="1109"/>
                    <a:pt x="159" y="1299"/>
                    <a:pt x="381" y="1299"/>
                  </a:cubicBezTo>
                  <a:cubicBezTo>
                    <a:pt x="602" y="1299"/>
                    <a:pt x="761" y="1109"/>
                    <a:pt x="761" y="887"/>
                  </a:cubicBezTo>
                  <a:lnTo>
                    <a:pt x="761" y="380"/>
                  </a:lnTo>
                  <a:cubicBezTo>
                    <a:pt x="761" y="159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6" name="Google Shape;996;p23"/>
          <p:cNvGrpSpPr/>
          <p:nvPr/>
        </p:nvGrpSpPr>
        <p:grpSpPr>
          <a:xfrm>
            <a:off x="5418729" y="1466183"/>
            <a:ext cx="1425938" cy="1422855"/>
            <a:chOff x="5418729" y="1702183"/>
            <a:chExt cx="1425938" cy="1422855"/>
          </a:xfrm>
        </p:grpSpPr>
        <p:sp>
          <p:nvSpPr>
            <p:cNvPr id="997" name="Google Shape;997;p23"/>
            <p:cNvSpPr/>
            <p:nvPr/>
          </p:nvSpPr>
          <p:spPr>
            <a:xfrm>
              <a:off x="5418729" y="2890084"/>
              <a:ext cx="271597" cy="234953"/>
            </a:xfrm>
            <a:custGeom>
              <a:rect b="b" l="l" r="r" t="t"/>
              <a:pathLst>
                <a:path extrusionOk="0" h="7316" w="8457">
                  <a:moveTo>
                    <a:pt x="8456" y="0"/>
                  </a:moveTo>
                  <a:lnTo>
                    <a:pt x="3136" y="792"/>
                  </a:lnTo>
                  <a:lnTo>
                    <a:pt x="1" y="7316"/>
                  </a:lnTo>
                  <a:lnTo>
                    <a:pt x="7000" y="5352"/>
                  </a:lnTo>
                  <a:lnTo>
                    <a:pt x="8456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3"/>
            <p:cNvSpPr/>
            <p:nvPr/>
          </p:nvSpPr>
          <p:spPr>
            <a:xfrm>
              <a:off x="5418729" y="1703178"/>
              <a:ext cx="426198" cy="1421860"/>
            </a:xfrm>
            <a:custGeom>
              <a:rect b="b" l="l" r="r" t="t"/>
              <a:pathLst>
                <a:path extrusionOk="0" h="44274" w="13271">
                  <a:moveTo>
                    <a:pt x="6176" y="1"/>
                  </a:moveTo>
                  <a:lnTo>
                    <a:pt x="1" y="13903"/>
                  </a:lnTo>
                  <a:lnTo>
                    <a:pt x="1" y="44274"/>
                  </a:lnTo>
                  <a:lnTo>
                    <a:pt x="6176" y="38193"/>
                  </a:lnTo>
                  <a:lnTo>
                    <a:pt x="13270" y="20680"/>
                  </a:lnTo>
                  <a:lnTo>
                    <a:pt x="6176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3"/>
            <p:cNvSpPr/>
            <p:nvPr/>
          </p:nvSpPr>
          <p:spPr>
            <a:xfrm>
              <a:off x="5418729" y="2777200"/>
              <a:ext cx="1425938" cy="347838"/>
            </a:xfrm>
            <a:custGeom>
              <a:rect b="b" l="l" r="r" t="t"/>
              <a:pathLst>
                <a:path extrusionOk="0" h="10831" w="44401">
                  <a:moveTo>
                    <a:pt x="24481" y="0"/>
                  </a:moveTo>
                  <a:lnTo>
                    <a:pt x="6176" y="4750"/>
                  </a:lnTo>
                  <a:lnTo>
                    <a:pt x="1" y="10831"/>
                  </a:lnTo>
                  <a:lnTo>
                    <a:pt x="30340" y="10831"/>
                  </a:lnTo>
                  <a:lnTo>
                    <a:pt x="44401" y="4750"/>
                  </a:lnTo>
                  <a:lnTo>
                    <a:pt x="24481" y="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3"/>
            <p:cNvSpPr/>
            <p:nvPr/>
          </p:nvSpPr>
          <p:spPr>
            <a:xfrm>
              <a:off x="5617071" y="1702183"/>
              <a:ext cx="1227596" cy="1228624"/>
            </a:xfrm>
            <a:custGeom>
              <a:rect b="b" l="l" r="r" t="t"/>
              <a:pathLst>
                <a:path extrusionOk="0" h="38257" w="38225">
                  <a:moveTo>
                    <a:pt x="0" y="0"/>
                  </a:moveTo>
                  <a:lnTo>
                    <a:pt x="0" y="38256"/>
                  </a:lnTo>
                  <a:lnTo>
                    <a:pt x="38225" y="38256"/>
                  </a:lnTo>
                  <a:lnTo>
                    <a:pt x="38225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3"/>
            <p:cNvSpPr/>
            <p:nvPr/>
          </p:nvSpPr>
          <p:spPr>
            <a:xfrm>
              <a:off x="6673783" y="2770071"/>
              <a:ext cx="121074" cy="120046"/>
            </a:xfrm>
            <a:custGeom>
              <a:rect b="b" l="l" r="r" t="t"/>
              <a:pathLst>
                <a:path extrusionOk="0" h="3738" w="3770">
                  <a:moveTo>
                    <a:pt x="3769" y="0"/>
                  </a:moveTo>
                  <a:lnTo>
                    <a:pt x="0" y="3737"/>
                  </a:lnTo>
                  <a:lnTo>
                    <a:pt x="3769" y="3737"/>
                  </a:lnTo>
                  <a:lnTo>
                    <a:pt x="3769" y="0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3"/>
            <p:cNvSpPr/>
            <p:nvPr/>
          </p:nvSpPr>
          <p:spPr>
            <a:xfrm>
              <a:off x="5877427" y="2477471"/>
              <a:ext cx="706883" cy="262123"/>
            </a:xfrm>
            <a:custGeom>
              <a:rect b="b" l="l" r="r" t="t"/>
              <a:pathLst>
                <a:path extrusionOk="0" h="8162" w="22011">
                  <a:moveTo>
                    <a:pt x="3481" y="1"/>
                  </a:moveTo>
                  <a:cubicBezTo>
                    <a:pt x="3409" y="1"/>
                    <a:pt x="3334" y="18"/>
                    <a:pt x="3262" y="54"/>
                  </a:cubicBezTo>
                  <a:lnTo>
                    <a:pt x="222" y="1828"/>
                  </a:lnTo>
                  <a:cubicBezTo>
                    <a:pt x="127" y="1859"/>
                    <a:pt x="64" y="1954"/>
                    <a:pt x="32" y="2081"/>
                  </a:cubicBezTo>
                  <a:cubicBezTo>
                    <a:pt x="1" y="2176"/>
                    <a:pt x="32" y="2271"/>
                    <a:pt x="96" y="2366"/>
                  </a:cubicBezTo>
                  <a:cubicBezTo>
                    <a:pt x="2534" y="6008"/>
                    <a:pt x="6619" y="8161"/>
                    <a:pt x="11021" y="8161"/>
                  </a:cubicBezTo>
                  <a:cubicBezTo>
                    <a:pt x="13207" y="8161"/>
                    <a:pt x="15392" y="7623"/>
                    <a:pt x="17324" y="6578"/>
                  </a:cubicBezTo>
                  <a:cubicBezTo>
                    <a:pt x="17514" y="6451"/>
                    <a:pt x="17577" y="6229"/>
                    <a:pt x="17482" y="6039"/>
                  </a:cubicBezTo>
                  <a:cubicBezTo>
                    <a:pt x="17394" y="5908"/>
                    <a:pt x="17262" y="5837"/>
                    <a:pt x="17125" y="5837"/>
                  </a:cubicBezTo>
                  <a:cubicBezTo>
                    <a:pt x="17064" y="5837"/>
                    <a:pt x="17002" y="5852"/>
                    <a:pt x="16944" y="5881"/>
                  </a:cubicBezTo>
                  <a:cubicBezTo>
                    <a:pt x="15138" y="6863"/>
                    <a:pt x="13080" y="7401"/>
                    <a:pt x="10990" y="7401"/>
                  </a:cubicBezTo>
                  <a:cubicBezTo>
                    <a:pt x="7031" y="7401"/>
                    <a:pt x="3294" y="5501"/>
                    <a:pt x="951" y="2271"/>
                  </a:cubicBezTo>
                  <a:lnTo>
                    <a:pt x="3357" y="877"/>
                  </a:lnTo>
                  <a:cubicBezTo>
                    <a:pt x="4213" y="1986"/>
                    <a:pt x="5289" y="2904"/>
                    <a:pt x="6524" y="3538"/>
                  </a:cubicBezTo>
                  <a:cubicBezTo>
                    <a:pt x="7886" y="4266"/>
                    <a:pt x="9438" y="4646"/>
                    <a:pt x="10990" y="4646"/>
                  </a:cubicBezTo>
                  <a:cubicBezTo>
                    <a:pt x="12573" y="4646"/>
                    <a:pt x="14125" y="4266"/>
                    <a:pt x="15487" y="3538"/>
                  </a:cubicBezTo>
                  <a:cubicBezTo>
                    <a:pt x="16722" y="2904"/>
                    <a:pt x="17799" y="1986"/>
                    <a:pt x="18654" y="909"/>
                  </a:cubicBezTo>
                  <a:lnTo>
                    <a:pt x="21029" y="2271"/>
                  </a:lnTo>
                  <a:cubicBezTo>
                    <a:pt x="20237" y="3379"/>
                    <a:pt x="19287" y="4329"/>
                    <a:pt x="18179" y="5121"/>
                  </a:cubicBezTo>
                  <a:cubicBezTo>
                    <a:pt x="17989" y="5248"/>
                    <a:pt x="17957" y="5469"/>
                    <a:pt x="18084" y="5659"/>
                  </a:cubicBezTo>
                  <a:cubicBezTo>
                    <a:pt x="18164" y="5760"/>
                    <a:pt x="18295" y="5822"/>
                    <a:pt x="18420" y="5822"/>
                  </a:cubicBezTo>
                  <a:cubicBezTo>
                    <a:pt x="18493" y="5822"/>
                    <a:pt x="18564" y="5801"/>
                    <a:pt x="18622" y="5754"/>
                  </a:cubicBezTo>
                  <a:cubicBezTo>
                    <a:pt x="19920" y="4836"/>
                    <a:pt x="21029" y="3696"/>
                    <a:pt x="21916" y="2366"/>
                  </a:cubicBezTo>
                  <a:cubicBezTo>
                    <a:pt x="21979" y="2271"/>
                    <a:pt x="22011" y="2176"/>
                    <a:pt x="21979" y="2081"/>
                  </a:cubicBezTo>
                  <a:cubicBezTo>
                    <a:pt x="21979" y="1954"/>
                    <a:pt x="21884" y="1859"/>
                    <a:pt x="21821" y="1828"/>
                  </a:cubicBezTo>
                  <a:lnTo>
                    <a:pt x="18749" y="54"/>
                  </a:lnTo>
                  <a:cubicBezTo>
                    <a:pt x="18677" y="18"/>
                    <a:pt x="18606" y="1"/>
                    <a:pt x="18538" y="1"/>
                  </a:cubicBezTo>
                  <a:cubicBezTo>
                    <a:pt x="18425" y="1"/>
                    <a:pt x="18321" y="50"/>
                    <a:pt x="18242" y="149"/>
                  </a:cubicBezTo>
                  <a:cubicBezTo>
                    <a:pt x="16563" y="2493"/>
                    <a:pt x="13872" y="3886"/>
                    <a:pt x="11021" y="3886"/>
                  </a:cubicBezTo>
                  <a:cubicBezTo>
                    <a:pt x="8140" y="3886"/>
                    <a:pt x="5448" y="2493"/>
                    <a:pt x="3769" y="149"/>
                  </a:cubicBezTo>
                  <a:cubicBezTo>
                    <a:pt x="3710" y="50"/>
                    <a:pt x="3601" y="1"/>
                    <a:pt x="3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3"/>
            <p:cNvSpPr/>
            <p:nvPr/>
          </p:nvSpPr>
          <p:spPr>
            <a:xfrm>
              <a:off x="6247649" y="1893106"/>
              <a:ext cx="406833" cy="615612"/>
            </a:xfrm>
            <a:custGeom>
              <a:rect b="b" l="l" r="r" t="t"/>
              <a:pathLst>
                <a:path extrusionOk="0" h="19169" w="12668">
                  <a:moveTo>
                    <a:pt x="760" y="800"/>
                  </a:moveTo>
                  <a:cubicBezTo>
                    <a:pt x="3737" y="1117"/>
                    <a:pt x="6492" y="2479"/>
                    <a:pt x="8551" y="4664"/>
                  </a:cubicBezTo>
                  <a:cubicBezTo>
                    <a:pt x="10704" y="6976"/>
                    <a:pt x="11876" y="10016"/>
                    <a:pt x="11876" y="13183"/>
                  </a:cubicBezTo>
                  <a:cubicBezTo>
                    <a:pt x="11908" y="14925"/>
                    <a:pt x="11528" y="16635"/>
                    <a:pt x="10831" y="18250"/>
                  </a:cubicBezTo>
                  <a:lnTo>
                    <a:pt x="8424" y="16857"/>
                  </a:lnTo>
                  <a:cubicBezTo>
                    <a:pt x="8899" y="15685"/>
                    <a:pt x="9152" y="14450"/>
                    <a:pt x="9152" y="13183"/>
                  </a:cubicBezTo>
                  <a:cubicBezTo>
                    <a:pt x="9152" y="10745"/>
                    <a:pt x="8234" y="8433"/>
                    <a:pt x="6619" y="6659"/>
                  </a:cubicBezTo>
                  <a:cubicBezTo>
                    <a:pt x="5067" y="4949"/>
                    <a:pt x="3009" y="3872"/>
                    <a:pt x="760" y="3587"/>
                  </a:cubicBezTo>
                  <a:lnTo>
                    <a:pt x="760" y="800"/>
                  </a:lnTo>
                  <a:close/>
                  <a:moveTo>
                    <a:pt x="357" y="0"/>
                  </a:moveTo>
                  <a:cubicBezTo>
                    <a:pt x="272" y="0"/>
                    <a:pt x="179" y="52"/>
                    <a:pt x="127" y="104"/>
                  </a:cubicBezTo>
                  <a:cubicBezTo>
                    <a:pt x="32" y="167"/>
                    <a:pt x="0" y="262"/>
                    <a:pt x="0" y="389"/>
                  </a:cubicBezTo>
                  <a:lnTo>
                    <a:pt x="0" y="3904"/>
                  </a:lnTo>
                  <a:cubicBezTo>
                    <a:pt x="0" y="4126"/>
                    <a:pt x="158" y="4284"/>
                    <a:pt x="348" y="4284"/>
                  </a:cubicBezTo>
                  <a:cubicBezTo>
                    <a:pt x="2534" y="4506"/>
                    <a:pt x="4560" y="5519"/>
                    <a:pt x="6049" y="7166"/>
                  </a:cubicBezTo>
                  <a:cubicBezTo>
                    <a:pt x="7537" y="8813"/>
                    <a:pt x="8361" y="10935"/>
                    <a:pt x="8361" y="13151"/>
                  </a:cubicBezTo>
                  <a:cubicBezTo>
                    <a:pt x="8361" y="14450"/>
                    <a:pt x="8107" y="15685"/>
                    <a:pt x="7569" y="16857"/>
                  </a:cubicBezTo>
                  <a:cubicBezTo>
                    <a:pt x="7506" y="17015"/>
                    <a:pt x="7569" y="17237"/>
                    <a:pt x="7727" y="17332"/>
                  </a:cubicBezTo>
                  <a:lnTo>
                    <a:pt x="10799" y="19105"/>
                  </a:lnTo>
                  <a:cubicBezTo>
                    <a:pt x="10863" y="19137"/>
                    <a:pt x="10926" y="19168"/>
                    <a:pt x="10989" y="19168"/>
                  </a:cubicBezTo>
                  <a:cubicBezTo>
                    <a:pt x="11021" y="19168"/>
                    <a:pt x="11053" y="19168"/>
                    <a:pt x="11116" y="19137"/>
                  </a:cubicBezTo>
                  <a:cubicBezTo>
                    <a:pt x="11211" y="19105"/>
                    <a:pt x="11274" y="19042"/>
                    <a:pt x="11338" y="18947"/>
                  </a:cubicBezTo>
                  <a:cubicBezTo>
                    <a:pt x="12224" y="17142"/>
                    <a:pt x="12668" y="15178"/>
                    <a:pt x="12668" y="13151"/>
                  </a:cubicBezTo>
                  <a:cubicBezTo>
                    <a:pt x="12668" y="9794"/>
                    <a:pt x="11401" y="6596"/>
                    <a:pt x="9121" y="4157"/>
                  </a:cubicBezTo>
                  <a:cubicBezTo>
                    <a:pt x="6841" y="1687"/>
                    <a:pt x="3737" y="230"/>
                    <a:pt x="412" y="9"/>
                  </a:cubicBezTo>
                  <a:cubicBezTo>
                    <a:pt x="394" y="3"/>
                    <a:pt x="376" y="0"/>
                    <a:pt x="3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3"/>
            <p:cNvSpPr/>
            <p:nvPr/>
          </p:nvSpPr>
          <p:spPr>
            <a:xfrm>
              <a:off x="5807256" y="1893363"/>
              <a:ext cx="406865" cy="615356"/>
            </a:xfrm>
            <a:custGeom>
              <a:rect b="b" l="l" r="r" t="t"/>
              <a:pathLst>
                <a:path extrusionOk="0" h="19161" w="12669">
                  <a:moveTo>
                    <a:pt x="12256" y="1"/>
                  </a:moveTo>
                  <a:cubicBezTo>
                    <a:pt x="9153" y="222"/>
                    <a:pt x="6176" y="1553"/>
                    <a:pt x="3927" y="3738"/>
                  </a:cubicBezTo>
                  <a:cubicBezTo>
                    <a:pt x="3801" y="3896"/>
                    <a:pt x="3801" y="4149"/>
                    <a:pt x="3927" y="4308"/>
                  </a:cubicBezTo>
                  <a:cubicBezTo>
                    <a:pt x="4011" y="4375"/>
                    <a:pt x="4121" y="4415"/>
                    <a:pt x="4229" y="4415"/>
                  </a:cubicBezTo>
                  <a:cubicBezTo>
                    <a:pt x="4327" y="4415"/>
                    <a:pt x="4423" y="4383"/>
                    <a:pt x="4497" y="4308"/>
                  </a:cubicBezTo>
                  <a:cubicBezTo>
                    <a:pt x="6493" y="2313"/>
                    <a:pt x="9121" y="1078"/>
                    <a:pt x="11908" y="792"/>
                  </a:cubicBezTo>
                  <a:lnTo>
                    <a:pt x="11908" y="3579"/>
                  </a:lnTo>
                  <a:cubicBezTo>
                    <a:pt x="9659" y="3864"/>
                    <a:pt x="7601" y="4941"/>
                    <a:pt x="6049" y="6651"/>
                  </a:cubicBezTo>
                  <a:cubicBezTo>
                    <a:pt x="4434" y="8425"/>
                    <a:pt x="3516" y="10737"/>
                    <a:pt x="3516" y="13175"/>
                  </a:cubicBezTo>
                  <a:cubicBezTo>
                    <a:pt x="3516" y="14442"/>
                    <a:pt x="3769" y="15677"/>
                    <a:pt x="4244" y="16849"/>
                  </a:cubicBezTo>
                  <a:lnTo>
                    <a:pt x="1869" y="18242"/>
                  </a:lnTo>
                  <a:cubicBezTo>
                    <a:pt x="1140" y="16627"/>
                    <a:pt x="760" y="14948"/>
                    <a:pt x="760" y="13175"/>
                  </a:cubicBezTo>
                  <a:cubicBezTo>
                    <a:pt x="760" y="10325"/>
                    <a:pt x="1711" y="7633"/>
                    <a:pt x="3484" y="5416"/>
                  </a:cubicBezTo>
                  <a:cubicBezTo>
                    <a:pt x="3611" y="5258"/>
                    <a:pt x="3579" y="5004"/>
                    <a:pt x="3421" y="4878"/>
                  </a:cubicBezTo>
                  <a:cubicBezTo>
                    <a:pt x="3349" y="4821"/>
                    <a:pt x="3259" y="4789"/>
                    <a:pt x="3170" y="4789"/>
                  </a:cubicBezTo>
                  <a:cubicBezTo>
                    <a:pt x="3060" y="4789"/>
                    <a:pt x="2952" y="4837"/>
                    <a:pt x="2882" y="4941"/>
                  </a:cubicBezTo>
                  <a:cubicBezTo>
                    <a:pt x="1964" y="6081"/>
                    <a:pt x="1236" y="7348"/>
                    <a:pt x="760" y="8741"/>
                  </a:cubicBezTo>
                  <a:cubicBezTo>
                    <a:pt x="254" y="10135"/>
                    <a:pt x="0" y="11655"/>
                    <a:pt x="0" y="13175"/>
                  </a:cubicBezTo>
                  <a:cubicBezTo>
                    <a:pt x="0" y="15202"/>
                    <a:pt x="444" y="17134"/>
                    <a:pt x="1331" y="18939"/>
                  </a:cubicBezTo>
                  <a:cubicBezTo>
                    <a:pt x="1394" y="19034"/>
                    <a:pt x="1457" y="19129"/>
                    <a:pt x="1552" y="19160"/>
                  </a:cubicBezTo>
                  <a:lnTo>
                    <a:pt x="1679" y="19160"/>
                  </a:lnTo>
                  <a:cubicBezTo>
                    <a:pt x="1742" y="19160"/>
                    <a:pt x="1806" y="19160"/>
                    <a:pt x="1869" y="19129"/>
                  </a:cubicBezTo>
                  <a:lnTo>
                    <a:pt x="4941" y="17355"/>
                  </a:lnTo>
                  <a:cubicBezTo>
                    <a:pt x="5099" y="17229"/>
                    <a:pt x="5194" y="17039"/>
                    <a:pt x="5099" y="16849"/>
                  </a:cubicBezTo>
                  <a:cubicBezTo>
                    <a:pt x="4561" y="15677"/>
                    <a:pt x="4307" y="14442"/>
                    <a:pt x="4307" y="13143"/>
                  </a:cubicBezTo>
                  <a:cubicBezTo>
                    <a:pt x="4307" y="10927"/>
                    <a:pt x="5131" y="8805"/>
                    <a:pt x="6619" y="7158"/>
                  </a:cubicBezTo>
                  <a:cubicBezTo>
                    <a:pt x="8108" y="5511"/>
                    <a:pt x="10135" y="4498"/>
                    <a:pt x="12320" y="4308"/>
                  </a:cubicBezTo>
                  <a:cubicBezTo>
                    <a:pt x="12541" y="4276"/>
                    <a:pt x="12668" y="4118"/>
                    <a:pt x="12668" y="3928"/>
                  </a:cubicBezTo>
                  <a:lnTo>
                    <a:pt x="12668" y="381"/>
                  </a:lnTo>
                  <a:cubicBezTo>
                    <a:pt x="12668" y="286"/>
                    <a:pt x="12636" y="159"/>
                    <a:pt x="12541" y="96"/>
                  </a:cubicBezTo>
                  <a:cubicBezTo>
                    <a:pt x="12478" y="32"/>
                    <a:pt x="12383" y="1"/>
                    <a:pt x="122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3"/>
            <p:cNvSpPr/>
            <p:nvPr/>
          </p:nvSpPr>
          <p:spPr>
            <a:xfrm>
              <a:off x="6002515" y="2087627"/>
              <a:ext cx="457703" cy="457703"/>
            </a:xfrm>
            <a:custGeom>
              <a:rect b="b" l="l" r="r" t="t"/>
              <a:pathLst>
                <a:path extrusionOk="0" h="14252" w="14252">
                  <a:moveTo>
                    <a:pt x="7126" y="761"/>
                  </a:moveTo>
                  <a:cubicBezTo>
                    <a:pt x="10610" y="761"/>
                    <a:pt x="13460" y="3611"/>
                    <a:pt x="13460" y="7126"/>
                  </a:cubicBezTo>
                  <a:cubicBezTo>
                    <a:pt x="13460" y="10610"/>
                    <a:pt x="10610" y="13460"/>
                    <a:pt x="7126" y="13460"/>
                  </a:cubicBezTo>
                  <a:cubicBezTo>
                    <a:pt x="3611" y="13460"/>
                    <a:pt x="761" y="10610"/>
                    <a:pt x="761" y="7126"/>
                  </a:cubicBezTo>
                  <a:cubicBezTo>
                    <a:pt x="761" y="3611"/>
                    <a:pt x="3611" y="761"/>
                    <a:pt x="7126" y="761"/>
                  </a:cubicBezTo>
                  <a:close/>
                  <a:moveTo>
                    <a:pt x="7126" y="1"/>
                  </a:moveTo>
                  <a:cubicBezTo>
                    <a:pt x="3199" y="1"/>
                    <a:pt x="1" y="3199"/>
                    <a:pt x="1" y="7126"/>
                  </a:cubicBezTo>
                  <a:cubicBezTo>
                    <a:pt x="1" y="11053"/>
                    <a:pt x="3199" y="14252"/>
                    <a:pt x="7126" y="14252"/>
                  </a:cubicBezTo>
                  <a:cubicBezTo>
                    <a:pt x="11053" y="14252"/>
                    <a:pt x="14252" y="11053"/>
                    <a:pt x="14252" y="7126"/>
                  </a:cubicBezTo>
                  <a:cubicBezTo>
                    <a:pt x="14252" y="3199"/>
                    <a:pt x="11053" y="1"/>
                    <a:pt x="7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3"/>
            <p:cNvSpPr/>
            <p:nvPr/>
          </p:nvSpPr>
          <p:spPr>
            <a:xfrm>
              <a:off x="6065589" y="2150669"/>
              <a:ext cx="330560" cy="331619"/>
            </a:xfrm>
            <a:custGeom>
              <a:rect b="b" l="l" r="r" t="t"/>
              <a:pathLst>
                <a:path extrusionOk="0" h="10326" w="10293">
                  <a:moveTo>
                    <a:pt x="5162" y="1"/>
                  </a:moveTo>
                  <a:cubicBezTo>
                    <a:pt x="2312" y="1"/>
                    <a:pt x="0" y="2313"/>
                    <a:pt x="0" y="5163"/>
                  </a:cubicBezTo>
                  <a:cubicBezTo>
                    <a:pt x="0" y="6271"/>
                    <a:pt x="349" y="7317"/>
                    <a:pt x="982" y="8203"/>
                  </a:cubicBezTo>
                  <a:cubicBezTo>
                    <a:pt x="1056" y="8295"/>
                    <a:pt x="1173" y="8345"/>
                    <a:pt x="1289" y="8345"/>
                  </a:cubicBezTo>
                  <a:cubicBezTo>
                    <a:pt x="1372" y="8345"/>
                    <a:pt x="1454" y="8319"/>
                    <a:pt x="1520" y="8267"/>
                  </a:cubicBezTo>
                  <a:cubicBezTo>
                    <a:pt x="1710" y="8140"/>
                    <a:pt x="1742" y="7918"/>
                    <a:pt x="1615" y="7728"/>
                  </a:cubicBezTo>
                  <a:cubicBezTo>
                    <a:pt x="1077" y="7000"/>
                    <a:pt x="760" y="6081"/>
                    <a:pt x="760" y="5163"/>
                  </a:cubicBezTo>
                  <a:cubicBezTo>
                    <a:pt x="760" y="2756"/>
                    <a:pt x="2724" y="793"/>
                    <a:pt x="5162" y="793"/>
                  </a:cubicBezTo>
                  <a:cubicBezTo>
                    <a:pt x="7569" y="793"/>
                    <a:pt x="9533" y="2756"/>
                    <a:pt x="9533" y="5163"/>
                  </a:cubicBezTo>
                  <a:cubicBezTo>
                    <a:pt x="9533" y="7570"/>
                    <a:pt x="7569" y="9533"/>
                    <a:pt x="5162" y="9533"/>
                  </a:cubicBezTo>
                  <a:cubicBezTo>
                    <a:pt x="4244" y="9533"/>
                    <a:pt x="3357" y="9248"/>
                    <a:pt x="2629" y="8742"/>
                  </a:cubicBezTo>
                  <a:cubicBezTo>
                    <a:pt x="2553" y="8691"/>
                    <a:pt x="2472" y="8666"/>
                    <a:pt x="2394" y="8666"/>
                  </a:cubicBezTo>
                  <a:cubicBezTo>
                    <a:pt x="2277" y="8666"/>
                    <a:pt x="2167" y="8723"/>
                    <a:pt x="2091" y="8837"/>
                  </a:cubicBezTo>
                  <a:cubicBezTo>
                    <a:pt x="1964" y="8995"/>
                    <a:pt x="1996" y="9248"/>
                    <a:pt x="2186" y="9375"/>
                  </a:cubicBezTo>
                  <a:cubicBezTo>
                    <a:pt x="3041" y="9977"/>
                    <a:pt x="4086" y="10325"/>
                    <a:pt x="5162" y="10325"/>
                  </a:cubicBezTo>
                  <a:cubicBezTo>
                    <a:pt x="7981" y="10325"/>
                    <a:pt x="10293" y="8013"/>
                    <a:pt x="10293" y="5163"/>
                  </a:cubicBezTo>
                  <a:cubicBezTo>
                    <a:pt x="10293" y="2313"/>
                    <a:pt x="7981" y="1"/>
                    <a:pt x="5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3"/>
            <p:cNvSpPr/>
            <p:nvPr/>
          </p:nvSpPr>
          <p:spPr>
            <a:xfrm>
              <a:off x="6179501" y="2213743"/>
              <a:ext cx="104791" cy="205472"/>
            </a:xfrm>
            <a:custGeom>
              <a:rect b="b" l="l" r="r" t="t"/>
              <a:pathLst>
                <a:path extrusionOk="0" h="6398" w="3263">
                  <a:moveTo>
                    <a:pt x="1204" y="1489"/>
                  </a:moveTo>
                  <a:lnTo>
                    <a:pt x="1204" y="2376"/>
                  </a:lnTo>
                  <a:cubicBezTo>
                    <a:pt x="1140" y="2344"/>
                    <a:pt x="1109" y="2312"/>
                    <a:pt x="1045" y="2281"/>
                  </a:cubicBezTo>
                  <a:cubicBezTo>
                    <a:pt x="950" y="2217"/>
                    <a:pt x="919" y="2059"/>
                    <a:pt x="950" y="1869"/>
                  </a:cubicBezTo>
                  <a:cubicBezTo>
                    <a:pt x="982" y="1742"/>
                    <a:pt x="1045" y="1584"/>
                    <a:pt x="1204" y="1489"/>
                  </a:cubicBezTo>
                  <a:close/>
                  <a:moveTo>
                    <a:pt x="1964" y="3547"/>
                  </a:moveTo>
                  <a:cubicBezTo>
                    <a:pt x="2439" y="3737"/>
                    <a:pt x="2407" y="4117"/>
                    <a:pt x="2375" y="4276"/>
                  </a:cubicBezTo>
                  <a:cubicBezTo>
                    <a:pt x="2344" y="4497"/>
                    <a:pt x="2217" y="4751"/>
                    <a:pt x="1964" y="4877"/>
                  </a:cubicBezTo>
                  <a:lnTo>
                    <a:pt x="1964" y="3547"/>
                  </a:lnTo>
                  <a:close/>
                  <a:moveTo>
                    <a:pt x="1584" y="0"/>
                  </a:moveTo>
                  <a:cubicBezTo>
                    <a:pt x="1362" y="0"/>
                    <a:pt x="1204" y="190"/>
                    <a:pt x="1204" y="412"/>
                  </a:cubicBezTo>
                  <a:lnTo>
                    <a:pt x="1204" y="666"/>
                  </a:lnTo>
                  <a:lnTo>
                    <a:pt x="1109" y="666"/>
                  </a:lnTo>
                  <a:cubicBezTo>
                    <a:pt x="634" y="824"/>
                    <a:pt x="285" y="1236"/>
                    <a:pt x="190" y="1711"/>
                  </a:cubicBezTo>
                  <a:cubicBezTo>
                    <a:pt x="95" y="2186"/>
                    <a:pt x="254" y="2629"/>
                    <a:pt x="570" y="2882"/>
                  </a:cubicBezTo>
                  <a:cubicBezTo>
                    <a:pt x="729" y="3009"/>
                    <a:pt x="919" y="3136"/>
                    <a:pt x="1204" y="3262"/>
                  </a:cubicBezTo>
                  <a:lnTo>
                    <a:pt x="1204" y="4972"/>
                  </a:lnTo>
                  <a:cubicBezTo>
                    <a:pt x="1014" y="4941"/>
                    <a:pt x="855" y="4877"/>
                    <a:pt x="634" y="4719"/>
                  </a:cubicBezTo>
                  <a:cubicBezTo>
                    <a:pt x="577" y="4685"/>
                    <a:pt x="508" y="4667"/>
                    <a:pt x="437" y="4667"/>
                  </a:cubicBezTo>
                  <a:cubicBezTo>
                    <a:pt x="310" y="4667"/>
                    <a:pt x="177" y="4724"/>
                    <a:pt x="95" y="4846"/>
                  </a:cubicBezTo>
                  <a:cubicBezTo>
                    <a:pt x="0" y="5004"/>
                    <a:pt x="32" y="5258"/>
                    <a:pt x="222" y="5384"/>
                  </a:cubicBezTo>
                  <a:cubicBezTo>
                    <a:pt x="602" y="5638"/>
                    <a:pt x="855" y="5701"/>
                    <a:pt x="1172" y="5733"/>
                  </a:cubicBezTo>
                  <a:lnTo>
                    <a:pt x="1172" y="5986"/>
                  </a:lnTo>
                  <a:cubicBezTo>
                    <a:pt x="1172" y="6208"/>
                    <a:pt x="1362" y="6398"/>
                    <a:pt x="1584" y="6398"/>
                  </a:cubicBezTo>
                  <a:cubicBezTo>
                    <a:pt x="1805" y="6398"/>
                    <a:pt x="1964" y="6208"/>
                    <a:pt x="1964" y="5986"/>
                  </a:cubicBezTo>
                  <a:lnTo>
                    <a:pt x="1964" y="5701"/>
                  </a:lnTo>
                  <a:cubicBezTo>
                    <a:pt x="2629" y="5543"/>
                    <a:pt x="3072" y="4972"/>
                    <a:pt x="3136" y="4402"/>
                  </a:cubicBezTo>
                  <a:cubicBezTo>
                    <a:pt x="3262" y="3674"/>
                    <a:pt x="2882" y="3072"/>
                    <a:pt x="2185" y="2819"/>
                  </a:cubicBezTo>
                  <a:cubicBezTo>
                    <a:pt x="2122" y="2787"/>
                    <a:pt x="2027" y="2756"/>
                    <a:pt x="1964" y="2724"/>
                  </a:cubicBezTo>
                  <a:lnTo>
                    <a:pt x="1964" y="1426"/>
                  </a:lnTo>
                  <a:cubicBezTo>
                    <a:pt x="2122" y="1489"/>
                    <a:pt x="2217" y="1552"/>
                    <a:pt x="2217" y="1552"/>
                  </a:cubicBezTo>
                  <a:cubicBezTo>
                    <a:pt x="2280" y="1616"/>
                    <a:pt x="2375" y="1679"/>
                    <a:pt x="2470" y="1679"/>
                  </a:cubicBezTo>
                  <a:cubicBezTo>
                    <a:pt x="2692" y="1679"/>
                    <a:pt x="2851" y="1489"/>
                    <a:pt x="2851" y="1267"/>
                  </a:cubicBezTo>
                  <a:cubicBezTo>
                    <a:pt x="2851" y="1172"/>
                    <a:pt x="2819" y="1077"/>
                    <a:pt x="2724" y="982"/>
                  </a:cubicBezTo>
                  <a:cubicBezTo>
                    <a:pt x="2660" y="919"/>
                    <a:pt x="2375" y="697"/>
                    <a:pt x="1964" y="634"/>
                  </a:cubicBezTo>
                  <a:lnTo>
                    <a:pt x="1964" y="412"/>
                  </a:lnTo>
                  <a:cubicBezTo>
                    <a:pt x="1964" y="190"/>
                    <a:pt x="1805" y="0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3"/>
          <p:cNvGrpSpPr/>
          <p:nvPr/>
        </p:nvGrpSpPr>
        <p:grpSpPr>
          <a:xfrm>
            <a:off x="3958267" y="1465155"/>
            <a:ext cx="1228624" cy="1423883"/>
            <a:chOff x="3958267" y="1701155"/>
            <a:chExt cx="1228624" cy="1423883"/>
          </a:xfrm>
        </p:grpSpPr>
        <p:sp>
          <p:nvSpPr>
            <p:cNvPr id="1009" name="Google Shape;1009;p23"/>
            <p:cNvSpPr/>
            <p:nvPr/>
          </p:nvSpPr>
          <p:spPr>
            <a:xfrm>
              <a:off x="3958267" y="2777200"/>
              <a:ext cx="1228624" cy="347838"/>
            </a:xfrm>
            <a:custGeom>
              <a:rect b="b" l="l" r="r" t="t"/>
              <a:pathLst>
                <a:path extrusionOk="0" h="10831" w="38257">
                  <a:moveTo>
                    <a:pt x="20173" y="0"/>
                  </a:moveTo>
                  <a:lnTo>
                    <a:pt x="0" y="4750"/>
                  </a:lnTo>
                  <a:lnTo>
                    <a:pt x="3927" y="10831"/>
                  </a:lnTo>
                  <a:lnTo>
                    <a:pt x="34329" y="10831"/>
                  </a:lnTo>
                  <a:lnTo>
                    <a:pt x="38256" y="4750"/>
                  </a:lnTo>
                  <a:lnTo>
                    <a:pt x="20173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3"/>
            <p:cNvSpPr/>
            <p:nvPr/>
          </p:nvSpPr>
          <p:spPr>
            <a:xfrm>
              <a:off x="3958267" y="1701155"/>
              <a:ext cx="1228624" cy="1228624"/>
            </a:xfrm>
            <a:custGeom>
              <a:rect b="b" l="l" r="r" t="t"/>
              <a:pathLst>
                <a:path extrusionOk="0" h="38257" w="38257">
                  <a:moveTo>
                    <a:pt x="0" y="0"/>
                  </a:moveTo>
                  <a:lnTo>
                    <a:pt x="0" y="38256"/>
                  </a:lnTo>
                  <a:lnTo>
                    <a:pt x="38256" y="38256"/>
                  </a:lnTo>
                  <a:lnTo>
                    <a:pt x="38256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3"/>
            <p:cNvSpPr/>
            <p:nvPr/>
          </p:nvSpPr>
          <p:spPr>
            <a:xfrm>
              <a:off x="5017002" y="2770071"/>
              <a:ext cx="120046" cy="120046"/>
            </a:xfrm>
            <a:custGeom>
              <a:rect b="b" l="l" r="r" t="t"/>
              <a:pathLst>
                <a:path extrusionOk="0" h="3738" w="3738">
                  <a:moveTo>
                    <a:pt x="3737" y="0"/>
                  </a:moveTo>
                  <a:lnTo>
                    <a:pt x="1" y="3737"/>
                  </a:lnTo>
                  <a:lnTo>
                    <a:pt x="3737" y="3737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3"/>
            <p:cNvSpPr/>
            <p:nvPr/>
          </p:nvSpPr>
          <p:spPr>
            <a:xfrm>
              <a:off x="4503387" y="2282886"/>
              <a:ext cx="140375" cy="276671"/>
            </a:xfrm>
            <a:custGeom>
              <a:rect b="b" l="l" r="r" t="t"/>
              <a:pathLst>
                <a:path extrusionOk="0" h="8615" w="4371">
                  <a:moveTo>
                    <a:pt x="1647" y="1838"/>
                  </a:moveTo>
                  <a:lnTo>
                    <a:pt x="1647" y="3295"/>
                  </a:lnTo>
                  <a:cubicBezTo>
                    <a:pt x="1552" y="3231"/>
                    <a:pt x="1457" y="3168"/>
                    <a:pt x="1362" y="3105"/>
                  </a:cubicBezTo>
                  <a:cubicBezTo>
                    <a:pt x="1204" y="2978"/>
                    <a:pt x="1141" y="2724"/>
                    <a:pt x="1204" y="2471"/>
                  </a:cubicBezTo>
                  <a:cubicBezTo>
                    <a:pt x="1236" y="2249"/>
                    <a:pt x="1394" y="1964"/>
                    <a:pt x="1647" y="1838"/>
                  </a:cubicBezTo>
                  <a:close/>
                  <a:moveTo>
                    <a:pt x="2566" y="4688"/>
                  </a:moveTo>
                  <a:cubicBezTo>
                    <a:pt x="2598" y="4720"/>
                    <a:pt x="2598" y="4720"/>
                    <a:pt x="2629" y="4720"/>
                  </a:cubicBezTo>
                  <a:cubicBezTo>
                    <a:pt x="3358" y="4973"/>
                    <a:pt x="3326" y="5638"/>
                    <a:pt x="3294" y="5828"/>
                  </a:cubicBezTo>
                  <a:cubicBezTo>
                    <a:pt x="3231" y="6176"/>
                    <a:pt x="2978" y="6556"/>
                    <a:pt x="2566" y="6715"/>
                  </a:cubicBezTo>
                  <a:lnTo>
                    <a:pt x="2566" y="4688"/>
                  </a:lnTo>
                  <a:close/>
                  <a:moveTo>
                    <a:pt x="2122" y="1"/>
                  </a:moveTo>
                  <a:cubicBezTo>
                    <a:pt x="1869" y="1"/>
                    <a:pt x="1647" y="191"/>
                    <a:pt x="1647" y="476"/>
                  </a:cubicBezTo>
                  <a:lnTo>
                    <a:pt x="1647" y="856"/>
                  </a:lnTo>
                  <a:cubicBezTo>
                    <a:pt x="1584" y="888"/>
                    <a:pt x="1552" y="888"/>
                    <a:pt x="1489" y="919"/>
                  </a:cubicBezTo>
                  <a:cubicBezTo>
                    <a:pt x="856" y="1109"/>
                    <a:pt x="412" y="1648"/>
                    <a:pt x="286" y="2313"/>
                  </a:cubicBezTo>
                  <a:cubicBezTo>
                    <a:pt x="159" y="2914"/>
                    <a:pt x="349" y="3516"/>
                    <a:pt x="792" y="3833"/>
                  </a:cubicBezTo>
                  <a:cubicBezTo>
                    <a:pt x="1014" y="4023"/>
                    <a:pt x="1267" y="4181"/>
                    <a:pt x="1647" y="4340"/>
                  </a:cubicBezTo>
                  <a:lnTo>
                    <a:pt x="1647" y="6810"/>
                  </a:lnTo>
                  <a:cubicBezTo>
                    <a:pt x="1331" y="6778"/>
                    <a:pt x="1141" y="6683"/>
                    <a:pt x="792" y="6461"/>
                  </a:cubicBezTo>
                  <a:cubicBezTo>
                    <a:pt x="714" y="6417"/>
                    <a:pt x="627" y="6396"/>
                    <a:pt x="543" y="6396"/>
                  </a:cubicBezTo>
                  <a:cubicBezTo>
                    <a:pt x="389" y="6396"/>
                    <a:pt x="241" y="6465"/>
                    <a:pt x="159" y="6588"/>
                  </a:cubicBezTo>
                  <a:cubicBezTo>
                    <a:pt x="1" y="6810"/>
                    <a:pt x="64" y="7095"/>
                    <a:pt x="286" y="7253"/>
                  </a:cubicBezTo>
                  <a:cubicBezTo>
                    <a:pt x="824" y="7601"/>
                    <a:pt x="1172" y="7696"/>
                    <a:pt x="1647" y="7728"/>
                  </a:cubicBezTo>
                  <a:lnTo>
                    <a:pt x="1647" y="8172"/>
                  </a:lnTo>
                  <a:cubicBezTo>
                    <a:pt x="1647" y="8425"/>
                    <a:pt x="1869" y="8615"/>
                    <a:pt x="2122" y="8615"/>
                  </a:cubicBezTo>
                  <a:cubicBezTo>
                    <a:pt x="2376" y="8615"/>
                    <a:pt x="2566" y="8425"/>
                    <a:pt x="2566" y="8172"/>
                  </a:cubicBezTo>
                  <a:lnTo>
                    <a:pt x="2566" y="7696"/>
                  </a:lnTo>
                  <a:cubicBezTo>
                    <a:pt x="3516" y="7506"/>
                    <a:pt x="4086" y="6715"/>
                    <a:pt x="4213" y="5986"/>
                  </a:cubicBezTo>
                  <a:cubicBezTo>
                    <a:pt x="4371" y="5005"/>
                    <a:pt x="3864" y="4181"/>
                    <a:pt x="2914" y="3833"/>
                  </a:cubicBezTo>
                  <a:cubicBezTo>
                    <a:pt x="2819" y="3801"/>
                    <a:pt x="2693" y="3770"/>
                    <a:pt x="2598" y="3706"/>
                  </a:cubicBezTo>
                  <a:lnTo>
                    <a:pt x="2598" y="1806"/>
                  </a:lnTo>
                  <a:cubicBezTo>
                    <a:pt x="2851" y="1869"/>
                    <a:pt x="3009" y="1996"/>
                    <a:pt x="3041" y="2028"/>
                  </a:cubicBezTo>
                  <a:cubicBezTo>
                    <a:pt x="3132" y="2103"/>
                    <a:pt x="3244" y="2143"/>
                    <a:pt x="3357" y="2143"/>
                  </a:cubicBezTo>
                  <a:cubicBezTo>
                    <a:pt x="3481" y="2143"/>
                    <a:pt x="3607" y="2095"/>
                    <a:pt x="3706" y="1996"/>
                  </a:cubicBezTo>
                  <a:cubicBezTo>
                    <a:pt x="3864" y="1806"/>
                    <a:pt x="3864" y="1489"/>
                    <a:pt x="3674" y="1331"/>
                  </a:cubicBezTo>
                  <a:cubicBezTo>
                    <a:pt x="3643" y="1299"/>
                    <a:pt x="3231" y="951"/>
                    <a:pt x="2598" y="824"/>
                  </a:cubicBezTo>
                  <a:lnTo>
                    <a:pt x="2598" y="476"/>
                  </a:lnTo>
                  <a:cubicBezTo>
                    <a:pt x="2598" y="191"/>
                    <a:pt x="2376" y="1"/>
                    <a:pt x="21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3"/>
            <p:cNvSpPr/>
            <p:nvPr/>
          </p:nvSpPr>
          <p:spPr>
            <a:xfrm>
              <a:off x="4059943" y="1891308"/>
              <a:ext cx="1025239" cy="847258"/>
            </a:xfrm>
            <a:custGeom>
              <a:rect b="b" l="l" r="r" t="t"/>
              <a:pathLst>
                <a:path extrusionOk="0" h="26382" w="31924">
                  <a:moveTo>
                    <a:pt x="11678" y="949"/>
                  </a:moveTo>
                  <a:cubicBezTo>
                    <a:pt x="11692" y="949"/>
                    <a:pt x="11705" y="950"/>
                    <a:pt x="11719" y="951"/>
                  </a:cubicBezTo>
                  <a:lnTo>
                    <a:pt x="20206" y="951"/>
                  </a:lnTo>
                  <a:cubicBezTo>
                    <a:pt x="20218" y="950"/>
                    <a:pt x="20231" y="950"/>
                    <a:pt x="20243" y="950"/>
                  </a:cubicBezTo>
                  <a:cubicBezTo>
                    <a:pt x="20539" y="950"/>
                    <a:pt x="20739" y="1311"/>
                    <a:pt x="20618" y="1585"/>
                  </a:cubicBezTo>
                  <a:lnTo>
                    <a:pt x="19224" y="5290"/>
                  </a:lnTo>
                  <a:lnTo>
                    <a:pt x="12700" y="5290"/>
                  </a:lnTo>
                  <a:lnTo>
                    <a:pt x="11275" y="1585"/>
                  </a:lnTo>
                  <a:cubicBezTo>
                    <a:pt x="11154" y="1282"/>
                    <a:pt x="11381" y="949"/>
                    <a:pt x="11678" y="949"/>
                  </a:cubicBezTo>
                  <a:close/>
                  <a:moveTo>
                    <a:pt x="30815" y="6747"/>
                  </a:moveTo>
                  <a:cubicBezTo>
                    <a:pt x="30910" y="6779"/>
                    <a:pt x="30942" y="6810"/>
                    <a:pt x="30942" y="6905"/>
                  </a:cubicBezTo>
                  <a:cubicBezTo>
                    <a:pt x="30783" y="7665"/>
                    <a:pt x="30340" y="8615"/>
                    <a:pt x="29263" y="8995"/>
                  </a:cubicBezTo>
                  <a:cubicBezTo>
                    <a:pt x="29073" y="9059"/>
                    <a:pt x="28915" y="9280"/>
                    <a:pt x="28978" y="9502"/>
                  </a:cubicBezTo>
                  <a:cubicBezTo>
                    <a:pt x="28978" y="9502"/>
                    <a:pt x="29073" y="10389"/>
                    <a:pt x="28566" y="10991"/>
                  </a:cubicBezTo>
                  <a:cubicBezTo>
                    <a:pt x="28250" y="11402"/>
                    <a:pt x="27711" y="11592"/>
                    <a:pt x="27015" y="11624"/>
                  </a:cubicBezTo>
                  <a:cubicBezTo>
                    <a:pt x="26793" y="11624"/>
                    <a:pt x="26603" y="11782"/>
                    <a:pt x="26571" y="12004"/>
                  </a:cubicBezTo>
                  <a:cubicBezTo>
                    <a:pt x="26540" y="12036"/>
                    <a:pt x="26413" y="12637"/>
                    <a:pt x="25748" y="13049"/>
                  </a:cubicBezTo>
                  <a:cubicBezTo>
                    <a:pt x="25020" y="11719"/>
                    <a:pt x="24164" y="10642"/>
                    <a:pt x="23436" y="9819"/>
                  </a:cubicBezTo>
                  <a:cubicBezTo>
                    <a:pt x="23214" y="9597"/>
                    <a:pt x="22993" y="9375"/>
                    <a:pt x="22771" y="9154"/>
                  </a:cubicBezTo>
                  <a:cubicBezTo>
                    <a:pt x="23563" y="7570"/>
                    <a:pt x="24766" y="6747"/>
                    <a:pt x="26350" y="6747"/>
                  </a:cubicBezTo>
                  <a:close/>
                  <a:moveTo>
                    <a:pt x="11676" y="1"/>
                  </a:moveTo>
                  <a:cubicBezTo>
                    <a:pt x="10747" y="1"/>
                    <a:pt x="10046" y="1028"/>
                    <a:pt x="10420" y="1902"/>
                  </a:cubicBezTo>
                  <a:lnTo>
                    <a:pt x="11687" y="5290"/>
                  </a:lnTo>
                  <a:lnTo>
                    <a:pt x="11623" y="5290"/>
                  </a:lnTo>
                  <a:cubicBezTo>
                    <a:pt x="10832" y="5290"/>
                    <a:pt x="10167" y="5924"/>
                    <a:pt x="10167" y="6715"/>
                  </a:cubicBezTo>
                  <a:cubicBezTo>
                    <a:pt x="10167" y="7159"/>
                    <a:pt x="10357" y="7539"/>
                    <a:pt x="10673" y="7824"/>
                  </a:cubicBezTo>
                  <a:cubicBezTo>
                    <a:pt x="10452" y="7982"/>
                    <a:pt x="10167" y="8204"/>
                    <a:pt x="9850" y="8489"/>
                  </a:cubicBezTo>
                  <a:cubicBezTo>
                    <a:pt x="8900" y="6747"/>
                    <a:pt x="7443" y="5829"/>
                    <a:pt x="5543" y="5829"/>
                  </a:cubicBezTo>
                  <a:lnTo>
                    <a:pt x="4530" y="5829"/>
                  </a:lnTo>
                  <a:cubicBezTo>
                    <a:pt x="4245" y="5829"/>
                    <a:pt x="4055" y="6019"/>
                    <a:pt x="4055" y="6272"/>
                  </a:cubicBezTo>
                  <a:cubicBezTo>
                    <a:pt x="4055" y="6557"/>
                    <a:pt x="4245" y="6747"/>
                    <a:pt x="4530" y="6747"/>
                  </a:cubicBezTo>
                  <a:lnTo>
                    <a:pt x="5543" y="6747"/>
                  </a:lnTo>
                  <a:cubicBezTo>
                    <a:pt x="7158" y="6747"/>
                    <a:pt x="8362" y="7570"/>
                    <a:pt x="9122" y="9154"/>
                  </a:cubicBezTo>
                  <a:cubicBezTo>
                    <a:pt x="8932" y="9375"/>
                    <a:pt x="8710" y="9597"/>
                    <a:pt x="8457" y="9850"/>
                  </a:cubicBezTo>
                  <a:cubicBezTo>
                    <a:pt x="7728" y="10642"/>
                    <a:pt x="6905" y="11719"/>
                    <a:pt x="6176" y="13049"/>
                  </a:cubicBezTo>
                  <a:cubicBezTo>
                    <a:pt x="5511" y="12637"/>
                    <a:pt x="5353" y="12036"/>
                    <a:pt x="5353" y="12004"/>
                  </a:cubicBezTo>
                  <a:cubicBezTo>
                    <a:pt x="5321" y="11782"/>
                    <a:pt x="5131" y="11624"/>
                    <a:pt x="4910" y="11624"/>
                  </a:cubicBezTo>
                  <a:cubicBezTo>
                    <a:pt x="4213" y="11624"/>
                    <a:pt x="3675" y="11402"/>
                    <a:pt x="3358" y="11022"/>
                  </a:cubicBezTo>
                  <a:cubicBezTo>
                    <a:pt x="2851" y="10420"/>
                    <a:pt x="2946" y="9502"/>
                    <a:pt x="2946" y="9502"/>
                  </a:cubicBezTo>
                  <a:cubicBezTo>
                    <a:pt x="3010" y="9280"/>
                    <a:pt x="2851" y="9059"/>
                    <a:pt x="2661" y="8995"/>
                  </a:cubicBezTo>
                  <a:cubicBezTo>
                    <a:pt x="1584" y="8615"/>
                    <a:pt x="1141" y="7665"/>
                    <a:pt x="983" y="6937"/>
                  </a:cubicBezTo>
                  <a:cubicBezTo>
                    <a:pt x="983" y="6810"/>
                    <a:pt x="1014" y="6779"/>
                    <a:pt x="1109" y="6747"/>
                  </a:cubicBezTo>
                  <a:lnTo>
                    <a:pt x="2661" y="6747"/>
                  </a:lnTo>
                  <a:cubicBezTo>
                    <a:pt x="2915" y="6747"/>
                    <a:pt x="3105" y="6557"/>
                    <a:pt x="3105" y="6304"/>
                  </a:cubicBezTo>
                  <a:cubicBezTo>
                    <a:pt x="3105" y="6019"/>
                    <a:pt x="2915" y="5829"/>
                    <a:pt x="2661" y="5829"/>
                  </a:cubicBezTo>
                  <a:lnTo>
                    <a:pt x="1109" y="5829"/>
                  </a:lnTo>
                  <a:cubicBezTo>
                    <a:pt x="793" y="5829"/>
                    <a:pt x="476" y="5955"/>
                    <a:pt x="286" y="6240"/>
                  </a:cubicBezTo>
                  <a:cubicBezTo>
                    <a:pt x="64" y="6494"/>
                    <a:pt x="1" y="6810"/>
                    <a:pt x="64" y="7127"/>
                  </a:cubicBezTo>
                  <a:cubicBezTo>
                    <a:pt x="349" y="8362"/>
                    <a:pt x="1046" y="9280"/>
                    <a:pt x="1996" y="9724"/>
                  </a:cubicBezTo>
                  <a:cubicBezTo>
                    <a:pt x="1996" y="10199"/>
                    <a:pt x="2091" y="10991"/>
                    <a:pt x="2629" y="11624"/>
                  </a:cubicBezTo>
                  <a:cubicBezTo>
                    <a:pt x="3073" y="12162"/>
                    <a:pt x="3706" y="12479"/>
                    <a:pt x="4561" y="12542"/>
                  </a:cubicBezTo>
                  <a:cubicBezTo>
                    <a:pt x="4720" y="12922"/>
                    <a:pt x="5036" y="13492"/>
                    <a:pt x="5733" y="13872"/>
                  </a:cubicBezTo>
                  <a:cubicBezTo>
                    <a:pt x="5258" y="14886"/>
                    <a:pt x="4878" y="16026"/>
                    <a:pt x="4625" y="17293"/>
                  </a:cubicBezTo>
                  <a:cubicBezTo>
                    <a:pt x="4213" y="19446"/>
                    <a:pt x="4466" y="21283"/>
                    <a:pt x="5353" y="22708"/>
                  </a:cubicBezTo>
                  <a:cubicBezTo>
                    <a:pt x="6176" y="24006"/>
                    <a:pt x="7570" y="24957"/>
                    <a:pt x="9470" y="25558"/>
                  </a:cubicBezTo>
                  <a:cubicBezTo>
                    <a:pt x="9527" y="25580"/>
                    <a:pt x="9584" y="25590"/>
                    <a:pt x="9639" y="25590"/>
                  </a:cubicBezTo>
                  <a:cubicBezTo>
                    <a:pt x="9829" y="25590"/>
                    <a:pt x="9998" y="25470"/>
                    <a:pt x="10072" y="25273"/>
                  </a:cubicBezTo>
                  <a:cubicBezTo>
                    <a:pt x="10135" y="25020"/>
                    <a:pt x="10008" y="24767"/>
                    <a:pt x="9755" y="24671"/>
                  </a:cubicBezTo>
                  <a:cubicBezTo>
                    <a:pt x="6208" y="23563"/>
                    <a:pt x="4846" y="21188"/>
                    <a:pt x="5543" y="17451"/>
                  </a:cubicBezTo>
                  <a:cubicBezTo>
                    <a:pt x="6145" y="14316"/>
                    <a:pt x="7823" y="11941"/>
                    <a:pt x="9153" y="10516"/>
                  </a:cubicBezTo>
                  <a:cubicBezTo>
                    <a:pt x="10325" y="9185"/>
                    <a:pt x="11433" y="8425"/>
                    <a:pt x="11782" y="8172"/>
                  </a:cubicBezTo>
                  <a:lnTo>
                    <a:pt x="16501" y="8172"/>
                  </a:lnTo>
                  <a:cubicBezTo>
                    <a:pt x="16754" y="8172"/>
                    <a:pt x="16944" y="7982"/>
                    <a:pt x="16944" y="7729"/>
                  </a:cubicBezTo>
                  <a:cubicBezTo>
                    <a:pt x="16944" y="7444"/>
                    <a:pt x="16754" y="7254"/>
                    <a:pt x="16501" y="7254"/>
                  </a:cubicBezTo>
                  <a:lnTo>
                    <a:pt x="11623" y="7254"/>
                  </a:lnTo>
                  <a:cubicBezTo>
                    <a:pt x="11338" y="7254"/>
                    <a:pt x="11117" y="7032"/>
                    <a:pt x="11117" y="6747"/>
                  </a:cubicBezTo>
                  <a:cubicBezTo>
                    <a:pt x="11117" y="6462"/>
                    <a:pt x="11338" y="6240"/>
                    <a:pt x="11623" y="6240"/>
                  </a:cubicBezTo>
                  <a:lnTo>
                    <a:pt x="20301" y="6240"/>
                  </a:lnTo>
                  <a:cubicBezTo>
                    <a:pt x="20586" y="6240"/>
                    <a:pt x="20808" y="6462"/>
                    <a:pt x="20808" y="6747"/>
                  </a:cubicBezTo>
                  <a:cubicBezTo>
                    <a:pt x="20808" y="7032"/>
                    <a:pt x="20586" y="7254"/>
                    <a:pt x="20301" y="7254"/>
                  </a:cubicBezTo>
                  <a:lnTo>
                    <a:pt x="18337" y="7254"/>
                  </a:lnTo>
                  <a:cubicBezTo>
                    <a:pt x="18084" y="7254"/>
                    <a:pt x="17894" y="7444"/>
                    <a:pt x="17894" y="7729"/>
                  </a:cubicBezTo>
                  <a:cubicBezTo>
                    <a:pt x="17894" y="7982"/>
                    <a:pt x="18084" y="8172"/>
                    <a:pt x="18337" y="8172"/>
                  </a:cubicBezTo>
                  <a:lnTo>
                    <a:pt x="20142" y="8172"/>
                  </a:lnTo>
                  <a:cubicBezTo>
                    <a:pt x="20491" y="8425"/>
                    <a:pt x="21599" y="9185"/>
                    <a:pt x="22771" y="10516"/>
                  </a:cubicBezTo>
                  <a:cubicBezTo>
                    <a:pt x="24101" y="11941"/>
                    <a:pt x="25780" y="14316"/>
                    <a:pt x="26381" y="17451"/>
                  </a:cubicBezTo>
                  <a:cubicBezTo>
                    <a:pt x="26793" y="19668"/>
                    <a:pt x="26476" y="21410"/>
                    <a:pt x="25431" y="22676"/>
                  </a:cubicBezTo>
                  <a:cubicBezTo>
                    <a:pt x="23879" y="24513"/>
                    <a:pt x="20713" y="25463"/>
                    <a:pt x="15962" y="25463"/>
                  </a:cubicBezTo>
                  <a:cubicBezTo>
                    <a:pt x="14284" y="25463"/>
                    <a:pt x="12795" y="25337"/>
                    <a:pt x="11528" y="25115"/>
                  </a:cubicBezTo>
                  <a:cubicBezTo>
                    <a:pt x="11507" y="25112"/>
                    <a:pt x="11485" y="25111"/>
                    <a:pt x="11464" y="25111"/>
                  </a:cubicBezTo>
                  <a:cubicBezTo>
                    <a:pt x="11234" y="25111"/>
                    <a:pt x="11019" y="25263"/>
                    <a:pt x="10990" y="25495"/>
                  </a:cubicBezTo>
                  <a:cubicBezTo>
                    <a:pt x="10927" y="25748"/>
                    <a:pt x="11085" y="26002"/>
                    <a:pt x="11338" y="26033"/>
                  </a:cubicBezTo>
                  <a:cubicBezTo>
                    <a:pt x="12669" y="26287"/>
                    <a:pt x="14220" y="26382"/>
                    <a:pt x="15962" y="26382"/>
                  </a:cubicBezTo>
                  <a:cubicBezTo>
                    <a:pt x="21061" y="26382"/>
                    <a:pt x="24418" y="25368"/>
                    <a:pt x="26160" y="23278"/>
                  </a:cubicBezTo>
                  <a:cubicBezTo>
                    <a:pt x="27363" y="21790"/>
                    <a:pt x="27775" y="19763"/>
                    <a:pt x="27300" y="17293"/>
                  </a:cubicBezTo>
                  <a:cubicBezTo>
                    <a:pt x="27046" y="16026"/>
                    <a:pt x="26666" y="14886"/>
                    <a:pt x="26191" y="13904"/>
                  </a:cubicBezTo>
                  <a:cubicBezTo>
                    <a:pt x="26888" y="13492"/>
                    <a:pt x="27205" y="12922"/>
                    <a:pt x="27363" y="12542"/>
                  </a:cubicBezTo>
                  <a:cubicBezTo>
                    <a:pt x="28218" y="12479"/>
                    <a:pt x="28851" y="12162"/>
                    <a:pt x="29295" y="11624"/>
                  </a:cubicBezTo>
                  <a:cubicBezTo>
                    <a:pt x="29833" y="10991"/>
                    <a:pt x="29897" y="10199"/>
                    <a:pt x="29897" y="9724"/>
                  </a:cubicBezTo>
                  <a:cubicBezTo>
                    <a:pt x="30878" y="9280"/>
                    <a:pt x="31575" y="8362"/>
                    <a:pt x="31860" y="7127"/>
                  </a:cubicBezTo>
                  <a:cubicBezTo>
                    <a:pt x="31923" y="6810"/>
                    <a:pt x="31860" y="6494"/>
                    <a:pt x="31638" y="6209"/>
                  </a:cubicBezTo>
                  <a:cubicBezTo>
                    <a:pt x="31448" y="5955"/>
                    <a:pt x="31132" y="5829"/>
                    <a:pt x="30815" y="5829"/>
                  </a:cubicBezTo>
                  <a:lnTo>
                    <a:pt x="26350" y="5829"/>
                  </a:lnTo>
                  <a:cubicBezTo>
                    <a:pt x="24481" y="5829"/>
                    <a:pt x="23024" y="6747"/>
                    <a:pt x="22074" y="8489"/>
                  </a:cubicBezTo>
                  <a:cubicBezTo>
                    <a:pt x="21758" y="8204"/>
                    <a:pt x="21473" y="7982"/>
                    <a:pt x="21251" y="7824"/>
                  </a:cubicBezTo>
                  <a:cubicBezTo>
                    <a:pt x="21568" y="7539"/>
                    <a:pt x="21758" y="7159"/>
                    <a:pt x="21758" y="6715"/>
                  </a:cubicBezTo>
                  <a:cubicBezTo>
                    <a:pt x="21758" y="5924"/>
                    <a:pt x="21093" y="5290"/>
                    <a:pt x="20301" y="5290"/>
                  </a:cubicBezTo>
                  <a:lnTo>
                    <a:pt x="20237" y="5290"/>
                  </a:lnTo>
                  <a:lnTo>
                    <a:pt x="21504" y="1902"/>
                  </a:lnTo>
                  <a:cubicBezTo>
                    <a:pt x="21879" y="1059"/>
                    <a:pt x="21177" y="1"/>
                    <a:pt x="20247" y="1"/>
                  </a:cubicBezTo>
                  <a:cubicBezTo>
                    <a:pt x="20233" y="1"/>
                    <a:pt x="20220" y="1"/>
                    <a:pt x="20206" y="1"/>
                  </a:cubicBezTo>
                  <a:lnTo>
                    <a:pt x="11719" y="1"/>
                  </a:lnTo>
                  <a:cubicBezTo>
                    <a:pt x="11704" y="1"/>
                    <a:pt x="11690" y="1"/>
                    <a:pt x="116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4" name="Google Shape;1014;p23"/>
          <p:cNvGrpSpPr/>
          <p:nvPr/>
        </p:nvGrpSpPr>
        <p:grpSpPr>
          <a:xfrm>
            <a:off x="458567" y="1462104"/>
            <a:ext cx="1750396" cy="1424910"/>
            <a:chOff x="458567" y="1698104"/>
            <a:chExt cx="1750396" cy="1424910"/>
          </a:xfrm>
        </p:grpSpPr>
        <p:sp>
          <p:nvSpPr>
            <p:cNvPr id="1015" name="Google Shape;1015;p23"/>
            <p:cNvSpPr/>
            <p:nvPr/>
          </p:nvSpPr>
          <p:spPr>
            <a:xfrm>
              <a:off x="1564126" y="2876853"/>
              <a:ext cx="644837" cy="246161"/>
            </a:xfrm>
            <a:custGeom>
              <a:rect b="b" l="l" r="r" t="t"/>
              <a:pathLst>
                <a:path extrusionOk="0" h="7665" w="20079">
                  <a:moveTo>
                    <a:pt x="0" y="1"/>
                  </a:moveTo>
                  <a:lnTo>
                    <a:pt x="2692" y="5226"/>
                  </a:lnTo>
                  <a:lnTo>
                    <a:pt x="20078" y="7664"/>
                  </a:lnTo>
                  <a:lnTo>
                    <a:pt x="5859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3"/>
            <p:cNvSpPr/>
            <p:nvPr/>
          </p:nvSpPr>
          <p:spPr>
            <a:xfrm>
              <a:off x="1421728" y="1699132"/>
              <a:ext cx="787235" cy="1423883"/>
            </a:xfrm>
            <a:custGeom>
              <a:rect b="b" l="l" r="r" t="t"/>
              <a:pathLst>
                <a:path extrusionOk="0" h="44337" w="24513">
                  <a:moveTo>
                    <a:pt x="8266" y="0"/>
                  </a:moveTo>
                  <a:lnTo>
                    <a:pt x="0" y="19223"/>
                  </a:lnTo>
                  <a:lnTo>
                    <a:pt x="8266" y="38256"/>
                  </a:lnTo>
                  <a:lnTo>
                    <a:pt x="24512" y="44336"/>
                  </a:lnTo>
                  <a:lnTo>
                    <a:pt x="24512" y="13966"/>
                  </a:lnTo>
                  <a:lnTo>
                    <a:pt x="8266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3"/>
            <p:cNvSpPr/>
            <p:nvPr/>
          </p:nvSpPr>
          <p:spPr>
            <a:xfrm>
              <a:off x="458567" y="2740557"/>
              <a:ext cx="1750396" cy="382458"/>
            </a:xfrm>
            <a:custGeom>
              <a:rect b="b" l="l" r="r" t="t"/>
              <a:pathLst>
                <a:path extrusionOk="0" h="11909" w="54504">
                  <a:moveTo>
                    <a:pt x="18147" y="1"/>
                  </a:moveTo>
                  <a:lnTo>
                    <a:pt x="1" y="5828"/>
                  </a:lnTo>
                  <a:lnTo>
                    <a:pt x="24164" y="11908"/>
                  </a:lnTo>
                  <a:lnTo>
                    <a:pt x="54503" y="11908"/>
                  </a:lnTo>
                  <a:lnTo>
                    <a:pt x="38257" y="5828"/>
                  </a:lnTo>
                  <a:lnTo>
                    <a:pt x="18147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3"/>
            <p:cNvSpPr/>
            <p:nvPr/>
          </p:nvSpPr>
          <p:spPr>
            <a:xfrm>
              <a:off x="458567" y="1698104"/>
              <a:ext cx="1227628" cy="1228624"/>
            </a:xfrm>
            <a:custGeom>
              <a:rect b="b" l="l" r="r" t="t"/>
              <a:pathLst>
                <a:path extrusionOk="0" h="38257" w="38226">
                  <a:moveTo>
                    <a:pt x="1" y="0"/>
                  </a:moveTo>
                  <a:lnTo>
                    <a:pt x="1" y="38256"/>
                  </a:lnTo>
                  <a:lnTo>
                    <a:pt x="38225" y="38256"/>
                  </a:lnTo>
                  <a:lnTo>
                    <a:pt x="38225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3"/>
            <p:cNvSpPr/>
            <p:nvPr/>
          </p:nvSpPr>
          <p:spPr>
            <a:xfrm>
              <a:off x="1530534" y="2770071"/>
              <a:ext cx="120046" cy="121041"/>
            </a:xfrm>
            <a:custGeom>
              <a:rect b="b" l="l" r="r" t="t"/>
              <a:pathLst>
                <a:path extrusionOk="0" h="3769" w="3738">
                  <a:moveTo>
                    <a:pt x="3738" y="0"/>
                  </a:moveTo>
                  <a:lnTo>
                    <a:pt x="1" y="3769"/>
                  </a:lnTo>
                  <a:lnTo>
                    <a:pt x="3738" y="3769"/>
                  </a:lnTo>
                  <a:lnTo>
                    <a:pt x="3738" y="0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3"/>
            <p:cNvSpPr/>
            <p:nvPr/>
          </p:nvSpPr>
          <p:spPr>
            <a:xfrm>
              <a:off x="682312" y="2111007"/>
              <a:ext cx="205504" cy="257370"/>
            </a:xfrm>
            <a:custGeom>
              <a:rect b="b" l="l" r="r" t="t"/>
              <a:pathLst>
                <a:path extrusionOk="0" h="8014" w="6399">
                  <a:moveTo>
                    <a:pt x="3200" y="983"/>
                  </a:moveTo>
                  <a:lnTo>
                    <a:pt x="5068" y="2946"/>
                  </a:lnTo>
                  <a:lnTo>
                    <a:pt x="4751" y="2946"/>
                  </a:lnTo>
                  <a:cubicBezTo>
                    <a:pt x="4530" y="2946"/>
                    <a:pt x="4371" y="3136"/>
                    <a:pt x="4371" y="3358"/>
                  </a:cubicBezTo>
                  <a:lnTo>
                    <a:pt x="4371" y="7253"/>
                  </a:lnTo>
                  <a:lnTo>
                    <a:pt x="2028" y="7253"/>
                  </a:lnTo>
                  <a:lnTo>
                    <a:pt x="2028" y="3358"/>
                  </a:lnTo>
                  <a:cubicBezTo>
                    <a:pt x="2028" y="3136"/>
                    <a:pt x="1838" y="2946"/>
                    <a:pt x="1648" y="2946"/>
                  </a:cubicBezTo>
                  <a:lnTo>
                    <a:pt x="1331" y="2946"/>
                  </a:lnTo>
                  <a:lnTo>
                    <a:pt x="3200" y="983"/>
                  </a:lnTo>
                  <a:close/>
                  <a:moveTo>
                    <a:pt x="3200" y="1"/>
                  </a:moveTo>
                  <a:cubicBezTo>
                    <a:pt x="3105" y="1"/>
                    <a:pt x="2978" y="64"/>
                    <a:pt x="2915" y="128"/>
                  </a:cubicBezTo>
                  <a:lnTo>
                    <a:pt x="159" y="3073"/>
                  </a:lnTo>
                  <a:cubicBezTo>
                    <a:pt x="33" y="3199"/>
                    <a:pt x="1" y="3358"/>
                    <a:pt x="64" y="3484"/>
                  </a:cubicBezTo>
                  <a:cubicBezTo>
                    <a:pt x="128" y="3643"/>
                    <a:pt x="286" y="3738"/>
                    <a:pt x="444" y="3738"/>
                  </a:cubicBezTo>
                  <a:lnTo>
                    <a:pt x="1236" y="3738"/>
                  </a:lnTo>
                  <a:lnTo>
                    <a:pt x="1236" y="7633"/>
                  </a:lnTo>
                  <a:cubicBezTo>
                    <a:pt x="1236" y="7855"/>
                    <a:pt x="1426" y="8013"/>
                    <a:pt x="1648" y="8013"/>
                  </a:cubicBezTo>
                  <a:lnTo>
                    <a:pt x="4751" y="8013"/>
                  </a:lnTo>
                  <a:cubicBezTo>
                    <a:pt x="4973" y="8013"/>
                    <a:pt x="5131" y="7855"/>
                    <a:pt x="5131" y="7633"/>
                  </a:cubicBezTo>
                  <a:lnTo>
                    <a:pt x="5131" y="3738"/>
                  </a:lnTo>
                  <a:lnTo>
                    <a:pt x="5955" y="3738"/>
                  </a:lnTo>
                  <a:cubicBezTo>
                    <a:pt x="6113" y="3738"/>
                    <a:pt x="6240" y="3643"/>
                    <a:pt x="6335" y="3484"/>
                  </a:cubicBezTo>
                  <a:cubicBezTo>
                    <a:pt x="6398" y="3358"/>
                    <a:pt x="6366" y="3199"/>
                    <a:pt x="6240" y="3073"/>
                  </a:cubicBezTo>
                  <a:lnTo>
                    <a:pt x="3485" y="128"/>
                  </a:lnTo>
                  <a:cubicBezTo>
                    <a:pt x="3421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3"/>
            <p:cNvSpPr/>
            <p:nvPr/>
          </p:nvSpPr>
          <p:spPr>
            <a:xfrm>
              <a:off x="1234594" y="2111007"/>
              <a:ext cx="204444" cy="257370"/>
            </a:xfrm>
            <a:custGeom>
              <a:rect b="b" l="l" r="r" t="t"/>
              <a:pathLst>
                <a:path extrusionOk="0" h="8014" w="6366">
                  <a:moveTo>
                    <a:pt x="3199" y="983"/>
                  </a:moveTo>
                  <a:lnTo>
                    <a:pt x="5067" y="2946"/>
                  </a:lnTo>
                  <a:lnTo>
                    <a:pt x="4751" y="2946"/>
                  </a:lnTo>
                  <a:cubicBezTo>
                    <a:pt x="4529" y="2946"/>
                    <a:pt x="4371" y="3136"/>
                    <a:pt x="4371" y="3358"/>
                  </a:cubicBezTo>
                  <a:lnTo>
                    <a:pt x="4371" y="7253"/>
                  </a:lnTo>
                  <a:lnTo>
                    <a:pt x="2027" y="7253"/>
                  </a:lnTo>
                  <a:lnTo>
                    <a:pt x="2027" y="3358"/>
                  </a:lnTo>
                  <a:cubicBezTo>
                    <a:pt x="2027" y="3136"/>
                    <a:pt x="1837" y="2946"/>
                    <a:pt x="1615" y="2946"/>
                  </a:cubicBezTo>
                  <a:lnTo>
                    <a:pt x="1330" y="2946"/>
                  </a:lnTo>
                  <a:lnTo>
                    <a:pt x="3199" y="983"/>
                  </a:lnTo>
                  <a:close/>
                  <a:moveTo>
                    <a:pt x="3199" y="1"/>
                  </a:moveTo>
                  <a:cubicBezTo>
                    <a:pt x="3104" y="1"/>
                    <a:pt x="2977" y="64"/>
                    <a:pt x="2914" y="128"/>
                  </a:cubicBezTo>
                  <a:lnTo>
                    <a:pt x="159" y="3073"/>
                  </a:lnTo>
                  <a:cubicBezTo>
                    <a:pt x="32" y="3199"/>
                    <a:pt x="0" y="3358"/>
                    <a:pt x="64" y="3484"/>
                  </a:cubicBezTo>
                  <a:cubicBezTo>
                    <a:pt x="127" y="3643"/>
                    <a:pt x="285" y="3738"/>
                    <a:pt x="412" y="3738"/>
                  </a:cubicBezTo>
                  <a:lnTo>
                    <a:pt x="1235" y="3738"/>
                  </a:lnTo>
                  <a:lnTo>
                    <a:pt x="1235" y="7633"/>
                  </a:lnTo>
                  <a:cubicBezTo>
                    <a:pt x="1235" y="7855"/>
                    <a:pt x="1425" y="8013"/>
                    <a:pt x="1647" y="8013"/>
                  </a:cubicBezTo>
                  <a:lnTo>
                    <a:pt x="4751" y="8013"/>
                  </a:lnTo>
                  <a:cubicBezTo>
                    <a:pt x="4972" y="8013"/>
                    <a:pt x="5131" y="7855"/>
                    <a:pt x="5131" y="7633"/>
                  </a:cubicBezTo>
                  <a:lnTo>
                    <a:pt x="5131" y="3738"/>
                  </a:lnTo>
                  <a:lnTo>
                    <a:pt x="5954" y="3738"/>
                  </a:lnTo>
                  <a:cubicBezTo>
                    <a:pt x="6112" y="3738"/>
                    <a:pt x="6239" y="3643"/>
                    <a:pt x="6302" y="3484"/>
                  </a:cubicBezTo>
                  <a:cubicBezTo>
                    <a:pt x="6366" y="3358"/>
                    <a:pt x="6334" y="3199"/>
                    <a:pt x="6239" y="3073"/>
                  </a:cubicBezTo>
                  <a:lnTo>
                    <a:pt x="3484" y="128"/>
                  </a:lnTo>
                  <a:cubicBezTo>
                    <a:pt x="3389" y="64"/>
                    <a:pt x="3294" y="1"/>
                    <a:pt x="31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3"/>
            <p:cNvSpPr/>
            <p:nvPr/>
          </p:nvSpPr>
          <p:spPr>
            <a:xfrm>
              <a:off x="646729" y="1889317"/>
              <a:ext cx="849281" cy="846198"/>
            </a:xfrm>
            <a:custGeom>
              <a:rect b="b" l="l" r="r" t="t"/>
              <a:pathLst>
                <a:path extrusionOk="0" h="26349" w="26445">
                  <a:moveTo>
                    <a:pt x="9818" y="11401"/>
                  </a:moveTo>
                  <a:cubicBezTo>
                    <a:pt x="10325" y="11401"/>
                    <a:pt x="11306" y="11464"/>
                    <a:pt x="11908" y="11971"/>
                  </a:cubicBezTo>
                  <a:cubicBezTo>
                    <a:pt x="12446" y="12478"/>
                    <a:pt x="12510" y="13301"/>
                    <a:pt x="12510" y="13776"/>
                  </a:cubicBezTo>
                  <a:cubicBezTo>
                    <a:pt x="11940" y="13776"/>
                    <a:pt x="10990" y="13681"/>
                    <a:pt x="10451" y="13206"/>
                  </a:cubicBezTo>
                  <a:cubicBezTo>
                    <a:pt x="9881" y="12699"/>
                    <a:pt x="9818" y="11844"/>
                    <a:pt x="9818" y="11401"/>
                  </a:cubicBezTo>
                  <a:close/>
                  <a:moveTo>
                    <a:pt x="15962" y="11401"/>
                  </a:moveTo>
                  <a:cubicBezTo>
                    <a:pt x="15993" y="11844"/>
                    <a:pt x="15898" y="12699"/>
                    <a:pt x="15360" y="13206"/>
                  </a:cubicBezTo>
                  <a:cubicBezTo>
                    <a:pt x="14790" y="13713"/>
                    <a:pt x="13808" y="13776"/>
                    <a:pt x="13302" y="13776"/>
                  </a:cubicBezTo>
                  <a:cubicBezTo>
                    <a:pt x="13270" y="13301"/>
                    <a:pt x="13365" y="12478"/>
                    <a:pt x="13903" y="11971"/>
                  </a:cubicBezTo>
                  <a:cubicBezTo>
                    <a:pt x="14473" y="11464"/>
                    <a:pt x="15455" y="11401"/>
                    <a:pt x="15962" y="11401"/>
                  </a:cubicBezTo>
                  <a:close/>
                  <a:moveTo>
                    <a:pt x="12890" y="0"/>
                  </a:moveTo>
                  <a:cubicBezTo>
                    <a:pt x="11560" y="0"/>
                    <a:pt x="10325" y="507"/>
                    <a:pt x="9406" y="1489"/>
                  </a:cubicBezTo>
                  <a:cubicBezTo>
                    <a:pt x="9280" y="1615"/>
                    <a:pt x="9280" y="1869"/>
                    <a:pt x="9438" y="2027"/>
                  </a:cubicBezTo>
                  <a:cubicBezTo>
                    <a:pt x="9495" y="2098"/>
                    <a:pt x="9578" y="2131"/>
                    <a:pt x="9666" y="2131"/>
                  </a:cubicBezTo>
                  <a:cubicBezTo>
                    <a:pt x="9774" y="2131"/>
                    <a:pt x="9889" y="2082"/>
                    <a:pt x="9976" y="1995"/>
                  </a:cubicBezTo>
                  <a:cubicBezTo>
                    <a:pt x="10736" y="1204"/>
                    <a:pt x="11781" y="760"/>
                    <a:pt x="12890" y="760"/>
                  </a:cubicBezTo>
                  <a:cubicBezTo>
                    <a:pt x="15138" y="760"/>
                    <a:pt x="16944" y="2565"/>
                    <a:pt x="16944" y="4814"/>
                  </a:cubicBezTo>
                  <a:cubicBezTo>
                    <a:pt x="16944" y="7031"/>
                    <a:pt x="15107" y="8867"/>
                    <a:pt x="12890" y="8867"/>
                  </a:cubicBezTo>
                  <a:cubicBezTo>
                    <a:pt x="10673" y="8867"/>
                    <a:pt x="8836" y="7031"/>
                    <a:pt x="8836" y="4814"/>
                  </a:cubicBezTo>
                  <a:cubicBezTo>
                    <a:pt x="8836" y="4244"/>
                    <a:pt x="8963" y="3705"/>
                    <a:pt x="9185" y="3167"/>
                  </a:cubicBezTo>
                  <a:cubicBezTo>
                    <a:pt x="9280" y="2977"/>
                    <a:pt x="9185" y="2755"/>
                    <a:pt x="8995" y="2660"/>
                  </a:cubicBezTo>
                  <a:cubicBezTo>
                    <a:pt x="8948" y="2645"/>
                    <a:pt x="8899" y="2637"/>
                    <a:pt x="8849" y="2637"/>
                  </a:cubicBezTo>
                  <a:cubicBezTo>
                    <a:pt x="8693" y="2637"/>
                    <a:pt x="8536" y="2714"/>
                    <a:pt x="8488" y="2882"/>
                  </a:cubicBezTo>
                  <a:cubicBezTo>
                    <a:pt x="8203" y="3484"/>
                    <a:pt x="8076" y="4117"/>
                    <a:pt x="8076" y="4814"/>
                  </a:cubicBezTo>
                  <a:cubicBezTo>
                    <a:pt x="8076" y="7347"/>
                    <a:pt x="10040" y="9406"/>
                    <a:pt x="12510" y="9627"/>
                  </a:cubicBezTo>
                  <a:lnTo>
                    <a:pt x="12510" y="11496"/>
                  </a:lnTo>
                  <a:cubicBezTo>
                    <a:pt x="12478" y="11464"/>
                    <a:pt x="12446" y="11433"/>
                    <a:pt x="12415" y="11401"/>
                  </a:cubicBezTo>
                  <a:cubicBezTo>
                    <a:pt x="11673" y="10725"/>
                    <a:pt x="10571" y="10619"/>
                    <a:pt x="9925" y="10619"/>
                  </a:cubicBezTo>
                  <a:cubicBezTo>
                    <a:pt x="9634" y="10619"/>
                    <a:pt x="9436" y="10641"/>
                    <a:pt x="9406" y="10641"/>
                  </a:cubicBezTo>
                  <a:cubicBezTo>
                    <a:pt x="9248" y="10673"/>
                    <a:pt x="9090" y="10799"/>
                    <a:pt x="9058" y="10989"/>
                  </a:cubicBezTo>
                  <a:cubicBezTo>
                    <a:pt x="9058" y="11053"/>
                    <a:pt x="8836" y="12794"/>
                    <a:pt x="9913" y="13776"/>
                  </a:cubicBezTo>
                  <a:cubicBezTo>
                    <a:pt x="10641" y="14441"/>
                    <a:pt x="11750" y="14536"/>
                    <a:pt x="12415" y="14536"/>
                  </a:cubicBezTo>
                  <a:lnTo>
                    <a:pt x="12510" y="14536"/>
                  </a:lnTo>
                  <a:lnTo>
                    <a:pt x="12510" y="15613"/>
                  </a:lnTo>
                  <a:cubicBezTo>
                    <a:pt x="11338" y="15708"/>
                    <a:pt x="10103" y="16215"/>
                    <a:pt x="8868" y="17101"/>
                  </a:cubicBezTo>
                  <a:cubicBezTo>
                    <a:pt x="8678" y="17228"/>
                    <a:pt x="8646" y="17481"/>
                    <a:pt x="8773" y="17640"/>
                  </a:cubicBezTo>
                  <a:cubicBezTo>
                    <a:pt x="8853" y="17740"/>
                    <a:pt x="8984" y="17802"/>
                    <a:pt x="9109" y="17802"/>
                  </a:cubicBezTo>
                  <a:cubicBezTo>
                    <a:pt x="9182" y="17802"/>
                    <a:pt x="9253" y="17781"/>
                    <a:pt x="9311" y="17735"/>
                  </a:cubicBezTo>
                  <a:cubicBezTo>
                    <a:pt x="10546" y="16816"/>
                    <a:pt x="11750" y="16373"/>
                    <a:pt x="12890" y="16373"/>
                  </a:cubicBezTo>
                  <a:cubicBezTo>
                    <a:pt x="13967" y="16373"/>
                    <a:pt x="15107" y="16785"/>
                    <a:pt x="16278" y="17608"/>
                  </a:cubicBezTo>
                  <a:cubicBezTo>
                    <a:pt x="16215" y="17640"/>
                    <a:pt x="16152" y="17671"/>
                    <a:pt x="16088" y="17703"/>
                  </a:cubicBezTo>
                  <a:lnTo>
                    <a:pt x="14663" y="18336"/>
                  </a:lnTo>
                  <a:lnTo>
                    <a:pt x="11655" y="18336"/>
                  </a:lnTo>
                  <a:cubicBezTo>
                    <a:pt x="10230" y="18336"/>
                    <a:pt x="9090" y="19476"/>
                    <a:pt x="8995" y="20870"/>
                  </a:cubicBezTo>
                  <a:lnTo>
                    <a:pt x="6651" y="20237"/>
                  </a:lnTo>
                  <a:cubicBezTo>
                    <a:pt x="7158" y="19666"/>
                    <a:pt x="7633" y="19128"/>
                    <a:pt x="8140" y="18685"/>
                  </a:cubicBezTo>
                  <a:cubicBezTo>
                    <a:pt x="8298" y="18526"/>
                    <a:pt x="8330" y="18273"/>
                    <a:pt x="8171" y="18115"/>
                  </a:cubicBezTo>
                  <a:cubicBezTo>
                    <a:pt x="8092" y="18036"/>
                    <a:pt x="7997" y="17996"/>
                    <a:pt x="7902" y="17996"/>
                  </a:cubicBezTo>
                  <a:cubicBezTo>
                    <a:pt x="7807" y="17996"/>
                    <a:pt x="7712" y="18036"/>
                    <a:pt x="7633" y="18115"/>
                  </a:cubicBezTo>
                  <a:cubicBezTo>
                    <a:pt x="6999" y="18653"/>
                    <a:pt x="6429" y="19318"/>
                    <a:pt x="5828" y="20015"/>
                  </a:cubicBezTo>
                  <a:lnTo>
                    <a:pt x="2344" y="19096"/>
                  </a:lnTo>
                  <a:cubicBezTo>
                    <a:pt x="2181" y="19054"/>
                    <a:pt x="2018" y="19034"/>
                    <a:pt x="1858" y="19034"/>
                  </a:cubicBezTo>
                  <a:cubicBezTo>
                    <a:pt x="1180" y="19034"/>
                    <a:pt x="561" y="19400"/>
                    <a:pt x="254" y="20015"/>
                  </a:cubicBezTo>
                  <a:cubicBezTo>
                    <a:pt x="32" y="20490"/>
                    <a:pt x="1" y="21028"/>
                    <a:pt x="191" y="21472"/>
                  </a:cubicBezTo>
                  <a:cubicBezTo>
                    <a:pt x="381" y="21947"/>
                    <a:pt x="761" y="22327"/>
                    <a:pt x="1236" y="22517"/>
                  </a:cubicBezTo>
                  <a:lnTo>
                    <a:pt x="9058" y="25462"/>
                  </a:lnTo>
                  <a:cubicBezTo>
                    <a:pt x="10610" y="26064"/>
                    <a:pt x="12256" y="26349"/>
                    <a:pt x="13903" y="26349"/>
                  </a:cubicBezTo>
                  <a:cubicBezTo>
                    <a:pt x="14727" y="26349"/>
                    <a:pt x="15518" y="26285"/>
                    <a:pt x="16310" y="26159"/>
                  </a:cubicBezTo>
                  <a:lnTo>
                    <a:pt x="18464" y="25779"/>
                  </a:lnTo>
                  <a:cubicBezTo>
                    <a:pt x="18685" y="25715"/>
                    <a:pt x="18812" y="25525"/>
                    <a:pt x="18780" y="25304"/>
                  </a:cubicBezTo>
                  <a:cubicBezTo>
                    <a:pt x="18753" y="25143"/>
                    <a:pt x="18590" y="25004"/>
                    <a:pt x="18426" y="25004"/>
                  </a:cubicBezTo>
                  <a:cubicBezTo>
                    <a:pt x="18396" y="25004"/>
                    <a:pt x="18366" y="25009"/>
                    <a:pt x="18337" y="25019"/>
                  </a:cubicBezTo>
                  <a:lnTo>
                    <a:pt x="16152" y="25399"/>
                  </a:lnTo>
                  <a:cubicBezTo>
                    <a:pt x="15432" y="25519"/>
                    <a:pt x="14702" y="25579"/>
                    <a:pt x="13972" y="25579"/>
                  </a:cubicBezTo>
                  <a:cubicBezTo>
                    <a:pt x="12390" y="25579"/>
                    <a:pt x="10806" y="25297"/>
                    <a:pt x="9311" y="24733"/>
                  </a:cubicBezTo>
                  <a:lnTo>
                    <a:pt x="1489" y="21788"/>
                  </a:lnTo>
                  <a:cubicBezTo>
                    <a:pt x="1236" y="21693"/>
                    <a:pt x="1014" y="21472"/>
                    <a:pt x="919" y="21218"/>
                  </a:cubicBezTo>
                  <a:cubicBezTo>
                    <a:pt x="792" y="20933"/>
                    <a:pt x="824" y="20648"/>
                    <a:pt x="951" y="20363"/>
                  </a:cubicBezTo>
                  <a:cubicBezTo>
                    <a:pt x="1105" y="20003"/>
                    <a:pt x="1468" y="19789"/>
                    <a:pt x="1853" y="19789"/>
                  </a:cubicBezTo>
                  <a:cubicBezTo>
                    <a:pt x="1942" y="19789"/>
                    <a:pt x="2033" y="19801"/>
                    <a:pt x="2122" y="19825"/>
                  </a:cubicBezTo>
                  <a:lnTo>
                    <a:pt x="9596" y="21820"/>
                  </a:lnTo>
                  <a:cubicBezTo>
                    <a:pt x="9691" y="21852"/>
                    <a:pt x="9786" y="21883"/>
                    <a:pt x="9881" y="21883"/>
                  </a:cubicBezTo>
                  <a:lnTo>
                    <a:pt x="15487" y="21883"/>
                  </a:lnTo>
                  <a:cubicBezTo>
                    <a:pt x="15708" y="21883"/>
                    <a:pt x="15867" y="21693"/>
                    <a:pt x="15867" y="21503"/>
                  </a:cubicBezTo>
                  <a:cubicBezTo>
                    <a:pt x="15867" y="21282"/>
                    <a:pt x="15708" y="21092"/>
                    <a:pt x="15487" y="21092"/>
                  </a:cubicBezTo>
                  <a:lnTo>
                    <a:pt x="9881" y="21092"/>
                  </a:lnTo>
                  <a:cubicBezTo>
                    <a:pt x="9850" y="21092"/>
                    <a:pt x="9786" y="21060"/>
                    <a:pt x="9786" y="20997"/>
                  </a:cubicBezTo>
                  <a:cubicBezTo>
                    <a:pt x="9786" y="19951"/>
                    <a:pt x="10641" y="19128"/>
                    <a:pt x="11686" y="19128"/>
                  </a:cubicBezTo>
                  <a:lnTo>
                    <a:pt x="14758" y="19128"/>
                  </a:lnTo>
                  <a:cubicBezTo>
                    <a:pt x="14822" y="19128"/>
                    <a:pt x="14885" y="19096"/>
                    <a:pt x="14917" y="19096"/>
                  </a:cubicBezTo>
                  <a:lnTo>
                    <a:pt x="16437" y="18400"/>
                  </a:lnTo>
                  <a:cubicBezTo>
                    <a:pt x="17149" y="18070"/>
                    <a:pt x="17922" y="17905"/>
                    <a:pt x="18696" y="17905"/>
                  </a:cubicBezTo>
                  <a:cubicBezTo>
                    <a:pt x="19780" y="17905"/>
                    <a:pt x="20865" y="18228"/>
                    <a:pt x="21789" y="18875"/>
                  </a:cubicBezTo>
                  <a:lnTo>
                    <a:pt x="23056" y="19730"/>
                  </a:lnTo>
                  <a:cubicBezTo>
                    <a:pt x="23119" y="19793"/>
                    <a:pt x="23182" y="19793"/>
                    <a:pt x="23277" y="19793"/>
                  </a:cubicBezTo>
                  <a:lnTo>
                    <a:pt x="25684" y="19793"/>
                  </a:lnTo>
                  <a:lnTo>
                    <a:pt x="25684" y="24163"/>
                  </a:lnTo>
                  <a:lnTo>
                    <a:pt x="23024" y="24163"/>
                  </a:lnTo>
                  <a:lnTo>
                    <a:pt x="19889" y="24733"/>
                  </a:lnTo>
                  <a:cubicBezTo>
                    <a:pt x="19667" y="24765"/>
                    <a:pt x="19509" y="24955"/>
                    <a:pt x="19572" y="25177"/>
                  </a:cubicBezTo>
                  <a:cubicBezTo>
                    <a:pt x="19604" y="25367"/>
                    <a:pt x="19762" y="25494"/>
                    <a:pt x="19952" y="25494"/>
                  </a:cubicBezTo>
                  <a:lnTo>
                    <a:pt x="20015" y="25494"/>
                  </a:lnTo>
                  <a:lnTo>
                    <a:pt x="23119" y="24955"/>
                  </a:lnTo>
                  <a:lnTo>
                    <a:pt x="26064" y="24955"/>
                  </a:lnTo>
                  <a:cubicBezTo>
                    <a:pt x="26286" y="24955"/>
                    <a:pt x="26444" y="24765"/>
                    <a:pt x="26444" y="24543"/>
                  </a:cubicBezTo>
                  <a:lnTo>
                    <a:pt x="26444" y="19413"/>
                  </a:lnTo>
                  <a:cubicBezTo>
                    <a:pt x="26444" y="19223"/>
                    <a:pt x="26286" y="19033"/>
                    <a:pt x="26064" y="19033"/>
                  </a:cubicBezTo>
                  <a:lnTo>
                    <a:pt x="23372" y="19033"/>
                  </a:lnTo>
                  <a:lnTo>
                    <a:pt x="22232" y="18241"/>
                  </a:lnTo>
                  <a:cubicBezTo>
                    <a:pt x="21167" y="17516"/>
                    <a:pt x="19923" y="17148"/>
                    <a:pt x="18676" y="17148"/>
                  </a:cubicBezTo>
                  <a:cubicBezTo>
                    <a:pt x="18180" y="17148"/>
                    <a:pt x="17683" y="17206"/>
                    <a:pt x="17197" y="17323"/>
                  </a:cubicBezTo>
                  <a:cubicBezTo>
                    <a:pt x="15867" y="16278"/>
                    <a:pt x="14537" y="15708"/>
                    <a:pt x="13270" y="15613"/>
                  </a:cubicBezTo>
                  <a:lnTo>
                    <a:pt x="13270" y="14536"/>
                  </a:lnTo>
                  <a:lnTo>
                    <a:pt x="13365" y="14536"/>
                  </a:lnTo>
                  <a:cubicBezTo>
                    <a:pt x="14030" y="14536"/>
                    <a:pt x="15138" y="14441"/>
                    <a:pt x="15867" y="13776"/>
                  </a:cubicBezTo>
                  <a:cubicBezTo>
                    <a:pt x="16944" y="12794"/>
                    <a:pt x="16722" y="11053"/>
                    <a:pt x="16722" y="10989"/>
                  </a:cubicBezTo>
                  <a:cubicBezTo>
                    <a:pt x="16690" y="10799"/>
                    <a:pt x="16563" y="10673"/>
                    <a:pt x="16373" y="10641"/>
                  </a:cubicBezTo>
                  <a:cubicBezTo>
                    <a:pt x="16355" y="10641"/>
                    <a:pt x="16190" y="10625"/>
                    <a:pt x="15938" y="10625"/>
                  </a:cubicBezTo>
                  <a:cubicBezTo>
                    <a:pt x="15307" y="10625"/>
                    <a:pt x="14134" y="10722"/>
                    <a:pt x="13365" y="11401"/>
                  </a:cubicBezTo>
                  <a:cubicBezTo>
                    <a:pt x="13333" y="11433"/>
                    <a:pt x="13302" y="11464"/>
                    <a:pt x="13270" y="11496"/>
                  </a:cubicBezTo>
                  <a:lnTo>
                    <a:pt x="13270" y="9627"/>
                  </a:lnTo>
                  <a:cubicBezTo>
                    <a:pt x="15772" y="9406"/>
                    <a:pt x="17704" y="7347"/>
                    <a:pt x="17704" y="4814"/>
                  </a:cubicBezTo>
                  <a:cubicBezTo>
                    <a:pt x="17704" y="2154"/>
                    <a:pt x="15550" y="0"/>
                    <a:pt x="128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3"/>
            <p:cNvSpPr/>
            <p:nvPr/>
          </p:nvSpPr>
          <p:spPr>
            <a:xfrm>
              <a:off x="1011844" y="1947284"/>
              <a:ext cx="100713" cy="193268"/>
            </a:xfrm>
            <a:custGeom>
              <a:rect b="b" l="l" r="r" t="t"/>
              <a:pathLst>
                <a:path extrusionOk="0" h="6018" w="3136">
                  <a:moveTo>
                    <a:pt x="1141" y="1457"/>
                  </a:moveTo>
                  <a:lnTo>
                    <a:pt x="1141" y="2185"/>
                  </a:lnTo>
                  <a:lnTo>
                    <a:pt x="1046" y="2122"/>
                  </a:lnTo>
                  <a:cubicBezTo>
                    <a:pt x="982" y="2059"/>
                    <a:pt x="951" y="1932"/>
                    <a:pt x="982" y="1774"/>
                  </a:cubicBezTo>
                  <a:cubicBezTo>
                    <a:pt x="982" y="1679"/>
                    <a:pt x="1046" y="1552"/>
                    <a:pt x="1141" y="1457"/>
                  </a:cubicBezTo>
                  <a:close/>
                  <a:moveTo>
                    <a:pt x="1901" y="3389"/>
                  </a:moveTo>
                  <a:cubicBezTo>
                    <a:pt x="2281" y="3547"/>
                    <a:pt x="2281" y="3895"/>
                    <a:pt x="2249" y="4022"/>
                  </a:cubicBezTo>
                  <a:cubicBezTo>
                    <a:pt x="2218" y="4212"/>
                    <a:pt x="2123" y="4434"/>
                    <a:pt x="1901" y="4529"/>
                  </a:cubicBezTo>
                  <a:lnTo>
                    <a:pt x="1901" y="3389"/>
                  </a:lnTo>
                  <a:close/>
                  <a:moveTo>
                    <a:pt x="1521" y="0"/>
                  </a:moveTo>
                  <a:cubicBezTo>
                    <a:pt x="1331" y="0"/>
                    <a:pt x="1141" y="190"/>
                    <a:pt x="1141" y="380"/>
                  </a:cubicBezTo>
                  <a:lnTo>
                    <a:pt x="1141" y="602"/>
                  </a:lnTo>
                  <a:cubicBezTo>
                    <a:pt x="1109" y="634"/>
                    <a:pt x="1109" y="634"/>
                    <a:pt x="1077" y="634"/>
                  </a:cubicBezTo>
                  <a:cubicBezTo>
                    <a:pt x="634" y="760"/>
                    <a:pt x="286" y="1140"/>
                    <a:pt x="222" y="1615"/>
                  </a:cubicBezTo>
                  <a:cubicBezTo>
                    <a:pt x="127" y="2059"/>
                    <a:pt x="254" y="2502"/>
                    <a:pt x="571" y="2755"/>
                  </a:cubicBezTo>
                  <a:cubicBezTo>
                    <a:pt x="729" y="2850"/>
                    <a:pt x="919" y="2977"/>
                    <a:pt x="1141" y="3072"/>
                  </a:cubicBezTo>
                  <a:lnTo>
                    <a:pt x="1141" y="4624"/>
                  </a:lnTo>
                  <a:cubicBezTo>
                    <a:pt x="982" y="4592"/>
                    <a:pt x="856" y="4561"/>
                    <a:pt x="666" y="4434"/>
                  </a:cubicBezTo>
                  <a:cubicBezTo>
                    <a:pt x="596" y="4387"/>
                    <a:pt x="522" y="4366"/>
                    <a:pt x="450" y="4366"/>
                  </a:cubicBezTo>
                  <a:cubicBezTo>
                    <a:pt x="326" y="4366"/>
                    <a:pt x="208" y="4429"/>
                    <a:pt x="127" y="4529"/>
                  </a:cubicBezTo>
                  <a:cubicBezTo>
                    <a:pt x="1" y="4719"/>
                    <a:pt x="64" y="4941"/>
                    <a:pt x="254" y="5067"/>
                  </a:cubicBezTo>
                  <a:cubicBezTo>
                    <a:pt x="571" y="5289"/>
                    <a:pt x="824" y="5384"/>
                    <a:pt x="1141" y="5416"/>
                  </a:cubicBezTo>
                  <a:lnTo>
                    <a:pt x="1141" y="5637"/>
                  </a:lnTo>
                  <a:cubicBezTo>
                    <a:pt x="1141" y="5859"/>
                    <a:pt x="1331" y="6017"/>
                    <a:pt x="1521" y="6017"/>
                  </a:cubicBezTo>
                  <a:cubicBezTo>
                    <a:pt x="1743" y="6017"/>
                    <a:pt x="1933" y="5859"/>
                    <a:pt x="1933" y="5637"/>
                  </a:cubicBezTo>
                  <a:lnTo>
                    <a:pt x="1933" y="5384"/>
                  </a:lnTo>
                  <a:cubicBezTo>
                    <a:pt x="2534" y="5226"/>
                    <a:pt x="2946" y="4687"/>
                    <a:pt x="3041" y="4149"/>
                  </a:cubicBezTo>
                  <a:cubicBezTo>
                    <a:pt x="3136" y="3484"/>
                    <a:pt x="2788" y="2850"/>
                    <a:pt x="2123" y="2629"/>
                  </a:cubicBezTo>
                  <a:cubicBezTo>
                    <a:pt x="2059" y="2597"/>
                    <a:pt x="1996" y="2565"/>
                    <a:pt x="1933" y="2565"/>
                  </a:cubicBezTo>
                  <a:lnTo>
                    <a:pt x="1933" y="1394"/>
                  </a:lnTo>
                  <a:cubicBezTo>
                    <a:pt x="1996" y="1425"/>
                    <a:pt x="2059" y="1457"/>
                    <a:pt x="2091" y="1489"/>
                  </a:cubicBezTo>
                  <a:cubicBezTo>
                    <a:pt x="2154" y="1584"/>
                    <a:pt x="2281" y="1615"/>
                    <a:pt x="2376" y="1615"/>
                  </a:cubicBezTo>
                  <a:cubicBezTo>
                    <a:pt x="2598" y="1615"/>
                    <a:pt x="2788" y="1457"/>
                    <a:pt x="2788" y="1235"/>
                  </a:cubicBezTo>
                  <a:cubicBezTo>
                    <a:pt x="2788" y="1109"/>
                    <a:pt x="2724" y="1014"/>
                    <a:pt x="2629" y="919"/>
                  </a:cubicBezTo>
                  <a:cubicBezTo>
                    <a:pt x="2629" y="919"/>
                    <a:pt x="2344" y="665"/>
                    <a:pt x="1933" y="602"/>
                  </a:cubicBezTo>
                  <a:lnTo>
                    <a:pt x="1933" y="380"/>
                  </a:lnTo>
                  <a:cubicBezTo>
                    <a:pt x="1933" y="190"/>
                    <a:pt x="1743" y="0"/>
                    <a:pt x="15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4" name="Google Shape;1024;p23"/>
          <p:cNvGrpSpPr/>
          <p:nvPr/>
        </p:nvGrpSpPr>
        <p:grpSpPr>
          <a:xfrm>
            <a:off x="2299431" y="1464127"/>
            <a:ext cx="1426966" cy="1422887"/>
            <a:chOff x="2299431" y="1700127"/>
            <a:chExt cx="1426966" cy="1422887"/>
          </a:xfrm>
        </p:grpSpPr>
        <p:sp>
          <p:nvSpPr>
            <p:cNvPr id="1025" name="Google Shape;1025;p23"/>
            <p:cNvSpPr/>
            <p:nvPr/>
          </p:nvSpPr>
          <p:spPr>
            <a:xfrm>
              <a:off x="3492439" y="2876853"/>
              <a:ext cx="233958" cy="246161"/>
            </a:xfrm>
            <a:custGeom>
              <a:rect b="b" l="l" r="r" t="t"/>
              <a:pathLst>
                <a:path extrusionOk="0" h="7665" w="7285">
                  <a:moveTo>
                    <a:pt x="1" y="1"/>
                  </a:moveTo>
                  <a:lnTo>
                    <a:pt x="571" y="4149"/>
                  </a:lnTo>
                  <a:lnTo>
                    <a:pt x="7284" y="7664"/>
                  </a:lnTo>
                  <a:lnTo>
                    <a:pt x="7284" y="7664"/>
                  </a:lnTo>
                  <a:lnTo>
                    <a:pt x="3959" y="26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3"/>
            <p:cNvSpPr/>
            <p:nvPr/>
          </p:nvSpPr>
          <p:spPr>
            <a:xfrm>
              <a:off x="3373453" y="1701155"/>
              <a:ext cx="352944" cy="1421860"/>
            </a:xfrm>
            <a:custGeom>
              <a:rect b="b" l="l" r="r" t="t"/>
              <a:pathLst>
                <a:path extrusionOk="0" h="44274" w="10990">
                  <a:moveTo>
                    <a:pt x="4814" y="0"/>
                  </a:moveTo>
                  <a:lnTo>
                    <a:pt x="0" y="19223"/>
                  </a:lnTo>
                  <a:lnTo>
                    <a:pt x="4814" y="38193"/>
                  </a:lnTo>
                  <a:lnTo>
                    <a:pt x="10989" y="44273"/>
                  </a:lnTo>
                  <a:lnTo>
                    <a:pt x="10989" y="13903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3"/>
            <p:cNvSpPr/>
            <p:nvPr/>
          </p:nvSpPr>
          <p:spPr>
            <a:xfrm>
              <a:off x="2300459" y="2777200"/>
              <a:ext cx="1425938" cy="345814"/>
            </a:xfrm>
            <a:custGeom>
              <a:rect b="b" l="l" r="r" t="t"/>
              <a:pathLst>
                <a:path extrusionOk="0" h="10768" w="44401">
                  <a:moveTo>
                    <a:pt x="19097" y="0"/>
                  </a:moveTo>
                  <a:lnTo>
                    <a:pt x="0" y="4687"/>
                  </a:lnTo>
                  <a:lnTo>
                    <a:pt x="14062" y="10767"/>
                  </a:lnTo>
                  <a:lnTo>
                    <a:pt x="44400" y="10767"/>
                  </a:lnTo>
                  <a:lnTo>
                    <a:pt x="38225" y="4687"/>
                  </a:lnTo>
                  <a:lnTo>
                    <a:pt x="19097" y="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3"/>
            <p:cNvSpPr/>
            <p:nvPr/>
          </p:nvSpPr>
          <p:spPr>
            <a:xfrm>
              <a:off x="2299431" y="1700127"/>
              <a:ext cx="1228656" cy="1227628"/>
            </a:xfrm>
            <a:custGeom>
              <a:rect b="b" l="l" r="r" t="t"/>
              <a:pathLst>
                <a:path extrusionOk="0" h="38226" w="38258">
                  <a:moveTo>
                    <a:pt x="1" y="1"/>
                  </a:moveTo>
                  <a:lnTo>
                    <a:pt x="1" y="38225"/>
                  </a:lnTo>
                  <a:lnTo>
                    <a:pt x="38257" y="38225"/>
                  </a:lnTo>
                  <a:lnTo>
                    <a:pt x="38257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3"/>
            <p:cNvSpPr/>
            <p:nvPr/>
          </p:nvSpPr>
          <p:spPr>
            <a:xfrm>
              <a:off x="3359194" y="2770071"/>
              <a:ext cx="121074" cy="120046"/>
            </a:xfrm>
            <a:custGeom>
              <a:rect b="b" l="l" r="r" t="t"/>
              <a:pathLst>
                <a:path extrusionOk="0" h="3738" w="3770">
                  <a:moveTo>
                    <a:pt x="3770" y="0"/>
                  </a:moveTo>
                  <a:lnTo>
                    <a:pt x="1" y="3737"/>
                  </a:lnTo>
                  <a:lnTo>
                    <a:pt x="3770" y="3737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3"/>
            <p:cNvSpPr/>
            <p:nvPr/>
          </p:nvSpPr>
          <p:spPr>
            <a:xfrm>
              <a:off x="2450982" y="2123467"/>
              <a:ext cx="925554" cy="614071"/>
            </a:xfrm>
            <a:custGeom>
              <a:rect b="b" l="l" r="r" t="t"/>
              <a:pathLst>
                <a:path extrusionOk="0" h="19121" w="28820">
                  <a:moveTo>
                    <a:pt x="27521" y="17379"/>
                  </a:moveTo>
                  <a:cubicBezTo>
                    <a:pt x="27774" y="17379"/>
                    <a:pt x="27996" y="17569"/>
                    <a:pt x="27996" y="17823"/>
                  </a:cubicBezTo>
                  <a:cubicBezTo>
                    <a:pt x="27996" y="18076"/>
                    <a:pt x="27774" y="18266"/>
                    <a:pt x="27521" y="18266"/>
                  </a:cubicBezTo>
                  <a:lnTo>
                    <a:pt x="1299" y="18266"/>
                  </a:lnTo>
                  <a:cubicBezTo>
                    <a:pt x="1046" y="18266"/>
                    <a:pt x="856" y="18076"/>
                    <a:pt x="856" y="17823"/>
                  </a:cubicBezTo>
                  <a:cubicBezTo>
                    <a:pt x="856" y="17569"/>
                    <a:pt x="1046" y="17379"/>
                    <a:pt x="1299" y="17379"/>
                  </a:cubicBezTo>
                  <a:close/>
                  <a:moveTo>
                    <a:pt x="14410" y="1"/>
                  </a:moveTo>
                  <a:cubicBezTo>
                    <a:pt x="14291" y="1"/>
                    <a:pt x="14172" y="40"/>
                    <a:pt x="14093" y="120"/>
                  </a:cubicBezTo>
                  <a:lnTo>
                    <a:pt x="10800" y="3635"/>
                  </a:lnTo>
                  <a:cubicBezTo>
                    <a:pt x="10546" y="3888"/>
                    <a:pt x="10736" y="4363"/>
                    <a:pt x="11116" y="4363"/>
                  </a:cubicBezTo>
                  <a:lnTo>
                    <a:pt x="12130" y="4363"/>
                  </a:lnTo>
                  <a:lnTo>
                    <a:pt x="12130" y="6105"/>
                  </a:lnTo>
                  <a:cubicBezTo>
                    <a:pt x="12130" y="6327"/>
                    <a:pt x="12320" y="6517"/>
                    <a:pt x="12541" y="6517"/>
                  </a:cubicBezTo>
                  <a:cubicBezTo>
                    <a:pt x="12795" y="6517"/>
                    <a:pt x="12985" y="6327"/>
                    <a:pt x="12985" y="6105"/>
                  </a:cubicBezTo>
                  <a:lnTo>
                    <a:pt x="12985" y="3920"/>
                  </a:lnTo>
                  <a:cubicBezTo>
                    <a:pt x="12985" y="3698"/>
                    <a:pt x="12795" y="3508"/>
                    <a:pt x="12541" y="3508"/>
                  </a:cubicBezTo>
                  <a:lnTo>
                    <a:pt x="12098" y="3508"/>
                  </a:lnTo>
                  <a:lnTo>
                    <a:pt x="14410" y="1038"/>
                  </a:lnTo>
                  <a:lnTo>
                    <a:pt x="16753" y="3508"/>
                  </a:lnTo>
                  <a:lnTo>
                    <a:pt x="16278" y="3508"/>
                  </a:lnTo>
                  <a:cubicBezTo>
                    <a:pt x="16057" y="3508"/>
                    <a:pt x="15867" y="3698"/>
                    <a:pt x="15867" y="3920"/>
                  </a:cubicBezTo>
                  <a:lnTo>
                    <a:pt x="15867" y="16524"/>
                  </a:lnTo>
                  <a:lnTo>
                    <a:pt x="12985" y="16524"/>
                  </a:lnTo>
                  <a:lnTo>
                    <a:pt x="12985" y="7783"/>
                  </a:lnTo>
                  <a:cubicBezTo>
                    <a:pt x="12985" y="7562"/>
                    <a:pt x="12795" y="7372"/>
                    <a:pt x="12541" y="7372"/>
                  </a:cubicBezTo>
                  <a:cubicBezTo>
                    <a:pt x="12320" y="7372"/>
                    <a:pt x="12130" y="7562"/>
                    <a:pt x="12130" y="7783"/>
                  </a:cubicBezTo>
                  <a:lnTo>
                    <a:pt x="12130" y="16524"/>
                  </a:lnTo>
                  <a:lnTo>
                    <a:pt x="8551" y="16524"/>
                  </a:lnTo>
                  <a:lnTo>
                    <a:pt x="8551" y="13896"/>
                  </a:lnTo>
                  <a:cubicBezTo>
                    <a:pt x="8551" y="13642"/>
                    <a:pt x="8361" y="13452"/>
                    <a:pt x="8139" y="13452"/>
                  </a:cubicBezTo>
                  <a:cubicBezTo>
                    <a:pt x="7886" y="13452"/>
                    <a:pt x="7696" y="13642"/>
                    <a:pt x="7696" y="13896"/>
                  </a:cubicBezTo>
                  <a:lnTo>
                    <a:pt x="7696" y="16524"/>
                  </a:lnTo>
                  <a:lnTo>
                    <a:pt x="4814" y="16524"/>
                  </a:lnTo>
                  <a:lnTo>
                    <a:pt x="4814" y="10064"/>
                  </a:lnTo>
                  <a:cubicBezTo>
                    <a:pt x="4814" y="9810"/>
                    <a:pt x="4624" y="9620"/>
                    <a:pt x="4402" y="9620"/>
                  </a:cubicBezTo>
                  <a:lnTo>
                    <a:pt x="3927" y="9620"/>
                  </a:lnTo>
                  <a:lnTo>
                    <a:pt x="6271" y="7150"/>
                  </a:lnTo>
                  <a:lnTo>
                    <a:pt x="8583" y="9620"/>
                  </a:lnTo>
                  <a:lnTo>
                    <a:pt x="8139" y="9620"/>
                  </a:lnTo>
                  <a:cubicBezTo>
                    <a:pt x="7886" y="9620"/>
                    <a:pt x="7696" y="9810"/>
                    <a:pt x="7696" y="10064"/>
                  </a:cubicBezTo>
                  <a:lnTo>
                    <a:pt x="7696" y="12185"/>
                  </a:lnTo>
                  <a:cubicBezTo>
                    <a:pt x="7696" y="12439"/>
                    <a:pt x="7886" y="12597"/>
                    <a:pt x="8139" y="12597"/>
                  </a:cubicBezTo>
                  <a:cubicBezTo>
                    <a:pt x="8361" y="12597"/>
                    <a:pt x="8551" y="12439"/>
                    <a:pt x="8551" y="12185"/>
                  </a:cubicBezTo>
                  <a:lnTo>
                    <a:pt x="8551" y="10475"/>
                  </a:lnTo>
                  <a:lnTo>
                    <a:pt x="9565" y="10475"/>
                  </a:lnTo>
                  <a:cubicBezTo>
                    <a:pt x="9913" y="10475"/>
                    <a:pt x="10135" y="10000"/>
                    <a:pt x="9881" y="9747"/>
                  </a:cubicBezTo>
                  <a:lnTo>
                    <a:pt x="6588" y="6263"/>
                  </a:lnTo>
                  <a:cubicBezTo>
                    <a:pt x="6508" y="6168"/>
                    <a:pt x="6390" y="6121"/>
                    <a:pt x="6271" y="6121"/>
                  </a:cubicBezTo>
                  <a:cubicBezTo>
                    <a:pt x="6152" y="6121"/>
                    <a:pt x="6033" y="6168"/>
                    <a:pt x="5954" y="6263"/>
                  </a:cubicBezTo>
                  <a:lnTo>
                    <a:pt x="2661" y="9747"/>
                  </a:lnTo>
                  <a:cubicBezTo>
                    <a:pt x="2407" y="10000"/>
                    <a:pt x="2597" y="10475"/>
                    <a:pt x="2977" y="10475"/>
                  </a:cubicBezTo>
                  <a:lnTo>
                    <a:pt x="3991" y="10475"/>
                  </a:lnTo>
                  <a:lnTo>
                    <a:pt x="3991" y="16524"/>
                  </a:lnTo>
                  <a:lnTo>
                    <a:pt x="1299" y="16524"/>
                  </a:lnTo>
                  <a:cubicBezTo>
                    <a:pt x="571" y="16524"/>
                    <a:pt x="0" y="17126"/>
                    <a:pt x="0" y="17823"/>
                  </a:cubicBezTo>
                  <a:cubicBezTo>
                    <a:pt x="0" y="18551"/>
                    <a:pt x="571" y="19121"/>
                    <a:pt x="1299" y="19121"/>
                  </a:cubicBezTo>
                  <a:lnTo>
                    <a:pt x="27521" y="19121"/>
                  </a:lnTo>
                  <a:cubicBezTo>
                    <a:pt x="28249" y="19121"/>
                    <a:pt x="28819" y="18519"/>
                    <a:pt x="28819" y="17823"/>
                  </a:cubicBezTo>
                  <a:cubicBezTo>
                    <a:pt x="28819" y="17126"/>
                    <a:pt x="28249" y="16524"/>
                    <a:pt x="27521" y="16524"/>
                  </a:cubicBezTo>
                  <a:lnTo>
                    <a:pt x="25367" y="16524"/>
                  </a:lnTo>
                  <a:lnTo>
                    <a:pt x="25367" y="13262"/>
                  </a:lnTo>
                  <a:cubicBezTo>
                    <a:pt x="25367" y="13009"/>
                    <a:pt x="25177" y="12819"/>
                    <a:pt x="24924" y="12819"/>
                  </a:cubicBezTo>
                  <a:cubicBezTo>
                    <a:pt x="24702" y="12819"/>
                    <a:pt x="24512" y="13009"/>
                    <a:pt x="24512" y="13262"/>
                  </a:cubicBezTo>
                  <a:lnTo>
                    <a:pt x="24512" y="16524"/>
                  </a:lnTo>
                  <a:lnTo>
                    <a:pt x="21630" y="16524"/>
                  </a:lnTo>
                  <a:lnTo>
                    <a:pt x="21630" y="7593"/>
                  </a:lnTo>
                  <a:cubicBezTo>
                    <a:pt x="21630" y="7340"/>
                    <a:pt x="21440" y="7150"/>
                    <a:pt x="21219" y="7150"/>
                  </a:cubicBezTo>
                  <a:lnTo>
                    <a:pt x="20744" y="7150"/>
                  </a:lnTo>
                  <a:lnTo>
                    <a:pt x="23056" y="4680"/>
                  </a:lnTo>
                  <a:lnTo>
                    <a:pt x="25399" y="7150"/>
                  </a:lnTo>
                  <a:lnTo>
                    <a:pt x="24924" y="7150"/>
                  </a:lnTo>
                  <a:cubicBezTo>
                    <a:pt x="24702" y="7150"/>
                    <a:pt x="24512" y="7340"/>
                    <a:pt x="24512" y="7593"/>
                  </a:cubicBezTo>
                  <a:lnTo>
                    <a:pt x="24512" y="11552"/>
                  </a:lnTo>
                  <a:cubicBezTo>
                    <a:pt x="24512" y="11805"/>
                    <a:pt x="24702" y="11995"/>
                    <a:pt x="24924" y="11995"/>
                  </a:cubicBezTo>
                  <a:cubicBezTo>
                    <a:pt x="25177" y="11995"/>
                    <a:pt x="25367" y="11805"/>
                    <a:pt x="25367" y="11552"/>
                  </a:cubicBezTo>
                  <a:lnTo>
                    <a:pt x="25367" y="8005"/>
                  </a:lnTo>
                  <a:lnTo>
                    <a:pt x="26381" y="8005"/>
                  </a:lnTo>
                  <a:cubicBezTo>
                    <a:pt x="26729" y="8005"/>
                    <a:pt x="26919" y="7530"/>
                    <a:pt x="26666" y="7277"/>
                  </a:cubicBezTo>
                  <a:lnTo>
                    <a:pt x="23372" y="3762"/>
                  </a:lnTo>
                  <a:cubicBezTo>
                    <a:pt x="23293" y="3682"/>
                    <a:pt x="23182" y="3643"/>
                    <a:pt x="23071" y="3643"/>
                  </a:cubicBezTo>
                  <a:cubicBezTo>
                    <a:pt x="22961" y="3643"/>
                    <a:pt x="22850" y="3682"/>
                    <a:pt x="22771" y="3762"/>
                  </a:cubicBezTo>
                  <a:lnTo>
                    <a:pt x="19445" y="7277"/>
                  </a:lnTo>
                  <a:cubicBezTo>
                    <a:pt x="19192" y="7530"/>
                    <a:pt x="19414" y="8005"/>
                    <a:pt x="19762" y="8005"/>
                  </a:cubicBezTo>
                  <a:lnTo>
                    <a:pt x="20775" y="8005"/>
                  </a:lnTo>
                  <a:lnTo>
                    <a:pt x="20775" y="16524"/>
                  </a:lnTo>
                  <a:lnTo>
                    <a:pt x="16690" y="16524"/>
                  </a:lnTo>
                  <a:lnTo>
                    <a:pt x="16690" y="4363"/>
                  </a:lnTo>
                  <a:lnTo>
                    <a:pt x="17703" y="4363"/>
                  </a:lnTo>
                  <a:cubicBezTo>
                    <a:pt x="18084" y="4363"/>
                    <a:pt x="18274" y="3888"/>
                    <a:pt x="18020" y="3635"/>
                  </a:cubicBezTo>
                  <a:lnTo>
                    <a:pt x="14727" y="120"/>
                  </a:lnTo>
                  <a:cubicBezTo>
                    <a:pt x="14647" y="40"/>
                    <a:pt x="14529" y="1"/>
                    <a:pt x="144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3"/>
            <p:cNvSpPr/>
            <p:nvPr/>
          </p:nvSpPr>
          <p:spPr>
            <a:xfrm>
              <a:off x="2820176" y="1890312"/>
              <a:ext cx="138351" cy="199370"/>
            </a:xfrm>
            <a:custGeom>
              <a:rect b="b" l="l" r="r" t="t"/>
              <a:pathLst>
                <a:path extrusionOk="0" h="6208" w="4308">
                  <a:moveTo>
                    <a:pt x="3896" y="1"/>
                  </a:moveTo>
                  <a:cubicBezTo>
                    <a:pt x="2946" y="1"/>
                    <a:pt x="2249" y="191"/>
                    <a:pt x="1710" y="571"/>
                  </a:cubicBezTo>
                  <a:cubicBezTo>
                    <a:pt x="1299" y="887"/>
                    <a:pt x="1014" y="1331"/>
                    <a:pt x="855" y="1901"/>
                  </a:cubicBezTo>
                  <a:lnTo>
                    <a:pt x="412" y="1901"/>
                  </a:lnTo>
                  <a:cubicBezTo>
                    <a:pt x="190" y="1901"/>
                    <a:pt x="0" y="2091"/>
                    <a:pt x="0" y="2313"/>
                  </a:cubicBezTo>
                  <a:cubicBezTo>
                    <a:pt x="0" y="2566"/>
                    <a:pt x="190" y="2756"/>
                    <a:pt x="412" y="2756"/>
                  </a:cubicBezTo>
                  <a:lnTo>
                    <a:pt x="729" y="2756"/>
                  </a:lnTo>
                  <a:cubicBezTo>
                    <a:pt x="697" y="2851"/>
                    <a:pt x="697" y="2978"/>
                    <a:pt x="697" y="3104"/>
                  </a:cubicBezTo>
                  <a:cubicBezTo>
                    <a:pt x="697" y="3231"/>
                    <a:pt x="697" y="3326"/>
                    <a:pt x="729" y="3453"/>
                  </a:cubicBezTo>
                  <a:lnTo>
                    <a:pt x="412" y="3453"/>
                  </a:lnTo>
                  <a:cubicBezTo>
                    <a:pt x="190" y="3453"/>
                    <a:pt x="0" y="3643"/>
                    <a:pt x="0" y="3896"/>
                  </a:cubicBezTo>
                  <a:cubicBezTo>
                    <a:pt x="0" y="4118"/>
                    <a:pt x="190" y="4308"/>
                    <a:pt x="412" y="4308"/>
                  </a:cubicBezTo>
                  <a:lnTo>
                    <a:pt x="855" y="4308"/>
                  </a:lnTo>
                  <a:cubicBezTo>
                    <a:pt x="1014" y="4878"/>
                    <a:pt x="1299" y="5321"/>
                    <a:pt x="1710" y="5638"/>
                  </a:cubicBezTo>
                  <a:cubicBezTo>
                    <a:pt x="2249" y="6050"/>
                    <a:pt x="2946" y="6208"/>
                    <a:pt x="3896" y="6208"/>
                  </a:cubicBezTo>
                  <a:cubicBezTo>
                    <a:pt x="4117" y="6208"/>
                    <a:pt x="4307" y="6018"/>
                    <a:pt x="4307" y="5796"/>
                  </a:cubicBezTo>
                  <a:cubicBezTo>
                    <a:pt x="4307" y="5574"/>
                    <a:pt x="4117" y="5384"/>
                    <a:pt x="3896" y="5384"/>
                  </a:cubicBezTo>
                  <a:cubicBezTo>
                    <a:pt x="2724" y="5384"/>
                    <a:pt x="2059" y="5036"/>
                    <a:pt x="1742" y="4308"/>
                  </a:cubicBezTo>
                  <a:lnTo>
                    <a:pt x="3231" y="4308"/>
                  </a:lnTo>
                  <a:cubicBezTo>
                    <a:pt x="3484" y="4308"/>
                    <a:pt x="3674" y="4118"/>
                    <a:pt x="3674" y="3896"/>
                  </a:cubicBezTo>
                  <a:cubicBezTo>
                    <a:pt x="3674" y="3643"/>
                    <a:pt x="3484" y="3453"/>
                    <a:pt x="3231" y="3453"/>
                  </a:cubicBezTo>
                  <a:lnTo>
                    <a:pt x="1552" y="3453"/>
                  </a:lnTo>
                  <a:cubicBezTo>
                    <a:pt x="1552" y="3358"/>
                    <a:pt x="1552" y="3231"/>
                    <a:pt x="1552" y="3104"/>
                  </a:cubicBezTo>
                  <a:cubicBezTo>
                    <a:pt x="1552" y="2978"/>
                    <a:pt x="1552" y="2851"/>
                    <a:pt x="1552" y="2756"/>
                  </a:cubicBezTo>
                  <a:lnTo>
                    <a:pt x="3231" y="2756"/>
                  </a:lnTo>
                  <a:cubicBezTo>
                    <a:pt x="3484" y="2756"/>
                    <a:pt x="3674" y="2566"/>
                    <a:pt x="3674" y="2344"/>
                  </a:cubicBezTo>
                  <a:cubicBezTo>
                    <a:pt x="3674" y="2091"/>
                    <a:pt x="3484" y="1901"/>
                    <a:pt x="3231" y="1901"/>
                  </a:cubicBezTo>
                  <a:lnTo>
                    <a:pt x="1742" y="1901"/>
                  </a:lnTo>
                  <a:cubicBezTo>
                    <a:pt x="2059" y="1173"/>
                    <a:pt x="2724" y="856"/>
                    <a:pt x="3896" y="856"/>
                  </a:cubicBezTo>
                  <a:cubicBezTo>
                    <a:pt x="4117" y="856"/>
                    <a:pt x="4307" y="666"/>
                    <a:pt x="4307" y="412"/>
                  </a:cubicBezTo>
                  <a:cubicBezTo>
                    <a:pt x="4307" y="191"/>
                    <a:pt x="4117" y="1"/>
                    <a:pt x="38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3"/>
            <p:cNvSpPr/>
            <p:nvPr/>
          </p:nvSpPr>
          <p:spPr>
            <a:xfrm>
              <a:off x="3134453" y="1975738"/>
              <a:ext cx="116995" cy="227856"/>
            </a:xfrm>
            <a:custGeom>
              <a:rect b="b" l="l" r="r" t="t"/>
              <a:pathLst>
                <a:path extrusionOk="0" h="7095" w="3643">
                  <a:moveTo>
                    <a:pt x="1330" y="1616"/>
                  </a:moveTo>
                  <a:lnTo>
                    <a:pt x="1330" y="2661"/>
                  </a:lnTo>
                  <a:cubicBezTo>
                    <a:pt x="1299" y="2629"/>
                    <a:pt x="1235" y="2566"/>
                    <a:pt x="1172" y="2534"/>
                  </a:cubicBezTo>
                  <a:cubicBezTo>
                    <a:pt x="1077" y="2439"/>
                    <a:pt x="1014" y="2281"/>
                    <a:pt x="1045" y="2059"/>
                  </a:cubicBezTo>
                  <a:cubicBezTo>
                    <a:pt x="1077" y="1901"/>
                    <a:pt x="1172" y="1743"/>
                    <a:pt x="1330" y="1616"/>
                  </a:cubicBezTo>
                  <a:close/>
                  <a:moveTo>
                    <a:pt x="2185" y="3928"/>
                  </a:moveTo>
                  <a:cubicBezTo>
                    <a:pt x="2724" y="4150"/>
                    <a:pt x="2692" y="4625"/>
                    <a:pt x="2660" y="4783"/>
                  </a:cubicBezTo>
                  <a:cubicBezTo>
                    <a:pt x="2629" y="5036"/>
                    <a:pt x="2470" y="5290"/>
                    <a:pt x="2185" y="5448"/>
                  </a:cubicBezTo>
                  <a:lnTo>
                    <a:pt x="2185" y="3928"/>
                  </a:lnTo>
                  <a:close/>
                  <a:moveTo>
                    <a:pt x="1774" y="1"/>
                  </a:moveTo>
                  <a:cubicBezTo>
                    <a:pt x="1520" y="1"/>
                    <a:pt x="1330" y="191"/>
                    <a:pt x="1330" y="444"/>
                  </a:cubicBezTo>
                  <a:lnTo>
                    <a:pt x="1330" y="729"/>
                  </a:lnTo>
                  <a:cubicBezTo>
                    <a:pt x="1299" y="729"/>
                    <a:pt x="1267" y="761"/>
                    <a:pt x="1235" y="761"/>
                  </a:cubicBezTo>
                  <a:cubicBezTo>
                    <a:pt x="728" y="919"/>
                    <a:pt x="348" y="1363"/>
                    <a:pt x="222" y="1933"/>
                  </a:cubicBezTo>
                  <a:cubicBezTo>
                    <a:pt x="127" y="2439"/>
                    <a:pt x="285" y="2914"/>
                    <a:pt x="665" y="3200"/>
                  </a:cubicBezTo>
                  <a:cubicBezTo>
                    <a:pt x="823" y="3358"/>
                    <a:pt x="1045" y="3485"/>
                    <a:pt x="1330" y="3611"/>
                  </a:cubicBezTo>
                  <a:lnTo>
                    <a:pt x="1330" y="5543"/>
                  </a:lnTo>
                  <a:cubicBezTo>
                    <a:pt x="1140" y="5511"/>
                    <a:pt x="982" y="5448"/>
                    <a:pt x="728" y="5258"/>
                  </a:cubicBezTo>
                  <a:cubicBezTo>
                    <a:pt x="650" y="5213"/>
                    <a:pt x="567" y="5192"/>
                    <a:pt x="488" y="5192"/>
                  </a:cubicBezTo>
                  <a:cubicBezTo>
                    <a:pt x="343" y="5192"/>
                    <a:pt x="209" y="5262"/>
                    <a:pt x="127" y="5385"/>
                  </a:cubicBezTo>
                  <a:cubicBezTo>
                    <a:pt x="0" y="5575"/>
                    <a:pt x="63" y="5860"/>
                    <a:pt x="253" y="5986"/>
                  </a:cubicBezTo>
                  <a:cubicBezTo>
                    <a:pt x="665" y="6271"/>
                    <a:pt x="982" y="6335"/>
                    <a:pt x="1330" y="6366"/>
                  </a:cubicBezTo>
                  <a:lnTo>
                    <a:pt x="1330" y="6683"/>
                  </a:lnTo>
                  <a:cubicBezTo>
                    <a:pt x="1330" y="6905"/>
                    <a:pt x="1520" y="7095"/>
                    <a:pt x="1774" y="7095"/>
                  </a:cubicBezTo>
                  <a:cubicBezTo>
                    <a:pt x="1995" y="7095"/>
                    <a:pt x="2185" y="6905"/>
                    <a:pt x="2185" y="6683"/>
                  </a:cubicBezTo>
                  <a:lnTo>
                    <a:pt x="2185" y="6335"/>
                  </a:lnTo>
                  <a:cubicBezTo>
                    <a:pt x="2914" y="6176"/>
                    <a:pt x="3389" y="5543"/>
                    <a:pt x="3515" y="4910"/>
                  </a:cubicBezTo>
                  <a:cubicBezTo>
                    <a:pt x="3642" y="4118"/>
                    <a:pt x="3230" y="3390"/>
                    <a:pt x="2439" y="3136"/>
                  </a:cubicBezTo>
                  <a:cubicBezTo>
                    <a:pt x="2344" y="3105"/>
                    <a:pt x="2280" y="3073"/>
                    <a:pt x="2185" y="3041"/>
                  </a:cubicBezTo>
                  <a:lnTo>
                    <a:pt x="2185" y="1584"/>
                  </a:lnTo>
                  <a:cubicBezTo>
                    <a:pt x="2375" y="1648"/>
                    <a:pt x="2470" y="1711"/>
                    <a:pt x="2470" y="1743"/>
                  </a:cubicBezTo>
                  <a:cubicBezTo>
                    <a:pt x="2565" y="1806"/>
                    <a:pt x="2660" y="1838"/>
                    <a:pt x="2755" y="1838"/>
                  </a:cubicBezTo>
                  <a:cubicBezTo>
                    <a:pt x="2977" y="1838"/>
                    <a:pt x="3167" y="1648"/>
                    <a:pt x="3167" y="1394"/>
                  </a:cubicBezTo>
                  <a:cubicBezTo>
                    <a:pt x="3167" y="1268"/>
                    <a:pt x="3104" y="1141"/>
                    <a:pt x="2977" y="1046"/>
                  </a:cubicBezTo>
                  <a:cubicBezTo>
                    <a:pt x="2882" y="951"/>
                    <a:pt x="2597" y="793"/>
                    <a:pt x="2185" y="698"/>
                  </a:cubicBezTo>
                  <a:lnTo>
                    <a:pt x="2185" y="444"/>
                  </a:lnTo>
                  <a:cubicBezTo>
                    <a:pt x="2185" y="191"/>
                    <a:pt x="1995" y="1"/>
                    <a:pt x="17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3"/>
            <p:cNvSpPr/>
            <p:nvPr/>
          </p:nvSpPr>
          <p:spPr>
            <a:xfrm>
              <a:off x="2581176" y="2075327"/>
              <a:ext cx="142398" cy="202517"/>
            </a:xfrm>
            <a:custGeom>
              <a:rect b="b" l="l" r="r" t="t"/>
              <a:pathLst>
                <a:path extrusionOk="0" h="6306" w="4434">
                  <a:moveTo>
                    <a:pt x="448" y="1"/>
                  </a:moveTo>
                  <a:cubicBezTo>
                    <a:pt x="368" y="1"/>
                    <a:pt x="289" y="22"/>
                    <a:pt x="222" y="67"/>
                  </a:cubicBezTo>
                  <a:cubicBezTo>
                    <a:pt x="32" y="225"/>
                    <a:pt x="0" y="479"/>
                    <a:pt x="127" y="669"/>
                  </a:cubicBezTo>
                  <a:lnTo>
                    <a:pt x="1584" y="2885"/>
                  </a:lnTo>
                  <a:lnTo>
                    <a:pt x="475" y="2885"/>
                  </a:lnTo>
                  <a:cubicBezTo>
                    <a:pt x="253" y="2885"/>
                    <a:pt x="63" y="3075"/>
                    <a:pt x="63" y="3297"/>
                  </a:cubicBezTo>
                  <a:cubicBezTo>
                    <a:pt x="63" y="3550"/>
                    <a:pt x="253" y="3740"/>
                    <a:pt x="475" y="3740"/>
                  </a:cubicBezTo>
                  <a:lnTo>
                    <a:pt x="1805" y="3740"/>
                  </a:lnTo>
                  <a:lnTo>
                    <a:pt x="1805" y="4310"/>
                  </a:lnTo>
                  <a:lnTo>
                    <a:pt x="475" y="4310"/>
                  </a:lnTo>
                  <a:cubicBezTo>
                    <a:pt x="253" y="4310"/>
                    <a:pt x="63" y="4500"/>
                    <a:pt x="63" y="4754"/>
                  </a:cubicBezTo>
                  <a:cubicBezTo>
                    <a:pt x="63" y="4976"/>
                    <a:pt x="253" y="5166"/>
                    <a:pt x="475" y="5166"/>
                  </a:cubicBezTo>
                  <a:lnTo>
                    <a:pt x="1805" y="5166"/>
                  </a:lnTo>
                  <a:lnTo>
                    <a:pt x="1805" y="5894"/>
                  </a:lnTo>
                  <a:cubicBezTo>
                    <a:pt x="1805" y="6116"/>
                    <a:pt x="1995" y="6306"/>
                    <a:pt x="2217" y="6306"/>
                  </a:cubicBezTo>
                  <a:cubicBezTo>
                    <a:pt x="2439" y="6306"/>
                    <a:pt x="2629" y="6116"/>
                    <a:pt x="2629" y="5894"/>
                  </a:cubicBezTo>
                  <a:lnTo>
                    <a:pt x="2629" y="5166"/>
                  </a:lnTo>
                  <a:lnTo>
                    <a:pt x="3959" y="5166"/>
                  </a:lnTo>
                  <a:cubicBezTo>
                    <a:pt x="4180" y="5166"/>
                    <a:pt x="4370" y="4976"/>
                    <a:pt x="4370" y="4754"/>
                  </a:cubicBezTo>
                  <a:cubicBezTo>
                    <a:pt x="4370" y="4500"/>
                    <a:pt x="4180" y="4310"/>
                    <a:pt x="3959" y="4310"/>
                  </a:cubicBezTo>
                  <a:lnTo>
                    <a:pt x="2629" y="4310"/>
                  </a:lnTo>
                  <a:lnTo>
                    <a:pt x="2629" y="3740"/>
                  </a:lnTo>
                  <a:lnTo>
                    <a:pt x="3959" y="3740"/>
                  </a:lnTo>
                  <a:cubicBezTo>
                    <a:pt x="4180" y="3740"/>
                    <a:pt x="4370" y="3550"/>
                    <a:pt x="4370" y="3297"/>
                  </a:cubicBezTo>
                  <a:cubicBezTo>
                    <a:pt x="4370" y="3075"/>
                    <a:pt x="4180" y="2885"/>
                    <a:pt x="3959" y="2885"/>
                  </a:cubicBezTo>
                  <a:lnTo>
                    <a:pt x="2850" y="2885"/>
                  </a:lnTo>
                  <a:lnTo>
                    <a:pt x="4307" y="669"/>
                  </a:lnTo>
                  <a:cubicBezTo>
                    <a:pt x="4434" y="479"/>
                    <a:pt x="4370" y="225"/>
                    <a:pt x="4180" y="99"/>
                  </a:cubicBezTo>
                  <a:cubicBezTo>
                    <a:pt x="4107" y="50"/>
                    <a:pt x="4025" y="24"/>
                    <a:pt x="3944" y="24"/>
                  </a:cubicBezTo>
                  <a:cubicBezTo>
                    <a:pt x="3814" y="24"/>
                    <a:pt x="3688" y="89"/>
                    <a:pt x="3610" y="225"/>
                  </a:cubicBezTo>
                  <a:lnTo>
                    <a:pt x="2217" y="2284"/>
                  </a:lnTo>
                  <a:lnTo>
                    <a:pt x="824" y="194"/>
                  </a:lnTo>
                  <a:cubicBezTo>
                    <a:pt x="742" y="71"/>
                    <a:pt x="594" y="1"/>
                    <a:pt x="4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4" name="Google Shape;1034;p23"/>
          <p:cNvSpPr txBox="1"/>
          <p:nvPr/>
        </p:nvSpPr>
        <p:spPr>
          <a:xfrm>
            <a:off x="777875" y="3244100"/>
            <a:ext cx="1463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035" name="Google Shape;1035;p23"/>
          <p:cNvSpPr txBox="1"/>
          <p:nvPr/>
        </p:nvSpPr>
        <p:spPr>
          <a:xfrm>
            <a:off x="777875" y="3608921"/>
            <a:ext cx="1463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23"/>
          <p:cNvSpPr txBox="1"/>
          <p:nvPr/>
        </p:nvSpPr>
        <p:spPr>
          <a:xfrm>
            <a:off x="2302569" y="3244100"/>
            <a:ext cx="1463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037" name="Google Shape;1037;p23"/>
          <p:cNvSpPr txBox="1"/>
          <p:nvPr/>
        </p:nvSpPr>
        <p:spPr>
          <a:xfrm>
            <a:off x="2302569" y="3608921"/>
            <a:ext cx="1463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23"/>
          <p:cNvSpPr txBox="1"/>
          <p:nvPr/>
        </p:nvSpPr>
        <p:spPr>
          <a:xfrm>
            <a:off x="3827263" y="3244100"/>
            <a:ext cx="1463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039" name="Google Shape;1039;p23"/>
          <p:cNvSpPr txBox="1"/>
          <p:nvPr/>
        </p:nvSpPr>
        <p:spPr>
          <a:xfrm>
            <a:off x="3827262" y="3608921"/>
            <a:ext cx="1463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23"/>
          <p:cNvSpPr txBox="1"/>
          <p:nvPr/>
        </p:nvSpPr>
        <p:spPr>
          <a:xfrm>
            <a:off x="5351956" y="3244100"/>
            <a:ext cx="1463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041" name="Google Shape;1041;p23"/>
          <p:cNvSpPr txBox="1"/>
          <p:nvPr/>
        </p:nvSpPr>
        <p:spPr>
          <a:xfrm>
            <a:off x="5351956" y="3608921"/>
            <a:ext cx="1463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the third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and the fifth-largest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23"/>
          <p:cNvSpPr txBox="1"/>
          <p:nvPr/>
        </p:nvSpPr>
        <p:spPr>
          <a:xfrm>
            <a:off x="6876650" y="3244100"/>
            <a:ext cx="1463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043" name="Google Shape;1043;p23"/>
          <p:cNvSpPr txBox="1"/>
          <p:nvPr/>
        </p:nvSpPr>
        <p:spPr>
          <a:xfrm>
            <a:off x="6876650" y="3608921"/>
            <a:ext cx="1463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23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4"/>
          <p:cNvSpPr/>
          <p:nvPr/>
        </p:nvSpPr>
        <p:spPr>
          <a:xfrm>
            <a:off x="6339175" y="3571974"/>
            <a:ext cx="1644322" cy="828627"/>
          </a:xfrm>
          <a:custGeom>
            <a:rect b="b" l="l" r="r" t="t"/>
            <a:pathLst>
              <a:path extrusionOk="0" h="24291" w="50006">
                <a:moveTo>
                  <a:pt x="0" y="0"/>
                </a:moveTo>
                <a:lnTo>
                  <a:pt x="0" y="24290"/>
                </a:lnTo>
                <a:lnTo>
                  <a:pt x="50006" y="24290"/>
                </a:lnTo>
                <a:lnTo>
                  <a:pt x="50006" y="0"/>
                </a:lnTo>
                <a:close/>
              </a:path>
            </a:pathLst>
          </a:custGeom>
          <a:solidFill>
            <a:srgbClr val="F2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4"/>
          <p:cNvSpPr/>
          <p:nvPr/>
        </p:nvSpPr>
        <p:spPr>
          <a:xfrm>
            <a:off x="7983505" y="3571974"/>
            <a:ext cx="116667" cy="828627"/>
          </a:xfrm>
          <a:custGeom>
            <a:rect b="b" l="l" r="r" t="t"/>
            <a:pathLst>
              <a:path extrusionOk="0" h="24291" w="3548">
                <a:moveTo>
                  <a:pt x="1" y="0"/>
                </a:moveTo>
                <a:lnTo>
                  <a:pt x="1" y="24290"/>
                </a:lnTo>
                <a:lnTo>
                  <a:pt x="3548" y="24290"/>
                </a:lnTo>
                <a:lnTo>
                  <a:pt x="3548" y="0"/>
                </a:ln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24"/>
          <p:cNvSpPr/>
          <p:nvPr/>
        </p:nvSpPr>
        <p:spPr>
          <a:xfrm>
            <a:off x="6456326" y="3650720"/>
            <a:ext cx="1401806" cy="9730"/>
          </a:xfrm>
          <a:custGeom>
            <a:rect b="b" l="l" r="r" t="t"/>
            <a:pathLst>
              <a:path extrusionOk="0" h="317" w="36136">
                <a:moveTo>
                  <a:pt x="1" y="0"/>
                </a:moveTo>
                <a:lnTo>
                  <a:pt x="1" y="317"/>
                </a:lnTo>
                <a:lnTo>
                  <a:pt x="36135" y="317"/>
                </a:lnTo>
                <a:lnTo>
                  <a:pt x="36135" y="0"/>
                </a:ln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4"/>
          <p:cNvSpPr/>
          <p:nvPr/>
        </p:nvSpPr>
        <p:spPr>
          <a:xfrm>
            <a:off x="1174100" y="1981650"/>
            <a:ext cx="1644302" cy="876635"/>
          </a:xfrm>
          <a:custGeom>
            <a:rect b="b" l="l" r="r" t="t"/>
            <a:pathLst>
              <a:path extrusionOk="0" h="24260" w="49975">
                <a:moveTo>
                  <a:pt x="0" y="1"/>
                </a:moveTo>
                <a:lnTo>
                  <a:pt x="0" y="24259"/>
                </a:lnTo>
                <a:lnTo>
                  <a:pt x="49974" y="24259"/>
                </a:lnTo>
                <a:lnTo>
                  <a:pt x="49974" y="1"/>
                </a:lnTo>
                <a:close/>
              </a:path>
            </a:pathLst>
          </a:custGeom>
          <a:solidFill>
            <a:srgbClr val="F2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24"/>
          <p:cNvSpPr/>
          <p:nvPr/>
        </p:nvSpPr>
        <p:spPr>
          <a:xfrm>
            <a:off x="1044775" y="1981651"/>
            <a:ext cx="129363" cy="876635"/>
          </a:xfrm>
          <a:custGeom>
            <a:rect b="b" l="l" r="r" t="t"/>
            <a:pathLst>
              <a:path extrusionOk="0" h="24260" w="3580">
                <a:moveTo>
                  <a:pt x="1" y="1"/>
                </a:moveTo>
                <a:lnTo>
                  <a:pt x="1" y="24259"/>
                </a:lnTo>
                <a:lnTo>
                  <a:pt x="3579" y="24259"/>
                </a:lnTo>
                <a:lnTo>
                  <a:pt x="3579" y="1"/>
                </a:ln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4"/>
          <p:cNvSpPr/>
          <p:nvPr/>
        </p:nvSpPr>
        <p:spPr>
          <a:xfrm>
            <a:off x="1286822" y="2059425"/>
            <a:ext cx="1401767" cy="10713"/>
          </a:xfrm>
          <a:custGeom>
            <a:rect b="b" l="l" r="r" t="t"/>
            <a:pathLst>
              <a:path extrusionOk="0" h="349" w="36135">
                <a:moveTo>
                  <a:pt x="0" y="0"/>
                </a:moveTo>
                <a:lnTo>
                  <a:pt x="0" y="349"/>
                </a:lnTo>
                <a:lnTo>
                  <a:pt x="36135" y="349"/>
                </a:lnTo>
                <a:lnTo>
                  <a:pt x="36135" y="0"/>
                </a:ln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24"/>
          <p:cNvSpPr/>
          <p:nvPr/>
        </p:nvSpPr>
        <p:spPr>
          <a:xfrm>
            <a:off x="1240181" y="1802787"/>
            <a:ext cx="7797" cy="8779"/>
          </a:xfrm>
          <a:custGeom>
            <a:rect b="b" l="l" r="r" t="t"/>
            <a:pathLst>
              <a:path extrusionOk="0" h="286" w="254">
                <a:moveTo>
                  <a:pt x="127" y="1"/>
                </a:moveTo>
                <a:cubicBezTo>
                  <a:pt x="64" y="1"/>
                  <a:pt x="0" y="64"/>
                  <a:pt x="0" y="127"/>
                </a:cubicBezTo>
                <a:cubicBezTo>
                  <a:pt x="0" y="222"/>
                  <a:pt x="64" y="286"/>
                  <a:pt x="127" y="286"/>
                </a:cubicBezTo>
                <a:cubicBezTo>
                  <a:pt x="190" y="286"/>
                  <a:pt x="254" y="222"/>
                  <a:pt x="254" y="127"/>
                </a:cubicBezTo>
                <a:cubicBezTo>
                  <a:pt x="254" y="64"/>
                  <a:pt x="190" y="1"/>
                  <a:pt x="127" y="1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4"/>
          <p:cNvSpPr/>
          <p:nvPr/>
        </p:nvSpPr>
        <p:spPr>
          <a:xfrm>
            <a:off x="1154625" y="3571975"/>
            <a:ext cx="1644302" cy="828627"/>
          </a:xfrm>
          <a:custGeom>
            <a:rect b="b" l="l" r="r" t="t"/>
            <a:pathLst>
              <a:path extrusionOk="0" h="24291" w="49975">
                <a:moveTo>
                  <a:pt x="0" y="0"/>
                </a:moveTo>
                <a:lnTo>
                  <a:pt x="0" y="24290"/>
                </a:lnTo>
                <a:lnTo>
                  <a:pt x="49974" y="24290"/>
                </a:lnTo>
                <a:lnTo>
                  <a:pt x="49974" y="0"/>
                </a:lnTo>
                <a:close/>
              </a:path>
            </a:pathLst>
          </a:custGeom>
          <a:solidFill>
            <a:srgbClr val="F2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24"/>
          <p:cNvSpPr/>
          <p:nvPr/>
        </p:nvSpPr>
        <p:spPr>
          <a:xfrm>
            <a:off x="1044775" y="3571974"/>
            <a:ext cx="109897" cy="828627"/>
          </a:xfrm>
          <a:custGeom>
            <a:rect b="b" l="l" r="r" t="t"/>
            <a:pathLst>
              <a:path extrusionOk="0" h="24291" w="3580">
                <a:moveTo>
                  <a:pt x="1" y="0"/>
                </a:moveTo>
                <a:lnTo>
                  <a:pt x="1" y="24290"/>
                </a:lnTo>
                <a:lnTo>
                  <a:pt x="3579" y="24290"/>
                </a:lnTo>
                <a:lnTo>
                  <a:pt x="3579" y="0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24"/>
          <p:cNvSpPr/>
          <p:nvPr/>
        </p:nvSpPr>
        <p:spPr>
          <a:xfrm>
            <a:off x="1286822" y="3650720"/>
            <a:ext cx="1401767" cy="9730"/>
          </a:xfrm>
          <a:custGeom>
            <a:rect b="b" l="l" r="r" t="t"/>
            <a:pathLst>
              <a:path extrusionOk="0" h="317" w="36135">
                <a:moveTo>
                  <a:pt x="0" y="0"/>
                </a:moveTo>
                <a:lnTo>
                  <a:pt x="0" y="317"/>
                </a:lnTo>
                <a:lnTo>
                  <a:pt x="36135" y="317"/>
                </a:lnTo>
                <a:lnTo>
                  <a:pt x="36135" y="0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24"/>
          <p:cNvSpPr/>
          <p:nvPr/>
        </p:nvSpPr>
        <p:spPr>
          <a:xfrm>
            <a:off x="6339175" y="1981651"/>
            <a:ext cx="1644322" cy="876635"/>
          </a:xfrm>
          <a:custGeom>
            <a:rect b="b" l="l" r="r" t="t"/>
            <a:pathLst>
              <a:path extrusionOk="0" h="24260" w="50006">
                <a:moveTo>
                  <a:pt x="0" y="1"/>
                </a:moveTo>
                <a:lnTo>
                  <a:pt x="0" y="24259"/>
                </a:lnTo>
                <a:lnTo>
                  <a:pt x="50006" y="24259"/>
                </a:lnTo>
                <a:lnTo>
                  <a:pt x="50006" y="1"/>
                </a:lnTo>
                <a:close/>
              </a:path>
            </a:pathLst>
          </a:custGeom>
          <a:solidFill>
            <a:srgbClr val="F2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4"/>
          <p:cNvSpPr/>
          <p:nvPr/>
        </p:nvSpPr>
        <p:spPr>
          <a:xfrm>
            <a:off x="7983505" y="1981651"/>
            <a:ext cx="116667" cy="876635"/>
          </a:xfrm>
          <a:custGeom>
            <a:rect b="b" l="l" r="r" t="t"/>
            <a:pathLst>
              <a:path extrusionOk="0" h="24260" w="3548">
                <a:moveTo>
                  <a:pt x="1" y="1"/>
                </a:moveTo>
                <a:lnTo>
                  <a:pt x="1" y="24259"/>
                </a:lnTo>
                <a:lnTo>
                  <a:pt x="3548" y="24259"/>
                </a:lnTo>
                <a:lnTo>
                  <a:pt x="3548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4"/>
          <p:cNvSpPr/>
          <p:nvPr/>
        </p:nvSpPr>
        <p:spPr>
          <a:xfrm>
            <a:off x="6456326" y="2059425"/>
            <a:ext cx="1401806" cy="10713"/>
          </a:xfrm>
          <a:custGeom>
            <a:rect b="b" l="l" r="r" t="t"/>
            <a:pathLst>
              <a:path extrusionOk="0" h="349" w="36136">
                <a:moveTo>
                  <a:pt x="1" y="0"/>
                </a:moveTo>
                <a:lnTo>
                  <a:pt x="1" y="349"/>
                </a:lnTo>
                <a:lnTo>
                  <a:pt x="36135" y="349"/>
                </a:lnTo>
                <a:lnTo>
                  <a:pt x="36135" y="0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2" name="Google Shape;1062;p24"/>
          <p:cNvGrpSpPr/>
          <p:nvPr/>
        </p:nvGrpSpPr>
        <p:grpSpPr>
          <a:xfrm>
            <a:off x="3891031" y="1005576"/>
            <a:ext cx="1362889" cy="3709583"/>
            <a:chOff x="3891031" y="1005576"/>
            <a:chExt cx="1362889" cy="3709583"/>
          </a:xfrm>
        </p:grpSpPr>
        <p:sp>
          <p:nvSpPr>
            <p:cNvPr id="1063" name="Google Shape;1063;p24"/>
            <p:cNvSpPr/>
            <p:nvPr/>
          </p:nvSpPr>
          <p:spPr>
            <a:xfrm>
              <a:off x="4345962" y="1815433"/>
              <a:ext cx="907958" cy="1377469"/>
            </a:xfrm>
            <a:custGeom>
              <a:rect b="b" l="l" r="r" t="t"/>
              <a:pathLst>
                <a:path extrusionOk="0" h="44876" w="29580">
                  <a:moveTo>
                    <a:pt x="1" y="0"/>
                  </a:moveTo>
                  <a:lnTo>
                    <a:pt x="11845" y="11940"/>
                  </a:lnTo>
                  <a:lnTo>
                    <a:pt x="11782" y="44875"/>
                  </a:lnTo>
                  <a:lnTo>
                    <a:pt x="18717" y="44464"/>
                  </a:lnTo>
                  <a:lnTo>
                    <a:pt x="16405" y="11338"/>
                  </a:lnTo>
                  <a:lnTo>
                    <a:pt x="29580" y="0"/>
                  </a:lnTo>
                  <a:lnTo>
                    <a:pt x="14759" y="69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24"/>
            <p:cNvSpPr/>
            <p:nvPr/>
          </p:nvSpPr>
          <p:spPr>
            <a:xfrm>
              <a:off x="4345962" y="1552009"/>
              <a:ext cx="907958" cy="525897"/>
            </a:xfrm>
            <a:custGeom>
              <a:rect b="b" l="l" r="r" t="t"/>
              <a:pathLst>
                <a:path extrusionOk="0" h="17133" w="29580">
                  <a:moveTo>
                    <a:pt x="14727" y="0"/>
                  </a:moveTo>
                  <a:lnTo>
                    <a:pt x="1" y="8582"/>
                  </a:lnTo>
                  <a:lnTo>
                    <a:pt x="14822" y="17133"/>
                  </a:lnTo>
                  <a:lnTo>
                    <a:pt x="29580" y="8582"/>
                  </a:lnTo>
                  <a:lnTo>
                    <a:pt x="14727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4"/>
            <p:cNvSpPr/>
            <p:nvPr/>
          </p:nvSpPr>
          <p:spPr>
            <a:xfrm>
              <a:off x="4798959" y="1815433"/>
              <a:ext cx="454961" cy="2313574"/>
            </a:xfrm>
            <a:custGeom>
              <a:rect b="b" l="l" r="r" t="t"/>
              <a:pathLst>
                <a:path extrusionOk="0" h="75373" w="14822">
                  <a:moveTo>
                    <a:pt x="14822" y="0"/>
                  </a:moveTo>
                  <a:lnTo>
                    <a:pt x="64" y="8551"/>
                  </a:lnTo>
                  <a:lnTo>
                    <a:pt x="1" y="75372"/>
                  </a:lnTo>
                  <a:lnTo>
                    <a:pt x="14758" y="66790"/>
                  </a:lnTo>
                  <a:lnTo>
                    <a:pt x="14822" y="0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4"/>
            <p:cNvSpPr/>
            <p:nvPr/>
          </p:nvSpPr>
          <p:spPr>
            <a:xfrm>
              <a:off x="4344028" y="1815433"/>
              <a:ext cx="456926" cy="2313574"/>
            </a:xfrm>
            <a:custGeom>
              <a:rect b="b" l="l" r="r" t="t"/>
              <a:pathLst>
                <a:path extrusionOk="0" h="75373" w="14886">
                  <a:moveTo>
                    <a:pt x="64" y="0"/>
                  </a:moveTo>
                  <a:lnTo>
                    <a:pt x="1" y="66790"/>
                  </a:lnTo>
                  <a:lnTo>
                    <a:pt x="14822" y="75372"/>
                  </a:lnTo>
                  <a:lnTo>
                    <a:pt x="14885" y="8551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4729956" y="1806439"/>
              <a:ext cx="78763" cy="59057"/>
            </a:xfrm>
            <a:custGeom>
              <a:rect b="b" l="l" r="r" t="t"/>
              <a:pathLst>
                <a:path extrusionOk="0" h="1924" w="2566">
                  <a:moveTo>
                    <a:pt x="412" y="0"/>
                  </a:moveTo>
                  <a:cubicBezTo>
                    <a:pt x="349" y="0"/>
                    <a:pt x="285" y="24"/>
                    <a:pt x="222" y="72"/>
                  </a:cubicBezTo>
                  <a:lnTo>
                    <a:pt x="190" y="72"/>
                  </a:lnTo>
                  <a:cubicBezTo>
                    <a:pt x="0" y="198"/>
                    <a:pt x="0" y="927"/>
                    <a:pt x="190" y="1022"/>
                  </a:cubicBezTo>
                  <a:lnTo>
                    <a:pt x="1679" y="1877"/>
                  </a:lnTo>
                  <a:cubicBezTo>
                    <a:pt x="1754" y="1910"/>
                    <a:pt x="1825" y="1924"/>
                    <a:pt x="1891" y="1924"/>
                  </a:cubicBezTo>
                  <a:cubicBezTo>
                    <a:pt x="2072" y="1924"/>
                    <a:pt x="2211" y="1820"/>
                    <a:pt x="2280" y="1750"/>
                  </a:cubicBezTo>
                  <a:cubicBezTo>
                    <a:pt x="2439" y="1560"/>
                    <a:pt x="2565" y="1212"/>
                    <a:pt x="2059" y="958"/>
                  </a:cubicBezTo>
                  <a:cubicBezTo>
                    <a:pt x="1679" y="737"/>
                    <a:pt x="602" y="72"/>
                    <a:pt x="602" y="72"/>
                  </a:cubicBezTo>
                  <a:cubicBezTo>
                    <a:pt x="539" y="24"/>
                    <a:pt x="475" y="0"/>
                    <a:pt x="412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4"/>
            <p:cNvSpPr/>
            <p:nvPr/>
          </p:nvSpPr>
          <p:spPr>
            <a:xfrm>
              <a:off x="4732872" y="1834863"/>
              <a:ext cx="72931" cy="30634"/>
            </a:xfrm>
            <a:custGeom>
              <a:rect b="b" l="l" r="r" t="t"/>
              <a:pathLst>
                <a:path extrusionOk="0" h="998" w="2376">
                  <a:moveTo>
                    <a:pt x="0" y="1"/>
                  </a:moveTo>
                  <a:lnTo>
                    <a:pt x="0" y="1"/>
                  </a:lnTo>
                  <a:cubicBezTo>
                    <a:pt x="32" y="32"/>
                    <a:pt x="64" y="96"/>
                    <a:pt x="95" y="96"/>
                  </a:cubicBezTo>
                  <a:lnTo>
                    <a:pt x="1552" y="951"/>
                  </a:lnTo>
                  <a:cubicBezTo>
                    <a:pt x="1636" y="984"/>
                    <a:pt x="1713" y="998"/>
                    <a:pt x="1783" y="998"/>
                  </a:cubicBezTo>
                  <a:cubicBezTo>
                    <a:pt x="1977" y="998"/>
                    <a:pt x="2116" y="894"/>
                    <a:pt x="2185" y="824"/>
                  </a:cubicBezTo>
                  <a:cubicBezTo>
                    <a:pt x="2280" y="729"/>
                    <a:pt x="2375" y="571"/>
                    <a:pt x="2312" y="381"/>
                  </a:cubicBezTo>
                  <a:lnTo>
                    <a:pt x="2312" y="381"/>
                  </a:lnTo>
                  <a:cubicBezTo>
                    <a:pt x="2312" y="507"/>
                    <a:pt x="2249" y="634"/>
                    <a:pt x="2154" y="697"/>
                  </a:cubicBezTo>
                  <a:cubicBezTo>
                    <a:pt x="2083" y="791"/>
                    <a:pt x="1944" y="902"/>
                    <a:pt x="1747" y="902"/>
                  </a:cubicBezTo>
                  <a:cubicBezTo>
                    <a:pt x="1678" y="902"/>
                    <a:pt x="1603" y="889"/>
                    <a:pt x="1520" y="85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4"/>
            <p:cNvSpPr/>
            <p:nvPr/>
          </p:nvSpPr>
          <p:spPr>
            <a:xfrm>
              <a:off x="4713412" y="1581169"/>
              <a:ext cx="77812" cy="249857"/>
            </a:xfrm>
            <a:custGeom>
              <a:rect b="b" l="l" r="r" t="t"/>
              <a:pathLst>
                <a:path extrusionOk="0" h="8140" w="2535">
                  <a:moveTo>
                    <a:pt x="32" y="0"/>
                  </a:moveTo>
                  <a:cubicBezTo>
                    <a:pt x="1" y="0"/>
                    <a:pt x="761" y="7474"/>
                    <a:pt x="761" y="7537"/>
                  </a:cubicBezTo>
                  <a:cubicBezTo>
                    <a:pt x="847" y="8113"/>
                    <a:pt x="1143" y="8139"/>
                    <a:pt x="1196" y="8139"/>
                  </a:cubicBezTo>
                  <a:cubicBezTo>
                    <a:pt x="1201" y="8139"/>
                    <a:pt x="1204" y="8139"/>
                    <a:pt x="1204" y="8139"/>
                  </a:cubicBezTo>
                  <a:cubicBezTo>
                    <a:pt x="1489" y="8139"/>
                    <a:pt x="1806" y="8107"/>
                    <a:pt x="1901" y="7474"/>
                  </a:cubicBezTo>
                  <a:cubicBezTo>
                    <a:pt x="1901" y="7411"/>
                    <a:pt x="2534" y="32"/>
                    <a:pt x="2471" y="32"/>
                  </a:cubicBezTo>
                  <a:lnTo>
                    <a:pt x="1236" y="3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24"/>
            <p:cNvSpPr/>
            <p:nvPr/>
          </p:nvSpPr>
          <p:spPr>
            <a:xfrm>
              <a:off x="4763445" y="1826944"/>
              <a:ext cx="15777" cy="11511"/>
            </a:xfrm>
            <a:custGeom>
              <a:rect b="b" l="l" r="r" t="t"/>
              <a:pathLst>
                <a:path extrusionOk="0" h="375" w="514">
                  <a:moveTo>
                    <a:pt x="427" y="0"/>
                  </a:moveTo>
                  <a:cubicBezTo>
                    <a:pt x="418" y="0"/>
                    <a:pt x="408" y="2"/>
                    <a:pt x="398" y="5"/>
                  </a:cubicBezTo>
                  <a:cubicBezTo>
                    <a:pt x="271" y="69"/>
                    <a:pt x="144" y="164"/>
                    <a:pt x="49" y="259"/>
                  </a:cubicBezTo>
                  <a:cubicBezTo>
                    <a:pt x="1" y="307"/>
                    <a:pt x="45" y="375"/>
                    <a:pt x="97" y="375"/>
                  </a:cubicBezTo>
                  <a:cubicBezTo>
                    <a:pt x="113" y="375"/>
                    <a:pt x="130" y="369"/>
                    <a:pt x="144" y="354"/>
                  </a:cubicBezTo>
                  <a:cubicBezTo>
                    <a:pt x="239" y="259"/>
                    <a:pt x="334" y="195"/>
                    <a:pt x="429" y="132"/>
                  </a:cubicBezTo>
                  <a:cubicBezTo>
                    <a:pt x="514" y="104"/>
                    <a:pt x="498" y="0"/>
                    <a:pt x="427" y="0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24"/>
            <p:cNvSpPr/>
            <p:nvPr/>
          </p:nvSpPr>
          <p:spPr>
            <a:xfrm>
              <a:off x="4771978" y="1832776"/>
              <a:ext cx="15133" cy="11511"/>
            </a:xfrm>
            <a:custGeom>
              <a:rect b="b" l="l" r="r" t="t"/>
              <a:pathLst>
                <a:path extrusionOk="0" h="375" w="493">
                  <a:moveTo>
                    <a:pt x="424" y="0"/>
                  </a:moveTo>
                  <a:cubicBezTo>
                    <a:pt x="418" y="0"/>
                    <a:pt x="412" y="2"/>
                    <a:pt x="405" y="5"/>
                  </a:cubicBezTo>
                  <a:cubicBezTo>
                    <a:pt x="246" y="69"/>
                    <a:pt x="120" y="132"/>
                    <a:pt x="25" y="259"/>
                  </a:cubicBezTo>
                  <a:cubicBezTo>
                    <a:pt x="0" y="307"/>
                    <a:pt x="51" y="375"/>
                    <a:pt x="90" y="375"/>
                  </a:cubicBezTo>
                  <a:cubicBezTo>
                    <a:pt x="102" y="375"/>
                    <a:pt x="112" y="369"/>
                    <a:pt x="120" y="354"/>
                  </a:cubicBezTo>
                  <a:cubicBezTo>
                    <a:pt x="215" y="259"/>
                    <a:pt x="310" y="195"/>
                    <a:pt x="436" y="132"/>
                  </a:cubicBezTo>
                  <a:cubicBezTo>
                    <a:pt x="493" y="104"/>
                    <a:pt x="474" y="0"/>
                    <a:pt x="424" y="0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24"/>
            <p:cNvSpPr/>
            <p:nvPr/>
          </p:nvSpPr>
          <p:spPr>
            <a:xfrm>
              <a:off x="4752302" y="1812640"/>
              <a:ext cx="23359" cy="19982"/>
            </a:xfrm>
            <a:custGeom>
              <a:rect b="b" l="l" r="r" t="t"/>
              <a:pathLst>
                <a:path extrusionOk="0" h="651" w="761">
                  <a:moveTo>
                    <a:pt x="507" y="1"/>
                  </a:moveTo>
                  <a:cubicBezTo>
                    <a:pt x="432" y="1"/>
                    <a:pt x="351" y="38"/>
                    <a:pt x="286" y="60"/>
                  </a:cubicBezTo>
                  <a:cubicBezTo>
                    <a:pt x="191" y="91"/>
                    <a:pt x="64" y="186"/>
                    <a:pt x="32" y="281"/>
                  </a:cubicBezTo>
                  <a:cubicBezTo>
                    <a:pt x="1" y="408"/>
                    <a:pt x="96" y="471"/>
                    <a:pt x="159" y="566"/>
                  </a:cubicBezTo>
                  <a:cubicBezTo>
                    <a:pt x="191" y="566"/>
                    <a:pt x="191" y="598"/>
                    <a:pt x="191" y="598"/>
                  </a:cubicBezTo>
                  <a:cubicBezTo>
                    <a:pt x="228" y="635"/>
                    <a:pt x="265" y="651"/>
                    <a:pt x="302" y="651"/>
                  </a:cubicBezTo>
                  <a:cubicBezTo>
                    <a:pt x="328" y="651"/>
                    <a:pt x="354" y="643"/>
                    <a:pt x="381" y="630"/>
                  </a:cubicBezTo>
                  <a:cubicBezTo>
                    <a:pt x="444" y="566"/>
                    <a:pt x="539" y="503"/>
                    <a:pt x="634" y="471"/>
                  </a:cubicBezTo>
                  <a:cubicBezTo>
                    <a:pt x="761" y="440"/>
                    <a:pt x="729" y="313"/>
                    <a:pt x="666" y="186"/>
                  </a:cubicBezTo>
                  <a:cubicBezTo>
                    <a:pt x="666" y="186"/>
                    <a:pt x="666" y="155"/>
                    <a:pt x="666" y="123"/>
                  </a:cubicBezTo>
                  <a:cubicBezTo>
                    <a:pt x="634" y="91"/>
                    <a:pt x="634" y="60"/>
                    <a:pt x="602" y="28"/>
                  </a:cubicBezTo>
                  <a:cubicBezTo>
                    <a:pt x="573" y="8"/>
                    <a:pt x="540" y="1"/>
                    <a:pt x="507" y="1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4"/>
            <p:cNvSpPr/>
            <p:nvPr/>
          </p:nvSpPr>
          <p:spPr>
            <a:xfrm>
              <a:off x="4832017" y="1777034"/>
              <a:ext cx="78763" cy="59149"/>
            </a:xfrm>
            <a:custGeom>
              <a:rect b="b" l="l" r="r" t="t"/>
              <a:pathLst>
                <a:path extrusionOk="0" h="1927" w="2566">
                  <a:moveTo>
                    <a:pt x="396" y="0"/>
                  </a:moveTo>
                  <a:cubicBezTo>
                    <a:pt x="325" y="0"/>
                    <a:pt x="254" y="16"/>
                    <a:pt x="190" y="48"/>
                  </a:cubicBezTo>
                  <a:lnTo>
                    <a:pt x="159" y="80"/>
                  </a:lnTo>
                  <a:cubicBezTo>
                    <a:pt x="0" y="175"/>
                    <a:pt x="0" y="903"/>
                    <a:pt x="159" y="1030"/>
                  </a:cubicBezTo>
                  <a:lnTo>
                    <a:pt x="1647" y="1885"/>
                  </a:lnTo>
                  <a:cubicBezTo>
                    <a:pt x="1722" y="1915"/>
                    <a:pt x="1792" y="1927"/>
                    <a:pt x="1855" y="1927"/>
                  </a:cubicBezTo>
                  <a:cubicBezTo>
                    <a:pt x="2062" y="1927"/>
                    <a:pt x="2208" y="1799"/>
                    <a:pt x="2281" y="1726"/>
                  </a:cubicBezTo>
                  <a:cubicBezTo>
                    <a:pt x="2439" y="1568"/>
                    <a:pt x="2566" y="1220"/>
                    <a:pt x="2059" y="935"/>
                  </a:cubicBezTo>
                  <a:cubicBezTo>
                    <a:pt x="1679" y="713"/>
                    <a:pt x="602" y="48"/>
                    <a:pt x="602" y="48"/>
                  </a:cubicBezTo>
                  <a:cubicBezTo>
                    <a:pt x="539" y="16"/>
                    <a:pt x="468" y="0"/>
                    <a:pt x="396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4"/>
            <p:cNvSpPr/>
            <p:nvPr/>
          </p:nvSpPr>
          <p:spPr>
            <a:xfrm>
              <a:off x="4834933" y="1804751"/>
              <a:ext cx="71949" cy="31063"/>
            </a:xfrm>
            <a:custGeom>
              <a:rect b="b" l="l" r="r" t="t"/>
              <a:pathLst>
                <a:path extrusionOk="0" h="1012" w="2344">
                  <a:moveTo>
                    <a:pt x="0" y="0"/>
                  </a:moveTo>
                  <a:cubicBezTo>
                    <a:pt x="0" y="63"/>
                    <a:pt x="32" y="95"/>
                    <a:pt x="64" y="127"/>
                  </a:cubicBezTo>
                  <a:lnTo>
                    <a:pt x="1552" y="982"/>
                  </a:lnTo>
                  <a:cubicBezTo>
                    <a:pt x="1621" y="1002"/>
                    <a:pt x="1685" y="1011"/>
                    <a:pt x="1745" y="1011"/>
                  </a:cubicBezTo>
                  <a:cubicBezTo>
                    <a:pt x="1959" y="1011"/>
                    <a:pt x="2111" y="898"/>
                    <a:pt x="2186" y="823"/>
                  </a:cubicBezTo>
                  <a:cubicBezTo>
                    <a:pt x="2281" y="728"/>
                    <a:pt x="2344" y="570"/>
                    <a:pt x="2312" y="412"/>
                  </a:cubicBezTo>
                  <a:lnTo>
                    <a:pt x="2312" y="412"/>
                  </a:lnTo>
                  <a:cubicBezTo>
                    <a:pt x="2312" y="538"/>
                    <a:pt x="2249" y="665"/>
                    <a:pt x="2154" y="728"/>
                  </a:cubicBezTo>
                  <a:cubicBezTo>
                    <a:pt x="2081" y="801"/>
                    <a:pt x="1916" y="929"/>
                    <a:pt x="1716" y="929"/>
                  </a:cubicBezTo>
                  <a:cubicBezTo>
                    <a:pt x="1654" y="929"/>
                    <a:pt x="1588" y="917"/>
                    <a:pt x="1521" y="88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4"/>
            <p:cNvSpPr/>
            <p:nvPr/>
          </p:nvSpPr>
          <p:spPr>
            <a:xfrm>
              <a:off x="4790211" y="1555876"/>
              <a:ext cx="120570" cy="243780"/>
            </a:xfrm>
            <a:custGeom>
              <a:rect b="b" l="l" r="r" t="t"/>
              <a:pathLst>
                <a:path extrusionOk="0" h="7942" w="3928">
                  <a:moveTo>
                    <a:pt x="2218" y="1"/>
                  </a:moveTo>
                  <a:lnTo>
                    <a:pt x="1299" y="919"/>
                  </a:lnTo>
                  <a:lnTo>
                    <a:pt x="1236" y="919"/>
                  </a:lnTo>
                  <a:lnTo>
                    <a:pt x="32" y="888"/>
                  </a:lnTo>
                  <a:lnTo>
                    <a:pt x="32" y="888"/>
                  </a:lnTo>
                  <a:cubicBezTo>
                    <a:pt x="1" y="888"/>
                    <a:pt x="1964" y="2281"/>
                    <a:pt x="2091" y="4118"/>
                  </a:cubicBezTo>
                  <a:cubicBezTo>
                    <a:pt x="2218" y="5733"/>
                    <a:pt x="1489" y="7253"/>
                    <a:pt x="1489" y="7538"/>
                  </a:cubicBezTo>
                  <a:cubicBezTo>
                    <a:pt x="1531" y="7816"/>
                    <a:pt x="1737" y="7941"/>
                    <a:pt x="1963" y="7941"/>
                  </a:cubicBezTo>
                  <a:cubicBezTo>
                    <a:pt x="2253" y="7941"/>
                    <a:pt x="2576" y="7735"/>
                    <a:pt x="2629" y="7380"/>
                  </a:cubicBezTo>
                  <a:cubicBezTo>
                    <a:pt x="2724" y="7000"/>
                    <a:pt x="2883" y="6683"/>
                    <a:pt x="3104" y="6208"/>
                  </a:cubicBezTo>
                  <a:cubicBezTo>
                    <a:pt x="3928" y="4339"/>
                    <a:pt x="3706" y="2186"/>
                    <a:pt x="2566" y="476"/>
                  </a:cubicBezTo>
                  <a:cubicBezTo>
                    <a:pt x="2376" y="191"/>
                    <a:pt x="2218" y="1"/>
                    <a:pt x="2218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4"/>
            <p:cNvSpPr/>
            <p:nvPr/>
          </p:nvSpPr>
          <p:spPr>
            <a:xfrm>
              <a:off x="4865506" y="1797783"/>
              <a:ext cx="15808" cy="11511"/>
            </a:xfrm>
            <a:custGeom>
              <a:rect b="b" l="l" r="r" t="t"/>
              <a:pathLst>
                <a:path extrusionOk="0" h="375" w="515">
                  <a:moveTo>
                    <a:pt x="427" y="0"/>
                  </a:moveTo>
                  <a:cubicBezTo>
                    <a:pt x="418" y="0"/>
                    <a:pt x="408" y="2"/>
                    <a:pt x="398" y="5"/>
                  </a:cubicBezTo>
                  <a:cubicBezTo>
                    <a:pt x="271" y="37"/>
                    <a:pt x="145" y="132"/>
                    <a:pt x="50" y="259"/>
                  </a:cubicBezTo>
                  <a:cubicBezTo>
                    <a:pt x="1" y="307"/>
                    <a:pt x="46" y="375"/>
                    <a:pt x="98" y="375"/>
                  </a:cubicBezTo>
                  <a:cubicBezTo>
                    <a:pt x="113" y="375"/>
                    <a:pt x="130" y="368"/>
                    <a:pt x="145" y="354"/>
                  </a:cubicBezTo>
                  <a:cubicBezTo>
                    <a:pt x="208" y="259"/>
                    <a:pt x="335" y="164"/>
                    <a:pt x="430" y="132"/>
                  </a:cubicBezTo>
                  <a:cubicBezTo>
                    <a:pt x="514" y="104"/>
                    <a:pt x="498" y="0"/>
                    <a:pt x="427" y="0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4"/>
            <p:cNvSpPr/>
            <p:nvPr/>
          </p:nvSpPr>
          <p:spPr>
            <a:xfrm>
              <a:off x="4873271" y="1803616"/>
              <a:ext cx="15808" cy="11511"/>
            </a:xfrm>
            <a:custGeom>
              <a:rect b="b" l="l" r="r" t="t"/>
              <a:pathLst>
                <a:path extrusionOk="0" h="375" w="515">
                  <a:moveTo>
                    <a:pt x="427" y="0"/>
                  </a:moveTo>
                  <a:cubicBezTo>
                    <a:pt x="418" y="0"/>
                    <a:pt x="409" y="2"/>
                    <a:pt x="398" y="5"/>
                  </a:cubicBezTo>
                  <a:cubicBezTo>
                    <a:pt x="272" y="37"/>
                    <a:pt x="145" y="132"/>
                    <a:pt x="50" y="227"/>
                  </a:cubicBezTo>
                  <a:cubicBezTo>
                    <a:pt x="1" y="301"/>
                    <a:pt x="47" y="374"/>
                    <a:pt x="99" y="374"/>
                  </a:cubicBezTo>
                  <a:cubicBezTo>
                    <a:pt x="115" y="374"/>
                    <a:pt x="131" y="368"/>
                    <a:pt x="145" y="354"/>
                  </a:cubicBezTo>
                  <a:cubicBezTo>
                    <a:pt x="240" y="259"/>
                    <a:pt x="335" y="164"/>
                    <a:pt x="430" y="132"/>
                  </a:cubicBezTo>
                  <a:cubicBezTo>
                    <a:pt x="515" y="104"/>
                    <a:pt x="499" y="0"/>
                    <a:pt x="427" y="0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4"/>
            <p:cNvSpPr/>
            <p:nvPr/>
          </p:nvSpPr>
          <p:spPr>
            <a:xfrm>
              <a:off x="4854363" y="1782774"/>
              <a:ext cx="22407" cy="20197"/>
            </a:xfrm>
            <a:custGeom>
              <a:rect b="b" l="l" r="r" t="t"/>
              <a:pathLst>
                <a:path extrusionOk="0" h="658" w="730">
                  <a:moveTo>
                    <a:pt x="471" y="1"/>
                  </a:moveTo>
                  <a:cubicBezTo>
                    <a:pt x="398" y="1"/>
                    <a:pt x="324" y="32"/>
                    <a:pt x="286" y="51"/>
                  </a:cubicBezTo>
                  <a:cubicBezTo>
                    <a:pt x="191" y="114"/>
                    <a:pt x="64" y="209"/>
                    <a:pt x="33" y="304"/>
                  </a:cubicBezTo>
                  <a:cubicBezTo>
                    <a:pt x="1" y="399"/>
                    <a:pt x="96" y="494"/>
                    <a:pt x="159" y="558"/>
                  </a:cubicBezTo>
                  <a:cubicBezTo>
                    <a:pt x="159" y="589"/>
                    <a:pt x="191" y="589"/>
                    <a:pt x="191" y="621"/>
                  </a:cubicBezTo>
                  <a:cubicBezTo>
                    <a:pt x="218" y="648"/>
                    <a:pt x="244" y="658"/>
                    <a:pt x="271" y="658"/>
                  </a:cubicBezTo>
                  <a:cubicBezTo>
                    <a:pt x="308" y="658"/>
                    <a:pt x="344" y="639"/>
                    <a:pt x="381" y="621"/>
                  </a:cubicBezTo>
                  <a:cubicBezTo>
                    <a:pt x="444" y="558"/>
                    <a:pt x="508" y="494"/>
                    <a:pt x="603" y="463"/>
                  </a:cubicBezTo>
                  <a:cubicBezTo>
                    <a:pt x="729" y="431"/>
                    <a:pt x="698" y="304"/>
                    <a:pt x="666" y="209"/>
                  </a:cubicBezTo>
                  <a:cubicBezTo>
                    <a:pt x="666" y="178"/>
                    <a:pt x="666" y="146"/>
                    <a:pt x="634" y="146"/>
                  </a:cubicBezTo>
                  <a:cubicBezTo>
                    <a:pt x="634" y="114"/>
                    <a:pt x="603" y="83"/>
                    <a:pt x="603" y="51"/>
                  </a:cubicBezTo>
                  <a:cubicBezTo>
                    <a:pt x="565" y="14"/>
                    <a:pt x="518" y="1"/>
                    <a:pt x="471" y="1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4"/>
            <p:cNvSpPr/>
            <p:nvPr/>
          </p:nvSpPr>
          <p:spPr>
            <a:xfrm>
              <a:off x="4901020" y="1042625"/>
              <a:ext cx="31" cy="1964"/>
            </a:xfrm>
            <a:custGeom>
              <a:rect b="b" l="l" r="r" t="t"/>
              <a:pathLst>
                <a:path extrusionOk="0" h="64" w="1">
                  <a:moveTo>
                    <a:pt x="1" y="1"/>
                  </a:moveTo>
                  <a:cubicBezTo>
                    <a:pt x="1" y="1"/>
                    <a:pt x="1" y="32"/>
                    <a:pt x="1" y="32"/>
                  </a:cubicBezTo>
                  <a:lnTo>
                    <a:pt x="1" y="64"/>
                  </a:lnTo>
                  <a:cubicBezTo>
                    <a:pt x="1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D386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4"/>
            <p:cNvSpPr/>
            <p:nvPr/>
          </p:nvSpPr>
          <p:spPr>
            <a:xfrm>
              <a:off x="4695916" y="1043454"/>
              <a:ext cx="202219" cy="569638"/>
            </a:xfrm>
            <a:custGeom>
              <a:rect b="b" l="l" r="r" t="t"/>
              <a:pathLst>
                <a:path extrusionOk="0" h="18558" w="6588">
                  <a:moveTo>
                    <a:pt x="5553" y="0"/>
                  </a:moveTo>
                  <a:cubicBezTo>
                    <a:pt x="5463" y="0"/>
                    <a:pt x="5385" y="5"/>
                    <a:pt x="5321" y="5"/>
                  </a:cubicBezTo>
                  <a:cubicBezTo>
                    <a:pt x="5195" y="5"/>
                    <a:pt x="5131" y="100"/>
                    <a:pt x="5131" y="100"/>
                  </a:cubicBezTo>
                  <a:lnTo>
                    <a:pt x="4371" y="9094"/>
                  </a:lnTo>
                  <a:cubicBezTo>
                    <a:pt x="4178" y="9005"/>
                    <a:pt x="3972" y="8951"/>
                    <a:pt x="3754" y="8951"/>
                  </a:cubicBezTo>
                  <a:cubicBezTo>
                    <a:pt x="3507" y="8951"/>
                    <a:pt x="3247" y="9021"/>
                    <a:pt x="2978" y="9189"/>
                  </a:cubicBezTo>
                  <a:cubicBezTo>
                    <a:pt x="2408" y="9506"/>
                    <a:pt x="1933" y="9791"/>
                    <a:pt x="1806" y="9854"/>
                  </a:cubicBezTo>
                  <a:cubicBezTo>
                    <a:pt x="1806" y="9854"/>
                    <a:pt x="1679" y="9918"/>
                    <a:pt x="1489" y="10044"/>
                  </a:cubicBezTo>
                  <a:cubicBezTo>
                    <a:pt x="793" y="10456"/>
                    <a:pt x="317" y="11184"/>
                    <a:pt x="286" y="11976"/>
                  </a:cubicBezTo>
                  <a:cubicBezTo>
                    <a:pt x="191" y="13338"/>
                    <a:pt x="1" y="16441"/>
                    <a:pt x="64" y="17677"/>
                  </a:cubicBezTo>
                  <a:cubicBezTo>
                    <a:pt x="64" y="18057"/>
                    <a:pt x="349" y="18373"/>
                    <a:pt x="729" y="18468"/>
                  </a:cubicBezTo>
                  <a:cubicBezTo>
                    <a:pt x="1044" y="18529"/>
                    <a:pt x="1359" y="18558"/>
                    <a:pt x="1671" y="18558"/>
                  </a:cubicBezTo>
                  <a:cubicBezTo>
                    <a:pt x="3456" y="18558"/>
                    <a:pt x="5094" y="17625"/>
                    <a:pt x="5606" y="16600"/>
                  </a:cubicBezTo>
                  <a:cubicBezTo>
                    <a:pt x="5638" y="16600"/>
                    <a:pt x="5638" y="16600"/>
                    <a:pt x="5638" y="16568"/>
                  </a:cubicBezTo>
                  <a:cubicBezTo>
                    <a:pt x="5765" y="16536"/>
                    <a:pt x="5448" y="13465"/>
                    <a:pt x="5511" y="10804"/>
                  </a:cubicBezTo>
                  <a:cubicBezTo>
                    <a:pt x="5511" y="10741"/>
                    <a:pt x="6398" y="2190"/>
                    <a:pt x="6556" y="924"/>
                  </a:cubicBezTo>
                  <a:cubicBezTo>
                    <a:pt x="6588" y="544"/>
                    <a:pt x="6366" y="195"/>
                    <a:pt x="6018" y="69"/>
                  </a:cubicBezTo>
                  <a:cubicBezTo>
                    <a:pt x="5847" y="12"/>
                    <a:pt x="5687" y="0"/>
                    <a:pt x="5553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4"/>
            <p:cNvSpPr/>
            <p:nvPr/>
          </p:nvSpPr>
          <p:spPr>
            <a:xfrm>
              <a:off x="4729956" y="1221485"/>
              <a:ext cx="154580" cy="137882"/>
            </a:xfrm>
            <a:custGeom>
              <a:rect b="b" l="l" r="r" t="t"/>
              <a:pathLst>
                <a:path extrusionOk="0" h="4492" w="5036">
                  <a:moveTo>
                    <a:pt x="5036" y="1"/>
                  </a:moveTo>
                  <a:lnTo>
                    <a:pt x="0" y="1869"/>
                  </a:lnTo>
                  <a:lnTo>
                    <a:pt x="887" y="2376"/>
                  </a:lnTo>
                  <a:cubicBezTo>
                    <a:pt x="1489" y="2724"/>
                    <a:pt x="3009" y="3864"/>
                    <a:pt x="3737" y="4434"/>
                  </a:cubicBezTo>
                  <a:cubicBezTo>
                    <a:pt x="3786" y="4473"/>
                    <a:pt x="3846" y="4491"/>
                    <a:pt x="3908" y="4491"/>
                  </a:cubicBezTo>
                  <a:cubicBezTo>
                    <a:pt x="4049" y="4491"/>
                    <a:pt x="4200" y="4398"/>
                    <a:pt x="4244" y="4244"/>
                  </a:cubicBezTo>
                  <a:cubicBezTo>
                    <a:pt x="4529" y="3104"/>
                    <a:pt x="5036" y="444"/>
                    <a:pt x="5036" y="1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4"/>
            <p:cNvSpPr/>
            <p:nvPr/>
          </p:nvSpPr>
          <p:spPr>
            <a:xfrm>
              <a:off x="4698832" y="1157332"/>
              <a:ext cx="169191" cy="216799"/>
            </a:xfrm>
            <a:custGeom>
              <a:rect b="b" l="l" r="r" t="t"/>
              <a:pathLst>
                <a:path extrusionOk="0" h="7063" w="5512">
                  <a:moveTo>
                    <a:pt x="2914" y="1"/>
                  </a:moveTo>
                  <a:cubicBezTo>
                    <a:pt x="1299" y="1"/>
                    <a:pt x="1" y="1331"/>
                    <a:pt x="1" y="2946"/>
                  </a:cubicBezTo>
                  <a:cubicBezTo>
                    <a:pt x="1" y="4276"/>
                    <a:pt x="856" y="5543"/>
                    <a:pt x="2059" y="5954"/>
                  </a:cubicBezTo>
                  <a:lnTo>
                    <a:pt x="2059" y="6398"/>
                  </a:lnTo>
                  <a:cubicBezTo>
                    <a:pt x="2059" y="6778"/>
                    <a:pt x="2376" y="7063"/>
                    <a:pt x="2724" y="7063"/>
                  </a:cubicBezTo>
                  <a:lnTo>
                    <a:pt x="2946" y="7063"/>
                  </a:lnTo>
                  <a:cubicBezTo>
                    <a:pt x="3421" y="7063"/>
                    <a:pt x="3833" y="6651"/>
                    <a:pt x="3833" y="6144"/>
                  </a:cubicBezTo>
                  <a:lnTo>
                    <a:pt x="3833" y="5986"/>
                  </a:lnTo>
                  <a:cubicBezTo>
                    <a:pt x="4909" y="5606"/>
                    <a:pt x="5511" y="4624"/>
                    <a:pt x="5511" y="3326"/>
                  </a:cubicBezTo>
                  <a:cubicBezTo>
                    <a:pt x="5511" y="1711"/>
                    <a:pt x="4561" y="1"/>
                    <a:pt x="2914" y="1"/>
                  </a:cubicBezTo>
                  <a:close/>
                </a:path>
              </a:pathLst>
            </a:custGeom>
            <a:solidFill>
              <a:srgbClr val="EFD1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4"/>
            <p:cNvSpPr/>
            <p:nvPr/>
          </p:nvSpPr>
          <p:spPr>
            <a:xfrm>
              <a:off x="4698832" y="1157332"/>
              <a:ext cx="168209" cy="212931"/>
            </a:xfrm>
            <a:custGeom>
              <a:rect b="b" l="l" r="r" t="t"/>
              <a:pathLst>
                <a:path extrusionOk="0" h="6937" w="5480">
                  <a:moveTo>
                    <a:pt x="2946" y="1"/>
                  </a:moveTo>
                  <a:cubicBezTo>
                    <a:pt x="1299" y="1"/>
                    <a:pt x="1" y="1331"/>
                    <a:pt x="1" y="2946"/>
                  </a:cubicBezTo>
                  <a:cubicBezTo>
                    <a:pt x="1" y="4276"/>
                    <a:pt x="888" y="5543"/>
                    <a:pt x="2091" y="5954"/>
                  </a:cubicBezTo>
                  <a:lnTo>
                    <a:pt x="2091" y="6398"/>
                  </a:lnTo>
                  <a:cubicBezTo>
                    <a:pt x="2091" y="6619"/>
                    <a:pt x="2186" y="6809"/>
                    <a:pt x="2344" y="6936"/>
                  </a:cubicBezTo>
                  <a:cubicBezTo>
                    <a:pt x="2281" y="6809"/>
                    <a:pt x="2281" y="6651"/>
                    <a:pt x="2281" y="6429"/>
                  </a:cubicBezTo>
                  <a:cubicBezTo>
                    <a:pt x="2281" y="6239"/>
                    <a:pt x="2313" y="6081"/>
                    <a:pt x="2313" y="5923"/>
                  </a:cubicBezTo>
                  <a:cubicBezTo>
                    <a:pt x="2313" y="5733"/>
                    <a:pt x="2186" y="5574"/>
                    <a:pt x="2123" y="5448"/>
                  </a:cubicBezTo>
                  <a:cubicBezTo>
                    <a:pt x="2059" y="5194"/>
                    <a:pt x="2059" y="5004"/>
                    <a:pt x="2091" y="4751"/>
                  </a:cubicBezTo>
                  <a:cubicBezTo>
                    <a:pt x="2154" y="3991"/>
                    <a:pt x="2218" y="4023"/>
                    <a:pt x="2914" y="3864"/>
                  </a:cubicBezTo>
                  <a:cubicBezTo>
                    <a:pt x="3484" y="3769"/>
                    <a:pt x="3991" y="3611"/>
                    <a:pt x="4498" y="3357"/>
                  </a:cubicBezTo>
                  <a:cubicBezTo>
                    <a:pt x="4846" y="3199"/>
                    <a:pt x="5131" y="2946"/>
                    <a:pt x="5480" y="2819"/>
                  </a:cubicBezTo>
                  <a:cubicBezTo>
                    <a:pt x="5321" y="1362"/>
                    <a:pt x="4371" y="1"/>
                    <a:pt x="2946" y="1"/>
                  </a:cubicBezTo>
                  <a:close/>
                </a:path>
              </a:pathLst>
            </a:custGeom>
            <a:solidFill>
              <a:srgbClr val="EBC8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4"/>
            <p:cNvSpPr/>
            <p:nvPr/>
          </p:nvSpPr>
          <p:spPr>
            <a:xfrm>
              <a:off x="4690084" y="1153434"/>
              <a:ext cx="194453" cy="229844"/>
            </a:xfrm>
            <a:custGeom>
              <a:rect b="b" l="l" r="r" t="t"/>
              <a:pathLst>
                <a:path extrusionOk="0" h="7488" w="6335">
                  <a:moveTo>
                    <a:pt x="3187" y="1"/>
                  </a:moveTo>
                  <a:cubicBezTo>
                    <a:pt x="2629" y="1"/>
                    <a:pt x="2077" y="135"/>
                    <a:pt x="1584" y="413"/>
                  </a:cubicBezTo>
                  <a:cubicBezTo>
                    <a:pt x="666" y="951"/>
                    <a:pt x="1" y="1616"/>
                    <a:pt x="32" y="3009"/>
                  </a:cubicBezTo>
                  <a:cubicBezTo>
                    <a:pt x="32" y="4530"/>
                    <a:pt x="666" y="6778"/>
                    <a:pt x="983" y="7063"/>
                  </a:cubicBezTo>
                  <a:cubicBezTo>
                    <a:pt x="1078" y="7126"/>
                    <a:pt x="1743" y="7348"/>
                    <a:pt x="2186" y="7475"/>
                  </a:cubicBezTo>
                  <a:cubicBezTo>
                    <a:pt x="2220" y="7483"/>
                    <a:pt x="2253" y="7487"/>
                    <a:pt x="2285" y="7487"/>
                  </a:cubicBezTo>
                  <a:cubicBezTo>
                    <a:pt x="2494" y="7487"/>
                    <a:pt x="2657" y="7319"/>
                    <a:pt x="2629" y="7126"/>
                  </a:cubicBezTo>
                  <a:cubicBezTo>
                    <a:pt x="2503" y="5986"/>
                    <a:pt x="2218" y="3579"/>
                    <a:pt x="2661" y="3548"/>
                  </a:cubicBezTo>
                  <a:cubicBezTo>
                    <a:pt x="5290" y="3294"/>
                    <a:pt x="6335" y="2218"/>
                    <a:pt x="6335" y="2218"/>
                  </a:cubicBezTo>
                  <a:cubicBezTo>
                    <a:pt x="6335" y="1648"/>
                    <a:pt x="6018" y="1078"/>
                    <a:pt x="5511" y="793"/>
                  </a:cubicBezTo>
                  <a:lnTo>
                    <a:pt x="4909" y="444"/>
                  </a:lnTo>
                  <a:cubicBezTo>
                    <a:pt x="4372" y="151"/>
                    <a:pt x="3777" y="1"/>
                    <a:pt x="3187" y="1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4"/>
            <p:cNvSpPr/>
            <p:nvPr/>
          </p:nvSpPr>
          <p:spPr>
            <a:xfrm>
              <a:off x="4762033" y="1180661"/>
              <a:ext cx="53501" cy="33089"/>
            </a:xfrm>
            <a:custGeom>
              <a:rect b="b" l="l" r="r" t="t"/>
              <a:pathLst>
                <a:path extrusionOk="0" h="1078" w="1743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014" y="349"/>
                    <a:pt x="1742" y="1077"/>
                  </a:cubicBezTo>
                  <a:cubicBezTo>
                    <a:pt x="1742" y="1077"/>
                    <a:pt x="1172" y="64"/>
                    <a:pt x="0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4"/>
            <p:cNvSpPr/>
            <p:nvPr/>
          </p:nvSpPr>
          <p:spPr>
            <a:xfrm>
              <a:off x="4662888" y="1166909"/>
              <a:ext cx="82631" cy="364718"/>
            </a:xfrm>
            <a:custGeom>
              <a:rect b="b" l="l" r="r" t="t"/>
              <a:pathLst>
                <a:path extrusionOk="0" h="11882" w="2692">
                  <a:moveTo>
                    <a:pt x="1035" y="0"/>
                  </a:moveTo>
                  <a:cubicBezTo>
                    <a:pt x="901" y="0"/>
                    <a:pt x="741" y="12"/>
                    <a:pt x="570" y="69"/>
                  </a:cubicBezTo>
                  <a:cubicBezTo>
                    <a:pt x="222" y="164"/>
                    <a:pt x="0" y="544"/>
                    <a:pt x="32" y="924"/>
                  </a:cubicBezTo>
                  <a:cubicBezTo>
                    <a:pt x="190" y="2190"/>
                    <a:pt x="1267" y="7764"/>
                    <a:pt x="1267" y="7827"/>
                  </a:cubicBezTo>
                  <a:cubicBezTo>
                    <a:pt x="1298" y="9221"/>
                    <a:pt x="1203" y="10741"/>
                    <a:pt x="1172" y="11881"/>
                  </a:cubicBezTo>
                  <a:lnTo>
                    <a:pt x="2565" y="11881"/>
                  </a:lnTo>
                  <a:lnTo>
                    <a:pt x="2692" y="8302"/>
                  </a:lnTo>
                  <a:lnTo>
                    <a:pt x="1457" y="100"/>
                  </a:lnTo>
                  <a:cubicBezTo>
                    <a:pt x="1457" y="100"/>
                    <a:pt x="1393" y="5"/>
                    <a:pt x="1267" y="5"/>
                  </a:cubicBezTo>
                  <a:cubicBezTo>
                    <a:pt x="1203" y="5"/>
                    <a:pt x="1125" y="0"/>
                    <a:pt x="1035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4853412" y="1020985"/>
              <a:ext cx="42789" cy="44293"/>
            </a:xfrm>
            <a:custGeom>
              <a:rect b="b" l="l" r="r" t="t"/>
              <a:pathLst>
                <a:path extrusionOk="0" h="1443" w="1394">
                  <a:moveTo>
                    <a:pt x="1137" y="0"/>
                  </a:moveTo>
                  <a:cubicBezTo>
                    <a:pt x="1031" y="0"/>
                    <a:pt x="912" y="60"/>
                    <a:pt x="824" y="104"/>
                  </a:cubicBezTo>
                  <a:cubicBezTo>
                    <a:pt x="570" y="167"/>
                    <a:pt x="349" y="262"/>
                    <a:pt x="127" y="389"/>
                  </a:cubicBezTo>
                  <a:cubicBezTo>
                    <a:pt x="127" y="389"/>
                    <a:pt x="95" y="421"/>
                    <a:pt x="95" y="421"/>
                  </a:cubicBezTo>
                  <a:cubicBezTo>
                    <a:pt x="64" y="452"/>
                    <a:pt x="64" y="452"/>
                    <a:pt x="64" y="484"/>
                  </a:cubicBezTo>
                  <a:cubicBezTo>
                    <a:pt x="0" y="801"/>
                    <a:pt x="0" y="1276"/>
                    <a:pt x="349" y="1402"/>
                  </a:cubicBezTo>
                  <a:cubicBezTo>
                    <a:pt x="417" y="1430"/>
                    <a:pt x="490" y="1442"/>
                    <a:pt x="564" y="1442"/>
                  </a:cubicBezTo>
                  <a:cubicBezTo>
                    <a:pt x="832" y="1442"/>
                    <a:pt x="1111" y="1277"/>
                    <a:pt x="1235" y="1054"/>
                  </a:cubicBezTo>
                  <a:cubicBezTo>
                    <a:pt x="1362" y="864"/>
                    <a:pt x="1394" y="642"/>
                    <a:pt x="1394" y="452"/>
                  </a:cubicBezTo>
                  <a:cubicBezTo>
                    <a:pt x="1394" y="326"/>
                    <a:pt x="1394" y="104"/>
                    <a:pt x="1267" y="41"/>
                  </a:cubicBezTo>
                  <a:cubicBezTo>
                    <a:pt x="1228" y="12"/>
                    <a:pt x="1184" y="0"/>
                    <a:pt x="1137" y="0"/>
                  </a:cubicBezTo>
                  <a:close/>
                </a:path>
              </a:pathLst>
            </a:custGeom>
            <a:solidFill>
              <a:srgbClr val="EBC8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4657056" y="1138424"/>
              <a:ext cx="41807" cy="48191"/>
            </a:xfrm>
            <a:custGeom>
              <a:rect b="b" l="l" r="r" t="t"/>
              <a:pathLst>
                <a:path extrusionOk="0" h="1570" w="1362">
                  <a:moveTo>
                    <a:pt x="1011" y="0"/>
                  </a:moveTo>
                  <a:cubicBezTo>
                    <a:pt x="891" y="0"/>
                    <a:pt x="745" y="120"/>
                    <a:pt x="665" y="173"/>
                  </a:cubicBezTo>
                  <a:cubicBezTo>
                    <a:pt x="443" y="300"/>
                    <a:pt x="253" y="427"/>
                    <a:pt x="63" y="585"/>
                  </a:cubicBezTo>
                  <a:cubicBezTo>
                    <a:pt x="32" y="617"/>
                    <a:pt x="32" y="648"/>
                    <a:pt x="32" y="648"/>
                  </a:cubicBezTo>
                  <a:cubicBezTo>
                    <a:pt x="32" y="680"/>
                    <a:pt x="0" y="680"/>
                    <a:pt x="0" y="712"/>
                  </a:cubicBezTo>
                  <a:cubicBezTo>
                    <a:pt x="0" y="1028"/>
                    <a:pt x="127" y="1503"/>
                    <a:pt x="475" y="1567"/>
                  </a:cubicBezTo>
                  <a:cubicBezTo>
                    <a:pt x="495" y="1568"/>
                    <a:pt x="514" y="1569"/>
                    <a:pt x="533" y="1569"/>
                  </a:cubicBezTo>
                  <a:cubicBezTo>
                    <a:pt x="887" y="1569"/>
                    <a:pt x="1178" y="1297"/>
                    <a:pt x="1298" y="997"/>
                  </a:cubicBezTo>
                  <a:cubicBezTo>
                    <a:pt x="1362" y="807"/>
                    <a:pt x="1362" y="585"/>
                    <a:pt x="1298" y="395"/>
                  </a:cubicBezTo>
                  <a:cubicBezTo>
                    <a:pt x="1267" y="268"/>
                    <a:pt x="1235" y="78"/>
                    <a:pt x="1077" y="15"/>
                  </a:cubicBezTo>
                  <a:cubicBezTo>
                    <a:pt x="1056" y="5"/>
                    <a:pt x="1034" y="0"/>
                    <a:pt x="1011" y="0"/>
                  </a:cubicBezTo>
                  <a:close/>
                </a:path>
              </a:pathLst>
            </a:custGeom>
            <a:solidFill>
              <a:srgbClr val="EBC8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4634679" y="1124642"/>
              <a:ext cx="60316" cy="41530"/>
            </a:xfrm>
            <a:custGeom>
              <a:rect b="b" l="l" r="r" t="t"/>
              <a:pathLst>
                <a:path extrusionOk="0" h="1353" w="1965">
                  <a:moveTo>
                    <a:pt x="1428" y="1"/>
                  </a:moveTo>
                  <a:cubicBezTo>
                    <a:pt x="1375" y="1"/>
                    <a:pt x="1320" y="7"/>
                    <a:pt x="1267" y="20"/>
                  </a:cubicBezTo>
                  <a:cubicBezTo>
                    <a:pt x="792" y="179"/>
                    <a:pt x="1" y="1224"/>
                    <a:pt x="919" y="1351"/>
                  </a:cubicBezTo>
                  <a:cubicBezTo>
                    <a:pt x="935" y="1352"/>
                    <a:pt x="951" y="1352"/>
                    <a:pt x="968" y="1352"/>
                  </a:cubicBezTo>
                  <a:cubicBezTo>
                    <a:pt x="1365" y="1352"/>
                    <a:pt x="1780" y="987"/>
                    <a:pt x="1932" y="622"/>
                  </a:cubicBezTo>
                  <a:cubicBezTo>
                    <a:pt x="1964" y="496"/>
                    <a:pt x="1964" y="369"/>
                    <a:pt x="1901" y="242"/>
                  </a:cubicBezTo>
                  <a:cubicBezTo>
                    <a:pt x="1826" y="92"/>
                    <a:pt x="1631" y="1"/>
                    <a:pt x="1428" y="1"/>
                  </a:cubicBezTo>
                  <a:close/>
                </a:path>
              </a:pathLst>
            </a:custGeom>
            <a:solidFill>
              <a:srgbClr val="EFD1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>
              <a:off x="4833000" y="1005576"/>
              <a:ext cx="64183" cy="37479"/>
            </a:xfrm>
            <a:custGeom>
              <a:rect b="b" l="l" r="r" t="t"/>
              <a:pathLst>
                <a:path extrusionOk="0" h="1221" w="2091">
                  <a:moveTo>
                    <a:pt x="1560" y="0"/>
                  </a:moveTo>
                  <a:cubicBezTo>
                    <a:pt x="1537" y="0"/>
                    <a:pt x="1513" y="1"/>
                    <a:pt x="1489" y="4"/>
                  </a:cubicBezTo>
                  <a:cubicBezTo>
                    <a:pt x="982" y="36"/>
                    <a:pt x="0" y="891"/>
                    <a:pt x="855" y="1176"/>
                  </a:cubicBezTo>
                  <a:cubicBezTo>
                    <a:pt x="929" y="1207"/>
                    <a:pt x="1009" y="1221"/>
                    <a:pt x="1092" y="1221"/>
                  </a:cubicBezTo>
                  <a:cubicBezTo>
                    <a:pt x="1433" y="1221"/>
                    <a:pt x="1817" y="981"/>
                    <a:pt x="1995" y="701"/>
                  </a:cubicBezTo>
                  <a:cubicBezTo>
                    <a:pt x="2059" y="574"/>
                    <a:pt x="2090" y="448"/>
                    <a:pt x="2059" y="353"/>
                  </a:cubicBezTo>
                  <a:cubicBezTo>
                    <a:pt x="2001" y="150"/>
                    <a:pt x="1810" y="0"/>
                    <a:pt x="1560" y="0"/>
                  </a:cubicBezTo>
                  <a:close/>
                </a:path>
              </a:pathLst>
            </a:custGeom>
            <a:solidFill>
              <a:srgbClr val="EFD1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4"/>
            <p:cNvSpPr/>
            <p:nvPr/>
          </p:nvSpPr>
          <p:spPr>
            <a:xfrm>
              <a:off x="3892996" y="3958865"/>
              <a:ext cx="907958" cy="756294"/>
            </a:xfrm>
            <a:custGeom>
              <a:rect b="b" l="l" r="r" t="t"/>
              <a:pathLst>
                <a:path extrusionOk="0" h="24639" w="29580">
                  <a:moveTo>
                    <a:pt x="0" y="0"/>
                  </a:moveTo>
                  <a:lnTo>
                    <a:pt x="13681" y="9406"/>
                  </a:lnTo>
                  <a:lnTo>
                    <a:pt x="14790" y="24639"/>
                  </a:lnTo>
                  <a:cubicBezTo>
                    <a:pt x="14790" y="24639"/>
                    <a:pt x="16215" y="9659"/>
                    <a:pt x="16088" y="9659"/>
                  </a:cubicBezTo>
                  <a:cubicBezTo>
                    <a:pt x="15961" y="9659"/>
                    <a:pt x="29578" y="1"/>
                    <a:pt x="29579" y="0"/>
                  </a:cubicBezTo>
                  <a:lnTo>
                    <a:pt x="29579" y="0"/>
                  </a:lnTo>
                  <a:lnTo>
                    <a:pt x="15391" y="69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4"/>
            <p:cNvSpPr/>
            <p:nvPr/>
          </p:nvSpPr>
          <p:spPr>
            <a:xfrm>
              <a:off x="4345962" y="3283268"/>
              <a:ext cx="907958" cy="1168467"/>
            </a:xfrm>
            <a:custGeom>
              <a:rect b="b" l="l" r="r" t="t"/>
              <a:pathLst>
                <a:path extrusionOk="0" h="38067" w="29580">
                  <a:moveTo>
                    <a:pt x="1" y="0"/>
                  </a:moveTo>
                  <a:lnTo>
                    <a:pt x="13460" y="9279"/>
                  </a:lnTo>
                  <a:lnTo>
                    <a:pt x="14790" y="38066"/>
                  </a:lnTo>
                  <a:lnTo>
                    <a:pt x="15550" y="11433"/>
                  </a:lnTo>
                  <a:lnTo>
                    <a:pt x="29580" y="0"/>
                  </a:lnTo>
                  <a:lnTo>
                    <a:pt x="29580" y="0"/>
                  </a:lnTo>
                  <a:lnTo>
                    <a:pt x="14474" y="66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4"/>
            <p:cNvSpPr/>
            <p:nvPr/>
          </p:nvSpPr>
          <p:spPr>
            <a:xfrm>
              <a:off x="3892996" y="2550333"/>
              <a:ext cx="907958" cy="2048185"/>
            </a:xfrm>
            <a:custGeom>
              <a:rect b="b" l="l" r="r" t="t"/>
              <a:pathLst>
                <a:path extrusionOk="0" h="66727" w="29580">
                  <a:moveTo>
                    <a:pt x="0" y="0"/>
                  </a:moveTo>
                  <a:lnTo>
                    <a:pt x="8614" y="12826"/>
                  </a:lnTo>
                  <a:lnTo>
                    <a:pt x="11749" y="65016"/>
                  </a:lnTo>
                  <a:lnTo>
                    <a:pt x="16626" y="66726"/>
                  </a:lnTo>
                  <a:lnTo>
                    <a:pt x="16278" y="10102"/>
                  </a:lnTo>
                  <a:lnTo>
                    <a:pt x="29579" y="0"/>
                  </a:lnTo>
                  <a:lnTo>
                    <a:pt x="14220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24"/>
            <p:cNvSpPr/>
            <p:nvPr/>
          </p:nvSpPr>
          <p:spPr>
            <a:xfrm>
              <a:off x="3892996" y="2286878"/>
              <a:ext cx="907958" cy="525928"/>
            </a:xfrm>
            <a:custGeom>
              <a:rect b="b" l="l" r="r" t="t"/>
              <a:pathLst>
                <a:path extrusionOk="0" h="17134" w="29580">
                  <a:moveTo>
                    <a:pt x="14758" y="1"/>
                  </a:moveTo>
                  <a:lnTo>
                    <a:pt x="0" y="8583"/>
                  </a:lnTo>
                  <a:lnTo>
                    <a:pt x="14853" y="17134"/>
                  </a:lnTo>
                  <a:lnTo>
                    <a:pt x="29579" y="8583"/>
                  </a:lnTo>
                  <a:lnTo>
                    <a:pt x="14758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24"/>
            <p:cNvSpPr/>
            <p:nvPr/>
          </p:nvSpPr>
          <p:spPr>
            <a:xfrm>
              <a:off x="4346944" y="2550333"/>
              <a:ext cx="454010" cy="1686567"/>
            </a:xfrm>
            <a:custGeom>
              <a:rect b="b" l="l" r="r" t="t"/>
              <a:pathLst>
                <a:path extrusionOk="0" h="54946" w="14791">
                  <a:moveTo>
                    <a:pt x="14790" y="0"/>
                  </a:moveTo>
                  <a:lnTo>
                    <a:pt x="64" y="8551"/>
                  </a:lnTo>
                  <a:lnTo>
                    <a:pt x="1" y="54946"/>
                  </a:lnTo>
                  <a:lnTo>
                    <a:pt x="14758" y="46363"/>
                  </a:lnTo>
                  <a:lnTo>
                    <a:pt x="14790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4"/>
            <p:cNvSpPr/>
            <p:nvPr/>
          </p:nvSpPr>
          <p:spPr>
            <a:xfrm>
              <a:off x="3891031" y="2550333"/>
              <a:ext cx="457877" cy="1686567"/>
            </a:xfrm>
            <a:custGeom>
              <a:rect b="b" l="l" r="r" t="t"/>
              <a:pathLst>
                <a:path extrusionOk="0" h="54946" w="14917">
                  <a:moveTo>
                    <a:pt x="64" y="0"/>
                  </a:moveTo>
                  <a:lnTo>
                    <a:pt x="1" y="46363"/>
                  </a:lnTo>
                  <a:lnTo>
                    <a:pt x="14854" y="54946"/>
                  </a:lnTo>
                  <a:lnTo>
                    <a:pt x="14917" y="8551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4"/>
            <p:cNvSpPr/>
            <p:nvPr/>
          </p:nvSpPr>
          <p:spPr>
            <a:xfrm>
              <a:off x="4293474" y="2183835"/>
              <a:ext cx="276102" cy="369199"/>
            </a:xfrm>
            <a:custGeom>
              <a:rect b="b" l="l" r="r" t="t"/>
              <a:pathLst>
                <a:path extrusionOk="0" h="12028" w="8995">
                  <a:moveTo>
                    <a:pt x="729" y="603"/>
                  </a:moveTo>
                  <a:lnTo>
                    <a:pt x="8741" y="5226"/>
                  </a:lnTo>
                  <a:lnTo>
                    <a:pt x="8520" y="5353"/>
                  </a:lnTo>
                  <a:lnTo>
                    <a:pt x="8488" y="11307"/>
                  </a:lnTo>
                  <a:lnTo>
                    <a:pt x="476" y="6683"/>
                  </a:lnTo>
                  <a:lnTo>
                    <a:pt x="476" y="729"/>
                  </a:lnTo>
                  <a:lnTo>
                    <a:pt x="729" y="603"/>
                  </a:lnTo>
                  <a:close/>
                  <a:moveTo>
                    <a:pt x="64" y="1"/>
                  </a:moveTo>
                  <a:cubicBezTo>
                    <a:pt x="32" y="33"/>
                    <a:pt x="1" y="64"/>
                    <a:pt x="1" y="159"/>
                  </a:cubicBezTo>
                  <a:lnTo>
                    <a:pt x="1" y="6683"/>
                  </a:lnTo>
                  <a:cubicBezTo>
                    <a:pt x="1" y="6841"/>
                    <a:pt x="96" y="7000"/>
                    <a:pt x="222" y="7063"/>
                  </a:cubicBezTo>
                  <a:lnTo>
                    <a:pt x="2408" y="8330"/>
                  </a:lnTo>
                  <a:lnTo>
                    <a:pt x="2408" y="8171"/>
                  </a:lnTo>
                  <a:lnTo>
                    <a:pt x="6556" y="10578"/>
                  </a:lnTo>
                  <a:lnTo>
                    <a:pt x="6556" y="10737"/>
                  </a:lnTo>
                  <a:lnTo>
                    <a:pt x="8773" y="12003"/>
                  </a:lnTo>
                  <a:cubicBezTo>
                    <a:pt x="8805" y="12019"/>
                    <a:pt x="8836" y="12027"/>
                    <a:pt x="8864" y="12027"/>
                  </a:cubicBezTo>
                  <a:cubicBezTo>
                    <a:pt x="8892" y="12027"/>
                    <a:pt x="8916" y="12019"/>
                    <a:pt x="8931" y="12003"/>
                  </a:cubicBezTo>
                  <a:cubicBezTo>
                    <a:pt x="8931" y="12003"/>
                    <a:pt x="8963" y="12003"/>
                    <a:pt x="8963" y="11972"/>
                  </a:cubicBezTo>
                  <a:cubicBezTo>
                    <a:pt x="8963" y="11972"/>
                    <a:pt x="8963" y="11972"/>
                    <a:pt x="8963" y="11940"/>
                  </a:cubicBezTo>
                  <a:cubicBezTo>
                    <a:pt x="8963" y="11908"/>
                    <a:pt x="8963" y="11908"/>
                    <a:pt x="8963" y="11877"/>
                  </a:cubicBezTo>
                  <a:lnTo>
                    <a:pt x="8995" y="5353"/>
                  </a:lnTo>
                  <a:cubicBezTo>
                    <a:pt x="8995" y="5195"/>
                    <a:pt x="8900" y="5036"/>
                    <a:pt x="8773" y="4973"/>
                  </a:cubicBezTo>
                  <a:lnTo>
                    <a:pt x="222" y="33"/>
                  </a:lnTo>
                  <a:cubicBezTo>
                    <a:pt x="222" y="1"/>
                    <a:pt x="191" y="1"/>
                    <a:pt x="191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4"/>
            <p:cNvSpPr/>
            <p:nvPr/>
          </p:nvSpPr>
          <p:spPr>
            <a:xfrm>
              <a:off x="4367356" y="2434643"/>
              <a:ext cx="127384" cy="78763"/>
            </a:xfrm>
            <a:custGeom>
              <a:rect b="b" l="l" r="r" t="t"/>
              <a:pathLst>
                <a:path extrusionOk="0" h="2566" w="4150">
                  <a:moveTo>
                    <a:pt x="1" y="0"/>
                  </a:moveTo>
                  <a:lnTo>
                    <a:pt x="1" y="159"/>
                  </a:lnTo>
                  <a:lnTo>
                    <a:pt x="4149" y="2566"/>
                  </a:lnTo>
                  <a:lnTo>
                    <a:pt x="4149" y="24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4"/>
            <p:cNvSpPr/>
            <p:nvPr/>
          </p:nvSpPr>
          <p:spPr>
            <a:xfrm>
              <a:off x="4308054" y="2202313"/>
              <a:ext cx="253756" cy="145832"/>
            </a:xfrm>
            <a:custGeom>
              <a:rect b="b" l="l" r="r" t="t"/>
              <a:pathLst>
                <a:path extrusionOk="0" h="4751" w="8267">
                  <a:moveTo>
                    <a:pt x="254" y="1"/>
                  </a:moveTo>
                  <a:lnTo>
                    <a:pt x="1" y="127"/>
                  </a:lnTo>
                  <a:lnTo>
                    <a:pt x="8045" y="4751"/>
                  </a:lnTo>
                  <a:lnTo>
                    <a:pt x="8266" y="4624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4"/>
            <p:cNvSpPr/>
            <p:nvPr/>
          </p:nvSpPr>
          <p:spPr>
            <a:xfrm>
              <a:off x="4308054" y="2206211"/>
              <a:ext cx="246941" cy="324692"/>
            </a:xfrm>
            <a:custGeom>
              <a:rect b="b" l="l" r="r" t="t"/>
              <a:pathLst>
                <a:path extrusionOk="0" h="10578" w="8045">
                  <a:moveTo>
                    <a:pt x="1" y="0"/>
                  </a:moveTo>
                  <a:lnTo>
                    <a:pt x="1" y="5954"/>
                  </a:lnTo>
                  <a:lnTo>
                    <a:pt x="8013" y="10578"/>
                  </a:lnTo>
                  <a:lnTo>
                    <a:pt x="8045" y="46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4"/>
            <p:cNvSpPr/>
            <p:nvPr/>
          </p:nvSpPr>
          <p:spPr>
            <a:xfrm>
              <a:off x="4295438" y="2179230"/>
              <a:ext cx="281934" cy="374049"/>
            </a:xfrm>
            <a:custGeom>
              <a:rect b="b" l="l" r="r" t="t"/>
              <a:pathLst>
                <a:path extrusionOk="0" h="12186" w="9185">
                  <a:moveTo>
                    <a:pt x="321" y="0"/>
                  </a:moveTo>
                  <a:cubicBezTo>
                    <a:pt x="293" y="0"/>
                    <a:pt x="269" y="8"/>
                    <a:pt x="253" y="24"/>
                  </a:cubicBezTo>
                  <a:lnTo>
                    <a:pt x="0" y="151"/>
                  </a:lnTo>
                  <a:lnTo>
                    <a:pt x="127" y="151"/>
                  </a:lnTo>
                  <a:cubicBezTo>
                    <a:pt x="127" y="151"/>
                    <a:pt x="158" y="151"/>
                    <a:pt x="158" y="183"/>
                  </a:cubicBezTo>
                  <a:lnTo>
                    <a:pt x="8709" y="5123"/>
                  </a:lnTo>
                  <a:cubicBezTo>
                    <a:pt x="8836" y="5186"/>
                    <a:pt x="8931" y="5345"/>
                    <a:pt x="8931" y="5503"/>
                  </a:cubicBezTo>
                  <a:lnTo>
                    <a:pt x="8931" y="12027"/>
                  </a:lnTo>
                  <a:cubicBezTo>
                    <a:pt x="8931" y="12058"/>
                    <a:pt x="8931" y="12058"/>
                    <a:pt x="8899" y="12090"/>
                  </a:cubicBezTo>
                  <a:cubicBezTo>
                    <a:pt x="8899" y="12090"/>
                    <a:pt x="8899" y="12122"/>
                    <a:pt x="8899" y="12122"/>
                  </a:cubicBezTo>
                  <a:cubicBezTo>
                    <a:pt x="8899" y="12153"/>
                    <a:pt x="8899" y="12153"/>
                    <a:pt x="8867" y="12153"/>
                  </a:cubicBezTo>
                  <a:cubicBezTo>
                    <a:pt x="8867" y="12153"/>
                    <a:pt x="8867" y="12153"/>
                    <a:pt x="8867" y="12185"/>
                  </a:cubicBezTo>
                  <a:lnTo>
                    <a:pt x="9089" y="12027"/>
                  </a:lnTo>
                  <a:cubicBezTo>
                    <a:pt x="9121" y="11995"/>
                    <a:pt x="9152" y="11963"/>
                    <a:pt x="9152" y="11900"/>
                  </a:cubicBezTo>
                  <a:lnTo>
                    <a:pt x="9184" y="5345"/>
                  </a:lnTo>
                  <a:cubicBezTo>
                    <a:pt x="9184" y="5218"/>
                    <a:pt x="9089" y="5028"/>
                    <a:pt x="8962" y="4965"/>
                  </a:cubicBezTo>
                  <a:lnTo>
                    <a:pt x="412" y="24"/>
                  </a:lnTo>
                  <a:cubicBezTo>
                    <a:pt x="380" y="8"/>
                    <a:pt x="348" y="0"/>
                    <a:pt x="321" y="0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4286690" y="2417147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0DF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4285708" y="2416165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32"/>
                  </a:lnTo>
                  <a:cubicBezTo>
                    <a:pt x="32" y="32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E2E0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4"/>
            <p:cNvSpPr/>
            <p:nvPr/>
          </p:nvSpPr>
          <p:spPr>
            <a:xfrm>
              <a:off x="4285708" y="241616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4"/>
            <p:cNvSpPr/>
            <p:nvPr/>
          </p:nvSpPr>
          <p:spPr>
            <a:xfrm>
              <a:off x="4285708" y="241616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4"/>
            <p:cNvSpPr/>
            <p:nvPr/>
          </p:nvSpPr>
          <p:spPr>
            <a:xfrm>
              <a:off x="4284725" y="241616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4284725" y="241616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2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4"/>
            <p:cNvSpPr/>
            <p:nvPr/>
          </p:nvSpPr>
          <p:spPr>
            <a:xfrm>
              <a:off x="4283774" y="2416165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3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4"/>
            <p:cNvSpPr/>
            <p:nvPr/>
          </p:nvSpPr>
          <p:spPr>
            <a:xfrm>
              <a:off x="4283774" y="241616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4"/>
            <p:cNvSpPr/>
            <p:nvPr/>
          </p:nvSpPr>
          <p:spPr>
            <a:xfrm>
              <a:off x="4282792" y="2416165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E5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4"/>
            <p:cNvSpPr/>
            <p:nvPr/>
          </p:nvSpPr>
          <p:spPr>
            <a:xfrm>
              <a:off x="4281809" y="2416165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1"/>
                  </a:moveTo>
                  <a:cubicBezTo>
                    <a:pt x="32" y="1"/>
                    <a:pt x="32" y="1"/>
                    <a:pt x="1" y="32"/>
                  </a:cubicBezTo>
                  <a:lnTo>
                    <a:pt x="1" y="191"/>
                  </a:lnTo>
                  <a:cubicBezTo>
                    <a:pt x="32" y="191"/>
                    <a:pt x="32" y="159"/>
                    <a:pt x="32" y="15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4"/>
            <p:cNvSpPr/>
            <p:nvPr/>
          </p:nvSpPr>
          <p:spPr>
            <a:xfrm>
              <a:off x="4280858" y="2417147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6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4"/>
            <p:cNvSpPr/>
            <p:nvPr/>
          </p:nvSpPr>
          <p:spPr>
            <a:xfrm>
              <a:off x="4283774" y="24229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4"/>
            <p:cNvSpPr/>
            <p:nvPr/>
          </p:nvSpPr>
          <p:spPr>
            <a:xfrm>
              <a:off x="4283774" y="24229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4"/>
            <p:cNvSpPr/>
            <p:nvPr/>
          </p:nvSpPr>
          <p:spPr>
            <a:xfrm>
              <a:off x="4283774" y="24229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4"/>
            <p:cNvSpPr/>
            <p:nvPr/>
          </p:nvSpPr>
          <p:spPr>
            <a:xfrm>
              <a:off x="4282792" y="242297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4"/>
            <p:cNvSpPr/>
            <p:nvPr/>
          </p:nvSpPr>
          <p:spPr>
            <a:xfrm>
              <a:off x="4282792" y="24229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4"/>
            <p:cNvSpPr/>
            <p:nvPr/>
          </p:nvSpPr>
          <p:spPr>
            <a:xfrm>
              <a:off x="4282792" y="24229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4"/>
            <p:cNvSpPr/>
            <p:nvPr/>
          </p:nvSpPr>
          <p:spPr>
            <a:xfrm>
              <a:off x="4282792" y="24229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4"/>
            <p:cNvSpPr/>
            <p:nvPr/>
          </p:nvSpPr>
          <p:spPr>
            <a:xfrm>
              <a:off x="4282792" y="24229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4"/>
            <p:cNvSpPr/>
            <p:nvPr/>
          </p:nvSpPr>
          <p:spPr>
            <a:xfrm>
              <a:off x="4281809" y="242297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4"/>
            <p:cNvSpPr/>
            <p:nvPr/>
          </p:nvSpPr>
          <p:spPr>
            <a:xfrm>
              <a:off x="4281809" y="242297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4"/>
            <p:cNvSpPr/>
            <p:nvPr/>
          </p:nvSpPr>
          <p:spPr>
            <a:xfrm>
              <a:off x="4281809" y="24229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4"/>
            <p:cNvSpPr/>
            <p:nvPr/>
          </p:nvSpPr>
          <p:spPr>
            <a:xfrm>
              <a:off x="4276960" y="2422979"/>
              <a:ext cx="4881" cy="8779"/>
            </a:xfrm>
            <a:custGeom>
              <a:rect b="b" l="l" r="r" t="t"/>
              <a:pathLst>
                <a:path extrusionOk="0" h="286" w="159">
                  <a:moveTo>
                    <a:pt x="159" y="0"/>
                  </a:moveTo>
                  <a:lnTo>
                    <a:pt x="0" y="95"/>
                  </a:lnTo>
                  <a:lnTo>
                    <a:pt x="0" y="285"/>
                  </a:lnTo>
                  <a:lnTo>
                    <a:pt x="159" y="190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4"/>
            <p:cNvSpPr/>
            <p:nvPr/>
          </p:nvSpPr>
          <p:spPr>
            <a:xfrm>
              <a:off x="4276960" y="242589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4"/>
            <p:cNvSpPr/>
            <p:nvPr/>
          </p:nvSpPr>
          <p:spPr>
            <a:xfrm>
              <a:off x="4276960" y="242589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4"/>
            <p:cNvSpPr/>
            <p:nvPr/>
          </p:nvSpPr>
          <p:spPr>
            <a:xfrm>
              <a:off x="4276960" y="242589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4"/>
            <p:cNvSpPr/>
            <p:nvPr/>
          </p:nvSpPr>
          <p:spPr>
            <a:xfrm>
              <a:off x="4276960" y="242589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24"/>
            <p:cNvSpPr/>
            <p:nvPr/>
          </p:nvSpPr>
          <p:spPr>
            <a:xfrm>
              <a:off x="4276960" y="242687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24"/>
            <p:cNvSpPr/>
            <p:nvPr/>
          </p:nvSpPr>
          <p:spPr>
            <a:xfrm>
              <a:off x="4276960" y="242687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4"/>
            <p:cNvSpPr/>
            <p:nvPr/>
          </p:nvSpPr>
          <p:spPr>
            <a:xfrm>
              <a:off x="4276960" y="242687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4"/>
            <p:cNvSpPr/>
            <p:nvPr/>
          </p:nvSpPr>
          <p:spPr>
            <a:xfrm>
              <a:off x="4276960" y="242687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4"/>
            <p:cNvSpPr/>
            <p:nvPr/>
          </p:nvSpPr>
          <p:spPr>
            <a:xfrm>
              <a:off x="4275977" y="242687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32" y="190"/>
                    <a:pt x="32" y="190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4"/>
            <p:cNvSpPr/>
            <p:nvPr/>
          </p:nvSpPr>
          <p:spPr>
            <a:xfrm>
              <a:off x="4273061" y="24297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4"/>
            <p:cNvSpPr/>
            <p:nvPr/>
          </p:nvSpPr>
          <p:spPr>
            <a:xfrm>
              <a:off x="4273061" y="24297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24"/>
            <p:cNvSpPr/>
            <p:nvPr/>
          </p:nvSpPr>
          <p:spPr>
            <a:xfrm>
              <a:off x="4273061" y="24297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4"/>
            <p:cNvSpPr/>
            <p:nvPr/>
          </p:nvSpPr>
          <p:spPr>
            <a:xfrm>
              <a:off x="4272110" y="242979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4"/>
            <p:cNvSpPr/>
            <p:nvPr/>
          </p:nvSpPr>
          <p:spPr>
            <a:xfrm>
              <a:off x="4272110" y="242979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4"/>
            <p:cNvSpPr/>
            <p:nvPr/>
          </p:nvSpPr>
          <p:spPr>
            <a:xfrm>
              <a:off x="4272110" y="24297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4"/>
            <p:cNvSpPr/>
            <p:nvPr/>
          </p:nvSpPr>
          <p:spPr>
            <a:xfrm>
              <a:off x="4272110" y="24297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24"/>
            <p:cNvSpPr/>
            <p:nvPr/>
          </p:nvSpPr>
          <p:spPr>
            <a:xfrm>
              <a:off x="4272110" y="24297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4"/>
            <p:cNvSpPr/>
            <p:nvPr/>
          </p:nvSpPr>
          <p:spPr>
            <a:xfrm>
              <a:off x="4271128" y="242979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4"/>
            <p:cNvSpPr/>
            <p:nvPr/>
          </p:nvSpPr>
          <p:spPr>
            <a:xfrm>
              <a:off x="4271128" y="24297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4"/>
            <p:cNvSpPr/>
            <p:nvPr/>
          </p:nvSpPr>
          <p:spPr>
            <a:xfrm>
              <a:off x="4271128" y="24297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4"/>
            <p:cNvSpPr/>
            <p:nvPr/>
          </p:nvSpPr>
          <p:spPr>
            <a:xfrm>
              <a:off x="4283774" y="2422979"/>
              <a:ext cx="12646" cy="12677"/>
            </a:xfrm>
            <a:custGeom>
              <a:rect b="b" l="l" r="r" t="t"/>
              <a:pathLst>
                <a:path extrusionOk="0" h="413" w="412">
                  <a:moveTo>
                    <a:pt x="0" y="0"/>
                  </a:moveTo>
                  <a:lnTo>
                    <a:pt x="0" y="190"/>
                  </a:lnTo>
                  <a:lnTo>
                    <a:pt x="412" y="412"/>
                  </a:lnTo>
                  <a:lnTo>
                    <a:pt x="412" y="2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4"/>
            <p:cNvSpPr/>
            <p:nvPr/>
          </p:nvSpPr>
          <p:spPr>
            <a:xfrm>
              <a:off x="4296390" y="243074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4"/>
            <p:cNvSpPr/>
            <p:nvPr/>
          </p:nvSpPr>
          <p:spPr>
            <a:xfrm>
              <a:off x="4296390" y="243074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4"/>
            <p:cNvSpPr/>
            <p:nvPr/>
          </p:nvSpPr>
          <p:spPr>
            <a:xfrm>
              <a:off x="4296390" y="243074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4"/>
            <p:cNvSpPr/>
            <p:nvPr/>
          </p:nvSpPr>
          <p:spPr>
            <a:xfrm>
              <a:off x="4296390" y="243074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4"/>
            <p:cNvSpPr/>
            <p:nvPr/>
          </p:nvSpPr>
          <p:spPr>
            <a:xfrm>
              <a:off x="4296390" y="243172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4"/>
            <p:cNvSpPr/>
            <p:nvPr/>
          </p:nvSpPr>
          <p:spPr>
            <a:xfrm>
              <a:off x="4296390" y="243172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4"/>
            <p:cNvSpPr/>
            <p:nvPr/>
          </p:nvSpPr>
          <p:spPr>
            <a:xfrm>
              <a:off x="4296390" y="243172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4"/>
            <p:cNvSpPr/>
            <p:nvPr/>
          </p:nvSpPr>
          <p:spPr>
            <a:xfrm>
              <a:off x="4296390" y="243172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4"/>
            <p:cNvSpPr/>
            <p:nvPr/>
          </p:nvSpPr>
          <p:spPr>
            <a:xfrm>
              <a:off x="4296390" y="243172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4"/>
            <p:cNvSpPr/>
            <p:nvPr/>
          </p:nvSpPr>
          <p:spPr>
            <a:xfrm>
              <a:off x="4301270" y="243366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4"/>
            <p:cNvSpPr/>
            <p:nvPr/>
          </p:nvSpPr>
          <p:spPr>
            <a:xfrm>
              <a:off x="4301270" y="243366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4"/>
            <p:cNvSpPr/>
            <p:nvPr/>
          </p:nvSpPr>
          <p:spPr>
            <a:xfrm>
              <a:off x="4301270" y="243366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4"/>
            <p:cNvSpPr/>
            <p:nvPr/>
          </p:nvSpPr>
          <p:spPr>
            <a:xfrm>
              <a:off x="4300288" y="243366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4"/>
            <p:cNvSpPr/>
            <p:nvPr/>
          </p:nvSpPr>
          <p:spPr>
            <a:xfrm>
              <a:off x="4300288" y="243366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4"/>
            <p:cNvSpPr/>
            <p:nvPr/>
          </p:nvSpPr>
          <p:spPr>
            <a:xfrm>
              <a:off x="4300288" y="243271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4"/>
            <p:cNvSpPr/>
            <p:nvPr/>
          </p:nvSpPr>
          <p:spPr>
            <a:xfrm>
              <a:off x="4300288" y="243271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4"/>
            <p:cNvSpPr/>
            <p:nvPr/>
          </p:nvSpPr>
          <p:spPr>
            <a:xfrm>
              <a:off x="4300288" y="243271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4"/>
            <p:cNvSpPr/>
            <p:nvPr/>
          </p:nvSpPr>
          <p:spPr>
            <a:xfrm>
              <a:off x="4299306" y="243366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4"/>
            <p:cNvSpPr/>
            <p:nvPr/>
          </p:nvSpPr>
          <p:spPr>
            <a:xfrm>
              <a:off x="4299306" y="243366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4"/>
            <p:cNvSpPr/>
            <p:nvPr/>
          </p:nvSpPr>
          <p:spPr>
            <a:xfrm>
              <a:off x="4299306" y="243366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4"/>
            <p:cNvSpPr/>
            <p:nvPr/>
          </p:nvSpPr>
          <p:spPr>
            <a:xfrm>
              <a:off x="4291540" y="2431727"/>
              <a:ext cx="4881" cy="7797"/>
            </a:xfrm>
            <a:custGeom>
              <a:rect b="b" l="l" r="r" t="t"/>
              <a:pathLst>
                <a:path extrusionOk="0" h="254" w="159">
                  <a:moveTo>
                    <a:pt x="159" y="0"/>
                  </a:moveTo>
                  <a:lnTo>
                    <a:pt x="0" y="95"/>
                  </a:lnTo>
                  <a:lnTo>
                    <a:pt x="0" y="254"/>
                  </a:lnTo>
                  <a:lnTo>
                    <a:pt x="159" y="15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4"/>
            <p:cNvSpPr/>
            <p:nvPr/>
          </p:nvSpPr>
          <p:spPr>
            <a:xfrm>
              <a:off x="4276960" y="2426878"/>
              <a:ext cx="12677" cy="12646"/>
            </a:xfrm>
            <a:custGeom>
              <a:rect b="b" l="l" r="r" t="t"/>
              <a:pathLst>
                <a:path extrusionOk="0" h="412" w="413">
                  <a:moveTo>
                    <a:pt x="0" y="0"/>
                  </a:moveTo>
                  <a:lnTo>
                    <a:pt x="0" y="190"/>
                  </a:lnTo>
                  <a:lnTo>
                    <a:pt x="412" y="412"/>
                  </a:lnTo>
                  <a:lnTo>
                    <a:pt x="412" y="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4"/>
            <p:cNvSpPr/>
            <p:nvPr/>
          </p:nvSpPr>
          <p:spPr>
            <a:xfrm>
              <a:off x="4275977" y="2422979"/>
              <a:ext cx="20443" cy="11695"/>
            </a:xfrm>
            <a:custGeom>
              <a:rect b="b" l="l" r="r" t="t"/>
              <a:pathLst>
                <a:path extrusionOk="0" h="381" w="666">
                  <a:moveTo>
                    <a:pt x="191" y="0"/>
                  </a:moveTo>
                  <a:lnTo>
                    <a:pt x="32" y="95"/>
                  </a:lnTo>
                  <a:cubicBezTo>
                    <a:pt x="1" y="127"/>
                    <a:pt x="1" y="127"/>
                    <a:pt x="32" y="127"/>
                  </a:cubicBezTo>
                  <a:lnTo>
                    <a:pt x="444" y="380"/>
                  </a:lnTo>
                  <a:lnTo>
                    <a:pt x="507" y="380"/>
                  </a:lnTo>
                  <a:lnTo>
                    <a:pt x="666" y="285"/>
                  </a:lnTo>
                  <a:cubicBezTo>
                    <a:pt x="666" y="285"/>
                    <a:pt x="666" y="254"/>
                    <a:pt x="666" y="254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4"/>
            <p:cNvSpPr/>
            <p:nvPr/>
          </p:nvSpPr>
          <p:spPr>
            <a:xfrm>
              <a:off x="4277942" y="2422979"/>
              <a:ext cx="17527" cy="9761"/>
            </a:xfrm>
            <a:custGeom>
              <a:rect b="b" l="l" r="r" t="t"/>
              <a:pathLst>
                <a:path extrusionOk="0" h="318" w="571">
                  <a:moveTo>
                    <a:pt x="127" y="0"/>
                  </a:moveTo>
                  <a:lnTo>
                    <a:pt x="0" y="95"/>
                  </a:lnTo>
                  <a:lnTo>
                    <a:pt x="380" y="317"/>
                  </a:lnTo>
                  <a:lnTo>
                    <a:pt x="412" y="317"/>
                  </a:lnTo>
                  <a:lnTo>
                    <a:pt x="570" y="254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4"/>
            <p:cNvSpPr/>
            <p:nvPr/>
          </p:nvSpPr>
          <p:spPr>
            <a:xfrm>
              <a:off x="4291540" y="24346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4"/>
            <p:cNvSpPr/>
            <p:nvPr/>
          </p:nvSpPr>
          <p:spPr>
            <a:xfrm>
              <a:off x="4290558" y="2434643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4"/>
            <p:cNvSpPr/>
            <p:nvPr/>
          </p:nvSpPr>
          <p:spPr>
            <a:xfrm>
              <a:off x="4290558" y="24346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4"/>
            <p:cNvSpPr/>
            <p:nvPr/>
          </p:nvSpPr>
          <p:spPr>
            <a:xfrm>
              <a:off x="4290558" y="24346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4"/>
            <p:cNvSpPr/>
            <p:nvPr/>
          </p:nvSpPr>
          <p:spPr>
            <a:xfrm>
              <a:off x="4290558" y="24346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4"/>
            <p:cNvSpPr/>
            <p:nvPr/>
          </p:nvSpPr>
          <p:spPr>
            <a:xfrm>
              <a:off x="4290558" y="24346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4"/>
            <p:cNvSpPr/>
            <p:nvPr/>
          </p:nvSpPr>
          <p:spPr>
            <a:xfrm>
              <a:off x="4289606" y="2434643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4"/>
            <p:cNvSpPr/>
            <p:nvPr/>
          </p:nvSpPr>
          <p:spPr>
            <a:xfrm>
              <a:off x="4289606" y="24346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4"/>
            <p:cNvSpPr/>
            <p:nvPr/>
          </p:nvSpPr>
          <p:spPr>
            <a:xfrm>
              <a:off x="4289606" y="24346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4"/>
            <p:cNvSpPr/>
            <p:nvPr/>
          </p:nvSpPr>
          <p:spPr>
            <a:xfrm>
              <a:off x="4289606" y="24346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4"/>
            <p:cNvSpPr/>
            <p:nvPr/>
          </p:nvSpPr>
          <p:spPr>
            <a:xfrm>
              <a:off x="4289606" y="24346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4"/>
            <p:cNvSpPr/>
            <p:nvPr/>
          </p:nvSpPr>
          <p:spPr>
            <a:xfrm>
              <a:off x="4261397" y="2429794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90"/>
                  </a:lnTo>
                  <a:lnTo>
                    <a:pt x="1" y="348"/>
                  </a:lnTo>
                  <a:lnTo>
                    <a:pt x="317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4"/>
            <p:cNvSpPr/>
            <p:nvPr/>
          </p:nvSpPr>
          <p:spPr>
            <a:xfrm>
              <a:off x="4261397" y="24356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4"/>
            <p:cNvSpPr/>
            <p:nvPr/>
          </p:nvSpPr>
          <p:spPr>
            <a:xfrm>
              <a:off x="4260446" y="243562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4"/>
            <p:cNvSpPr/>
            <p:nvPr/>
          </p:nvSpPr>
          <p:spPr>
            <a:xfrm>
              <a:off x="4260446" y="24356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4"/>
            <p:cNvSpPr/>
            <p:nvPr/>
          </p:nvSpPr>
          <p:spPr>
            <a:xfrm>
              <a:off x="4260446" y="24356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4"/>
            <p:cNvSpPr/>
            <p:nvPr/>
          </p:nvSpPr>
          <p:spPr>
            <a:xfrm>
              <a:off x="4260446" y="243562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8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4"/>
            <p:cNvSpPr/>
            <p:nvPr/>
          </p:nvSpPr>
          <p:spPr>
            <a:xfrm>
              <a:off x="4260446" y="243562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4"/>
            <p:cNvSpPr/>
            <p:nvPr/>
          </p:nvSpPr>
          <p:spPr>
            <a:xfrm>
              <a:off x="4260446" y="243562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4260446" y="243562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4294456" y="2433661"/>
              <a:ext cx="4881" cy="7827"/>
            </a:xfrm>
            <a:custGeom>
              <a:rect b="b" l="l" r="r" t="t"/>
              <a:pathLst>
                <a:path extrusionOk="0" h="255" w="159">
                  <a:moveTo>
                    <a:pt x="159" y="1"/>
                  </a:moveTo>
                  <a:lnTo>
                    <a:pt x="0" y="96"/>
                  </a:lnTo>
                  <a:lnTo>
                    <a:pt x="0" y="254"/>
                  </a:lnTo>
                  <a:lnTo>
                    <a:pt x="159" y="159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4273061" y="2429794"/>
              <a:ext cx="12677" cy="11695"/>
            </a:xfrm>
            <a:custGeom>
              <a:rect b="b" l="l" r="r" t="t"/>
              <a:pathLst>
                <a:path extrusionOk="0" h="381" w="413">
                  <a:moveTo>
                    <a:pt x="1" y="0"/>
                  </a:moveTo>
                  <a:lnTo>
                    <a:pt x="1" y="158"/>
                  </a:lnTo>
                  <a:lnTo>
                    <a:pt x="412" y="380"/>
                  </a:lnTo>
                  <a:lnTo>
                    <a:pt x="412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4"/>
            <p:cNvSpPr/>
            <p:nvPr/>
          </p:nvSpPr>
          <p:spPr>
            <a:xfrm>
              <a:off x="4294456" y="243657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4"/>
            <p:cNvSpPr/>
            <p:nvPr/>
          </p:nvSpPr>
          <p:spPr>
            <a:xfrm>
              <a:off x="4294456" y="243657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>
              <a:off x="4294456" y="243657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>
              <a:off x="4294456" y="243657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>
              <a:off x="4294456" y="243657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>
              <a:off x="4294456" y="243657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>
              <a:off x="4294456" y="243657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4"/>
            <p:cNvSpPr/>
            <p:nvPr/>
          </p:nvSpPr>
          <p:spPr>
            <a:xfrm>
              <a:off x="4294456" y="243657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4"/>
            <p:cNvSpPr/>
            <p:nvPr/>
          </p:nvSpPr>
          <p:spPr>
            <a:xfrm>
              <a:off x="4260446" y="2435626"/>
              <a:ext cx="982" cy="6814"/>
            </a:xfrm>
            <a:custGeom>
              <a:rect b="b" l="l" r="r" t="t"/>
              <a:pathLst>
                <a:path extrusionOk="0" h="222" w="32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32" y="222"/>
                  </a:cubicBezTo>
                  <a:lnTo>
                    <a:pt x="32" y="32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4"/>
            <p:cNvSpPr/>
            <p:nvPr/>
          </p:nvSpPr>
          <p:spPr>
            <a:xfrm>
              <a:off x="4284725" y="2436577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32" y="159"/>
                    <a:pt x="32" y="191"/>
                    <a:pt x="32" y="191"/>
                  </a:cubicBezTo>
                  <a:lnTo>
                    <a:pt x="32" y="32"/>
                  </a:lnTo>
                  <a:cubicBezTo>
                    <a:pt x="32" y="1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4"/>
            <p:cNvSpPr/>
            <p:nvPr/>
          </p:nvSpPr>
          <p:spPr>
            <a:xfrm>
              <a:off x="4293474" y="2436577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1" y="191"/>
                    <a:pt x="32" y="191"/>
                    <a:pt x="32" y="191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4285708" y="243755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4285708" y="243755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4285708" y="243755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4285708" y="243755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4285708" y="243755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4"/>
            <p:cNvSpPr/>
            <p:nvPr/>
          </p:nvSpPr>
          <p:spPr>
            <a:xfrm>
              <a:off x="4285708" y="243755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4"/>
            <p:cNvSpPr/>
            <p:nvPr/>
          </p:nvSpPr>
          <p:spPr>
            <a:xfrm>
              <a:off x="4285708" y="243755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4285708" y="243854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4257530" y="243949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4257530" y="243949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4"/>
            <p:cNvSpPr/>
            <p:nvPr/>
          </p:nvSpPr>
          <p:spPr>
            <a:xfrm>
              <a:off x="4256547" y="243854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32"/>
                  </a:lnTo>
                  <a:cubicBezTo>
                    <a:pt x="32" y="32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4"/>
            <p:cNvSpPr/>
            <p:nvPr/>
          </p:nvSpPr>
          <p:spPr>
            <a:xfrm>
              <a:off x="4256547" y="243854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cubicBezTo>
                    <a:pt x="0" y="0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4256547" y="243854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4256547" y="243854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4255565" y="243854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4"/>
            <p:cNvSpPr/>
            <p:nvPr/>
          </p:nvSpPr>
          <p:spPr>
            <a:xfrm>
              <a:off x="4255565" y="243854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4"/>
            <p:cNvSpPr/>
            <p:nvPr/>
          </p:nvSpPr>
          <p:spPr>
            <a:xfrm>
              <a:off x="4255565" y="243854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4254614" y="2439493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4253631" y="2439493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4"/>
            <p:cNvSpPr/>
            <p:nvPr/>
          </p:nvSpPr>
          <p:spPr>
            <a:xfrm>
              <a:off x="4290558" y="243949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4"/>
            <p:cNvSpPr/>
            <p:nvPr/>
          </p:nvSpPr>
          <p:spPr>
            <a:xfrm>
              <a:off x="4290558" y="243949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4290558" y="243949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4289606" y="2439493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4"/>
            <p:cNvSpPr/>
            <p:nvPr/>
          </p:nvSpPr>
          <p:spPr>
            <a:xfrm>
              <a:off x="4289606" y="2439493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4"/>
            <p:cNvSpPr/>
            <p:nvPr/>
          </p:nvSpPr>
          <p:spPr>
            <a:xfrm>
              <a:off x="4289606" y="243949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4"/>
            <p:cNvSpPr/>
            <p:nvPr/>
          </p:nvSpPr>
          <p:spPr>
            <a:xfrm>
              <a:off x="4289606" y="243949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4"/>
            <p:cNvSpPr/>
            <p:nvPr/>
          </p:nvSpPr>
          <p:spPr>
            <a:xfrm>
              <a:off x="4289606" y="243949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4"/>
            <p:cNvSpPr/>
            <p:nvPr/>
          </p:nvSpPr>
          <p:spPr>
            <a:xfrm>
              <a:off x="4288624" y="2439493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4"/>
            <p:cNvSpPr/>
            <p:nvPr/>
          </p:nvSpPr>
          <p:spPr>
            <a:xfrm>
              <a:off x="4288624" y="243949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4"/>
            <p:cNvSpPr/>
            <p:nvPr/>
          </p:nvSpPr>
          <p:spPr>
            <a:xfrm>
              <a:off x="4288624" y="243949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4"/>
            <p:cNvSpPr/>
            <p:nvPr/>
          </p:nvSpPr>
          <p:spPr>
            <a:xfrm>
              <a:off x="4301270" y="2433661"/>
              <a:ext cx="12646" cy="11695"/>
            </a:xfrm>
            <a:custGeom>
              <a:rect b="b" l="l" r="r" t="t"/>
              <a:pathLst>
                <a:path extrusionOk="0" h="381" w="412">
                  <a:moveTo>
                    <a:pt x="0" y="1"/>
                  </a:moveTo>
                  <a:lnTo>
                    <a:pt x="0" y="159"/>
                  </a:lnTo>
                  <a:lnTo>
                    <a:pt x="412" y="381"/>
                  </a:lnTo>
                  <a:lnTo>
                    <a:pt x="412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4"/>
            <p:cNvSpPr/>
            <p:nvPr/>
          </p:nvSpPr>
          <p:spPr>
            <a:xfrm>
              <a:off x="4313886" y="244047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1"/>
                  </a:lnTo>
                  <a:cubicBezTo>
                    <a:pt x="1" y="191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4"/>
            <p:cNvSpPr/>
            <p:nvPr/>
          </p:nvSpPr>
          <p:spPr>
            <a:xfrm>
              <a:off x="4313886" y="24414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4"/>
            <p:cNvSpPr/>
            <p:nvPr/>
          </p:nvSpPr>
          <p:spPr>
            <a:xfrm>
              <a:off x="4313886" y="24414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4"/>
            <p:cNvSpPr/>
            <p:nvPr/>
          </p:nvSpPr>
          <p:spPr>
            <a:xfrm>
              <a:off x="4313886" y="24414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4"/>
            <p:cNvSpPr/>
            <p:nvPr/>
          </p:nvSpPr>
          <p:spPr>
            <a:xfrm>
              <a:off x="4313886" y="24414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4"/>
            <p:cNvSpPr/>
            <p:nvPr/>
          </p:nvSpPr>
          <p:spPr>
            <a:xfrm>
              <a:off x="4313886" y="24414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4"/>
            <p:cNvSpPr/>
            <p:nvPr/>
          </p:nvSpPr>
          <p:spPr>
            <a:xfrm>
              <a:off x="4313886" y="24414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4"/>
            <p:cNvSpPr/>
            <p:nvPr/>
          </p:nvSpPr>
          <p:spPr>
            <a:xfrm>
              <a:off x="4313886" y="244145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4"/>
            <p:cNvSpPr/>
            <p:nvPr/>
          </p:nvSpPr>
          <p:spPr>
            <a:xfrm>
              <a:off x="4313886" y="244145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4"/>
            <p:cNvSpPr/>
            <p:nvPr/>
          </p:nvSpPr>
          <p:spPr>
            <a:xfrm>
              <a:off x="4362507" y="2439493"/>
              <a:ext cx="4881" cy="7827"/>
            </a:xfrm>
            <a:custGeom>
              <a:rect b="b" l="l" r="r" t="t"/>
              <a:pathLst>
                <a:path extrusionOk="0" h="255" w="159">
                  <a:moveTo>
                    <a:pt x="159" y="1"/>
                  </a:moveTo>
                  <a:lnTo>
                    <a:pt x="0" y="96"/>
                  </a:lnTo>
                  <a:lnTo>
                    <a:pt x="0" y="254"/>
                  </a:lnTo>
                  <a:lnTo>
                    <a:pt x="159" y="191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4"/>
            <p:cNvSpPr/>
            <p:nvPr/>
          </p:nvSpPr>
          <p:spPr>
            <a:xfrm>
              <a:off x="4318766" y="244339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4"/>
            <p:cNvSpPr/>
            <p:nvPr/>
          </p:nvSpPr>
          <p:spPr>
            <a:xfrm>
              <a:off x="4318766" y="244339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4"/>
            <p:cNvSpPr/>
            <p:nvPr/>
          </p:nvSpPr>
          <p:spPr>
            <a:xfrm>
              <a:off x="4318766" y="244339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4"/>
            <p:cNvSpPr/>
            <p:nvPr/>
          </p:nvSpPr>
          <p:spPr>
            <a:xfrm>
              <a:off x="4317784" y="244339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4"/>
            <p:cNvSpPr/>
            <p:nvPr/>
          </p:nvSpPr>
          <p:spPr>
            <a:xfrm>
              <a:off x="4317784" y="244339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4"/>
            <p:cNvSpPr/>
            <p:nvPr/>
          </p:nvSpPr>
          <p:spPr>
            <a:xfrm>
              <a:off x="4317784" y="244339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4"/>
            <p:cNvSpPr/>
            <p:nvPr/>
          </p:nvSpPr>
          <p:spPr>
            <a:xfrm>
              <a:off x="4317784" y="244339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4"/>
            <p:cNvSpPr/>
            <p:nvPr/>
          </p:nvSpPr>
          <p:spPr>
            <a:xfrm>
              <a:off x="4317784" y="244339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4"/>
            <p:cNvSpPr/>
            <p:nvPr/>
          </p:nvSpPr>
          <p:spPr>
            <a:xfrm>
              <a:off x="4316802" y="244339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4"/>
            <p:cNvSpPr/>
            <p:nvPr/>
          </p:nvSpPr>
          <p:spPr>
            <a:xfrm>
              <a:off x="4316802" y="244339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4"/>
            <p:cNvSpPr/>
            <p:nvPr/>
          </p:nvSpPr>
          <p:spPr>
            <a:xfrm>
              <a:off x="4316802" y="244339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4"/>
            <p:cNvSpPr/>
            <p:nvPr/>
          </p:nvSpPr>
          <p:spPr>
            <a:xfrm>
              <a:off x="4275977" y="2438542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59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4"/>
            <p:cNvSpPr/>
            <p:nvPr/>
          </p:nvSpPr>
          <p:spPr>
            <a:xfrm>
              <a:off x="4261397" y="2436577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1" y="1"/>
                  </a:moveTo>
                  <a:lnTo>
                    <a:pt x="1" y="191"/>
                  </a:lnTo>
                  <a:lnTo>
                    <a:pt x="381" y="413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4"/>
            <p:cNvSpPr/>
            <p:nvPr/>
          </p:nvSpPr>
          <p:spPr>
            <a:xfrm>
              <a:off x="4275026" y="2443391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1"/>
                  </a:moveTo>
                  <a:cubicBezTo>
                    <a:pt x="32" y="1"/>
                    <a:pt x="0" y="1"/>
                    <a:pt x="0" y="32"/>
                  </a:cubicBez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4"/>
            <p:cNvSpPr/>
            <p:nvPr/>
          </p:nvSpPr>
          <p:spPr>
            <a:xfrm>
              <a:off x="4275026" y="244339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4275026" y="24443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4274044" y="244437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4"/>
            <p:cNvSpPr/>
            <p:nvPr/>
          </p:nvSpPr>
          <p:spPr>
            <a:xfrm>
              <a:off x="4274044" y="24443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4"/>
            <p:cNvSpPr/>
            <p:nvPr/>
          </p:nvSpPr>
          <p:spPr>
            <a:xfrm>
              <a:off x="4274044" y="24443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4"/>
            <p:cNvSpPr/>
            <p:nvPr/>
          </p:nvSpPr>
          <p:spPr>
            <a:xfrm>
              <a:off x="4274044" y="24443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4"/>
            <p:cNvSpPr/>
            <p:nvPr/>
          </p:nvSpPr>
          <p:spPr>
            <a:xfrm>
              <a:off x="4274044" y="24443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4"/>
            <p:cNvSpPr/>
            <p:nvPr/>
          </p:nvSpPr>
          <p:spPr>
            <a:xfrm>
              <a:off x="4273061" y="244437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4"/>
            <p:cNvSpPr/>
            <p:nvPr/>
          </p:nvSpPr>
          <p:spPr>
            <a:xfrm>
              <a:off x="4273061" y="244339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4"/>
            <p:cNvSpPr/>
            <p:nvPr/>
          </p:nvSpPr>
          <p:spPr>
            <a:xfrm>
              <a:off x="4273061" y="244339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4"/>
            <p:cNvSpPr/>
            <p:nvPr/>
          </p:nvSpPr>
          <p:spPr>
            <a:xfrm>
              <a:off x="4245866" y="2439493"/>
              <a:ext cx="7797" cy="9761"/>
            </a:xfrm>
            <a:custGeom>
              <a:rect b="b" l="l" r="r" t="t"/>
              <a:pathLst>
                <a:path extrusionOk="0" h="318" w="254">
                  <a:moveTo>
                    <a:pt x="253" y="1"/>
                  </a:moveTo>
                  <a:lnTo>
                    <a:pt x="0" y="159"/>
                  </a:lnTo>
                  <a:lnTo>
                    <a:pt x="0" y="318"/>
                  </a:lnTo>
                  <a:lnTo>
                    <a:pt x="253" y="159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4"/>
            <p:cNvSpPr/>
            <p:nvPr/>
          </p:nvSpPr>
          <p:spPr>
            <a:xfrm>
              <a:off x="4294456" y="2437559"/>
              <a:ext cx="12677" cy="11695"/>
            </a:xfrm>
            <a:custGeom>
              <a:rect b="b" l="l" r="r" t="t"/>
              <a:pathLst>
                <a:path extrusionOk="0" h="381" w="413">
                  <a:moveTo>
                    <a:pt x="0" y="0"/>
                  </a:moveTo>
                  <a:lnTo>
                    <a:pt x="0" y="159"/>
                  </a:lnTo>
                  <a:lnTo>
                    <a:pt x="412" y="381"/>
                  </a:lnTo>
                  <a:lnTo>
                    <a:pt x="412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4"/>
            <p:cNvSpPr/>
            <p:nvPr/>
          </p:nvSpPr>
          <p:spPr>
            <a:xfrm>
              <a:off x="4309036" y="2441458"/>
              <a:ext cx="4881" cy="8779"/>
            </a:xfrm>
            <a:custGeom>
              <a:rect b="b" l="l" r="r" t="t"/>
              <a:pathLst>
                <a:path extrusionOk="0" h="286" w="159">
                  <a:moveTo>
                    <a:pt x="159" y="0"/>
                  </a:moveTo>
                  <a:lnTo>
                    <a:pt x="0" y="95"/>
                  </a:lnTo>
                  <a:lnTo>
                    <a:pt x="0" y="285"/>
                  </a:lnTo>
                  <a:lnTo>
                    <a:pt x="159" y="190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4"/>
            <p:cNvSpPr/>
            <p:nvPr/>
          </p:nvSpPr>
          <p:spPr>
            <a:xfrm>
              <a:off x="4309036" y="24443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4"/>
            <p:cNvSpPr/>
            <p:nvPr/>
          </p:nvSpPr>
          <p:spPr>
            <a:xfrm>
              <a:off x="4308054" y="244437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0"/>
                  </a:moveTo>
                  <a:cubicBezTo>
                    <a:pt x="1" y="0"/>
                    <a:pt x="1" y="0"/>
                    <a:pt x="1" y="32"/>
                  </a:cubicBez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4"/>
            <p:cNvSpPr/>
            <p:nvPr/>
          </p:nvSpPr>
          <p:spPr>
            <a:xfrm>
              <a:off x="4308054" y="24443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4"/>
            <p:cNvSpPr/>
            <p:nvPr/>
          </p:nvSpPr>
          <p:spPr>
            <a:xfrm>
              <a:off x="4308054" y="24443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4"/>
            <p:cNvSpPr/>
            <p:nvPr/>
          </p:nvSpPr>
          <p:spPr>
            <a:xfrm>
              <a:off x="4308054" y="24443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4"/>
            <p:cNvSpPr/>
            <p:nvPr/>
          </p:nvSpPr>
          <p:spPr>
            <a:xfrm>
              <a:off x="4308054" y="24443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4"/>
            <p:cNvSpPr/>
            <p:nvPr/>
          </p:nvSpPr>
          <p:spPr>
            <a:xfrm>
              <a:off x="4307102" y="244437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4"/>
            <p:cNvSpPr/>
            <p:nvPr/>
          </p:nvSpPr>
          <p:spPr>
            <a:xfrm>
              <a:off x="4307102" y="24443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4"/>
            <p:cNvSpPr/>
            <p:nvPr/>
          </p:nvSpPr>
          <p:spPr>
            <a:xfrm>
              <a:off x="4307102" y="24443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4"/>
            <p:cNvSpPr/>
            <p:nvPr/>
          </p:nvSpPr>
          <p:spPr>
            <a:xfrm>
              <a:off x="4307102" y="24443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4"/>
            <p:cNvSpPr/>
            <p:nvPr/>
          </p:nvSpPr>
          <p:spPr>
            <a:xfrm>
              <a:off x="4307102" y="24443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4293474" y="2432955"/>
              <a:ext cx="20443" cy="12155"/>
            </a:xfrm>
            <a:custGeom>
              <a:rect b="b" l="l" r="r" t="t"/>
              <a:pathLst>
                <a:path extrusionOk="0" h="396" w="666">
                  <a:moveTo>
                    <a:pt x="222" y="0"/>
                  </a:moveTo>
                  <a:cubicBezTo>
                    <a:pt x="215" y="0"/>
                    <a:pt x="207" y="8"/>
                    <a:pt x="191" y="24"/>
                  </a:cubicBezTo>
                  <a:lnTo>
                    <a:pt x="32" y="119"/>
                  </a:lnTo>
                  <a:cubicBezTo>
                    <a:pt x="1" y="119"/>
                    <a:pt x="1" y="119"/>
                    <a:pt x="32" y="150"/>
                  </a:cubicBezTo>
                  <a:lnTo>
                    <a:pt x="444" y="372"/>
                  </a:lnTo>
                  <a:cubicBezTo>
                    <a:pt x="444" y="388"/>
                    <a:pt x="452" y="396"/>
                    <a:pt x="464" y="396"/>
                  </a:cubicBezTo>
                  <a:cubicBezTo>
                    <a:pt x="476" y="396"/>
                    <a:pt x="492" y="388"/>
                    <a:pt x="507" y="372"/>
                  </a:cubicBezTo>
                  <a:lnTo>
                    <a:pt x="666" y="277"/>
                  </a:lnTo>
                  <a:cubicBezTo>
                    <a:pt x="666" y="277"/>
                    <a:pt x="666" y="245"/>
                    <a:pt x="666" y="245"/>
                  </a:cubicBezTo>
                  <a:lnTo>
                    <a:pt x="254" y="24"/>
                  </a:lnTo>
                  <a:cubicBezTo>
                    <a:pt x="238" y="8"/>
                    <a:pt x="230" y="0"/>
                    <a:pt x="222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4295438" y="2433661"/>
              <a:ext cx="17527" cy="9761"/>
            </a:xfrm>
            <a:custGeom>
              <a:rect b="b" l="l" r="r" t="t"/>
              <a:pathLst>
                <a:path extrusionOk="0" h="318" w="571">
                  <a:moveTo>
                    <a:pt x="127" y="1"/>
                  </a:moveTo>
                  <a:lnTo>
                    <a:pt x="0" y="64"/>
                  </a:lnTo>
                  <a:lnTo>
                    <a:pt x="380" y="318"/>
                  </a:lnTo>
                  <a:lnTo>
                    <a:pt x="412" y="318"/>
                  </a:lnTo>
                  <a:lnTo>
                    <a:pt x="570" y="222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4"/>
            <p:cNvSpPr/>
            <p:nvPr/>
          </p:nvSpPr>
          <p:spPr>
            <a:xfrm>
              <a:off x="4278893" y="2439493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9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4"/>
            <p:cNvSpPr/>
            <p:nvPr/>
          </p:nvSpPr>
          <p:spPr>
            <a:xfrm>
              <a:off x="4245866" y="2444374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4244883" y="244437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4244883" y="24443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4"/>
            <p:cNvSpPr/>
            <p:nvPr/>
          </p:nvSpPr>
          <p:spPr>
            <a:xfrm>
              <a:off x="4244883" y="24443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4"/>
            <p:cNvSpPr/>
            <p:nvPr/>
          </p:nvSpPr>
          <p:spPr>
            <a:xfrm>
              <a:off x="4244883" y="244532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4"/>
            <p:cNvSpPr/>
            <p:nvPr/>
          </p:nvSpPr>
          <p:spPr>
            <a:xfrm>
              <a:off x="4244883" y="244532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4"/>
            <p:cNvSpPr/>
            <p:nvPr/>
          </p:nvSpPr>
          <p:spPr>
            <a:xfrm>
              <a:off x="4244883" y="244532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4"/>
            <p:cNvSpPr/>
            <p:nvPr/>
          </p:nvSpPr>
          <p:spPr>
            <a:xfrm>
              <a:off x="4244883" y="244532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4"/>
            <p:cNvSpPr/>
            <p:nvPr/>
          </p:nvSpPr>
          <p:spPr>
            <a:xfrm>
              <a:off x="4278893" y="244532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4"/>
            <p:cNvSpPr/>
            <p:nvPr/>
          </p:nvSpPr>
          <p:spPr>
            <a:xfrm>
              <a:off x="4277942" y="244532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cubicBezTo>
                    <a:pt x="32" y="159"/>
                    <a:pt x="32" y="159"/>
                    <a:pt x="32" y="15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4"/>
            <p:cNvSpPr/>
            <p:nvPr/>
          </p:nvSpPr>
          <p:spPr>
            <a:xfrm>
              <a:off x="4277942" y="244532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4"/>
            <p:cNvSpPr/>
            <p:nvPr/>
          </p:nvSpPr>
          <p:spPr>
            <a:xfrm>
              <a:off x="4277942" y="244532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4"/>
            <p:cNvSpPr/>
            <p:nvPr/>
          </p:nvSpPr>
          <p:spPr>
            <a:xfrm>
              <a:off x="4277942" y="244630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4"/>
            <p:cNvSpPr/>
            <p:nvPr/>
          </p:nvSpPr>
          <p:spPr>
            <a:xfrm>
              <a:off x="4277942" y="244630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4"/>
            <p:cNvSpPr/>
            <p:nvPr/>
          </p:nvSpPr>
          <p:spPr>
            <a:xfrm>
              <a:off x="4277942" y="244630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4"/>
            <p:cNvSpPr/>
            <p:nvPr/>
          </p:nvSpPr>
          <p:spPr>
            <a:xfrm>
              <a:off x="4277942" y="244630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4"/>
            <p:cNvSpPr/>
            <p:nvPr/>
          </p:nvSpPr>
          <p:spPr>
            <a:xfrm>
              <a:off x="4277942" y="244630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4"/>
            <p:cNvSpPr/>
            <p:nvPr/>
          </p:nvSpPr>
          <p:spPr>
            <a:xfrm>
              <a:off x="4311952" y="2443391"/>
              <a:ext cx="4881" cy="7797"/>
            </a:xfrm>
            <a:custGeom>
              <a:rect b="b" l="l" r="r" t="t"/>
              <a:pathLst>
                <a:path extrusionOk="0" h="254" w="159">
                  <a:moveTo>
                    <a:pt x="159" y="1"/>
                  </a:moveTo>
                  <a:lnTo>
                    <a:pt x="1" y="96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4"/>
            <p:cNvSpPr/>
            <p:nvPr/>
          </p:nvSpPr>
          <p:spPr>
            <a:xfrm>
              <a:off x="4290558" y="2439493"/>
              <a:ext cx="12677" cy="12677"/>
            </a:xfrm>
            <a:custGeom>
              <a:rect b="b" l="l" r="r" t="t"/>
              <a:pathLst>
                <a:path extrusionOk="0" h="413" w="413">
                  <a:moveTo>
                    <a:pt x="1" y="1"/>
                  </a:moveTo>
                  <a:lnTo>
                    <a:pt x="1" y="191"/>
                  </a:lnTo>
                  <a:lnTo>
                    <a:pt x="381" y="413"/>
                  </a:lnTo>
                  <a:lnTo>
                    <a:pt x="412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4"/>
            <p:cNvSpPr/>
            <p:nvPr/>
          </p:nvSpPr>
          <p:spPr>
            <a:xfrm>
              <a:off x="4244883" y="2445325"/>
              <a:ext cx="982" cy="6845"/>
            </a:xfrm>
            <a:custGeom>
              <a:rect b="b" l="l" r="r" t="t"/>
              <a:pathLst>
                <a:path extrusionOk="0" h="223" w="32">
                  <a:moveTo>
                    <a:pt x="0" y="1"/>
                  </a:moveTo>
                  <a:lnTo>
                    <a:pt x="0" y="159"/>
                  </a:lnTo>
                  <a:cubicBezTo>
                    <a:pt x="0" y="191"/>
                    <a:pt x="0" y="191"/>
                    <a:pt x="32" y="223"/>
                  </a:cubicBezTo>
                  <a:lnTo>
                    <a:pt x="32" y="33"/>
                  </a:lnTo>
                  <a:cubicBezTo>
                    <a:pt x="0" y="33"/>
                    <a:pt x="0" y="33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4"/>
            <p:cNvSpPr/>
            <p:nvPr/>
          </p:nvSpPr>
          <p:spPr>
            <a:xfrm>
              <a:off x="4311952" y="244630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4"/>
            <p:cNvSpPr/>
            <p:nvPr/>
          </p:nvSpPr>
          <p:spPr>
            <a:xfrm>
              <a:off x="4311952" y="244630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4"/>
            <p:cNvSpPr/>
            <p:nvPr/>
          </p:nvSpPr>
          <p:spPr>
            <a:xfrm>
              <a:off x="4311952" y="244630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4"/>
            <p:cNvSpPr/>
            <p:nvPr/>
          </p:nvSpPr>
          <p:spPr>
            <a:xfrm>
              <a:off x="4311952" y="244630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4"/>
            <p:cNvSpPr/>
            <p:nvPr/>
          </p:nvSpPr>
          <p:spPr>
            <a:xfrm>
              <a:off x="4311952" y="244630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4"/>
            <p:cNvSpPr/>
            <p:nvPr/>
          </p:nvSpPr>
          <p:spPr>
            <a:xfrm>
              <a:off x="4311952" y="244630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4"/>
            <p:cNvSpPr/>
            <p:nvPr/>
          </p:nvSpPr>
          <p:spPr>
            <a:xfrm>
              <a:off x="4311952" y="244729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4"/>
            <p:cNvSpPr/>
            <p:nvPr/>
          </p:nvSpPr>
          <p:spPr>
            <a:xfrm>
              <a:off x="4311952" y="244729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4"/>
            <p:cNvSpPr/>
            <p:nvPr/>
          </p:nvSpPr>
          <p:spPr>
            <a:xfrm>
              <a:off x="4277942" y="2446307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91"/>
                    <a:pt x="32" y="191"/>
                  </a:cubicBezTo>
                  <a:lnTo>
                    <a:pt x="32" y="32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4"/>
            <p:cNvSpPr/>
            <p:nvPr/>
          </p:nvSpPr>
          <p:spPr>
            <a:xfrm>
              <a:off x="4302222" y="2446307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32" y="191"/>
                    <a:pt x="32" y="191"/>
                    <a:pt x="32" y="191"/>
                  </a:cubicBezTo>
                  <a:lnTo>
                    <a:pt x="32" y="32"/>
                  </a:lnTo>
                  <a:cubicBezTo>
                    <a:pt x="32" y="32"/>
                    <a:pt x="32" y="32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4"/>
            <p:cNvSpPr/>
            <p:nvPr/>
          </p:nvSpPr>
          <p:spPr>
            <a:xfrm>
              <a:off x="4310970" y="2447290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4"/>
            <p:cNvSpPr/>
            <p:nvPr/>
          </p:nvSpPr>
          <p:spPr>
            <a:xfrm>
              <a:off x="4303204" y="244729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4"/>
            <p:cNvSpPr/>
            <p:nvPr/>
          </p:nvSpPr>
          <p:spPr>
            <a:xfrm>
              <a:off x="4303204" y="244729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4"/>
            <p:cNvSpPr/>
            <p:nvPr/>
          </p:nvSpPr>
          <p:spPr>
            <a:xfrm>
              <a:off x="4303204" y="244729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4"/>
            <p:cNvSpPr/>
            <p:nvPr/>
          </p:nvSpPr>
          <p:spPr>
            <a:xfrm>
              <a:off x="4303204" y="244729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4"/>
            <p:cNvSpPr/>
            <p:nvPr/>
          </p:nvSpPr>
          <p:spPr>
            <a:xfrm>
              <a:off x="4303204" y="244729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4"/>
            <p:cNvSpPr/>
            <p:nvPr/>
          </p:nvSpPr>
          <p:spPr>
            <a:xfrm>
              <a:off x="4303204" y="24482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4"/>
            <p:cNvSpPr/>
            <p:nvPr/>
          </p:nvSpPr>
          <p:spPr>
            <a:xfrm>
              <a:off x="4303204" y="24482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4"/>
            <p:cNvSpPr/>
            <p:nvPr/>
          </p:nvSpPr>
          <p:spPr>
            <a:xfrm>
              <a:off x="4303204" y="24482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4"/>
            <p:cNvSpPr/>
            <p:nvPr/>
          </p:nvSpPr>
          <p:spPr>
            <a:xfrm>
              <a:off x="4240985" y="24482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4"/>
            <p:cNvSpPr/>
            <p:nvPr/>
          </p:nvSpPr>
          <p:spPr>
            <a:xfrm>
              <a:off x="4240985" y="24482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4"/>
            <p:cNvSpPr/>
            <p:nvPr/>
          </p:nvSpPr>
          <p:spPr>
            <a:xfrm>
              <a:off x="4240985" y="24482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4"/>
            <p:cNvSpPr/>
            <p:nvPr/>
          </p:nvSpPr>
          <p:spPr>
            <a:xfrm>
              <a:off x="4240003" y="244824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4"/>
            <p:cNvSpPr/>
            <p:nvPr/>
          </p:nvSpPr>
          <p:spPr>
            <a:xfrm>
              <a:off x="4240003" y="24482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4"/>
            <p:cNvSpPr/>
            <p:nvPr/>
          </p:nvSpPr>
          <p:spPr>
            <a:xfrm>
              <a:off x="4240003" y="24482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4"/>
            <p:cNvSpPr/>
            <p:nvPr/>
          </p:nvSpPr>
          <p:spPr>
            <a:xfrm>
              <a:off x="4240003" y="24482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4"/>
            <p:cNvSpPr/>
            <p:nvPr/>
          </p:nvSpPr>
          <p:spPr>
            <a:xfrm>
              <a:off x="4240003" y="24482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4"/>
            <p:cNvSpPr/>
            <p:nvPr/>
          </p:nvSpPr>
          <p:spPr>
            <a:xfrm>
              <a:off x="4239051" y="2448241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4"/>
            <p:cNvSpPr/>
            <p:nvPr/>
          </p:nvSpPr>
          <p:spPr>
            <a:xfrm>
              <a:off x="4239051" y="24482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4"/>
            <p:cNvSpPr/>
            <p:nvPr/>
          </p:nvSpPr>
          <p:spPr>
            <a:xfrm>
              <a:off x="4238069" y="244824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cubicBezTo>
                    <a:pt x="32" y="159"/>
                    <a:pt x="32" y="159"/>
                    <a:pt x="32" y="15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4"/>
            <p:cNvSpPr/>
            <p:nvPr/>
          </p:nvSpPr>
          <p:spPr>
            <a:xfrm>
              <a:off x="4308054" y="245020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4"/>
            <p:cNvSpPr/>
            <p:nvPr/>
          </p:nvSpPr>
          <p:spPr>
            <a:xfrm>
              <a:off x="4308054" y="244922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32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4"/>
            <p:cNvSpPr/>
            <p:nvPr/>
          </p:nvSpPr>
          <p:spPr>
            <a:xfrm>
              <a:off x="4308054" y="244922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4"/>
            <p:cNvSpPr/>
            <p:nvPr/>
          </p:nvSpPr>
          <p:spPr>
            <a:xfrm>
              <a:off x="4307102" y="2449223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4"/>
            <p:cNvSpPr/>
            <p:nvPr/>
          </p:nvSpPr>
          <p:spPr>
            <a:xfrm>
              <a:off x="4307102" y="2449223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4"/>
            <p:cNvSpPr/>
            <p:nvPr/>
          </p:nvSpPr>
          <p:spPr>
            <a:xfrm>
              <a:off x="4307102" y="244922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4"/>
            <p:cNvSpPr/>
            <p:nvPr/>
          </p:nvSpPr>
          <p:spPr>
            <a:xfrm>
              <a:off x="4307102" y="244922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4"/>
            <p:cNvSpPr/>
            <p:nvPr/>
          </p:nvSpPr>
          <p:spPr>
            <a:xfrm>
              <a:off x="4307102" y="244922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4"/>
            <p:cNvSpPr/>
            <p:nvPr/>
          </p:nvSpPr>
          <p:spPr>
            <a:xfrm>
              <a:off x="4306120" y="2449223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4"/>
            <p:cNvSpPr/>
            <p:nvPr/>
          </p:nvSpPr>
          <p:spPr>
            <a:xfrm>
              <a:off x="4306120" y="244922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2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4"/>
            <p:cNvSpPr/>
            <p:nvPr/>
          </p:nvSpPr>
          <p:spPr>
            <a:xfrm>
              <a:off x="4306120" y="245020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4"/>
            <p:cNvSpPr/>
            <p:nvPr/>
          </p:nvSpPr>
          <p:spPr>
            <a:xfrm>
              <a:off x="4318766" y="2443391"/>
              <a:ext cx="12646" cy="12677"/>
            </a:xfrm>
            <a:custGeom>
              <a:rect b="b" l="l" r="r" t="t"/>
              <a:pathLst>
                <a:path extrusionOk="0" h="413" w="412">
                  <a:moveTo>
                    <a:pt x="0" y="1"/>
                  </a:moveTo>
                  <a:lnTo>
                    <a:pt x="0" y="159"/>
                  </a:lnTo>
                  <a:lnTo>
                    <a:pt x="412" y="412"/>
                  </a:lnTo>
                  <a:lnTo>
                    <a:pt x="412" y="2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4"/>
            <p:cNvSpPr/>
            <p:nvPr/>
          </p:nvSpPr>
          <p:spPr>
            <a:xfrm>
              <a:off x="4331382" y="245020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32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4"/>
            <p:cNvSpPr/>
            <p:nvPr/>
          </p:nvSpPr>
          <p:spPr>
            <a:xfrm>
              <a:off x="4331382" y="245115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4"/>
            <p:cNvSpPr/>
            <p:nvPr/>
          </p:nvSpPr>
          <p:spPr>
            <a:xfrm>
              <a:off x="4331382" y="245115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4"/>
            <p:cNvSpPr/>
            <p:nvPr/>
          </p:nvSpPr>
          <p:spPr>
            <a:xfrm>
              <a:off x="4331382" y="245115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4"/>
            <p:cNvSpPr/>
            <p:nvPr/>
          </p:nvSpPr>
          <p:spPr>
            <a:xfrm>
              <a:off x="4331382" y="245115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4"/>
            <p:cNvSpPr/>
            <p:nvPr/>
          </p:nvSpPr>
          <p:spPr>
            <a:xfrm>
              <a:off x="4331382" y="245115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4"/>
            <p:cNvSpPr/>
            <p:nvPr/>
          </p:nvSpPr>
          <p:spPr>
            <a:xfrm>
              <a:off x="4331382" y="245115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4"/>
            <p:cNvSpPr/>
            <p:nvPr/>
          </p:nvSpPr>
          <p:spPr>
            <a:xfrm>
              <a:off x="4331382" y="245214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4"/>
            <p:cNvSpPr/>
            <p:nvPr/>
          </p:nvSpPr>
          <p:spPr>
            <a:xfrm>
              <a:off x="4331382" y="245214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4"/>
            <p:cNvSpPr/>
            <p:nvPr/>
          </p:nvSpPr>
          <p:spPr>
            <a:xfrm>
              <a:off x="4336262" y="24531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4"/>
            <p:cNvSpPr/>
            <p:nvPr/>
          </p:nvSpPr>
          <p:spPr>
            <a:xfrm>
              <a:off x="4336262" y="24531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4"/>
            <p:cNvSpPr/>
            <p:nvPr/>
          </p:nvSpPr>
          <p:spPr>
            <a:xfrm>
              <a:off x="4336262" y="24531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4"/>
            <p:cNvSpPr/>
            <p:nvPr/>
          </p:nvSpPr>
          <p:spPr>
            <a:xfrm>
              <a:off x="4335280" y="24531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4"/>
            <p:cNvSpPr/>
            <p:nvPr/>
          </p:nvSpPr>
          <p:spPr>
            <a:xfrm>
              <a:off x="4335280" y="24531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4"/>
            <p:cNvSpPr/>
            <p:nvPr/>
          </p:nvSpPr>
          <p:spPr>
            <a:xfrm>
              <a:off x="4335280" y="24531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4"/>
            <p:cNvSpPr/>
            <p:nvPr/>
          </p:nvSpPr>
          <p:spPr>
            <a:xfrm>
              <a:off x="4335280" y="24531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4"/>
            <p:cNvSpPr/>
            <p:nvPr/>
          </p:nvSpPr>
          <p:spPr>
            <a:xfrm>
              <a:off x="4335280" y="24531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4"/>
            <p:cNvSpPr/>
            <p:nvPr/>
          </p:nvSpPr>
          <p:spPr>
            <a:xfrm>
              <a:off x="4334298" y="245312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3" y="19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4"/>
            <p:cNvSpPr/>
            <p:nvPr/>
          </p:nvSpPr>
          <p:spPr>
            <a:xfrm>
              <a:off x="4334298" y="245312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3" y="19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4"/>
            <p:cNvSpPr/>
            <p:nvPr/>
          </p:nvSpPr>
          <p:spPr>
            <a:xfrm>
              <a:off x="4334298" y="24531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4"/>
            <p:cNvSpPr/>
            <p:nvPr/>
          </p:nvSpPr>
          <p:spPr>
            <a:xfrm>
              <a:off x="4293474" y="2448241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4"/>
            <p:cNvSpPr/>
            <p:nvPr/>
          </p:nvSpPr>
          <p:spPr>
            <a:xfrm>
              <a:off x="4278893" y="2447290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9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4"/>
            <p:cNvSpPr/>
            <p:nvPr/>
          </p:nvSpPr>
          <p:spPr>
            <a:xfrm>
              <a:off x="4229321" y="2448241"/>
              <a:ext cx="8779" cy="10743"/>
            </a:xfrm>
            <a:custGeom>
              <a:rect b="b" l="l" r="r" t="t"/>
              <a:pathLst>
                <a:path extrusionOk="0" h="350" w="286">
                  <a:moveTo>
                    <a:pt x="286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286" y="159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4"/>
            <p:cNvSpPr/>
            <p:nvPr/>
          </p:nvSpPr>
          <p:spPr>
            <a:xfrm>
              <a:off x="4292522" y="2454073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4"/>
            <p:cNvSpPr/>
            <p:nvPr/>
          </p:nvSpPr>
          <p:spPr>
            <a:xfrm>
              <a:off x="4292522" y="24540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4"/>
            <p:cNvSpPr/>
            <p:nvPr/>
          </p:nvSpPr>
          <p:spPr>
            <a:xfrm>
              <a:off x="4292522" y="24540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4"/>
            <p:cNvSpPr/>
            <p:nvPr/>
          </p:nvSpPr>
          <p:spPr>
            <a:xfrm>
              <a:off x="4291540" y="2454073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4"/>
            <p:cNvSpPr/>
            <p:nvPr/>
          </p:nvSpPr>
          <p:spPr>
            <a:xfrm>
              <a:off x="4291540" y="24540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4"/>
            <p:cNvSpPr/>
            <p:nvPr/>
          </p:nvSpPr>
          <p:spPr>
            <a:xfrm>
              <a:off x="4291540" y="24540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4"/>
            <p:cNvSpPr/>
            <p:nvPr/>
          </p:nvSpPr>
          <p:spPr>
            <a:xfrm>
              <a:off x="4291540" y="24540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4"/>
            <p:cNvSpPr/>
            <p:nvPr/>
          </p:nvSpPr>
          <p:spPr>
            <a:xfrm>
              <a:off x="4291540" y="24540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4"/>
            <p:cNvSpPr/>
            <p:nvPr/>
          </p:nvSpPr>
          <p:spPr>
            <a:xfrm>
              <a:off x="4290558" y="2454073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4"/>
            <p:cNvSpPr/>
            <p:nvPr/>
          </p:nvSpPr>
          <p:spPr>
            <a:xfrm>
              <a:off x="4290558" y="24540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4"/>
            <p:cNvSpPr/>
            <p:nvPr/>
          </p:nvSpPr>
          <p:spPr>
            <a:xfrm>
              <a:off x="4290558" y="24540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4"/>
            <p:cNvSpPr/>
            <p:nvPr/>
          </p:nvSpPr>
          <p:spPr>
            <a:xfrm>
              <a:off x="4277942" y="2439493"/>
              <a:ext cx="25293" cy="14611"/>
            </a:xfrm>
            <a:custGeom>
              <a:rect b="b" l="l" r="r" t="t"/>
              <a:pathLst>
                <a:path extrusionOk="0" h="476" w="824">
                  <a:moveTo>
                    <a:pt x="348" y="1"/>
                  </a:moveTo>
                  <a:lnTo>
                    <a:pt x="32" y="191"/>
                  </a:lnTo>
                  <a:cubicBezTo>
                    <a:pt x="0" y="191"/>
                    <a:pt x="0" y="223"/>
                    <a:pt x="32" y="254"/>
                  </a:cubicBezTo>
                  <a:lnTo>
                    <a:pt x="412" y="476"/>
                  </a:lnTo>
                  <a:lnTo>
                    <a:pt x="507" y="476"/>
                  </a:lnTo>
                  <a:lnTo>
                    <a:pt x="823" y="286"/>
                  </a:lnTo>
                  <a:cubicBezTo>
                    <a:pt x="823" y="286"/>
                    <a:pt x="823" y="254"/>
                    <a:pt x="823" y="223"/>
                  </a:cubicBezTo>
                  <a:lnTo>
                    <a:pt x="443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4"/>
            <p:cNvSpPr/>
            <p:nvPr/>
          </p:nvSpPr>
          <p:spPr>
            <a:xfrm>
              <a:off x="4278893" y="2439493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7" y="1"/>
                  </a:moveTo>
                  <a:lnTo>
                    <a:pt x="1" y="191"/>
                  </a:lnTo>
                  <a:lnTo>
                    <a:pt x="381" y="413"/>
                  </a:lnTo>
                  <a:lnTo>
                    <a:pt x="444" y="413"/>
                  </a:lnTo>
                  <a:lnTo>
                    <a:pt x="761" y="223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4"/>
            <p:cNvSpPr/>
            <p:nvPr/>
          </p:nvSpPr>
          <p:spPr>
            <a:xfrm>
              <a:off x="4326532" y="2452140"/>
              <a:ext cx="4881" cy="7797"/>
            </a:xfrm>
            <a:custGeom>
              <a:rect b="b" l="l" r="r" t="t"/>
              <a:pathLst>
                <a:path extrusionOk="0" h="254" w="159">
                  <a:moveTo>
                    <a:pt x="159" y="1"/>
                  </a:moveTo>
                  <a:lnTo>
                    <a:pt x="1" y="96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4"/>
            <p:cNvSpPr/>
            <p:nvPr/>
          </p:nvSpPr>
          <p:spPr>
            <a:xfrm>
              <a:off x="4311952" y="2447290"/>
              <a:ext cx="12677" cy="12646"/>
            </a:xfrm>
            <a:custGeom>
              <a:rect b="b" l="l" r="r" t="t"/>
              <a:pathLst>
                <a:path extrusionOk="0" h="412" w="413">
                  <a:moveTo>
                    <a:pt x="1" y="0"/>
                  </a:moveTo>
                  <a:lnTo>
                    <a:pt x="1" y="190"/>
                  </a:lnTo>
                  <a:lnTo>
                    <a:pt x="412" y="412"/>
                  </a:lnTo>
                  <a:lnTo>
                    <a:pt x="412" y="2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4"/>
            <p:cNvSpPr/>
            <p:nvPr/>
          </p:nvSpPr>
          <p:spPr>
            <a:xfrm>
              <a:off x="4310970" y="2443391"/>
              <a:ext cx="20443" cy="11695"/>
            </a:xfrm>
            <a:custGeom>
              <a:rect b="b" l="l" r="r" t="t"/>
              <a:pathLst>
                <a:path extrusionOk="0" h="381" w="666">
                  <a:moveTo>
                    <a:pt x="191" y="1"/>
                  </a:moveTo>
                  <a:lnTo>
                    <a:pt x="33" y="96"/>
                  </a:lnTo>
                  <a:cubicBezTo>
                    <a:pt x="1" y="96"/>
                    <a:pt x="1" y="127"/>
                    <a:pt x="33" y="127"/>
                  </a:cubicBezTo>
                  <a:lnTo>
                    <a:pt x="444" y="381"/>
                  </a:lnTo>
                  <a:lnTo>
                    <a:pt x="508" y="381"/>
                  </a:lnTo>
                  <a:lnTo>
                    <a:pt x="666" y="286"/>
                  </a:lnTo>
                  <a:cubicBezTo>
                    <a:pt x="666" y="254"/>
                    <a:pt x="666" y="254"/>
                    <a:pt x="666" y="254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4"/>
            <p:cNvSpPr/>
            <p:nvPr/>
          </p:nvSpPr>
          <p:spPr>
            <a:xfrm>
              <a:off x="4312934" y="2443391"/>
              <a:ext cx="17527" cy="9761"/>
            </a:xfrm>
            <a:custGeom>
              <a:rect b="b" l="l" r="r" t="t"/>
              <a:pathLst>
                <a:path extrusionOk="0" h="318" w="571">
                  <a:moveTo>
                    <a:pt x="127" y="1"/>
                  </a:moveTo>
                  <a:lnTo>
                    <a:pt x="0" y="96"/>
                  </a:lnTo>
                  <a:lnTo>
                    <a:pt x="380" y="317"/>
                  </a:lnTo>
                  <a:lnTo>
                    <a:pt x="412" y="317"/>
                  </a:lnTo>
                  <a:lnTo>
                    <a:pt x="570" y="222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4"/>
            <p:cNvSpPr/>
            <p:nvPr/>
          </p:nvSpPr>
          <p:spPr>
            <a:xfrm>
              <a:off x="4325550" y="245505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4"/>
            <p:cNvSpPr/>
            <p:nvPr/>
          </p:nvSpPr>
          <p:spPr>
            <a:xfrm>
              <a:off x="4325550" y="245505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4"/>
            <p:cNvSpPr/>
            <p:nvPr/>
          </p:nvSpPr>
          <p:spPr>
            <a:xfrm>
              <a:off x="4325550" y="245505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4"/>
            <p:cNvSpPr/>
            <p:nvPr/>
          </p:nvSpPr>
          <p:spPr>
            <a:xfrm>
              <a:off x="4325550" y="245505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4"/>
            <p:cNvSpPr/>
            <p:nvPr/>
          </p:nvSpPr>
          <p:spPr>
            <a:xfrm>
              <a:off x="4325550" y="245505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4"/>
            <p:cNvSpPr/>
            <p:nvPr/>
          </p:nvSpPr>
          <p:spPr>
            <a:xfrm>
              <a:off x="4325550" y="245505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4"/>
            <p:cNvSpPr/>
            <p:nvPr/>
          </p:nvSpPr>
          <p:spPr>
            <a:xfrm>
              <a:off x="4324598" y="245505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4"/>
            <p:cNvSpPr/>
            <p:nvPr/>
          </p:nvSpPr>
          <p:spPr>
            <a:xfrm>
              <a:off x="4324598" y="245505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4"/>
            <p:cNvSpPr/>
            <p:nvPr/>
          </p:nvSpPr>
          <p:spPr>
            <a:xfrm>
              <a:off x="4324598" y="245505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4"/>
            <p:cNvSpPr/>
            <p:nvPr/>
          </p:nvSpPr>
          <p:spPr>
            <a:xfrm>
              <a:off x="4324598" y="245505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4"/>
            <p:cNvSpPr/>
            <p:nvPr/>
          </p:nvSpPr>
          <p:spPr>
            <a:xfrm>
              <a:off x="4324598" y="245505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4"/>
            <p:cNvSpPr/>
            <p:nvPr/>
          </p:nvSpPr>
          <p:spPr>
            <a:xfrm>
              <a:off x="4229321" y="24540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4"/>
            <p:cNvSpPr/>
            <p:nvPr/>
          </p:nvSpPr>
          <p:spPr>
            <a:xfrm>
              <a:off x="4228339" y="2454073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4"/>
            <p:cNvSpPr/>
            <p:nvPr/>
          </p:nvSpPr>
          <p:spPr>
            <a:xfrm>
              <a:off x="4228339" y="245407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4"/>
            <p:cNvSpPr/>
            <p:nvPr/>
          </p:nvSpPr>
          <p:spPr>
            <a:xfrm>
              <a:off x="4228339" y="245407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4"/>
            <p:cNvSpPr/>
            <p:nvPr/>
          </p:nvSpPr>
          <p:spPr>
            <a:xfrm>
              <a:off x="4228339" y="245407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4"/>
            <p:cNvSpPr/>
            <p:nvPr/>
          </p:nvSpPr>
          <p:spPr>
            <a:xfrm>
              <a:off x="4228339" y="245505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4"/>
            <p:cNvSpPr/>
            <p:nvPr/>
          </p:nvSpPr>
          <p:spPr>
            <a:xfrm>
              <a:off x="4228339" y="245505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4"/>
            <p:cNvSpPr/>
            <p:nvPr/>
          </p:nvSpPr>
          <p:spPr>
            <a:xfrm>
              <a:off x="4228339" y="245505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4"/>
            <p:cNvSpPr/>
            <p:nvPr/>
          </p:nvSpPr>
          <p:spPr>
            <a:xfrm>
              <a:off x="4245866" y="2446307"/>
              <a:ext cx="28209" cy="22377"/>
            </a:xfrm>
            <a:custGeom>
              <a:rect b="b" l="l" r="r" t="t"/>
              <a:pathLst>
                <a:path extrusionOk="0" h="729" w="919">
                  <a:moveTo>
                    <a:pt x="0" y="1"/>
                  </a:moveTo>
                  <a:lnTo>
                    <a:pt x="0" y="191"/>
                  </a:lnTo>
                  <a:lnTo>
                    <a:pt x="918" y="729"/>
                  </a:lnTo>
                  <a:lnTo>
                    <a:pt x="918" y="5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4"/>
            <p:cNvSpPr/>
            <p:nvPr/>
          </p:nvSpPr>
          <p:spPr>
            <a:xfrm>
              <a:off x="4240985" y="2448241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4"/>
            <p:cNvSpPr/>
            <p:nvPr/>
          </p:nvSpPr>
          <p:spPr>
            <a:xfrm>
              <a:off x="4296390" y="2450206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59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4"/>
            <p:cNvSpPr/>
            <p:nvPr/>
          </p:nvSpPr>
          <p:spPr>
            <a:xfrm>
              <a:off x="4228339" y="245505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33" y="191"/>
                  </a:cubicBezTo>
                  <a:lnTo>
                    <a:pt x="33" y="32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4"/>
            <p:cNvSpPr/>
            <p:nvPr/>
          </p:nvSpPr>
          <p:spPr>
            <a:xfrm>
              <a:off x="4257530" y="2439493"/>
              <a:ext cx="29191" cy="21425"/>
            </a:xfrm>
            <a:custGeom>
              <a:rect b="b" l="l" r="r" t="t"/>
              <a:pathLst>
                <a:path extrusionOk="0" h="698" w="951">
                  <a:moveTo>
                    <a:pt x="0" y="1"/>
                  </a:moveTo>
                  <a:lnTo>
                    <a:pt x="0" y="159"/>
                  </a:lnTo>
                  <a:lnTo>
                    <a:pt x="950" y="698"/>
                  </a:lnTo>
                  <a:lnTo>
                    <a:pt x="950" y="5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4"/>
            <p:cNvSpPr/>
            <p:nvPr/>
          </p:nvSpPr>
          <p:spPr>
            <a:xfrm>
              <a:off x="4252649" y="245505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32" y="159"/>
                    <a:pt x="32" y="191"/>
                    <a:pt x="32" y="191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4"/>
            <p:cNvSpPr/>
            <p:nvPr/>
          </p:nvSpPr>
          <p:spPr>
            <a:xfrm>
              <a:off x="4296390" y="245505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4"/>
            <p:cNvSpPr/>
            <p:nvPr/>
          </p:nvSpPr>
          <p:spPr>
            <a:xfrm>
              <a:off x="4295438" y="245505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1"/>
                  </a:moveTo>
                  <a:cubicBezTo>
                    <a:pt x="32" y="32"/>
                    <a:pt x="32" y="32"/>
                    <a:pt x="0" y="32"/>
                  </a:cubicBez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4"/>
            <p:cNvSpPr/>
            <p:nvPr/>
          </p:nvSpPr>
          <p:spPr>
            <a:xfrm>
              <a:off x="4295438" y="24560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4"/>
            <p:cNvSpPr/>
            <p:nvPr/>
          </p:nvSpPr>
          <p:spPr>
            <a:xfrm>
              <a:off x="4295438" y="24560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4"/>
            <p:cNvSpPr/>
            <p:nvPr/>
          </p:nvSpPr>
          <p:spPr>
            <a:xfrm>
              <a:off x="4295438" y="24560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4"/>
            <p:cNvSpPr/>
            <p:nvPr/>
          </p:nvSpPr>
          <p:spPr>
            <a:xfrm>
              <a:off x="4295438" y="24560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4"/>
            <p:cNvSpPr/>
            <p:nvPr/>
          </p:nvSpPr>
          <p:spPr>
            <a:xfrm>
              <a:off x="4295438" y="245603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4"/>
            <p:cNvSpPr/>
            <p:nvPr/>
          </p:nvSpPr>
          <p:spPr>
            <a:xfrm>
              <a:off x="4295438" y="245603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4"/>
            <p:cNvSpPr/>
            <p:nvPr/>
          </p:nvSpPr>
          <p:spPr>
            <a:xfrm>
              <a:off x="4329448" y="2454073"/>
              <a:ext cx="4881" cy="7827"/>
            </a:xfrm>
            <a:custGeom>
              <a:rect b="b" l="l" r="r" t="t"/>
              <a:pathLst>
                <a:path extrusionOk="0" h="255" w="159">
                  <a:moveTo>
                    <a:pt x="159" y="1"/>
                  </a:moveTo>
                  <a:lnTo>
                    <a:pt x="1" y="64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4"/>
            <p:cNvSpPr/>
            <p:nvPr/>
          </p:nvSpPr>
          <p:spPr>
            <a:xfrm>
              <a:off x="4308054" y="2450206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9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4"/>
            <p:cNvSpPr/>
            <p:nvPr/>
          </p:nvSpPr>
          <p:spPr>
            <a:xfrm>
              <a:off x="4286690" y="245603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4"/>
            <p:cNvSpPr/>
            <p:nvPr/>
          </p:nvSpPr>
          <p:spPr>
            <a:xfrm>
              <a:off x="4329448" y="245603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4"/>
            <p:cNvSpPr/>
            <p:nvPr/>
          </p:nvSpPr>
          <p:spPr>
            <a:xfrm>
              <a:off x="4329448" y="245603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32"/>
                  </a:lnTo>
                  <a:cubicBezTo>
                    <a:pt x="1" y="3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4"/>
            <p:cNvSpPr/>
            <p:nvPr/>
          </p:nvSpPr>
          <p:spPr>
            <a:xfrm>
              <a:off x="4329448" y="24569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4"/>
            <p:cNvSpPr/>
            <p:nvPr/>
          </p:nvSpPr>
          <p:spPr>
            <a:xfrm>
              <a:off x="4329448" y="24569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4"/>
            <p:cNvSpPr/>
            <p:nvPr/>
          </p:nvSpPr>
          <p:spPr>
            <a:xfrm>
              <a:off x="4329448" y="24569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4"/>
            <p:cNvSpPr/>
            <p:nvPr/>
          </p:nvSpPr>
          <p:spPr>
            <a:xfrm>
              <a:off x="4329448" y="24569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4"/>
            <p:cNvSpPr/>
            <p:nvPr/>
          </p:nvSpPr>
          <p:spPr>
            <a:xfrm>
              <a:off x="4328466" y="2456989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33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4"/>
            <p:cNvSpPr/>
            <p:nvPr/>
          </p:nvSpPr>
          <p:spPr>
            <a:xfrm>
              <a:off x="4328466" y="2456989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33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33" y="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4"/>
            <p:cNvSpPr/>
            <p:nvPr/>
          </p:nvSpPr>
          <p:spPr>
            <a:xfrm>
              <a:off x="4253631" y="24560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4"/>
            <p:cNvSpPr/>
            <p:nvPr/>
          </p:nvSpPr>
          <p:spPr>
            <a:xfrm>
              <a:off x="4253631" y="24560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4"/>
            <p:cNvSpPr/>
            <p:nvPr/>
          </p:nvSpPr>
          <p:spPr>
            <a:xfrm>
              <a:off x="4253631" y="245603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4"/>
            <p:cNvSpPr/>
            <p:nvPr/>
          </p:nvSpPr>
          <p:spPr>
            <a:xfrm>
              <a:off x="4253631" y="245603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4"/>
            <p:cNvSpPr/>
            <p:nvPr/>
          </p:nvSpPr>
          <p:spPr>
            <a:xfrm>
              <a:off x="4253631" y="245603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4"/>
            <p:cNvSpPr/>
            <p:nvPr/>
          </p:nvSpPr>
          <p:spPr>
            <a:xfrm>
              <a:off x="4253631" y="245603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4"/>
            <p:cNvSpPr/>
            <p:nvPr/>
          </p:nvSpPr>
          <p:spPr>
            <a:xfrm>
              <a:off x="4252649" y="2456989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4"/>
            <p:cNvSpPr/>
            <p:nvPr/>
          </p:nvSpPr>
          <p:spPr>
            <a:xfrm>
              <a:off x="4252649" y="24569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4"/>
            <p:cNvSpPr/>
            <p:nvPr/>
          </p:nvSpPr>
          <p:spPr>
            <a:xfrm>
              <a:off x="4295438" y="245603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0" y="190"/>
                    <a:pt x="32" y="190"/>
                  </a:cubicBezTo>
                  <a:lnTo>
                    <a:pt x="32" y="32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4"/>
            <p:cNvSpPr/>
            <p:nvPr/>
          </p:nvSpPr>
          <p:spPr>
            <a:xfrm>
              <a:off x="4319718" y="245698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33" y="159"/>
                    <a:pt x="33" y="159"/>
                    <a:pt x="33" y="191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4"/>
            <p:cNvSpPr/>
            <p:nvPr/>
          </p:nvSpPr>
          <p:spPr>
            <a:xfrm>
              <a:off x="4328466" y="245698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1" y="191"/>
                    <a:pt x="33" y="191"/>
                    <a:pt x="33" y="191"/>
                  </a:cubicBezTo>
                  <a:lnTo>
                    <a:pt x="33" y="33"/>
                  </a:lnTo>
                  <a:cubicBezTo>
                    <a:pt x="33" y="1"/>
                    <a:pt x="33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4"/>
            <p:cNvSpPr/>
            <p:nvPr/>
          </p:nvSpPr>
          <p:spPr>
            <a:xfrm>
              <a:off x="4287642" y="24569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4"/>
            <p:cNvSpPr/>
            <p:nvPr/>
          </p:nvSpPr>
          <p:spPr>
            <a:xfrm>
              <a:off x="4287642" y="24569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4"/>
            <p:cNvSpPr/>
            <p:nvPr/>
          </p:nvSpPr>
          <p:spPr>
            <a:xfrm>
              <a:off x="4286690" y="2456989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4"/>
            <p:cNvSpPr/>
            <p:nvPr/>
          </p:nvSpPr>
          <p:spPr>
            <a:xfrm>
              <a:off x="4286690" y="24569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4"/>
            <p:cNvSpPr/>
            <p:nvPr/>
          </p:nvSpPr>
          <p:spPr>
            <a:xfrm>
              <a:off x="4286690" y="24569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4"/>
            <p:cNvSpPr/>
            <p:nvPr/>
          </p:nvSpPr>
          <p:spPr>
            <a:xfrm>
              <a:off x="4286690" y="245698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4"/>
            <p:cNvSpPr/>
            <p:nvPr/>
          </p:nvSpPr>
          <p:spPr>
            <a:xfrm>
              <a:off x="4286690" y="245698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3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4"/>
            <p:cNvSpPr/>
            <p:nvPr/>
          </p:nvSpPr>
          <p:spPr>
            <a:xfrm>
              <a:off x="4286690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4"/>
            <p:cNvSpPr/>
            <p:nvPr/>
          </p:nvSpPr>
          <p:spPr>
            <a:xfrm>
              <a:off x="4224471" y="2457972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4"/>
            <p:cNvSpPr/>
            <p:nvPr/>
          </p:nvSpPr>
          <p:spPr>
            <a:xfrm>
              <a:off x="4224471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4"/>
            <p:cNvSpPr/>
            <p:nvPr/>
          </p:nvSpPr>
          <p:spPr>
            <a:xfrm>
              <a:off x="4224471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4"/>
            <p:cNvSpPr/>
            <p:nvPr/>
          </p:nvSpPr>
          <p:spPr>
            <a:xfrm>
              <a:off x="4224471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4"/>
            <p:cNvSpPr/>
            <p:nvPr/>
          </p:nvSpPr>
          <p:spPr>
            <a:xfrm>
              <a:off x="4224471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4"/>
            <p:cNvSpPr/>
            <p:nvPr/>
          </p:nvSpPr>
          <p:spPr>
            <a:xfrm>
              <a:off x="4223489" y="245797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4"/>
            <p:cNvSpPr/>
            <p:nvPr/>
          </p:nvSpPr>
          <p:spPr>
            <a:xfrm>
              <a:off x="4223489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24"/>
            <p:cNvSpPr/>
            <p:nvPr/>
          </p:nvSpPr>
          <p:spPr>
            <a:xfrm>
              <a:off x="4223489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4"/>
            <p:cNvSpPr/>
            <p:nvPr/>
          </p:nvSpPr>
          <p:spPr>
            <a:xfrm>
              <a:off x="4223489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4"/>
            <p:cNvSpPr/>
            <p:nvPr/>
          </p:nvSpPr>
          <p:spPr>
            <a:xfrm>
              <a:off x="4222507" y="245797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4"/>
            <p:cNvSpPr/>
            <p:nvPr/>
          </p:nvSpPr>
          <p:spPr>
            <a:xfrm>
              <a:off x="4222507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4"/>
            <p:cNvSpPr/>
            <p:nvPr/>
          </p:nvSpPr>
          <p:spPr>
            <a:xfrm>
              <a:off x="4320700" y="245698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4"/>
            <p:cNvSpPr/>
            <p:nvPr/>
          </p:nvSpPr>
          <p:spPr>
            <a:xfrm>
              <a:off x="4320700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4"/>
            <p:cNvSpPr/>
            <p:nvPr/>
          </p:nvSpPr>
          <p:spPr>
            <a:xfrm>
              <a:off x="4320700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4"/>
            <p:cNvSpPr/>
            <p:nvPr/>
          </p:nvSpPr>
          <p:spPr>
            <a:xfrm>
              <a:off x="4320700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4"/>
            <p:cNvSpPr/>
            <p:nvPr/>
          </p:nvSpPr>
          <p:spPr>
            <a:xfrm>
              <a:off x="4320700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4"/>
            <p:cNvSpPr/>
            <p:nvPr/>
          </p:nvSpPr>
          <p:spPr>
            <a:xfrm>
              <a:off x="4320700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4"/>
            <p:cNvSpPr/>
            <p:nvPr/>
          </p:nvSpPr>
          <p:spPr>
            <a:xfrm>
              <a:off x="4320700" y="245797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4"/>
            <p:cNvSpPr/>
            <p:nvPr/>
          </p:nvSpPr>
          <p:spPr>
            <a:xfrm>
              <a:off x="4319718" y="245797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1"/>
                  </a:moveTo>
                  <a:lnTo>
                    <a:pt x="1" y="191"/>
                  </a:lnTo>
                  <a:lnTo>
                    <a:pt x="33" y="19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4"/>
            <p:cNvSpPr/>
            <p:nvPr/>
          </p:nvSpPr>
          <p:spPr>
            <a:xfrm>
              <a:off x="4258481" y="245797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24"/>
            <p:cNvSpPr/>
            <p:nvPr/>
          </p:nvSpPr>
          <p:spPr>
            <a:xfrm>
              <a:off x="4258481" y="245797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24"/>
            <p:cNvSpPr/>
            <p:nvPr/>
          </p:nvSpPr>
          <p:spPr>
            <a:xfrm>
              <a:off x="4258481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4"/>
            <p:cNvSpPr/>
            <p:nvPr/>
          </p:nvSpPr>
          <p:spPr>
            <a:xfrm>
              <a:off x="4257530" y="2457972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24"/>
            <p:cNvSpPr/>
            <p:nvPr/>
          </p:nvSpPr>
          <p:spPr>
            <a:xfrm>
              <a:off x="4257530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4"/>
            <p:cNvSpPr/>
            <p:nvPr/>
          </p:nvSpPr>
          <p:spPr>
            <a:xfrm>
              <a:off x="4257530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4"/>
            <p:cNvSpPr/>
            <p:nvPr/>
          </p:nvSpPr>
          <p:spPr>
            <a:xfrm>
              <a:off x="4257530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4"/>
            <p:cNvSpPr/>
            <p:nvPr/>
          </p:nvSpPr>
          <p:spPr>
            <a:xfrm>
              <a:off x="4257530" y="245797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4"/>
            <p:cNvSpPr/>
            <p:nvPr/>
          </p:nvSpPr>
          <p:spPr>
            <a:xfrm>
              <a:off x="4256547" y="245797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4"/>
            <p:cNvSpPr/>
            <p:nvPr/>
          </p:nvSpPr>
          <p:spPr>
            <a:xfrm>
              <a:off x="4256547" y="245797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4"/>
            <p:cNvSpPr/>
            <p:nvPr/>
          </p:nvSpPr>
          <p:spPr>
            <a:xfrm>
              <a:off x="4255565" y="245797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1"/>
                  </a:moveTo>
                  <a:cubicBezTo>
                    <a:pt x="32" y="1"/>
                    <a:pt x="32" y="32"/>
                    <a:pt x="1" y="32"/>
                  </a:cubicBez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4"/>
            <p:cNvSpPr/>
            <p:nvPr/>
          </p:nvSpPr>
          <p:spPr>
            <a:xfrm>
              <a:off x="4292522" y="245895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4"/>
            <p:cNvSpPr/>
            <p:nvPr/>
          </p:nvSpPr>
          <p:spPr>
            <a:xfrm>
              <a:off x="4291540" y="245895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4"/>
            <p:cNvSpPr/>
            <p:nvPr/>
          </p:nvSpPr>
          <p:spPr>
            <a:xfrm>
              <a:off x="4291540" y="245895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4"/>
            <p:cNvSpPr/>
            <p:nvPr/>
          </p:nvSpPr>
          <p:spPr>
            <a:xfrm>
              <a:off x="4291540" y="245895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4"/>
            <p:cNvSpPr/>
            <p:nvPr/>
          </p:nvSpPr>
          <p:spPr>
            <a:xfrm>
              <a:off x="4291540" y="245895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4"/>
            <p:cNvSpPr/>
            <p:nvPr/>
          </p:nvSpPr>
          <p:spPr>
            <a:xfrm>
              <a:off x="4291540" y="245895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4"/>
            <p:cNvSpPr/>
            <p:nvPr/>
          </p:nvSpPr>
          <p:spPr>
            <a:xfrm>
              <a:off x="4290558" y="245895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4"/>
            <p:cNvSpPr/>
            <p:nvPr/>
          </p:nvSpPr>
          <p:spPr>
            <a:xfrm>
              <a:off x="4290558" y="245895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4"/>
            <p:cNvSpPr/>
            <p:nvPr/>
          </p:nvSpPr>
          <p:spPr>
            <a:xfrm>
              <a:off x="4290558" y="245895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4"/>
            <p:cNvSpPr/>
            <p:nvPr/>
          </p:nvSpPr>
          <p:spPr>
            <a:xfrm>
              <a:off x="4289606" y="245895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4"/>
            <p:cNvSpPr/>
            <p:nvPr/>
          </p:nvSpPr>
          <p:spPr>
            <a:xfrm>
              <a:off x="4289606" y="245895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4"/>
            <p:cNvSpPr/>
            <p:nvPr/>
          </p:nvSpPr>
          <p:spPr>
            <a:xfrm>
              <a:off x="4325550" y="245990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4"/>
            <p:cNvSpPr/>
            <p:nvPr/>
          </p:nvSpPr>
          <p:spPr>
            <a:xfrm>
              <a:off x="4325550" y="245990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4"/>
            <p:cNvSpPr/>
            <p:nvPr/>
          </p:nvSpPr>
          <p:spPr>
            <a:xfrm>
              <a:off x="4325550" y="245990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4"/>
            <p:cNvSpPr/>
            <p:nvPr/>
          </p:nvSpPr>
          <p:spPr>
            <a:xfrm>
              <a:off x="4324598" y="2459905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4"/>
            <p:cNvSpPr/>
            <p:nvPr/>
          </p:nvSpPr>
          <p:spPr>
            <a:xfrm>
              <a:off x="4324598" y="2459905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4"/>
            <p:cNvSpPr/>
            <p:nvPr/>
          </p:nvSpPr>
          <p:spPr>
            <a:xfrm>
              <a:off x="4324598" y="245990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4"/>
            <p:cNvSpPr/>
            <p:nvPr/>
          </p:nvSpPr>
          <p:spPr>
            <a:xfrm>
              <a:off x="4324598" y="245990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4"/>
            <p:cNvSpPr/>
            <p:nvPr/>
          </p:nvSpPr>
          <p:spPr>
            <a:xfrm>
              <a:off x="4324598" y="245990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4"/>
            <p:cNvSpPr/>
            <p:nvPr/>
          </p:nvSpPr>
          <p:spPr>
            <a:xfrm>
              <a:off x="4323616" y="2459905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4"/>
            <p:cNvSpPr/>
            <p:nvPr/>
          </p:nvSpPr>
          <p:spPr>
            <a:xfrm>
              <a:off x="4323616" y="245990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4"/>
            <p:cNvSpPr/>
            <p:nvPr/>
          </p:nvSpPr>
          <p:spPr>
            <a:xfrm>
              <a:off x="4322634" y="2459905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4"/>
            <p:cNvSpPr/>
            <p:nvPr/>
          </p:nvSpPr>
          <p:spPr>
            <a:xfrm>
              <a:off x="4336262" y="2454073"/>
              <a:ext cx="12646" cy="11695"/>
            </a:xfrm>
            <a:custGeom>
              <a:rect b="b" l="l" r="r" t="t"/>
              <a:pathLst>
                <a:path extrusionOk="0" h="381" w="412">
                  <a:moveTo>
                    <a:pt x="0" y="1"/>
                  </a:moveTo>
                  <a:lnTo>
                    <a:pt x="0" y="159"/>
                  </a:lnTo>
                  <a:lnTo>
                    <a:pt x="412" y="381"/>
                  </a:lnTo>
                  <a:lnTo>
                    <a:pt x="412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4"/>
            <p:cNvSpPr/>
            <p:nvPr/>
          </p:nvSpPr>
          <p:spPr>
            <a:xfrm>
              <a:off x="4348878" y="24608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1"/>
                  </a:lnTo>
                  <a:cubicBezTo>
                    <a:pt x="1" y="191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4"/>
            <p:cNvSpPr/>
            <p:nvPr/>
          </p:nvSpPr>
          <p:spPr>
            <a:xfrm>
              <a:off x="4348878" y="24618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4"/>
            <p:cNvSpPr/>
            <p:nvPr/>
          </p:nvSpPr>
          <p:spPr>
            <a:xfrm>
              <a:off x="4348878" y="24618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4"/>
            <p:cNvSpPr/>
            <p:nvPr/>
          </p:nvSpPr>
          <p:spPr>
            <a:xfrm>
              <a:off x="4348878" y="24618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4"/>
            <p:cNvSpPr/>
            <p:nvPr/>
          </p:nvSpPr>
          <p:spPr>
            <a:xfrm>
              <a:off x="4348878" y="24618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4"/>
            <p:cNvSpPr/>
            <p:nvPr/>
          </p:nvSpPr>
          <p:spPr>
            <a:xfrm>
              <a:off x="4348878" y="24618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4"/>
            <p:cNvSpPr/>
            <p:nvPr/>
          </p:nvSpPr>
          <p:spPr>
            <a:xfrm>
              <a:off x="4348878" y="24618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4"/>
            <p:cNvSpPr/>
            <p:nvPr/>
          </p:nvSpPr>
          <p:spPr>
            <a:xfrm>
              <a:off x="4348878" y="24618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4"/>
            <p:cNvSpPr/>
            <p:nvPr/>
          </p:nvSpPr>
          <p:spPr>
            <a:xfrm>
              <a:off x="4348878" y="24618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4"/>
            <p:cNvSpPr/>
            <p:nvPr/>
          </p:nvSpPr>
          <p:spPr>
            <a:xfrm>
              <a:off x="4242919" y="2456989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8" y="1"/>
                  </a:moveTo>
                  <a:lnTo>
                    <a:pt x="33" y="191"/>
                  </a:lnTo>
                  <a:lnTo>
                    <a:pt x="1" y="349"/>
                  </a:lnTo>
                  <a:lnTo>
                    <a:pt x="318" y="159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4"/>
            <p:cNvSpPr/>
            <p:nvPr/>
          </p:nvSpPr>
          <p:spPr>
            <a:xfrm>
              <a:off x="4229321" y="2456038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9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4"/>
            <p:cNvSpPr/>
            <p:nvPr/>
          </p:nvSpPr>
          <p:spPr>
            <a:xfrm>
              <a:off x="4228339" y="2448241"/>
              <a:ext cx="25323" cy="14611"/>
            </a:xfrm>
            <a:custGeom>
              <a:rect b="b" l="l" r="r" t="t"/>
              <a:pathLst>
                <a:path extrusionOk="0" h="476" w="825">
                  <a:moveTo>
                    <a:pt x="318" y="1"/>
                  </a:moveTo>
                  <a:lnTo>
                    <a:pt x="33" y="191"/>
                  </a:lnTo>
                  <a:cubicBezTo>
                    <a:pt x="1" y="191"/>
                    <a:pt x="1" y="223"/>
                    <a:pt x="33" y="254"/>
                  </a:cubicBezTo>
                  <a:lnTo>
                    <a:pt x="381" y="476"/>
                  </a:lnTo>
                  <a:lnTo>
                    <a:pt x="476" y="476"/>
                  </a:lnTo>
                  <a:lnTo>
                    <a:pt x="793" y="286"/>
                  </a:lnTo>
                  <a:cubicBezTo>
                    <a:pt x="824" y="254"/>
                    <a:pt x="824" y="254"/>
                    <a:pt x="793" y="223"/>
                  </a:cubicBezTo>
                  <a:lnTo>
                    <a:pt x="413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4"/>
            <p:cNvSpPr/>
            <p:nvPr/>
          </p:nvSpPr>
          <p:spPr>
            <a:xfrm>
              <a:off x="4229321" y="2448241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7" y="1"/>
                  </a:moveTo>
                  <a:lnTo>
                    <a:pt x="1" y="191"/>
                  </a:lnTo>
                  <a:lnTo>
                    <a:pt x="381" y="413"/>
                  </a:lnTo>
                  <a:lnTo>
                    <a:pt x="444" y="413"/>
                  </a:lnTo>
                  <a:lnTo>
                    <a:pt x="761" y="223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4"/>
            <p:cNvSpPr/>
            <p:nvPr/>
          </p:nvSpPr>
          <p:spPr>
            <a:xfrm>
              <a:off x="4242919" y="246282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4"/>
            <p:cNvSpPr/>
            <p:nvPr/>
          </p:nvSpPr>
          <p:spPr>
            <a:xfrm>
              <a:off x="4242919" y="24628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4"/>
            <p:cNvSpPr/>
            <p:nvPr/>
          </p:nvSpPr>
          <p:spPr>
            <a:xfrm>
              <a:off x="4241967" y="2462821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4"/>
            <p:cNvSpPr/>
            <p:nvPr/>
          </p:nvSpPr>
          <p:spPr>
            <a:xfrm>
              <a:off x="4241967" y="24628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4"/>
            <p:cNvSpPr/>
            <p:nvPr/>
          </p:nvSpPr>
          <p:spPr>
            <a:xfrm>
              <a:off x="4241967" y="24628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4"/>
            <p:cNvSpPr/>
            <p:nvPr/>
          </p:nvSpPr>
          <p:spPr>
            <a:xfrm>
              <a:off x="4241967" y="24628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4"/>
            <p:cNvSpPr/>
            <p:nvPr/>
          </p:nvSpPr>
          <p:spPr>
            <a:xfrm>
              <a:off x="4241967" y="24628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4"/>
            <p:cNvSpPr/>
            <p:nvPr/>
          </p:nvSpPr>
          <p:spPr>
            <a:xfrm>
              <a:off x="4240985" y="246282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4"/>
            <p:cNvSpPr/>
            <p:nvPr/>
          </p:nvSpPr>
          <p:spPr>
            <a:xfrm>
              <a:off x="4240985" y="24628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4"/>
            <p:cNvSpPr/>
            <p:nvPr/>
          </p:nvSpPr>
          <p:spPr>
            <a:xfrm>
              <a:off x="4240985" y="24628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4"/>
            <p:cNvSpPr/>
            <p:nvPr/>
          </p:nvSpPr>
          <p:spPr>
            <a:xfrm>
              <a:off x="4240985" y="24628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4"/>
            <p:cNvSpPr/>
            <p:nvPr/>
          </p:nvSpPr>
          <p:spPr>
            <a:xfrm>
              <a:off x="4276960" y="2457972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1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4"/>
            <p:cNvSpPr/>
            <p:nvPr/>
          </p:nvSpPr>
          <p:spPr>
            <a:xfrm>
              <a:off x="4353759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4"/>
            <p:cNvSpPr/>
            <p:nvPr/>
          </p:nvSpPr>
          <p:spPr>
            <a:xfrm>
              <a:off x="4353759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4"/>
            <p:cNvSpPr/>
            <p:nvPr/>
          </p:nvSpPr>
          <p:spPr>
            <a:xfrm>
              <a:off x="4353759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4"/>
            <p:cNvSpPr/>
            <p:nvPr/>
          </p:nvSpPr>
          <p:spPr>
            <a:xfrm>
              <a:off x="4352776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24"/>
            <p:cNvSpPr/>
            <p:nvPr/>
          </p:nvSpPr>
          <p:spPr>
            <a:xfrm>
              <a:off x="4352776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24"/>
            <p:cNvSpPr/>
            <p:nvPr/>
          </p:nvSpPr>
          <p:spPr>
            <a:xfrm>
              <a:off x="4352776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4"/>
            <p:cNvSpPr/>
            <p:nvPr/>
          </p:nvSpPr>
          <p:spPr>
            <a:xfrm>
              <a:off x="4352776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4"/>
            <p:cNvSpPr/>
            <p:nvPr/>
          </p:nvSpPr>
          <p:spPr>
            <a:xfrm>
              <a:off x="4352776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24"/>
            <p:cNvSpPr/>
            <p:nvPr/>
          </p:nvSpPr>
          <p:spPr>
            <a:xfrm>
              <a:off x="4351794" y="246380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4"/>
            <p:cNvSpPr/>
            <p:nvPr/>
          </p:nvSpPr>
          <p:spPr>
            <a:xfrm>
              <a:off x="4351794" y="246380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24"/>
            <p:cNvSpPr/>
            <p:nvPr/>
          </p:nvSpPr>
          <p:spPr>
            <a:xfrm>
              <a:off x="4351794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24"/>
            <p:cNvSpPr/>
            <p:nvPr/>
          </p:nvSpPr>
          <p:spPr>
            <a:xfrm>
              <a:off x="4212807" y="2457972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4"/>
            <p:cNvSpPr/>
            <p:nvPr/>
          </p:nvSpPr>
          <p:spPr>
            <a:xfrm>
              <a:off x="4276960" y="246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3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4"/>
            <p:cNvSpPr/>
            <p:nvPr/>
          </p:nvSpPr>
          <p:spPr>
            <a:xfrm>
              <a:off x="4275977" y="246282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1"/>
                  </a:moveTo>
                  <a:cubicBezTo>
                    <a:pt x="32" y="33"/>
                    <a:pt x="1" y="33"/>
                    <a:pt x="1" y="33"/>
                  </a:cubicBez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4"/>
            <p:cNvSpPr/>
            <p:nvPr/>
          </p:nvSpPr>
          <p:spPr>
            <a:xfrm>
              <a:off x="4275977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4"/>
            <p:cNvSpPr/>
            <p:nvPr/>
          </p:nvSpPr>
          <p:spPr>
            <a:xfrm>
              <a:off x="4275977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4"/>
            <p:cNvSpPr/>
            <p:nvPr/>
          </p:nvSpPr>
          <p:spPr>
            <a:xfrm>
              <a:off x="4275977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24"/>
            <p:cNvSpPr/>
            <p:nvPr/>
          </p:nvSpPr>
          <p:spPr>
            <a:xfrm>
              <a:off x="4275026" y="246380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4"/>
            <p:cNvSpPr/>
            <p:nvPr/>
          </p:nvSpPr>
          <p:spPr>
            <a:xfrm>
              <a:off x="4275026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4"/>
            <p:cNvSpPr/>
            <p:nvPr/>
          </p:nvSpPr>
          <p:spPr>
            <a:xfrm>
              <a:off x="4275026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4"/>
            <p:cNvSpPr/>
            <p:nvPr/>
          </p:nvSpPr>
          <p:spPr>
            <a:xfrm>
              <a:off x="4275026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4"/>
            <p:cNvSpPr/>
            <p:nvPr/>
          </p:nvSpPr>
          <p:spPr>
            <a:xfrm>
              <a:off x="4275026" y="246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3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33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24"/>
            <p:cNvSpPr/>
            <p:nvPr/>
          </p:nvSpPr>
          <p:spPr>
            <a:xfrm>
              <a:off x="4274044" y="246282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4"/>
            <p:cNvSpPr/>
            <p:nvPr/>
          </p:nvSpPr>
          <p:spPr>
            <a:xfrm>
              <a:off x="4244883" y="2438787"/>
              <a:ext cx="42789" cy="24802"/>
            </a:xfrm>
            <a:custGeom>
              <a:rect b="b" l="l" r="r" t="t"/>
              <a:pathLst>
                <a:path extrusionOk="0" h="808" w="1394">
                  <a:moveTo>
                    <a:pt x="349" y="0"/>
                  </a:moveTo>
                  <a:cubicBezTo>
                    <a:pt x="325" y="0"/>
                    <a:pt x="301" y="8"/>
                    <a:pt x="285" y="24"/>
                  </a:cubicBezTo>
                  <a:lnTo>
                    <a:pt x="32" y="182"/>
                  </a:lnTo>
                  <a:cubicBezTo>
                    <a:pt x="0" y="214"/>
                    <a:pt x="0" y="246"/>
                    <a:pt x="32" y="246"/>
                  </a:cubicBezTo>
                  <a:lnTo>
                    <a:pt x="950" y="784"/>
                  </a:lnTo>
                  <a:cubicBezTo>
                    <a:pt x="966" y="800"/>
                    <a:pt x="982" y="808"/>
                    <a:pt x="998" y="808"/>
                  </a:cubicBezTo>
                  <a:cubicBezTo>
                    <a:pt x="1014" y="808"/>
                    <a:pt x="1030" y="800"/>
                    <a:pt x="1045" y="784"/>
                  </a:cubicBezTo>
                  <a:lnTo>
                    <a:pt x="1362" y="626"/>
                  </a:lnTo>
                  <a:cubicBezTo>
                    <a:pt x="1394" y="594"/>
                    <a:pt x="1394" y="562"/>
                    <a:pt x="1362" y="562"/>
                  </a:cubicBezTo>
                  <a:lnTo>
                    <a:pt x="412" y="24"/>
                  </a:lnTo>
                  <a:cubicBezTo>
                    <a:pt x="396" y="8"/>
                    <a:pt x="372" y="0"/>
                    <a:pt x="349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4"/>
            <p:cNvSpPr/>
            <p:nvPr/>
          </p:nvSpPr>
          <p:spPr>
            <a:xfrm>
              <a:off x="4245866" y="2438542"/>
              <a:ext cx="40855" cy="23359"/>
            </a:xfrm>
            <a:custGeom>
              <a:rect b="b" l="l" r="r" t="t"/>
              <a:pathLst>
                <a:path extrusionOk="0" h="761" w="1331">
                  <a:moveTo>
                    <a:pt x="348" y="0"/>
                  </a:moveTo>
                  <a:cubicBezTo>
                    <a:pt x="317" y="0"/>
                    <a:pt x="285" y="32"/>
                    <a:pt x="285" y="32"/>
                  </a:cubicBezTo>
                  <a:lnTo>
                    <a:pt x="0" y="190"/>
                  </a:lnTo>
                  <a:cubicBezTo>
                    <a:pt x="0" y="190"/>
                    <a:pt x="0" y="222"/>
                    <a:pt x="0" y="222"/>
                  </a:cubicBezTo>
                  <a:lnTo>
                    <a:pt x="950" y="760"/>
                  </a:lnTo>
                  <a:lnTo>
                    <a:pt x="1013" y="760"/>
                  </a:lnTo>
                  <a:lnTo>
                    <a:pt x="1330" y="570"/>
                  </a:lnTo>
                  <a:lnTo>
                    <a:pt x="380" y="32"/>
                  </a:lnTo>
                  <a:cubicBezTo>
                    <a:pt x="380" y="32"/>
                    <a:pt x="348" y="0"/>
                    <a:pt x="348" y="0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4"/>
            <p:cNvSpPr/>
            <p:nvPr/>
          </p:nvSpPr>
          <p:spPr>
            <a:xfrm>
              <a:off x="4310970" y="2457972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8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286" y="191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4"/>
            <p:cNvSpPr/>
            <p:nvPr/>
          </p:nvSpPr>
          <p:spPr>
            <a:xfrm>
              <a:off x="4296390" y="2456989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4"/>
            <p:cNvSpPr/>
            <p:nvPr/>
          </p:nvSpPr>
          <p:spPr>
            <a:xfrm>
              <a:off x="4310018" y="246380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cubicBezTo>
                    <a:pt x="0" y="159"/>
                    <a:pt x="32" y="159"/>
                    <a:pt x="32" y="15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4"/>
            <p:cNvSpPr/>
            <p:nvPr/>
          </p:nvSpPr>
          <p:spPr>
            <a:xfrm>
              <a:off x="4310018" y="24638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4"/>
            <p:cNvSpPr/>
            <p:nvPr/>
          </p:nvSpPr>
          <p:spPr>
            <a:xfrm>
              <a:off x="4310018" y="24638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4"/>
            <p:cNvSpPr/>
            <p:nvPr/>
          </p:nvSpPr>
          <p:spPr>
            <a:xfrm>
              <a:off x="4309036" y="246380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4"/>
            <p:cNvSpPr/>
            <p:nvPr/>
          </p:nvSpPr>
          <p:spPr>
            <a:xfrm>
              <a:off x="4309036" y="24638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4"/>
            <p:cNvSpPr/>
            <p:nvPr/>
          </p:nvSpPr>
          <p:spPr>
            <a:xfrm>
              <a:off x="4309036" y="24638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4"/>
            <p:cNvSpPr/>
            <p:nvPr/>
          </p:nvSpPr>
          <p:spPr>
            <a:xfrm>
              <a:off x="4309036" y="24638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4"/>
            <p:cNvSpPr/>
            <p:nvPr/>
          </p:nvSpPr>
          <p:spPr>
            <a:xfrm>
              <a:off x="4308054" y="246380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4"/>
            <p:cNvSpPr/>
            <p:nvPr/>
          </p:nvSpPr>
          <p:spPr>
            <a:xfrm>
              <a:off x="4308054" y="246380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4"/>
            <p:cNvSpPr/>
            <p:nvPr/>
          </p:nvSpPr>
          <p:spPr>
            <a:xfrm>
              <a:off x="4308054" y="24638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4"/>
            <p:cNvSpPr/>
            <p:nvPr/>
          </p:nvSpPr>
          <p:spPr>
            <a:xfrm>
              <a:off x="4308054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4"/>
            <p:cNvSpPr/>
            <p:nvPr/>
          </p:nvSpPr>
          <p:spPr>
            <a:xfrm>
              <a:off x="4295438" y="2449469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80" y="0"/>
                  </a:moveTo>
                  <a:cubicBezTo>
                    <a:pt x="364" y="0"/>
                    <a:pt x="348" y="8"/>
                    <a:pt x="348" y="24"/>
                  </a:cubicBezTo>
                  <a:lnTo>
                    <a:pt x="32" y="183"/>
                  </a:lnTo>
                  <a:cubicBezTo>
                    <a:pt x="0" y="214"/>
                    <a:pt x="0" y="246"/>
                    <a:pt x="32" y="246"/>
                  </a:cubicBezTo>
                  <a:lnTo>
                    <a:pt x="412" y="468"/>
                  </a:lnTo>
                  <a:cubicBezTo>
                    <a:pt x="412" y="483"/>
                    <a:pt x="428" y="491"/>
                    <a:pt x="447" y="491"/>
                  </a:cubicBezTo>
                  <a:cubicBezTo>
                    <a:pt x="467" y="491"/>
                    <a:pt x="491" y="483"/>
                    <a:pt x="507" y="468"/>
                  </a:cubicBezTo>
                  <a:lnTo>
                    <a:pt x="792" y="278"/>
                  </a:lnTo>
                  <a:cubicBezTo>
                    <a:pt x="824" y="278"/>
                    <a:pt x="824" y="246"/>
                    <a:pt x="792" y="246"/>
                  </a:cubicBezTo>
                  <a:lnTo>
                    <a:pt x="412" y="24"/>
                  </a:lnTo>
                  <a:cubicBezTo>
                    <a:pt x="412" y="8"/>
                    <a:pt x="396" y="0"/>
                    <a:pt x="380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4"/>
            <p:cNvSpPr/>
            <p:nvPr/>
          </p:nvSpPr>
          <p:spPr>
            <a:xfrm>
              <a:off x="4296390" y="2449223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49" y="1"/>
                  </a:moveTo>
                  <a:cubicBezTo>
                    <a:pt x="349" y="1"/>
                    <a:pt x="317" y="1"/>
                    <a:pt x="317" y="32"/>
                  </a:cubicBezTo>
                  <a:lnTo>
                    <a:pt x="1" y="191"/>
                  </a:lnTo>
                  <a:lnTo>
                    <a:pt x="381" y="412"/>
                  </a:lnTo>
                  <a:cubicBezTo>
                    <a:pt x="381" y="444"/>
                    <a:pt x="412" y="444"/>
                    <a:pt x="412" y="444"/>
                  </a:cubicBezTo>
                  <a:cubicBezTo>
                    <a:pt x="444" y="444"/>
                    <a:pt x="444" y="444"/>
                    <a:pt x="444" y="412"/>
                  </a:cubicBezTo>
                  <a:lnTo>
                    <a:pt x="761" y="254"/>
                  </a:lnTo>
                  <a:lnTo>
                    <a:pt x="381" y="32"/>
                  </a:lnTo>
                  <a:cubicBezTo>
                    <a:pt x="381" y="1"/>
                    <a:pt x="349" y="1"/>
                    <a:pt x="349" y="1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4"/>
            <p:cNvSpPr/>
            <p:nvPr/>
          </p:nvSpPr>
          <p:spPr>
            <a:xfrm>
              <a:off x="4246817" y="2458954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6" y="0"/>
                  </a:moveTo>
                  <a:lnTo>
                    <a:pt x="1" y="159"/>
                  </a:lnTo>
                  <a:lnTo>
                    <a:pt x="1" y="349"/>
                  </a:lnTo>
                  <a:lnTo>
                    <a:pt x="286" y="15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4"/>
            <p:cNvSpPr/>
            <p:nvPr/>
          </p:nvSpPr>
          <p:spPr>
            <a:xfrm>
              <a:off x="4212807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4"/>
            <p:cNvSpPr/>
            <p:nvPr/>
          </p:nvSpPr>
          <p:spPr>
            <a:xfrm>
              <a:off x="4212807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4"/>
            <p:cNvSpPr/>
            <p:nvPr/>
          </p:nvSpPr>
          <p:spPr>
            <a:xfrm>
              <a:off x="4212807" y="246380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4"/>
            <p:cNvSpPr/>
            <p:nvPr/>
          </p:nvSpPr>
          <p:spPr>
            <a:xfrm>
              <a:off x="4211825" y="246380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32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4"/>
            <p:cNvSpPr/>
            <p:nvPr/>
          </p:nvSpPr>
          <p:spPr>
            <a:xfrm>
              <a:off x="4211825" y="246380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4"/>
            <p:cNvSpPr/>
            <p:nvPr/>
          </p:nvSpPr>
          <p:spPr>
            <a:xfrm>
              <a:off x="4211825" y="24638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4"/>
            <p:cNvSpPr/>
            <p:nvPr/>
          </p:nvSpPr>
          <p:spPr>
            <a:xfrm>
              <a:off x="4211825" y="24638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4"/>
            <p:cNvSpPr/>
            <p:nvPr/>
          </p:nvSpPr>
          <p:spPr>
            <a:xfrm>
              <a:off x="4211825" y="24638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4"/>
            <p:cNvSpPr/>
            <p:nvPr/>
          </p:nvSpPr>
          <p:spPr>
            <a:xfrm>
              <a:off x="4344028" y="2461870"/>
              <a:ext cx="4881" cy="7797"/>
            </a:xfrm>
            <a:custGeom>
              <a:rect b="b" l="l" r="r" t="t"/>
              <a:pathLst>
                <a:path extrusionOk="0" h="254" w="159">
                  <a:moveTo>
                    <a:pt x="159" y="0"/>
                  </a:moveTo>
                  <a:lnTo>
                    <a:pt x="1" y="95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4"/>
            <p:cNvSpPr/>
            <p:nvPr/>
          </p:nvSpPr>
          <p:spPr>
            <a:xfrm>
              <a:off x="4329448" y="2457972"/>
              <a:ext cx="12677" cy="11695"/>
            </a:xfrm>
            <a:custGeom>
              <a:rect b="b" l="l" r="r" t="t"/>
              <a:pathLst>
                <a:path extrusionOk="0" h="381" w="413">
                  <a:moveTo>
                    <a:pt x="1" y="1"/>
                  </a:moveTo>
                  <a:lnTo>
                    <a:pt x="1" y="159"/>
                  </a:lnTo>
                  <a:lnTo>
                    <a:pt x="412" y="381"/>
                  </a:lnTo>
                  <a:lnTo>
                    <a:pt x="412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4"/>
            <p:cNvSpPr/>
            <p:nvPr/>
          </p:nvSpPr>
          <p:spPr>
            <a:xfrm>
              <a:off x="4246817" y="24638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4"/>
            <p:cNvSpPr/>
            <p:nvPr/>
          </p:nvSpPr>
          <p:spPr>
            <a:xfrm>
              <a:off x="4245866" y="246380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1"/>
                  </a:moveTo>
                  <a:cubicBezTo>
                    <a:pt x="0" y="1"/>
                    <a:pt x="0" y="1"/>
                    <a:pt x="0" y="32"/>
                  </a:cubicBez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4"/>
            <p:cNvSpPr/>
            <p:nvPr/>
          </p:nvSpPr>
          <p:spPr>
            <a:xfrm>
              <a:off x="4245866" y="2464786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4"/>
            <p:cNvSpPr/>
            <p:nvPr/>
          </p:nvSpPr>
          <p:spPr>
            <a:xfrm>
              <a:off x="4245866" y="2464786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4"/>
            <p:cNvSpPr/>
            <p:nvPr/>
          </p:nvSpPr>
          <p:spPr>
            <a:xfrm>
              <a:off x="4245866" y="2464786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4"/>
            <p:cNvSpPr/>
            <p:nvPr/>
          </p:nvSpPr>
          <p:spPr>
            <a:xfrm>
              <a:off x="4225423" y="2457972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4"/>
            <p:cNvSpPr/>
            <p:nvPr/>
          </p:nvSpPr>
          <p:spPr>
            <a:xfrm>
              <a:off x="4279876" y="2458954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9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4"/>
            <p:cNvSpPr/>
            <p:nvPr/>
          </p:nvSpPr>
          <p:spPr>
            <a:xfrm>
              <a:off x="4343046" y="246478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4"/>
            <p:cNvSpPr/>
            <p:nvPr/>
          </p:nvSpPr>
          <p:spPr>
            <a:xfrm>
              <a:off x="4343046" y="246478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4"/>
            <p:cNvSpPr/>
            <p:nvPr/>
          </p:nvSpPr>
          <p:spPr>
            <a:xfrm>
              <a:off x="4343046" y="24647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4"/>
            <p:cNvSpPr/>
            <p:nvPr/>
          </p:nvSpPr>
          <p:spPr>
            <a:xfrm>
              <a:off x="4343046" y="24647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4"/>
            <p:cNvSpPr/>
            <p:nvPr/>
          </p:nvSpPr>
          <p:spPr>
            <a:xfrm>
              <a:off x="4343046" y="24647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4"/>
            <p:cNvSpPr/>
            <p:nvPr/>
          </p:nvSpPr>
          <p:spPr>
            <a:xfrm>
              <a:off x="4343046" y="24647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4"/>
            <p:cNvSpPr/>
            <p:nvPr/>
          </p:nvSpPr>
          <p:spPr>
            <a:xfrm>
              <a:off x="4342094" y="246478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4"/>
            <p:cNvSpPr/>
            <p:nvPr/>
          </p:nvSpPr>
          <p:spPr>
            <a:xfrm>
              <a:off x="4342094" y="24647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4"/>
            <p:cNvSpPr/>
            <p:nvPr/>
          </p:nvSpPr>
          <p:spPr>
            <a:xfrm>
              <a:off x="4342094" y="24647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4"/>
            <p:cNvSpPr/>
            <p:nvPr/>
          </p:nvSpPr>
          <p:spPr>
            <a:xfrm>
              <a:off x="4342094" y="24647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4"/>
            <p:cNvSpPr/>
            <p:nvPr/>
          </p:nvSpPr>
          <p:spPr>
            <a:xfrm>
              <a:off x="4342094" y="24647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4"/>
            <p:cNvSpPr/>
            <p:nvPr/>
          </p:nvSpPr>
          <p:spPr>
            <a:xfrm>
              <a:off x="4328466" y="2453367"/>
              <a:ext cx="20443" cy="11449"/>
            </a:xfrm>
            <a:custGeom>
              <a:rect b="b" l="l" r="r" t="t"/>
              <a:pathLst>
                <a:path extrusionOk="0" h="373" w="666">
                  <a:moveTo>
                    <a:pt x="223" y="0"/>
                  </a:moveTo>
                  <a:cubicBezTo>
                    <a:pt x="215" y="0"/>
                    <a:pt x="207" y="8"/>
                    <a:pt x="191" y="24"/>
                  </a:cubicBezTo>
                  <a:lnTo>
                    <a:pt x="33" y="87"/>
                  </a:lnTo>
                  <a:cubicBezTo>
                    <a:pt x="1" y="119"/>
                    <a:pt x="1" y="119"/>
                    <a:pt x="33" y="151"/>
                  </a:cubicBezTo>
                  <a:lnTo>
                    <a:pt x="444" y="372"/>
                  </a:lnTo>
                  <a:lnTo>
                    <a:pt x="508" y="372"/>
                  </a:lnTo>
                  <a:lnTo>
                    <a:pt x="666" y="277"/>
                  </a:lnTo>
                  <a:cubicBezTo>
                    <a:pt x="666" y="277"/>
                    <a:pt x="666" y="246"/>
                    <a:pt x="666" y="246"/>
                  </a:cubicBezTo>
                  <a:lnTo>
                    <a:pt x="254" y="24"/>
                  </a:lnTo>
                  <a:cubicBezTo>
                    <a:pt x="238" y="8"/>
                    <a:pt x="230" y="0"/>
                    <a:pt x="223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4"/>
            <p:cNvSpPr/>
            <p:nvPr/>
          </p:nvSpPr>
          <p:spPr>
            <a:xfrm>
              <a:off x="4330430" y="2453122"/>
              <a:ext cx="17527" cy="10713"/>
            </a:xfrm>
            <a:custGeom>
              <a:rect b="b" l="l" r="r" t="t"/>
              <a:pathLst>
                <a:path extrusionOk="0" h="349" w="571">
                  <a:moveTo>
                    <a:pt x="127" y="0"/>
                  </a:moveTo>
                  <a:lnTo>
                    <a:pt x="0" y="95"/>
                  </a:lnTo>
                  <a:lnTo>
                    <a:pt x="380" y="317"/>
                  </a:lnTo>
                  <a:cubicBezTo>
                    <a:pt x="380" y="349"/>
                    <a:pt x="412" y="349"/>
                    <a:pt x="412" y="349"/>
                  </a:cubicBezTo>
                  <a:cubicBezTo>
                    <a:pt x="412" y="349"/>
                    <a:pt x="412" y="317"/>
                    <a:pt x="412" y="317"/>
                  </a:cubicBezTo>
                  <a:lnTo>
                    <a:pt x="570" y="254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4"/>
            <p:cNvSpPr/>
            <p:nvPr/>
          </p:nvSpPr>
          <p:spPr>
            <a:xfrm>
              <a:off x="4245866" y="2464786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4"/>
            <p:cNvSpPr/>
            <p:nvPr/>
          </p:nvSpPr>
          <p:spPr>
            <a:xfrm>
              <a:off x="4245866" y="2464786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4"/>
            <p:cNvSpPr/>
            <p:nvPr/>
          </p:nvSpPr>
          <p:spPr>
            <a:xfrm>
              <a:off x="4245866" y="2464786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4"/>
            <p:cNvSpPr/>
            <p:nvPr/>
          </p:nvSpPr>
          <p:spPr>
            <a:xfrm>
              <a:off x="4245866" y="2464786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4"/>
            <p:cNvSpPr/>
            <p:nvPr/>
          </p:nvSpPr>
          <p:spPr>
            <a:xfrm>
              <a:off x="4211825" y="246380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32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4"/>
            <p:cNvSpPr/>
            <p:nvPr/>
          </p:nvSpPr>
          <p:spPr>
            <a:xfrm>
              <a:off x="4258481" y="2458954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9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4"/>
            <p:cNvSpPr/>
            <p:nvPr/>
          </p:nvSpPr>
          <p:spPr>
            <a:xfrm>
              <a:off x="4313886" y="2459905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8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8" y="159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4"/>
            <p:cNvSpPr/>
            <p:nvPr/>
          </p:nvSpPr>
          <p:spPr>
            <a:xfrm>
              <a:off x="4237087" y="246478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4"/>
            <p:cNvSpPr/>
            <p:nvPr/>
          </p:nvSpPr>
          <p:spPr>
            <a:xfrm>
              <a:off x="4279876" y="24647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24"/>
            <p:cNvSpPr/>
            <p:nvPr/>
          </p:nvSpPr>
          <p:spPr>
            <a:xfrm>
              <a:off x="4279876" y="24647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24"/>
            <p:cNvSpPr/>
            <p:nvPr/>
          </p:nvSpPr>
          <p:spPr>
            <a:xfrm>
              <a:off x="4279876" y="246478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4"/>
            <p:cNvSpPr/>
            <p:nvPr/>
          </p:nvSpPr>
          <p:spPr>
            <a:xfrm>
              <a:off x="4279876" y="246478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4"/>
            <p:cNvSpPr/>
            <p:nvPr/>
          </p:nvSpPr>
          <p:spPr>
            <a:xfrm>
              <a:off x="4279876" y="246573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4"/>
            <p:cNvSpPr/>
            <p:nvPr/>
          </p:nvSpPr>
          <p:spPr>
            <a:xfrm>
              <a:off x="4279876" y="246573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24"/>
            <p:cNvSpPr/>
            <p:nvPr/>
          </p:nvSpPr>
          <p:spPr>
            <a:xfrm>
              <a:off x="4279876" y="246573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24"/>
            <p:cNvSpPr/>
            <p:nvPr/>
          </p:nvSpPr>
          <p:spPr>
            <a:xfrm>
              <a:off x="4279876" y="246573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24"/>
            <p:cNvSpPr/>
            <p:nvPr/>
          </p:nvSpPr>
          <p:spPr>
            <a:xfrm>
              <a:off x="4245866" y="246478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0" y="190"/>
                    <a:pt x="32" y="190"/>
                  </a:cubicBezTo>
                  <a:lnTo>
                    <a:pt x="32" y="32"/>
                  </a:lnTo>
                  <a:cubicBezTo>
                    <a:pt x="0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24"/>
            <p:cNvSpPr/>
            <p:nvPr/>
          </p:nvSpPr>
          <p:spPr>
            <a:xfrm>
              <a:off x="4292522" y="2458954"/>
              <a:ext cx="11695" cy="12646"/>
            </a:xfrm>
            <a:custGeom>
              <a:rect b="b" l="l" r="r" t="t"/>
              <a:pathLst>
                <a:path extrusionOk="0" h="412" w="381">
                  <a:moveTo>
                    <a:pt x="0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24"/>
            <p:cNvSpPr/>
            <p:nvPr/>
          </p:nvSpPr>
          <p:spPr>
            <a:xfrm>
              <a:off x="4270145" y="2465737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32" y="159"/>
                    <a:pt x="32" y="159"/>
                    <a:pt x="32" y="191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24"/>
            <p:cNvSpPr/>
            <p:nvPr/>
          </p:nvSpPr>
          <p:spPr>
            <a:xfrm>
              <a:off x="4313886" y="246573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24"/>
            <p:cNvSpPr/>
            <p:nvPr/>
          </p:nvSpPr>
          <p:spPr>
            <a:xfrm>
              <a:off x="4312934" y="2465737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4"/>
            <p:cNvSpPr/>
            <p:nvPr/>
          </p:nvSpPr>
          <p:spPr>
            <a:xfrm>
              <a:off x="4312934" y="246573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4"/>
            <p:cNvSpPr/>
            <p:nvPr/>
          </p:nvSpPr>
          <p:spPr>
            <a:xfrm>
              <a:off x="4312934" y="24657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4"/>
            <p:cNvSpPr/>
            <p:nvPr/>
          </p:nvSpPr>
          <p:spPr>
            <a:xfrm>
              <a:off x="4312934" y="24657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4"/>
            <p:cNvSpPr/>
            <p:nvPr/>
          </p:nvSpPr>
          <p:spPr>
            <a:xfrm>
              <a:off x="4312934" y="24657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4"/>
            <p:cNvSpPr/>
            <p:nvPr/>
          </p:nvSpPr>
          <p:spPr>
            <a:xfrm>
              <a:off x="4312934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4"/>
            <p:cNvSpPr/>
            <p:nvPr/>
          </p:nvSpPr>
          <p:spPr>
            <a:xfrm>
              <a:off x="4312934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4"/>
            <p:cNvSpPr/>
            <p:nvPr/>
          </p:nvSpPr>
          <p:spPr>
            <a:xfrm>
              <a:off x="4237087" y="246573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4"/>
            <p:cNvSpPr/>
            <p:nvPr/>
          </p:nvSpPr>
          <p:spPr>
            <a:xfrm>
              <a:off x="4237087" y="246573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4"/>
            <p:cNvSpPr/>
            <p:nvPr/>
          </p:nvSpPr>
          <p:spPr>
            <a:xfrm>
              <a:off x="4237087" y="246573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4"/>
            <p:cNvSpPr/>
            <p:nvPr/>
          </p:nvSpPr>
          <p:spPr>
            <a:xfrm>
              <a:off x="4237087" y="246573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4"/>
            <p:cNvSpPr/>
            <p:nvPr/>
          </p:nvSpPr>
          <p:spPr>
            <a:xfrm>
              <a:off x="4237087" y="246573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4"/>
            <p:cNvSpPr/>
            <p:nvPr/>
          </p:nvSpPr>
          <p:spPr>
            <a:xfrm>
              <a:off x="4237087" y="24657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4"/>
            <p:cNvSpPr/>
            <p:nvPr/>
          </p:nvSpPr>
          <p:spPr>
            <a:xfrm>
              <a:off x="4237087" y="24657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3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4"/>
            <p:cNvSpPr/>
            <p:nvPr/>
          </p:nvSpPr>
          <p:spPr>
            <a:xfrm>
              <a:off x="4237087" y="24657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4"/>
            <p:cNvSpPr/>
            <p:nvPr/>
          </p:nvSpPr>
          <p:spPr>
            <a:xfrm>
              <a:off x="4346944" y="2463804"/>
              <a:ext cx="4881" cy="7797"/>
            </a:xfrm>
            <a:custGeom>
              <a:rect b="b" l="l" r="r" t="t"/>
              <a:pathLst>
                <a:path extrusionOk="0" h="254" w="159">
                  <a:moveTo>
                    <a:pt x="159" y="1"/>
                  </a:moveTo>
                  <a:lnTo>
                    <a:pt x="1" y="96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4"/>
            <p:cNvSpPr/>
            <p:nvPr/>
          </p:nvSpPr>
          <p:spPr>
            <a:xfrm>
              <a:off x="4279876" y="24657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3"/>
                  </a:moveTo>
                  <a:lnTo>
                    <a:pt x="0" y="191"/>
                  </a:lnTo>
                  <a:cubicBezTo>
                    <a:pt x="0" y="191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4"/>
            <p:cNvSpPr/>
            <p:nvPr/>
          </p:nvSpPr>
          <p:spPr>
            <a:xfrm>
              <a:off x="4325550" y="2459905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4"/>
            <p:cNvSpPr/>
            <p:nvPr/>
          </p:nvSpPr>
          <p:spPr>
            <a:xfrm>
              <a:off x="4304186" y="2465737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33"/>
                  </a:lnTo>
                  <a:cubicBezTo>
                    <a:pt x="32" y="33"/>
                    <a:pt x="0" y="33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4"/>
            <p:cNvSpPr/>
            <p:nvPr/>
          </p:nvSpPr>
          <p:spPr>
            <a:xfrm>
              <a:off x="4346944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4"/>
            <p:cNvSpPr/>
            <p:nvPr/>
          </p:nvSpPr>
          <p:spPr>
            <a:xfrm>
              <a:off x="4346944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4"/>
            <p:cNvSpPr/>
            <p:nvPr/>
          </p:nvSpPr>
          <p:spPr>
            <a:xfrm>
              <a:off x="4346944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24"/>
            <p:cNvSpPr/>
            <p:nvPr/>
          </p:nvSpPr>
          <p:spPr>
            <a:xfrm>
              <a:off x="4346944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4"/>
            <p:cNvSpPr/>
            <p:nvPr/>
          </p:nvSpPr>
          <p:spPr>
            <a:xfrm>
              <a:off x="4346944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4"/>
            <p:cNvSpPr/>
            <p:nvPr/>
          </p:nvSpPr>
          <p:spPr>
            <a:xfrm>
              <a:off x="4346944" y="246672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4"/>
            <p:cNvSpPr/>
            <p:nvPr/>
          </p:nvSpPr>
          <p:spPr>
            <a:xfrm>
              <a:off x="4345962" y="246672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1"/>
                  </a:moveTo>
                  <a:lnTo>
                    <a:pt x="1" y="191"/>
                  </a:lnTo>
                  <a:lnTo>
                    <a:pt x="33" y="19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4"/>
            <p:cNvSpPr/>
            <p:nvPr/>
          </p:nvSpPr>
          <p:spPr>
            <a:xfrm>
              <a:off x="4345962" y="246672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33" y="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4"/>
            <p:cNvSpPr/>
            <p:nvPr/>
          </p:nvSpPr>
          <p:spPr>
            <a:xfrm>
              <a:off x="4271128" y="24657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4"/>
            <p:cNvSpPr/>
            <p:nvPr/>
          </p:nvSpPr>
          <p:spPr>
            <a:xfrm>
              <a:off x="4271128" y="24657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4"/>
            <p:cNvSpPr/>
            <p:nvPr/>
          </p:nvSpPr>
          <p:spPr>
            <a:xfrm>
              <a:off x="4271128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4"/>
            <p:cNvSpPr/>
            <p:nvPr/>
          </p:nvSpPr>
          <p:spPr>
            <a:xfrm>
              <a:off x="4271128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4"/>
            <p:cNvSpPr/>
            <p:nvPr/>
          </p:nvSpPr>
          <p:spPr>
            <a:xfrm>
              <a:off x="4271128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4"/>
            <p:cNvSpPr/>
            <p:nvPr/>
          </p:nvSpPr>
          <p:spPr>
            <a:xfrm>
              <a:off x="4271128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4"/>
            <p:cNvSpPr/>
            <p:nvPr/>
          </p:nvSpPr>
          <p:spPr>
            <a:xfrm>
              <a:off x="4270145" y="246672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4"/>
            <p:cNvSpPr/>
            <p:nvPr/>
          </p:nvSpPr>
          <p:spPr>
            <a:xfrm>
              <a:off x="4270145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4"/>
            <p:cNvSpPr/>
            <p:nvPr/>
          </p:nvSpPr>
          <p:spPr>
            <a:xfrm>
              <a:off x="4312934" y="2466720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32" y="191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4"/>
            <p:cNvSpPr/>
            <p:nvPr/>
          </p:nvSpPr>
          <p:spPr>
            <a:xfrm>
              <a:off x="4208909" y="246672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4"/>
            <p:cNvSpPr/>
            <p:nvPr/>
          </p:nvSpPr>
          <p:spPr>
            <a:xfrm>
              <a:off x="4208909" y="246672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4"/>
            <p:cNvSpPr/>
            <p:nvPr/>
          </p:nvSpPr>
          <p:spPr>
            <a:xfrm>
              <a:off x="4207927" y="246672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3" y="19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4"/>
            <p:cNvSpPr/>
            <p:nvPr/>
          </p:nvSpPr>
          <p:spPr>
            <a:xfrm>
              <a:off x="4207927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4"/>
            <p:cNvSpPr/>
            <p:nvPr/>
          </p:nvSpPr>
          <p:spPr>
            <a:xfrm>
              <a:off x="4207927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4"/>
            <p:cNvSpPr/>
            <p:nvPr/>
          </p:nvSpPr>
          <p:spPr>
            <a:xfrm>
              <a:off x="4207927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4"/>
            <p:cNvSpPr/>
            <p:nvPr/>
          </p:nvSpPr>
          <p:spPr>
            <a:xfrm>
              <a:off x="4207927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4"/>
            <p:cNvSpPr/>
            <p:nvPr/>
          </p:nvSpPr>
          <p:spPr>
            <a:xfrm>
              <a:off x="4206975" y="2466720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4"/>
            <p:cNvSpPr/>
            <p:nvPr/>
          </p:nvSpPr>
          <p:spPr>
            <a:xfrm>
              <a:off x="4206975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4"/>
            <p:cNvSpPr/>
            <p:nvPr/>
          </p:nvSpPr>
          <p:spPr>
            <a:xfrm>
              <a:off x="4206975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4"/>
            <p:cNvSpPr/>
            <p:nvPr/>
          </p:nvSpPr>
          <p:spPr>
            <a:xfrm>
              <a:off x="4205993" y="246672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1"/>
                  </a:moveTo>
                  <a:cubicBezTo>
                    <a:pt x="32" y="1"/>
                    <a:pt x="1" y="1"/>
                    <a:pt x="1" y="32"/>
                  </a:cubicBez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4"/>
            <p:cNvSpPr/>
            <p:nvPr/>
          </p:nvSpPr>
          <p:spPr>
            <a:xfrm>
              <a:off x="4337214" y="246672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33" y="159"/>
                    <a:pt x="33" y="191"/>
                    <a:pt x="33" y="191"/>
                  </a:cubicBezTo>
                  <a:lnTo>
                    <a:pt x="33" y="32"/>
                  </a:lnTo>
                  <a:cubicBezTo>
                    <a:pt x="33" y="32"/>
                    <a:pt x="33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4"/>
            <p:cNvSpPr/>
            <p:nvPr/>
          </p:nvSpPr>
          <p:spPr>
            <a:xfrm>
              <a:off x="4345962" y="246672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3" y="191"/>
                  </a:lnTo>
                  <a:lnTo>
                    <a:pt x="33" y="32"/>
                  </a:lnTo>
                  <a:cubicBezTo>
                    <a:pt x="33" y="32"/>
                    <a:pt x="33" y="32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4"/>
            <p:cNvSpPr/>
            <p:nvPr/>
          </p:nvSpPr>
          <p:spPr>
            <a:xfrm>
              <a:off x="4305138" y="246672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4"/>
            <p:cNvSpPr/>
            <p:nvPr/>
          </p:nvSpPr>
          <p:spPr>
            <a:xfrm>
              <a:off x="4304186" y="2466720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4"/>
            <p:cNvSpPr/>
            <p:nvPr/>
          </p:nvSpPr>
          <p:spPr>
            <a:xfrm>
              <a:off x="4304186" y="2466720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4"/>
            <p:cNvSpPr/>
            <p:nvPr/>
          </p:nvSpPr>
          <p:spPr>
            <a:xfrm>
              <a:off x="4304186" y="246672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4"/>
            <p:cNvSpPr/>
            <p:nvPr/>
          </p:nvSpPr>
          <p:spPr>
            <a:xfrm>
              <a:off x="4304186" y="246672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4"/>
            <p:cNvSpPr/>
            <p:nvPr/>
          </p:nvSpPr>
          <p:spPr>
            <a:xfrm>
              <a:off x="4304186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4"/>
            <p:cNvSpPr/>
            <p:nvPr/>
          </p:nvSpPr>
          <p:spPr>
            <a:xfrm>
              <a:off x="4304186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4"/>
            <p:cNvSpPr/>
            <p:nvPr/>
          </p:nvSpPr>
          <p:spPr>
            <a:xfrm>
              <a:off x="4304186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4"/>
            <p:cNvSpPr/>
            <p:nvPr/>
          </p:nvSpPr>
          <p:spPr>
            <a:xfrm>
              <a:off x="4241967" y="2467702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4"/>
            <p:cNvSpPr/>
            <p:nvPr/>
          </p:nvSpPr>
          <p:spPr>
            <a:xfrm>
              <a:off x="4241967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4"/>
            <p:cNvSpPr/>
            <p:nvPr/>
          </p:nvSpPr>
          <p:spPr>
            <a:xfrm>
              <a:off x="4241967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4"/>
            <p:cNvSpPr/>
            <p:nvPr/>
          </p:nvSpPr>
          <p:spPr>
            <a:xfrm>
              <a:off x="4241967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4"/>
            <p:cNvSpPr/>
            <p:nvPr/>
          </p:nvSpPr>
          <p:spPr>
            <a:xfrm>
              <a:off x="4241967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4"/>
            <p:cNvSpPr/>
            <p:nvPr/>
          </p:nvSpPr>
          <p:spPr>
            <a:xfrm>
              <a:off x="4240985" y="246770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4"/>
            <p:cNvSpPr/>
            <p:nvPr/>
          </p:nvSpPr>
          <p:spPr>
            <a:xfrm>
              <a:off x="4240985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4"/>
            <p:cNvSpPr/>
            <p:nvPr/>
          </p:nvSpPr>
          <p:spPr>
            <a:xfrm>
              <a:off x="4240985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4"/>
            <p:cNvSpPr/>
            <p:nvPr/>
          </p:nvSpPr>
          <p:spPr>
            <a:xfrm>
              <a:off x="4240985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4"/>
            <p:cNvSpPr/>
            <p:nvPr/>
          </p:nvSpPr>
          <p:spPr>
            <a:xfrm>
              <a:off x="4240003" y="246770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4"/>
            <p:cNvSpPr/>
            <p:nvPr/>
          </p:nvSpPr>
          <p:spPr>
            <a:xfrm>
              <a:off x="4240003" y="246770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4"/>
            <p:cNvSpPr/>
            <p:nvPr/>
          </p:nvSpPr>
          <p:spPr>
            <a:xfrm>
              <a:off x="4338196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4"/>
            <p:cNvSpPr/>
            <p:nvPr/>
          </p:nvSpPr>
          <p:spPr>
            <a:xfrm>
              <a:off x="4338196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4"/>
            <p:cNvSpPr/>
            <p:nvPr/>
          </p:nvSpPr>
          <p:spPr>
            <a:xfrm>
              <a:off x="4338196" y="24677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4"/>
            <p:cNvSpPr/>
            <p:nvPr/>
          </p:nvSpPr>
          <p:spPr>
            <a:xfrm>
              <a:off x="4338196" y="246770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4"/>
            <p:cNvSpPr/>
            <p:nvPr/>
          </p:nvSpPr>
          <p:spPr>
            <a:xfrm>
              <a:off x="4338196" y="246770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4"/>
            <p:cNvSpPr/>
            <p:nvPr/>
          </p:nvSpPr>
          <p:spPr>
            <a:xfrm>
              <a:off x="4338196" y="246770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4"/>
            <p:cNvSpPr/>
            <p:nvPr/>
          </p:nvSpPr>
          <p:spPr>
            <a:xfrm>
              <a:off x="4338196" y="246865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4"/>
            <p:cNvSpPr/>
            <p:nvPr/>
          </p:nvSpPr>
          <p:spPr>
            <a:xfrm>
              <a:off x="4337214" y="2468653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33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4"/>
            <p:cNvSpPr/>
            <p:nvPr/>
          </p:nvSpPr>
          <p:spPr>
            <a:xfrm>
              <a:off x="4275977" y="246865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4"/>
            <p:cNvSpPr/>
            <p:nvPr/>
          </p:nvSpPr>
          <p:spPr>
            <a:xfrm>
              <a:off x="4275977" y="246865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24"/>
            <p:cNvSpPr/>
            <p:nvPr/>
          </p:nvSpPr>
          <p:spPr>
            <a:xfrm>
              <a:off x="4275977" y="246865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24"/>
            <p:cNvSpPr/>
            <p:nvPr/>
          </p:nvSpPr>
          <p:spPr>
            <a:xfrm>
              <a:off x="4275026" y="2468653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24"/>
            <p:cNvSpPr/>
            <p:nvPr/>
          </p:nvSpPr>
          <p:spPr>
            <a:xfrm>
              <a:off x="4275026" y="246865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24"/>
            <p:cNvSpPr/>
            <p:nvPr/>
          </p:nvSpPr>
          <p:spPr>
            <a:xfrm>
              <a:off x="4275026" y="246865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24"/>
            <p:cNvSpPr/>
            <p:nvPr/>
          </p:nvSpPr>
          <p:spPr>
            <a:xfrm>
              <a:off x="4275026" y="246865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24"/>
            <p:cNvSpPr/>
            <p:nvPr/>
          </p:nvSpPr>
          <p:spPr>
            <a:xfrm>
              <a:off x="4275026" y="246865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24"/>
            <p:cNvSpPr/>
            <p:nvPr/>
          </p:nvSpPr>
          <p:spPr>
            <a:xfrm>
              <a:off x="4274044" y="2468653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24"/>
            <p:cNvSpPr/>
            <p:nvPr/>
          </p:nvSpPr>
          <p:spPr>
            <a:xfrm>
              <a:off x="4274044" y="246865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24"/>
            <p:cNvSpPr/>
            <p:nvPr/>
          </p:nvSpPr>
          <p:spPr>
            <a:xfrm>
              <a:off x="4273061" y="2468653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24"/>
            <p:cNvSpPr/>
            <p:nvPr/>
          </p:nvSpPr>
          <p:spPr>
            <a:xfrm>
              <a:off x="4310018" y="246963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24"/>
            <p:cNvSpPr/>
            <p:nvPr/>
          </p:nvSpPr>
          <p:spPr>
            <a:xfrm>
              <a:off x="4309036" y="2468653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33"/>
                  </a:lnTo>
                  <a:cubicBezTo>
                    <a:pt x="32" y="33"/>
                    <a:pt x="0" y="33"/>
                    <a:pt x="0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24"/>
            <p:cNvSpPr/>
            <p:nvPr/>
          </p:nvSpPr>
          <p:spPr>
            <a:xfrm>
              <a:off x="4309036" y="246865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3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3"/>
                  </a:lnTo>
                  <a:cubicBezTo>
                    <a:pt x="0" y="1"/>
                    <a:pt x="0" y="1"/>
                    <a:pt x="0" y="33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24"/>
            <p:cNvSpPr/>
            <p:nvPr/>
          </p:nvSpPr>
          <p:spPr>
            <a:xfrm>
              <a:off x="4309036" y="246865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24"/>
            <p:cNvSpPr/>
            <p:nvPr/>
          </p:nvSpPr>
          <p:spPr>
            <a:xfrm>
              <a:off x="4309036" y="246865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24"/>
            <p:cNvSpPr/>
            <p:nvPr/>
          </p:nvSpPr>
          <p:spPr>
            <a:xfrm>
              <a:off x="4308054" y="2468653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24"/>
            <p:cNvSpPr/>
            <p:nvPr/>
          </p:nvSpPr>
          <p:spPr>
            <a:xfrm>
              <a:off x="4308054" y="2468653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24"/>
            <p:cNvSpPr/>
            <p:nvPr/>
          </p:nvSpPr>
          <p:spPr>
            <a:xfrm>
              <a:off x="4308054" y="246865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24"/>
            <p:cNvSpPr/>
            <p:nvPr/>
          </p:nvSpPr>
          <p:spPr>
            <a:xfrm>
              <a:off x="4308054" y="246865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4"/>
            <p:cNvSpPr/>
            <p:nvPr/>
          </p:nvSpPr>
          <p:spPr>
            <a:xfrm>
              <a:off x="4307102" y="2468653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1"/>
                  </a:moveTo>
                  <a:cubicBezTo>
                    <a:pt x="32" y="1"/>
                    <a:pt x="32" y="1"/>
                    <a:pt x="0" y="33"/>
                  </a:cubicBez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4"/>
            <p:cNvSpPr/>
            <p:nvPr/>
          </p:nvSpPr>
          <p:spPr>
            <a:xfrm>
              <a:off x="4307102" y="246963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4"/>
            <p:cNvSpPr/>
            <p:nvPr/>
          </p:nvSpPr>
          <p:spPr>
            <a:xfrm>
              <a:off x="4343046" y="246963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4"/>
            <p:cNvSpPr/>
            <p:nvPr/>
          </p:nvSpPr>
          <p:spPr>
            <a:xfrm>
              <a:off x="4343046" y="246963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4"/>
            <p:cNvSpPr/>
            <p:nvPr/>
          </p:nvSpPr>
          <p:spPr>
            <a:xfrm>
              <a:off x="4343046" y="246963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4"/>
            <p:cNvSpPr/>
            <p:nvPr/>
          </p:nvSpPr>
          <p:spPr>
            <a:xfrm>
              <a:off x="4342094" y="246963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4"/>
            <p:cNvSpPr/>
            <p:nvPr/>
          </p:nvSpPr>
          <p:spPr>
            <a:xfrm>
              <a:off x="4342094" y="246963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4"/>
            <p:cNvSpPr/>
            <p:nvPr/>
          </p:nvSpPr>
          <p:spPr>
            <a:xfrm>
              <a:off x="4342094" y="246963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4"/>
            <p:cNvSpPr/>
            <p:nvPr/>
          </p:nvSpPr>
          <p:spPr>
            <a:xfrm>
              <a:off x="4342094" y="246963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4"/>
            <p:cNvSpPr/>
            <p:nvPr/>
          </p:nvSpPr>
          <p:spPr>
            <a:xfrm>
              <a:off x="4342094" y="246963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4"/>
            <p:cNvSpPr/>
            <p:nvPr/>
          </p:nvSpPr>
          <p:spPr>
            <a:xfrm>
              <a:off x="4341112" y="246963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4"/>
            <p:cNvSpPr/>
            <p:nvPr/>
          </p:nvSpPr>
          <p:spPr>
            <a:xfrm>
              <a:off x="4341112" y="246963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4"/>
            <p:cNvSpPr/>
            <p:nvPr/>
          </p:nvSpPr>
          <p:spPr>
            <a:xfrm>
              <a:off x="4340130" y="246963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1"/>
                  </a:moveTo>
                  <a:cubicBezTo>
                    <a:pt x="33" y="1"/>
                    <a:pt x="33" y="1"/>
                    <a:pt x="1" y="32"/>
                  </a:cubicBezTo>
                  <a:lnTo>
                    <a:pt x="1" y="191"/>
                  </a:lnTo>
                  <a:lnTo>
                    <a:pt x="33" y="19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4"/>
            <p:cNvSpPr/>
            <p:nvPr/>
          </p:nvSpPr>
          <p:spPr>
            <a:xfrm>
              <a:off x="4353759" y="2463804"/>
              <a:ext cx="12646" cy="12677"/>
            </a:xfrm>
            <a:custGeom>
              <a:rect b="b" l="l" r="r" t="t"/>
              <a:pathLst>
                <a:path extrusionOk="0" h="413" w="412">
                  <a:moveTo>
                    <a:pt x="0" y="1"/>
                  </a:moveTo>
                  <a:lnTo>
                    <a:pt x="0" y="159"/>
                  </a:lnTo>
                  <a:lnTo>
                    <a:pt x="412" y="412"/>
                  </a:lnTo>
                  <a:lnTo>
                    <a:pt x="412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4"/>
            <p:cNvSpPr/>
            <p:nvPr/>
          </p:nvSpPr>
          <p:spPr>
            <a:xfrm>
              <a:off x="4366374" y="247061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4"/>
            <p:cNvSpPr/>
            <p:nvPr/>
          </p:nvSpPr>
          <p:spPr>
            <a:xfrm>
              <a:off x="4366374" y="247156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4"/>
            <p:cNvSpPr/>
            <p:nvPr/>
          </p:nvSpPr>
          <p:spPr>
            <a:xfrm>
              <a:off x="4366374" y="247156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4"/>
            <p:cNvSpPr/>
            <p:nvPr/>
          </p:nvSpPr>
          <p:spPr>
            <a:xfrm>
              <a:off x="4366374" y="247156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4"/>
            <p:cNvSpPr/>
            <p:nvPr/>
          </p:nvSpPr>
          <p:spPr>
            <a:xfrm>
              <a:off x="4366374" y="247156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4"/>
            <p:cNvSpPr/>
            <p:nvPr/>
          </p:nvSpPr>
          <p:spPr>
            <a:xfrm>
              <a:off x="4366374" y="24715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4"/>
            <p:cNvSpPr/>
            <p:nvPr/>
          </p:nvSpPr>
          <p:spPr>
            <a:xfrm>
              <a:off x="4366374" y="24715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4"/>
            <p:cNvSpPr/>
            <p:nvPr/>
          </p:nvSpPr>
          <p:spPr>
            <a:xfrm>
              <a:off x="4366374" y="24715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4"/>
            <p:cNvSpPr/>
            <p:nvPr/>
          </p:nvSpPr>
          <p:spPr>
            <a:xfrm>
              <a:off x="4366374" y="247255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4"/>
            <p:cNvSpPr/>
            <p:nvPr/>
          </p:nvSpPr>
          <p:spPr>
            <a:xfrm>
              <a:off x="4227387" y="2465737"/>
              <a:ext cx="9730" cy="10743"/>
            </a:xfrm>
            <a:custGeom>
              <a:rect b="b" l="l" r="r" t="t"/>
              <a:pathLst>
                <a:path extrusionOk="0" h="350" w="317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9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4"/>
            <p:cNvSpPr/>
            <p:nvPr/>
          </p:nvSpPr>
          <p:spPr>
            <a:xfrm>
              <a:off x="4212807" y="2464786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90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4"/>
            <p:cNvSpPr/>
            <p:nvPr/>
          </p:nvSpPr>
          <p:spPr>
            <a:xfrm>
              <a:off x="4226405" y="247156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cubicBezTo>
                    <a:pt x="32" y="159"/>
                    <a:pt x="32" y="159"/>
                    <a:pt x="32" y="15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4"/>
            <p:cNvSpPr/>
            <p:nvPr/>
          </p:nvSpPr>
          <p:spPr>
            <a:xfrm>
              <a:off x="4226405" y="24715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33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4"/>
            <p:cNvSpPr/>
            <p:nvPr/>
          </p:nvSpPr>
          <p:spPr>
            <a:xfrm>
              <a:off x="4226405" y="24715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cubicBezTo>
                    <a:pt x="1" y="3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4"/>
            <p:cNvSpPr/>
            <p:nvPr/>
          </p:nvSpPr>
          <p:spPr>
            <a:xfrm>
              <a:off x="4226405" y="247255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4"/>
            <p:cNvSpPr/>
            <p:nvPr/>
          </p:nvSpPr>
          <p:spPr>
            <a:xfrm>
              <a:off x="4225423" y="247255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4"/>
            <p:cNvSpPr/>
            <p:nvPr/>
          </p:nvSpPr>
          <p:spPr>
            <a:xfrm>
              <a:off x="4225423" y="247255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4"/>
            <p:cNvSpPr/>
            <p:nvPr/>
          </p:nvSpPr>
          <p:spPr>
            <a:xfrm>
              <a:off x="4225423" y="247255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4"/>
            <p:cNvSpPr/>
            <p:nvPr/>
          </p:nvSpPr>
          <p:spPr>
            <a:xfrm>
              <a:off x="4225423" y="24715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4"/>
            <p:cNvSpPr/>
            <p:nvPr/>
          </p:nvSpPr>
          <p:spPr>
            <a:xfrm>
              <a:off x="4225423" y="24715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4"/>
            <p:cNvSpPr/>
            <p:nvPr/>
          </p:nvSpPr>
          <p:spPr>
            <a:xfrm>
              <a:off x="4224471" y="2471569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4"/>
            <p:cNvSpPr/>
            <p:nvPr/>
          </p:nvSpPr>
          <p:spPr>
            <a:xfrm>
              <a:off x="4224471" y="247156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4"/>
            <p:cNvSpPr/>
            <p:nvPr/>
          </p:nvSpPr>
          <p:spPr>
            <a:xfrm>
              <a:off x="4260446" y="2466720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4"/>
            <p:cNvSpPr/>
            <p:nvPr/>
          </p:nvSpPr>
          <p:spPr>
            <a:xfrm>
              <a:off x="4246817" y="2465737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4"/>
            <p:cNvSpPr/>
            <p:nvPr/>
          </p:nvSpPr>
          <p:spPr>
            <a:xfrm>
              <a:off x="4185581" y="2417147"/>
              <a:ext cx="95308" cy="60285"/>
            </a:xfrm>
            <a:custGeom>
              <a:rect b="b" l="l" r="r" t="t"/>
              <a:pathLst>
                <a:path extrusionOk="0" h="1964" w="3105">
                  <a:moveTo>
                    <a:pt x="3104" y="0"/>
                  </a:moveTo>
                  <a:lnTo>
                    <a:pt x="1" y="1806"/>
                  </a:lnTo>
                  <a:lnTo>
                    <a:pt x="1" y="1964"/>
                  </a:lnTo>
                  <a:lnTo>
                    <a:pt x="3104" y="159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4"/>
            <p:cNvSpPr/>
            <p:nvPr/>
          </p:nvSpPr>
          <p:spPr>
            <a:xfrm>
              <a:off x="4196263" y="2466720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8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8" y="191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4"/>
            <p:cNvSpPr/>
            <p:nvPr/>
          </p:nvSpPr>
          <p:spPr>
            <a:xfrm>
              <a:off x="4245866" y="2458217"/>
              <a:ext cx="25293" cy="14365"/>
            </a:xfrm>
            <a:custGeom>
              <a:rect b="b" l="l" r="r" t="t"/>
              <a:pathLst>
                <a:path extrusionOk="0" h="468" w="824">
                  <a:moveTo>
                    <a:pt x="376" y="0"/>
                  </a:moveTo>
                  <a:cubicBezTo>
                    <a:pt x="356" y="0"/>
                    <a:pt x="333" y="8"/>
                    <a:pt x="317" y="24"/>
                  </a:cubicBezTo>
                  <a:lnTo>
                    <a:pt x="32" y="183"/>
                  </a:lnTo>
                  <a:cubicBezTo>
                    <a:pt x="0" y="214"/>
                    <a:pt x="0" y="214"/>
                    <a:pt x="32" y="246"/>
                  </a:cubicBezTo>
                  <a:lnTo>
                    <a:pt x="380" y="468"/>
                  </a:lnTo>
                  <a:lnTo>
                    <a:pt x="475" y="468"/>
                  </a:lnTo>
                  <a:lnTo>
                    <a:pt x="792" y="278"/>
                  </a:lnTo>
                  <a:cubicBezTo>
                    <a:pt x="823" y="278"/>
                    <a:pt x="823" y="246"/>
                    <a:pt x="792" y="246"/>
                  </a:cubicBezTo>
                  <a:lnTo>
                    <a:pt x="412" y="24"/>
                  </a:lnTo>
                  <a:cubicBezTo>
                    <a:pt x="412" y="8"/>
                    <a:pt x="396" y="0"/>
                    <a:pt x="376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4"/>
            <p:cNvSpPr/>
            <p:nvPr/>
          </p:nvSpPr>
          <p:spPr>
            <a:xfrm>
              <a:off x="4246817" y="2457972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17" y="1"/>
                  </a:moveTo>
                  <a:lnTo>
                    <a:pt x="1" y="191"/>
                  </a:lnTo>
                  <a:lnTo>
                    <a:pt x="381" y="412"/>
                  </a:lnTo>
                  <a:cubicBezTo>
                    <a:pt x="381" y="412"/>
                    <a:pt x="412" y="444"/>
                    <a:pt x="412" y="444"/>
                  </a:cubicBezTo>
                  <a:cubicBezTo>
                    <a:pt x="412" y="444"/>
                    <a:pt x="444" y="412"/>
                    <a:pt x="444" y="412"/>
                  </a:cubicBezTo>
                  <a:lnTo>
                    <a:pt x="761" y="254"/>
                  </a:lnTo>
                  <a:cubicBezTo>
                    <a:pt x="761" y="222"/>
                    <a:pt x="761" y="222"/>
                    <a:pt x="761" y="222"/>
                  </a:cubicBez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4"/>
            <p:cNvSpPr/>
            <p:nvPr/>
          </p:nvSpPr>
          <p:spPr>
            <a:xfrm>
              <a:off x="4260446" y="247255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4"/>
            <p:cNvSpPr/>
            <p:nvPr/>
          </p:nvSpPr>
          <p:spPr>
            <a:xfrm>
              <a:off x="4260446" y="24725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4"/>
            <p:cNvSpPr/>
            <p:nvPr/>
          </p:nvSpPr>
          <p:spPr>
            <a:xfrm>
              <a:off x="4259464" y="247255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4"/>
            <p:cNvSpPr/>
            <p:nvPr/>
          </p:nvSpPr>
          <p:spPr>
            <a:xfrm>
              <a:off x="4259464" y="24725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4"/>
            <p:cNvSpPr/>
            <p:nvPr/>
          </p:nvSpPr>
          <p:spPr>
            <a:xfrm>
              <a:off x="4259464" y="24725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4"/>
            <p:cNvSpPr/>
            <p:nvPr/>
          </p:nvSpPr>
          <p:spPr>
            <a:xfrm>
              <a:off x="4259464" y="24725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4"/>
            <p:cNvSpPr/>
            <p:nvPr/>
          </p:nvSpPr>
          <p:spPr>
            <a:xfrm>
              <a:off x="4259464" y="24725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4"/>
            <p:cNvSpPr/>
            <p:nvPr/>
          </p:nvSpPr>
          <p:spPr>
            <a:xfrm>
              <a:off x="4258481" y="247255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4"/>
            <p:cNvSpPr/>
            <p:nvPr/>
          </p:nvSpPr>
          <p:spPr>
            <a:xfrm>
              <a:off x="4258481" y="247255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4"/>
            <p:cNvSpPr/>
            <p:nvPr/>
          </p:nvSpPr>
          <p:spPr>
            <a:xfrm>
              <a:off x="4258481" y="247255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4"/>
            <p:cNvSpPr/>
            <p:nvPr/>
          </p:nvSpPr>
          <p:spPr>
            <a:xfrm>
              <a:off x="4258481" y="247255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4"/>
            <p:cNvSpPr/>
            <p:nvPr/>
          </p:nvSpPr>
          <p:spPr>
            <a:xfrm>
              <a:off x="4294456" y="2467702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4"/>
            <p:cNvSpPr/>
            <p:nvPr/>
          </p:nvSpPr>
          <p:spPr>
            <a:xfrm>
              <a:off x="4279876" y="2466720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4"/>
            <p:cNvSpPr/>
            <p:nvPr/>
          </p:nvSpPr>
          <p:spPr>
            <a:xfrm>
              <a:off x="4371255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4"/>
            <p:cNvSpPr/>
            <p:nvPr/>
          </p:nvSpPr>
          <p:spPr>
            <a:xfrm>
              <a:off x="4371255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4"/>
            <p:cNvSpPr/>
            <p:nvPr/>
          </p:nvSpPr>
          <p:spPr>
            <a:xfrm>
              <a:off x="4370272" y="247353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4"/>
            <p:cNvSpPr/>
            <p:nvPr/>
          </p:nvSpPr>
          <p:spPr>
            <a:xfrm>
              <a:off x="4370272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4"/>
            <p:cNvSpPr/>
            <p:nvPr/>
          </p:nvSpPr>
          <p:spPr>
            <a:xfrm>
              <a:off x="4370272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4"/>
            <p:cNvSpPr/>
            <p:nvPr/>
          </p:nvSpPr>
          <p:spPr>
            <a:xfrm>
              <a:off x="4370272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4"/>
            <p:cNvSpPr/>
            <p:nvPr/>
          </p:nvSpPr>
          <p:spPr>
            <a:xfrm>
              <a:off x="4370272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4"/>
            <p:cNvSpPr/>
            <p:nvPr/>
          </p:nvSpPr>
          <p:spPr>
            <a:xfrm>
              <a:off x="4370272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4"/>
            <p:cNvSpPr/>
            <p:nvPr/>
          </p:nvSpPr>
          <p:spPr>
            <a:xfrm>
              <a:off x="4369290" y="247353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4"/>
            <p:cNvSpPr/>
            <p:nvPr/>
          </p:nvSpPr>
          <p:spPr>
            <a:xfrm>
              <a:off x="4369290" y="247353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4"/>
            <p:cNvSpPr/>
            <p:nvPr/>
          </p:nvSpPr>
          <p:spPr>
            <a:xfrm>
              <a:off x="4369290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4"/>
            <p:cNvSpPr/>
            <p:nvPr/>
          </p:nvSpPr>
          <p:spPr>
            <a:xfrm>
              <a:off x="4294456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4"/>
            <p:cNvSpPr/>
            <p:nvPr/>
          </p:nvSpPr>
          <p:spPr>
            <a:xfrm>
              <a:off x="4293474" y="247353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4"/>
            <p:cNvSpPr/>
            <p:nvPr/>
          </p:nvSpPr>
          <p:spPr>
            <a:xfrm>
              <a:off x="4293474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4"/>
            <p:cNvSpPr/>
            <p:nvPr/>
          </p:nvSpPr>
          <p:spPr>
            <a:xfrm>
              <a:off x="4293474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4"/>
            <p:cNvSpPr/>
            <p:nvPr/>
          </p:nvSpPr>
          <p:spPr>
            <a:xfrm>
              <a:off x="4293474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4"/>
            <p:cNvSpPr/>
            <p:nvPr/>
          </p:nvSpPr>
          <p:spPr>
            <a:xfrm>
              <a:off x="4292522" y="247353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4"/>
            <p:cNvSpPr/>
            <p:nvPr/>
          </p:nvSpPr>
          <p:spPr>
            <a:xfrm>
              <a:off x="4292522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4"/>
            <p:cNvSpPr/>
            <p:nvPr/>
          </p:nvSpPr>
          <p:spPr>
            <a:xfrm>
              <a:off x="4292522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24"/>
            <p:cNvSpPr/>
            <p:nvPr/>
          </p:nvSpPr>
          <p:spPr>
            <a:xfrm>
              <a:off x="4292522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24"/>
            <p:cNvSpPr/>
            <p:nvPr/>
          </p:nvSpPr>
          <p:spPr>
            <a:xfrm>
              <a:off x="4291540" y="247353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4"/>
            <p:cNvSpPr/>
            <p:nvPr/>
          </p:nvSpPr>
          <p:spPr>
            <a:xfrm>
              <a:off x="4291540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4"/>
            <p:cNvSpPr/>
            <p:nvPr/>
          </p:nvSpPr>
          <p:spPr>
            <a:xfrm>
              <a:off x="4278893" y="2458954"/>
              <a:ext cx="26275" cy="14611"/>
            </a:xfrm>
            <a:custGeom>
              <a:rect b="b" l="l" r="r" t="t"/>
              <a:pathLst>
                <a:path extrusionOk="0" h="476" w="856">
                  <a:moveTo>
                    <a:pt x="349" y="0"/>
                  </a:moveTo>
                  <a:lnTo>
                    <a:pt x="32" y="190"/>
                  </a:lnTo>
                  <a:cubicBezTo>
                    <a:pt x="1" y="190"/>
                    <a:pt x="1" y="222"/>
                    <a:pt x="32" y="254"/>
                  </a:cubicBezTo>
                  <a:lnTo>
                    <a:pt x="412" y="475"/>
                  </a:lnTo>
                  <a:lnTo>
                    <a:pt x="507" y="475"/>
                  </a:lnTo>
                  <a:lnTo>
                    <a:pt x="824" y="285"/>
                  </a:lnTo>
                  <a:cubicBezTo>
                    <a:pt x="856" y="285"/>
                    <a:pt x="856" y="254"/>
                    <a:pt x="824" y="222"/>
                  </a:cubicBezTo>
                  <a:lnTo>
                    <a:pt x="444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4"/>
            <p:cNvSpPr/>
            <p:nvPr/>
          </p:nvSpPr>
          <p:spPr>
            <a:xfrm>
              <a:off x="4280858" y="2458954"/>
              <a:ext cx="23359" cy="12646"/>
            </a:xfrm>
            <a:custGeom>
              <a:rect b="b" l="l" r="r" t="t"/>
              <a:pathLst>
                <a:path extrusionOk="0" h="412" w="761">
                  <a:moveTo>
                    <a:pt x="317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443" y="412"/>
                  </a:lnTo>
                  <a:lnTo>
                    <a:pt x="760" y="22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4"/>
            <p:cNvSpPr/>
            <p:nvPr/>
          </p:nvSpPr>
          <p:spPr>
            <a:xfrm>
              <a:off x="4230303" y="2467702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9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4"/>
            <p:cNvSpPr/>
            <p:nvPr/>
          </p:nvSpPr>
          <p:spPr>
            <a:xfrm>
              <a:off x="4196263" y="247255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4"/>
            <p:cNvSpPr/>
            <p:nvPr/>
          </p:nvSpPr>
          <p:spPr>
            <a:xfrm>
              <a:off x="4196263" y="24725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4"/>
            <p:cNvSpPr/>
            <p:nvPr/>
          </p:nvSpPr>
          <p:spPr>
            <a:xfrm>
              <a:off x="4196263" y="24725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4"/>
            <p:cNvSpPr/>
            <p:nvPr/>
          </p:nvSpPr>
          <p:spPr>
            <a:xfrm>
              <a:off x="4196263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4"/>
            <p:cNvSpPr/>
            <p:nvPr/>
          </p:nvSpPr>
          <p:spPr>
            <a:xfrm>
              <a:off x="4196263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4"/>
            <p:cNvSpPr/>
            <p:nvPr/>
          </p:nvSpPr>
          <p:spPr>
            <a:xfrm>
              <a:off x="4196263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4"/>
            <p:cNvSpPr/>
            <p:nvPr/>
          </p:nvSpPr>
          <p:spPr>
            <a:xfrm>
              <a:off x="4196263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24"/>
            <p:cNvSpPr/>
            <p:nvPr/>
          </p:nvSpPr>
          <p:spPr>
            <a:xfrm>
              <a:off x="4196263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4"/>
            <p:cNvSpPr/>
            <p:nvPr/>
          </p:nvSpPr>
          <p:spPr>
            <a:xfrm>
              <a:off x="4328466" y="2468653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8" y="1"/>
                  </a:moveTo>
                  <a:lnTo>
                    <a:pt x="1" y="159"/>
                  </a:lnTo>
                  <a:lnTo>
                    <a:pt x="1" y="349"/>
                  </a:lnTo>
                  <a:lnTo>
                    <a:pt x="286" y="159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4"/>
            <p:cNvSpPr/>
            <p:nvPr/>
          </p:nvSpPr>
          <p:spPr>
            <a:xfrm>
              <a:off x="4313886" y="2466720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1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4"/>
            <p:cNvSpPr/>
            <p:nvPr/>
          </p:nvSpPr>
          <p:spPr>
            <a:xfrm>
              <a:off x="4208909" y="2466720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1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4"/>
            <p:cNvSpPr/>
            <p:nvPr/>
          </p:nvSpPr>
          <p:spPr>
            <a:xfrm>
              <a:off x="4230303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4"/>
            <p:cNvSpPr/>
            <p:nvPr/>
          </p:nvSpPr>
          <p:spPr>
            <a:xfrm>
              <a:off x="4230303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4"/>
            <p:cNvSpPr/>
            <p:nvPr/>
          </p:nvSpPr>
          <p:spPr>
            <a:xfrm>
              <a:off x="4230303" y="24735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4"/>
            <p:cNvSpPr/>
            <p:nvPr/>
          </p:nvSpPr>
          <p:spPr>
            <a:xfrm>
              <a:off x="4229321" y="247353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4"/>
            <p:cNvSpPr/>
            <p:nvPr/>
          </p:nvSpPr>
          <p:spPr>
            <a:xfrm>
              <a:off x="4229321" y="247353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0"/>
                  </a:moveTo>
                  <a:lnTo>
                    <a:pt x="1" y="32"/>
                  </a:lnTo>
                  <a:lnTo>
                    <a:pt x="1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4"/>
            <p:cNvSpPr/>
            <p:nvPr/>
          </p:nvSpPr>
          <p:spPr>
            <a:xfrm>
              <a:off x="4312934" y="2459905"/>
              <a:ext cx="25293" cy="14365"/>
            </a:xfrm>
            <a:custGeom>
              <a:rect b="b" l="l" r="r" t="t"/>
              <a:pathLst>
                <a:path extrusionOk="0" h="468" w="824">
                  <a:moveTo>
                    <a:pt x="349" y="1"/>
                  </a:moveTo>
                  <a:lnTo>
                    <a:pt x="32" y="191"/>
                  </a:lnTo>
                  <a:cubicBezTo>
                    <a:pt x="0" y="191"/>
                    <a:pt x="0" y="223"/>
                    <a:pt x="32" y="223"/>
                  </a:cubicBezTo>
                  <a:lnTo>
                    <a:pt x="412" y="444"/>
                  </a:lnTo>
                  <a:cubicBezTo>
                    <a:pt x="412" y="460"/>
                    <a:pt x="428" y="468"/>
                    <a:pt x="447" y="468"/>
                  </a:cubicBezTo>
                  <a:cubicBezTo>
                    <a:pt x="467" y="468"/>
                    <a:pt x="491" y="460"/>
                    <a:pt x="507" y="444"/>
                  </a:cubicBezTo>
                  <a:lnTo>
                    <a:pt x="792" y="286"/>
                  </a:lnTo>
                  <a:cubicBezTo>
                    <a:pt x="824" y="254"/>
                    <a:pt x="824" y="254"/>
                    <a:pt x="792" y="223"/>
                  </a:cubicBezTo>
                  <a:lnTo>
                    <a:pt x="412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4"/>
            <p:cNvSpPr/>
            <p:nvPr/>
          </p:nvSpPr>
          <p:spPr>
            <a:xfrm>
              <a:off x="4313886" y="2459905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8" y="1"/>
                  </a:moveTo>
                  <a:lnTo>
                    <a:pt x="1" y="191"/>
                  </a:lnTo>
                  <a:lnTo>
                    <a:pt x="381" y="413"/>
                  </a:lnTo>
                  <a:lnTo>
                    <a:pt x="444" y="413"/>
                  </a:lnTo>
                  <a:lnTo>
                    <a:pt x="761" y="223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4"/>
            <p:cNvSpPr/>
            <p:nvPr/>
          </p:nvSpPr>
          <p:spPr>
            <a:xfrm>
              <a:off x="4327514" y="247353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cubicBezTo>
                    <a:pt x="32" y="32"/>
                    <a:pt x="0" y="32"/>
                    <a:pt x="0" y="32"/>
                  </a:cubicBez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4"/>
            <p:cNvSpPr/>
            <p:nvPr/>
          </p:nvSpPr>
          <p:spPr>
            <a:xfrm>
              <a:off x="4327514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4"/>
            <p:cNvSpPr/>
            <p:nvPr/>
          </p:nvSpPr>
          <p:spPr>
            <a:xfrm>
              <a:off x="4327514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4"/>
            <p:cNvSpPr/>
            <p:nvPr/>
          </p:nvSpPr>
          <p:spPr>
            <a:xfrm>
              <a:off x="4326532" y="2474485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4"/>
            <p:cNvSpPr/>
            <p:nvPr/>
          </p:nvSpPr>
          <p:spPr>
            <a:xfrm>
              <a:off x="4326532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4"/>
            <p:cNvSpPr/>
            <p:nvPr/>
          </p:nvSpPr>
          <p:spPr>
            <a:xfrm>
              <a:off x="4326532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4"/>
            <p:cNvSpPr/>
            <p:nvPr/>
          </p:nvSpPr>
          <p:spPr>
            <a:xfrm>
              <a:off x="4326532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4"/>
            <p:cNvSpPr/>
            <p:nvPr/>
          </p:nvSpPr>
          <p:spPr>
            <a:xfrm>
              <a:off x="4325550" y="2474485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4"/>
            <p:cNvSpPr/>
            <p:nvPr/>
          </p:nvSpPr>
          <p:spPr>
            <a:xfrm>
              <a:off x="4325550" y="2474485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4"/>
            <p:cNvSpPr/>
            <p:nvPr/>
          </p:nvSpPr>
          <p:spPr>
            <a:xfrm>
              <a:off x="4325550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4"/>
            <p:cNvSpPr/>
            <p:nvPr/>
          </p:nvSpPr>
          <p:spPr>
            <a:xfrm>
              <a:off x="4325550" y="24735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4"/>
            <p:cNvSpPr/>
            <p:nvPr/>
          </p:nvSpPr>
          <p:spPr>
            <a:xfrm>
              <a:off x="4264313" y="2468653"/>
              <a:ext cx="8779" cy="10743"/>
            </a:xfrm>
            <a:custGeom>
              <a:rect b="b" l="l" r="r" t="t"/>
              <a:pathLst>
                <a:path extrusionOk="0" h="350" w="286">
                  <a:moveTo>
                    <a:pt x="286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286" y="159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4"/>
            <p:cNvSpPr/>
            <p:nvPr/>
          </p:nvSpPr>
          <p:spPr>
            <a:xfrm>
              <a:off x="4229321" y="247353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0"/>
                  </a:moveTo>
                  <a:lnTo>
                    <a:pt x="1" y="32"/>
                  </a:lnTo>
                  <a:lnTo>
                    <a:pt x="1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4"/>
            <p:cNvSpPr/>
            <p:nvPr/>
          </p:nvSpPr>
          <p:spPr>
            <a:xfrm>
              <a:off x="4229321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4"/>
            <p:cNvSpPr/>
            <p:nvPr/>
          </p:nvSpPr>
          <p:spPr>
            <a:xfrm>
              <a:off x="4229321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4"/>
            <p:cNvSpPr/>
            <p:nvPr/>
          </p:nvSpPr>
          <p:spPr>
            <a:xfrm>
              <a:off x="4229321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4"/>
            <p:cNvSpPr/>
            <p:nvPr/>
          </p:nvSpPr>
          <p:spPr>
            <a:xfrm>
              <a:off x="4196263" y="24735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4"/>
            <p:cNvSpPr/>
            <p:nvPr/>
          </p:nvSpPr>
          <p:spPr>
            <a:xfrm>
              <a:off x="4361524" y="2472552"/>
              <a:ext cx="4881" cy="7797"/>
            </a:xfrm>
            <a:custGeom>
              <a:rect b="b" l="l" r="r" t="t"/>
              <a:pathLst>
                <a:path extrusionOk="0" h="254" w="159">
                  <a:moveTo>
                    <a:pt x="159" y="1"/>
                  </a:moveTo>
                  <a:lnTo>
                    <a:pt x="1" y="64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24"/>
            <p:cNvSpPr/>
            <p:nvPr/>
          </p:nvSpPr>
          <p:spPr>
            <a:xfrm>
              <a:off x="4185581" y="247255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6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24"/>
            <p:cNvSpPr/>
            <p:nvPr/>
          </p:nvSpPr>
          <p:spPr>
            <a:xfrm>
              <a:off x="4184598" y="247255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1"/>
                  </a:moveTo>
                  <a:cubicBezTo>
                    <a:pt x="33" y="1"/>
                    <a:pt x="1" y="1"/>
                    <a:pt x="1" y="32"/>
                  </a:cubicBezTo>
                  <a:lnTo>
                    <a:pt x="1" y="191"/>
                  </a:lnTo>
                  <a:cubicBezTo>
                    <a:pt x="33" y="191"/>
                    <a:pt x="33" y="191"/>
                    <a:pt x="33" y="159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4"/>
            <p:cNvSpPr/>
            <p:nvPr/>
          </p:nvSpPr>
          <p:spPr>
            <a:xfrm>
              <a:off x="4184598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5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4"/>
            <p:cNvSpPr/>
            <p:nvPr/>
          </p:nvSpPr>
          <p:spPr>
            <a:xfrm>
              <a:off x="4184598" y="247353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4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4"/>
            <p:cNvSpPr/>
            <p:nvPr/>
          </p:nvSpPr>
          <p:spPr>
            <a:xfrm>
              <a:off x="4184598" y="24735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3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4"/>
            <p:cNvSpPr/>
            <p:nvPr/>
          </p:nvSpPr>
          <p:spPr>
            <a:xfrm>
              <a:off x="4184598" y="24735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32"/>
                  </a:lnTo>
                  <a:cubicBezTo>
                    <a:pt x="1" y="3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2E2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24"/>
            <p:cNvSpPr/>
            <p:nvPr/>
          </p:nvSpPr>
          <p:spPr>
            <a:xfrm>
              <a:off x="4184598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24"/>
            <p:cNvSpPr/>
            <p:nvPr/>
          </p:nvSpPr>
          <p:spPr>
            <a:xfrm>
              <a:off x="4184598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24"/>
            <p:cNvSpPr/>
            <p:nvPr/>
          </p:nvSpPr>
          <p:spPr>
            <a:xfrm>
              <a:off x="4346944" y="2467702"/>
              <a:ext cx="12677" cy="12646"/>
            </a:xfrm>
            <a:custGeom>
              <a:rect b="b" l="l" r="r" t="t"/>
              <a:pathLst>
                <a:path extrusionOk="0" h="412" w="413">
                  <a:moveTo>
                    <a:pt x="1" y="0"/>
                  </a:moveTo>
                  <a:lnTo>
                    <a:pt x="1" y="159"/>
                  </a:lnTo>
                  <a:lnTo>
                    <a:pt x="412" y="412"/>
                  </a:lnTo>
                  <a:lnTo>
                    <a:pt x="412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24"/>
            <p:cNvSpPr/>
            <p:nvPr/>
          </p:nvSpPr>
          <p:spPr>
            <a:xfrm>
              <a:off x="4242919" y="2467702"/>
              <a:ext cx="11725" cy="11695"/>
            </a:xfrm>
            <a:custGeom>
              <a:rect b="b" l="l" r="r" t="t"/>
              <a:pathLst>
                <a:path extrusionOk="0" h="381" w="382">
                  <a:moveTo>
                    <a:pt x="1" y="0"/>
                  </a:moveTo>
                  <a:lnTo>
                    <a:pt x="1" y="190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24"/>
            <p:cNvSpPr/>
            <p:nvPr/>
          </p:nvSpPr>
          <p:spPr>
            <a:xfrm>
              <a:off x="4297372" y="2469636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1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4"/>
            <p:cNvSpPr/>
            <p:nvPr/>
          </p:nvSpPr>
          <p:spPr>
            <a:xfrm>
              <a:off x="4220573" y="2473534"/>
              <a:ext cx="1013" cy="6814"/>
            </a:xfrm>
            <a:custGeom>
              <a:rect b="b" l="l" r="r" t="t"/>
              <a:pathLst>
                <a:path extrusionOk="0" h="222" w="33">
                  <a:moveTo>
                    <a:pt x="1" y="0"/>
                  </a:moveTo>
                  <a:lnTo>
                    <a:pt x="1" y="190"/>
                  </a:lnTo>
                  <a:cubicBezTo>
                    <a:pt x="32" y="190"/>
                    <a:pt x="32" y="190"/>
                    <a:pt x="32" y="222"/>
                  </a:cubicBezTo>
                  <a:lnTo>
                    <a:pt x="32" y="32"/>
                  </a:lnTo>
                  <a:cubicBezTo>
                    <a:pt x="32" y="32"/>
                    <a:pt x="32" y="32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24"/>
            <p:cNvSpPr/>
            <p:nvPr/>
          </p:nvSpPr>
          <p:spPr>
            <a:xfrm>
              <a:off x="4360542" y="2474485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1"/>
                  </a:moveTo>
                  <a:cubicBezTo>
                    <a:pt x="33" y="1"/>
                    <a:pt x="33" y="33"/>
                    <a:pt x="1" y="33"/>
                  </a:cubicBezTo>
                  <a:lnTo>
                    <a:pt x="1" y="191"/>
                  </a:lnTo>
                  <a:lnTo>
                    <a:pt x="33" y="19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24"/>
            <p:cNvSpPr/>
            <p:nvPr/>
          </p:nvSpPr>
          <p:spPr>
            <a:xfrm>
              <a:off x="4360542" y="247546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4"/>
            <p:cNvSpPr/>
            <p:nvPr/>
          </p:nvSpPr>
          <p:spPr>
            <a:xfrm>
              <a:off x="4360542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4"/>
            <p:cNvSpPr/>
            <p:nvPr/>
          </p:nvSpPr>
          <p:spPr>
            <a:xfrm>
              <a:off x="4360542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4"/>
            <p:cNvSpPr/>
            <p:nvPr/>
          </p:nvSpPr>
          <p:spPr>
            <a:xfrm>
              <a:off x="4360542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4"/>
            <p:cNvSpPr/>
            <p:nvPr/>
          </p:nvSpPr>
          <p:spPr>
            <a:xfrm>
              <a:off x="4360542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4"/>
            <p:cNvSpPr/>
            <p:nvPr/>
          </p:nvSpPr>
          <p:spPr>
            <a:xfrm>
              <a:off x="4359591" y="247546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4"/>
            <p:cNvSpPr/>
            <p:nvPr/>
          </p:nvSpPr>
          <p:spPr>
            <a:xfrm>
              <a:off x="4359591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4"/>
            <p:cNvSpPr/>
            <p:nvPr/>
          </p:nvSpPr>
          <p:spPr>
            <a:xfrm>
              <a:off x="4359591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4"/>
            <p:cNvSpPr/>
            <p:nvPr/>
          </p:nvSpPr>
          <p:spPr>
            <a:xfrm>
              <a:off x="4359591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4"/>
            <p:cNvSpPr/>
            <p:nvPr/>
          </p:nvSpPr>
          <p:spPr>
            <a:xfrm>
              <a:off x="4359591" y="247448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4"/>
            <p:cNvSpPr/>
            <p:nvPr/>
          </p:nvSpPr>
          <p:spPr>
            <a:xfrm>
              <a:off x="4345962" y="2463804"/>
              <a:ext cx="20443" cy="11449"/>
            </a:xfrm>
            <a:custGeom>
              <a:rect b="b" l="l" r="r" t="t"/>
              <a:pathLst>
                <a:path extrusionOk="0" h="373" w="666">
                  <a:moveTo>
                    <a:pt x="191" y="1"/>
                  </a:moveTo>
                  <a:lnTo>
                    <a:pt x="33" y="96"/>
                  </a:lnTo>
                  <a:cubicBezTo>
                    <a:pt x="1" y="96"/>
                    <a:pt x="1" y="127"/>
                    <a:pt x="33" y="127"/>
                  </a:cubicBezTo>
                  <a:lnTo>
                    <a:pt x="444" y="349"/>
                  </a:lnTo>
                  <a:cubicBezTo>
                    <a:pt x="444" y="365"/>
                    <a:pt x="452" y="373"/>
                    <a:pt x="464" y="373"/>
                  </a:cubicBezTo>
                  <a:cubicBezTo>
                    <a:pt x="476" y="373"/>
                    <a:pt x="492" y="365"/>
                    <a:pt x="508" y="349"/>
                  </a:cubicBezTo>
                  <a:lnTo>
                    <a:pt x="666" y="286"/>
                  </a:lnTo>
                  <a:cubicBezTo>
                    <a:pt x="666" y="254"/>
                    <a:pt x="666" y="254"/>
                    <a:pt x="666" y="222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4"/>
            <p:cNvSpPr/>
            <p:nvPr/>
          </p:nvSpPr>
          <p:spPr>
            <a:xfrm>
              <a:off x="4347927" y="2463804"/>
              <a:ext cx="17527" cy="9761"/>
            </a:xfrm>
            <a:custGeom>
              <a:rect b="b" l="l" r="r" t="t"/>
              <a:pathLst>
                <a:path extrusionOk="0" h="318" w="571">
                  <a:moveTo>
                    <a:pt x="127" y="1"/>
                  </a:moveTo>
                  <a:lnTo>
                    <a:pt x="0" y="96"/>
                  </a:lnTo>
                  <a:lnTo>
                    <a:pt x="380" y="317"/>
                  </a:lnTo>
                  <a:lnTo>
                    <a:pt x="412" y="317"/>
                  </a:lnTo>
                  <a:lnTo>
                    <a:pt x="570" y="222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4"/>
            <p:cNvSpPr/>
            <p:nvPr/>
          </p:nvSpPr>
          <p:spPr>
            <a:xfrm>
              <a:off x="4264313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4"/>
            <p:cNvSpPr/>
            <p:nvPr/>
          </p:nvSpPr>
          <p:spPr>
            <a:xfrm>
              <a:off x="4263362" y="2474485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4"/>
            <p:cNvSpPr/>
            <p:nvPr/>
          </p:nvSpPr>
          <p:spPr>
            <a:xfrm>
              <a:off x="4263362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4"/>
            <p:cNvSpPr/>
            <p:nvPr/>
          </p:nvSpPr>
          <p:spPr>
            <a:xfrm>
              <a:off x="4263362" y="247448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4"/>
            <p:cNvSpPr/>
            <p:nvPr/>
          </p:nvSpPr>
          <p:spPr>
            <a:xfrm>
              <a:off x="4263362" y="247448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4"/>
            <p:cNvSpPr/>
            <p:nvPr/>
          </p:nvSpPr>
          <p:spPr>
            <a:xfrm>
              <a:off x="4263362" y="247448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4"/>
            <p:cNvSpPr/>
            <p:nvPr/>
          </p:nvSpPr>
          <p:spPr>
            <a:xfrm>
              <a:off x="4263362" y="247448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4"/>
            <p:cNvSpPr/>
            <p:nvPr/>
          </p:nvSpPr>
          <p:spPr>
            <a:xfrm>
              <a:off x="4263362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4"/>
            <p:cNvSpPr/>
            <p:nvPr/>
          </p:nvSpPr>
          <p:spPr>
            <a:xfrm>
              <a:off x="4229321" y="2474485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32" y="191"/>
                    <a:pt x="32" y="191"/>
                  </a:cubicBezTo>
                  <a:lnTo>
                    <a:pt x="32" y="33"/>
                  </a:lnTo>
                  <a:cubicBezTo>
                    <a:pt x="32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4"/>
            <p:cNvSpPr/>
            <p:nvPr/>
          </p:nvSpPr>
          <p:spPr>
            <a:xfrm>
              <a:off x="4275977" y="2468653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4"/>
            <p:cNvSpPr/>
            <p:nvPr/>
          </p:nvSpPr>
          <p:spPr>
            <a:xfrm>
              <a:off x="4331382" y="2469636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8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8" y="191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4"/>
            <p:cNvSpPr/>
            <p:nvPr/>
          </p:nvSpPr>
          <p:spPr>
            <a:xfrm>
              <a:off x="4254614" y="247448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3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4"/>
            <p:cNvSpPr/>
            <p:nvPr/>
          </p:nvSpPr>
          <p:spPr>
            <a:xfrm>
              <a:off x="4297372" y="247448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4"/>
            <p:cNvSpPr/>
            <p:nvPr/>
          </p:nvSpPr>
          <p:spPr>
            <a:xfrm>
              <a:off x="4297372" y="247448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3"/>
                  </a:lnTo>
                  <a:cubicBezTo>
                    <a:pt x="0" y="33"/>
                    <a:pt x="0" y="33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4"/>
            <p:cNvSpPr/>
            <p:nvPr/>
          </p:nvSpPr>
          <p:spPr>
            <a:xfrm>
              <a:off x="4297372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4"/>
            <p:cNvSpPr/>
            <p:nvPr/>
          </p:nvSpPr>
          <p:spPr>
            <a:xfrm>
              <a:off x="4297372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4"/>
            <p:cNvSpPr/>
            <p:nvPr/>
          </p:nvSpPr>
          <p:spPr>
            <a:xfrm>
              <a:off x="4297372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4"/>
            <p:cNvSpPr/>
            <p:nvPr/>
          </p:nvSpPr>
          <p:spPr>
            <a:xfrm>
              <a:off x="4297372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4"/>
            <p:cNvSpPr/>
            <p:nvPr/>
          </p:nvSpPr>
          <p:spPr>
            <a:xfrm>
              <a:off x="4297372" y="247546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4"/>
            <p:cNvSpPr/>
            <p:nvPr/>
          </p:nvSpPr>
          <p:spPr>
            <a:xfrm>
              <a:off x="4297372" y="247546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4"/>
            <p:cNvSpPr/>
            <p:nvPr/>
          </p:nvSpPr>
          <p:spPr>
            <a:xfrm>
              <a:off x="4221555" y="247448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4"/>
            <p:cNvSpPr/>
            <p:nvPr/>
          </p:nvSpPr>
          <p:spPr>
            <a:xfrm>
              <a:off x="4221555" y="247448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4"/>
            <p:cNvSpPr/>
            <p:nvPr/>
          </p:nvSpPr>
          <p:spPr>
            <a:xfrm>
              <a:off x="4221555" y="247448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4"/>
            <p:cNvSpPr/>
            <p:nvPr/>
          </p:nvSpPr>
          <p:spPr>
            <a:xfrm>
              <a:off x="4221555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4"/>
            <p:cNvSpPr/>
            <p:nvPr/>
          </p:nvSpPr>
          <p:spPr>
            <a:xfrm>
              <a:off x="4221555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4"/>
            <p:cNvSpPr/>
            <p:nvPr/>
          </p:nvSpPr>
          <p:spPr>
            <a:xfrm>
              <a:off x="4220573" y="247546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4"/>
            <p:cNvSpPr/>
            <p:nvPr/>
          </p:nvSpPr>
          <p:spPr>
            <a:xfrm>
              <a:off x="4220573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4"/>
            <p:cNvSpPr/>
            <p:nvPr/>
          </p:nvSpPr>
          <p:spPr>
            <a:xfrm>
              <a:off x="4220573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4"/>
            <p:cNvSpPr/>
            <p:nvPr/>
          </p:nvSpPr>
          <p:spPr>
            <a:xfrm>
              <a:off x="4263362" y="247546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32" y="191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4"/>
            <p:cNvSpPr/>
            <p:nvPr/>
          </p:nvSpPr>
          <p:spPr>
            <a:xfrm>
              <a:off x="4310018" y="2469636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4"/>
            <p:cNvSpPr/>
            <p:nvPr/>
          </p:nvSpPr>
          <p:spPr>
            <a:xfrm>
              <a:off x="4287642" y="247546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32" y="159"/>
                    <a:pt x="32" y="191"/>
                    <a:pt x="32" y="191"/>
                  </a:cubicBezTo>
                  <a:lnTo>
                    <a:pt x="32" y="32"/>
                  </a:lnTo>
                  <a:cubicBezTo>
                    <a:pt x="32" y="1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4"/>
            <p:cNvSpPr/>
            <p:nvPr/>
          </p:nvSpPr>
          <p:spPr>
            <a:xfrm>
              <a:off x="4331382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4"/>
            <p:cNvSpPr/>
            <p:nvPr/>
          </p:nvSpPr>
          <p:spPr>
            <a:xfrm>
              <a:off x="4330430" y="247546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cubicBezTo>
                    <a:pt x="32" y="159"/>
                    <a:pt x="32" y="159"/>
                    <a:pt x="32" y="15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4"/>
            <p:cNvSpPr/>
            <p:nvPr/>
          </p:nvSpPr>
          <p:spPr>
            <a:xfrm>
              <a:off x="4330430" y="247546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4"/>
            <p:cNvSpPr/>
            <p:nvPr/>
          </p:nvSpPr>
          <p:spPr>
            <a:xfrm>
              <a:off x="4330430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4"/>
            <p:cNvSpPr/>
            <p:nvPr/>
          </p:nvSpPr>
          <p:spPr>
            <a:xfrm>
              <a:off x="4330430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4"/>
            <p:cNvSpPr/>
            <p:nvPr/>
          </p:nvSpPr>
          <p:spPr>
            <a:xfrm>
              <a:off x="4330430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4"/>
            <p:cNvSpPr/>
            <p:nvPr/>
          </p:nvSpPr>
          <p:spPr>
            <a:xfrm>
              <a:off x="4330430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4"/>
            <p:cNvSpPr/>
            <p:nvPr/>
          </p:nvSpPr>
          <p:spPr>
            <a:xfrm>
              <a:off x="4330430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4"/>
            <p:cNvSpPr/>
            <p:nvPr/>
          </p:nvSpPr>
          <p:spPr>
            <a:xfrm>
              <a:off x="4330430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4"/>
            <p:cNvSpPr/>
            <p:nvPr/>
          </p:nvSpPr>
          <p:spPr>
            <a:xfrm>
              <a:off x="4364440" y="2473534"/>
              <a:ext cx="4881" cy="7797"/>
            </a:xfrm>
            <a:custGeom>
              <a:rect b="b" l="l" r="r" t="t"/>
              <a:pathLst>
                <a:path extrusionOk="0" h="254" w="159">
                  <a:moveTo>
                    <a:pt x="159" y="0"/>
                  </a:moveTo>
                  <a:lnTo>
                    <a:pt x="1" y="95"/>
                  </a:lnTo>
                  <a:lnTo>
                    <a:pt x="1" y="254"/>
                  </a:lnTo>
                  <a:lnTo>
                    <a:pt x="159" y="190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4"/>
            <p:cNvSpPr/>
            <p:nvPr/>
          </p:nvSpPr>
          <p:spPr>
            <a:xfrm>
              <a:off x="4254614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4"/>
            <p:cNvSpPr/>
            <p:nvPr/>
          </p:nvSpPr>
          <p:spPr>
            <a:xfrm>
              <a:off x="4254614" y="247546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4"/>
            <p:cNvSpPr/>
            <p:nvPr/>
          </p:nvSpPr>
          <p:spPr>
            <a:xfrm>
              <a:off x="4254614" y="247546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4"/>
            <p:cNvSpPr/>
            <p:nvPr/>
          </p:nvSpPr>
          <p:spPr>
            <a:xfrm>
              <a:off x="4254614" y="247546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4"/>
            <p:cNvSpPr/>
            <p:nvPr/>
          </p:nvSpPr>
          <p:spPr>
            <a:xfrm>
              <a:off x="4254614" y="247546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4"/>
            <p:cNvSpPr/>
            <p:nvPr/>
          </p:nvSpPr>
          <p:spPr>
            <a:xfrm>
              <a:off x="4254614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4"/>
            <p:cNvSpPr/>
            <p:nvPr/>
          </p:nvSpPr>
          <p:spPr>
            <a:xfrm>
              <a:off x="4254614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4"/>
            <p:cNvSpPr/>
            <p:nvPr/>
          </p:nvSpPr>
          <p:spPr>
            <a:xfrm>
              <a:off x="4254614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4"/>
            <p:cNvSpPr/>
            <p:nvPr/>
          </p:nvSpPr>
          <p:spPr>
            <a:xfrm>
              <a:off x="4184598" y="2474485"/>
              <a:ext cx="1013" cy="6845"/>
            </a:xfrm>
            <a:custGeom>
              <a:rect b="b" l="l" r="r" t="t"/>
              <a:pathLst>
                <a:path extrusionOk="0" h="223" w="33">
                  <a:moveTo>
                    <a:pt x="1" y="1"/>
                  </a:moveTo>
                  <a:lnTo>
                    <a:pt x="1" y="159"/>
                  </a:lnTo>
                  <a:cubicBezTo>
                    <a:pt x="1" y="191"/>
                    <a:pt x="1" y="191"/>
                    <a:pt x="33" y="223"/>
                  </a:cubicBezTo>
                  <a:lnTo>
                    <a:pt x="33" y="64"/>
                  </a:lnTo>
                  <a:cubicBezTo>
                    <a:pt x="1" y="33"/>
                    <a:pt x="1" y="33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4"/>
            <p:cNvSpPr/>
            <p:nvPr/>
          </p:nvSpPr>
          <p:spPr>
            <a:xfrm>
              <a:off x="4297372" y="247546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59"/>
                  </a:cubicBezTo>
                  <a:lnTo>
                    <a:pt x="0" y="1"/>
                  </a:ln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4"/>
            <p:cNvSpPr/>
            <p:nvPr/>
          </p:nvSpPr>
          <p:spPr>
            <a:xfrm>
              <a:off x="4343046" y="2469636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1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24"/>
            <p:cNvSpPr/>
            <p:nvPr/>
          </p:nvSpPr>
          <p:spPr>
            <a:xfrm>
              <a:off x="4321682" y="2476450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24"/>
            <p:cNvSpPr/>
            <p:nvPr/>
          </p:nvSpPr>
          <p:spPr>
            <a:xfrm>
              <a:off x="4364440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4"/>
            <p:cNvSpPr/>
            <p:nvPr/>
          </p:nvSpPr>
          <p:spPr>
            <a:xfrm>
              <a:off x="4364440" y="24764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4"/>
            <p:cNvSpPr/>
            <p:nvPr/>
          </p:nvSpPr>
          <p:spPr>
            <a:xfrm>
              <a:off x="4364440" y="24764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4"/>
            <p:cNvSpPr/>
            <p:nvPr/>
          </p:nvSpPr>
          <p:spPr>
            <a:xfrm>
              <a:off x="4364440" y="24764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4"/>
            <p:cNvSpPr/>
            <p:nvPr/>
          </p:nvSpPr>
          <p:spPr>
            <a:xfrm>
              <a:off x="4364440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4"/>
            <p:cNvSpPr/>
            <p:nvPr/>
          </p:nvSpPr>
          <p:spPr>
            <a:xfrm>
              <a:off x="4363458" y="247740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33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24"/>
            <p:cNvSpPr/>
            <p:nvPr/>
          </p:nvSpPr>
          <p:spPr>
            <a:xfrm>
              <a:off x="4363458" y="247740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24"/>
            <p:cNvSpPr/>
            <p:nvPr/>
          </p:nvSpPr>
          <p:spPr>
            <a:xfrm>
              <a:off x="4363458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24"/>
            <p:cNvSpPr/>
            <p:nvPr/>
          </p:nvSpPr>
          <p:spPr>
            <a:xfrm>
              <a:off x="4288624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24"/>
            <p:cNvSpPr/>
            <p:nvPr/>
          </p:nvSpPr>
          <p:spPr>
            <a:xfrm>
              <a:off x="4288624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24"/>
            <p:cNvSpPr/>
            <p:nvPr/>
          </p:nvSpPr>
          <p:spPr>
            <a:xfrm>
              <a:off x="4288624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24"/>
            <p:cNvSpPr/>
            <p:nvPr/>
          </p:nvSpPr>
          <p:spPr>
            <a:xfrm>
              <a:off x="4288624" y="247645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24"/>
            <p:cNvSpPr/>
            <p:nvPr/>
          </p:nvSpPr>
          <p:spPr>
            <a:xfrm>
              <a:off x="4288624" y="24764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24"/>
            <p:cNvSpPr/>
            <p:nvPr/>
          </p:nvSpPr>
          <p:spPr>
            <a:xfrm>
              <a:off x="4288624" y="24764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24"/>
            <p:cNvSpPr/>
            <p:nvPr/>
          </p:nvSpPr>
          <p:spPr>
            <a:xfrm>
              <a:off x="4287642" y="247645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0"/>
                  </a:moveTo>
                  <a:lnTo>
                    <a:pt x="1" y="32"/>
                  </a:ln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24"/>
            <p:cNvSpPr/>
            <p:nvPr/>
          </p:nvSpPr>
          <p:spPr>
            <a:xfrm>
              <a:off x="4287642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24"/>
            <p:cNvSpPr/>
            <p:nvPr/>
          </p:nvSpPr>
          <p:spPr>
            <a:xfrm>
              <a:off x="4330430" y="2476450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0" y="190"/>
                    <a:pt x="32" y="190"/>
                  </a:cubicBezTo>
                  <a:lnTo>
                    <a:pt x="32" y="32"/>
                  </a:lnTo>
                  <a:cubicBezTo>
                    <a:pt x="0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24"/>
            <p:cNvSpPr/>
            <p:nvPr/>
          </p:nvSpPr>
          <p:spPr>
            <a:xfrm>
              <a:off x="4226405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24"/>
            <p:cNvSpPr/>
            <p:nvPr/>
          </p:nvSpPr>
          <p:spPr>
            <a:xfrm>
              <a:off x="4226405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24"/>
            <p:cNvSpPr/>
            <p:nvPr/>
          </p:nvSpPr>
          <p:spPr>
            <a:xfrm>
              <a:off x="4225423" y="247740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24"/>
            <p:cNvSpPr/>
            <p:nvPr/>
          </p:nvSpPr>
          <p:spPr>
            <a:xfrm>
              <a:off x="4225423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24"/>
            <p:cNvSpPr/>
            <p:nvPr/>
          </p:nvSpPr>
          <p:spPr>
            <a:xfrm>
              <a:off x="4225423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24"/>
            <p:cNvSpPr/>
            <p:nvPr/>
          </p:nvSpPr>
          <p:spPr>
            <a:xfrm>
              <a:off x="4225423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24"/>
            <p:cNvSpPr/>
            <p:nvPr/>
          </p:nvSpPr>
          <p:spPr>
            <a:xfrm>
              <a:off x="4225423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24"/>
            <p:cNvSpPr/>
            <p:nvPr/>
          </p:nvSpPr>
          <p:spPr>
            <a:xfrm>
              <a:off x="4224471" y="2477401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24"/>
            <p:cNvSpPr/>
            <p:nvPr/>
          </p:nvSpPr>
          <p:spPr>
            <a:xfrm>
              <a:off x="4224471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24"/>
            <p:cNvSpPr/>
            <p:nvPr/>
          </p:nvSpPr>
          <p:spPr>
            <a:xfrm>
              <a:off x="4224471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24"/>
            <p:cNvSpPr/>
            <p:nvPr/>
          </p:nvSpPr>
          <p:spPr>
            <a:xfrm>
              <a:off x="4223489" y="247740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24"/>
            <p:cNvSpPr/>
            <p:nvPr/>
          </p:nvSpPr>
          <p:spPr>
            <a:xfrm>
              <a:off x="4354710" y="2476450"/>
              <a:ext cx="1013" cy="6814"/>
            </a:xfrm>
            <a:custGeom>
              <a:rect b="b" l="l" r="r" t="t"/>
              <a:pathLst>
                <a:path extrusionOk="0" h="222" w="33">
                  <a:moveTo>
                    <a:pt x="1" y="0"/>
                  </a:moveTo>
                  <a:lnTo>
                    <a:pt x="1" y="190"/>
                  </a:lnTo>
                  <a:cubicBezTo>
                    <a:pt x="33" y="190"/>
                    <a:pt x="33" y="190"/>
                    <a:pt x="33" y="222"/>
                  </a:cubicBezTo>
                  <a:lnTo>
                    <a:pt x="33" y="32"/>
                  </a:lnTo>
                  <a:cubicBezTo>
                    <a:pt x="33" y="32"/>
                    <a:pt x="33" y="32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24"/>
            <p:cNvSpPr/>
            <p:nvPr/>
          </p:nvSpPr>
          <p:spPr>
            <a:xfrm>
              <a:off x="4363458" y="247740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33" y="191"/>
                    <a:pt x="33" y="191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4"/>
            <p:cNvSpPr/>
            <p:nvPr/>
          </p:nvSpPr>
          <p:spPr>
            <a:xfrm>
              <a:off x="4321682" y="2477401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32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32" y="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4"/>
            <p:cNvSpPr/>
            <p:nvPr/>
          </p:nvSpPr>
          <p:spPr>
            <a:xfrm>
              <a:off x="4321682" y="2477401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4"/>
            <p:cNvSpPr/>
            <p:nvPr/>
          </p:nvSpPr>
          <p:spPr>
            <a:xfrm>
              <a:off x="4321682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4"/>
            <p:cNvSpPr/>
            <p:nvPr/>
          </p:nvSpPr>
          <p:spPr>
            <a:xfrm>
              <a:off x="4321682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4"/>
            <p:cNvSpPr/>
            <p:nvPr/>
          </p:nvSpPr>
          <p:spPr>
            <a:xfrm>
              <a:off x="4321682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4"/>
            <p:cNvSpPr/>
            <p:nvPr/>
          </p:nvSpPr>
          <p:spPr>
            <a:xfrm>
              <a:off x="4321682" y="247740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4"/>
            <p:cNvSpPr/>
            <p:nvPr/>
          </p:nvSpPr>
          <p:spPr>
            <a:xfrm>
              <a:off x="4321682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4"/>
            <p:cNvSpPr/>
            <p:nvPr/>
          </p:nvSpPr>
          <p:spPr>
            <a:xfrm>
              <a:off x="4321682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4"/>
            <p:cNvSpPr/>
            <p:nvPr/>
          </p:nvSpPr>
          <p:spPr>
            <a:xfrm>
              <a:off x="4259464" y="247740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33"/>
                  </a:lnTo>
                  <a:cubicBezTo>
                    <a:pt x="32" y="33"/>
                    <a:pt x="32" y="33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4"/>
            <p:cNvSpPr/>
            <p:nvPr/>
          </p:nvSpPr>
          <p:spPr>
            <a:xfrm>
              <a:off x="4259464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4"/>
            <p:cNvSpPr/>
            <p:nvPr/>
          </p:nvSpPr>
          <p:spPr>
            <a:xfrm>
              <a:off x="4259464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4"/>
            <p:cNvSpPr/>
            <p:nvPr/>
          </p:nvSpPr>
          <p:spPr>
            <a:xfrm>
              <a:off x="4259464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4"/>
            <p:cNvSpPr/>
            <p:nvPr/>
          </p:nvSpPr>
          <p:spPr>
            <a:xfrm>
              <a:off x="4259464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4"/>
            <p:cNvSpPr/>
            <p:nvPr/>
          </p:nvSpPr>
          <p:spPr>
            <a:xfrm>
              <a:off x="4258481" y="247740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4"/>
            <p:cNvSpPr/>
            <p:nvPr/>
          </p:nvSpPr>
          <p:spPr>
            <a:xfrm>
              <a:off x="4258481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4"/>
            <p:cNvSpPr/>
            <p:nvPr/>
          </p:nvSpPr>
          <p:spPr>
            <a:xfrm>
              <a:off x="4258481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4"/>
            <p:cNvSpPr/>
            <p:nvPr/>
          </p:nvSpPr>
          <p:spPr>
            <a:xfrm>
              <a:off x="4258481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4"/>
            <p:cNvSpPr/>
            <p:nvPr/>
          </p:nvSpPr>
          <p:spPr>
            <a:xfrm>
              <a:off x="4257530" y="2477401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4"/>
            <p:cNvSpPr/>
            <p:nvPr/>
          </p:nvSpPr>
          <p:spPr>
            <a:xfrm>
              <a:off x="4257530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3"/>
                  </a:lnTo>
                  <a:cubicBezTo>
                    <a:pt x="0" y="3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4"/>
            <p:cNvSpPr/>
            <p:nvPr/>
          </p:nvSpPr>
          <p:spPr>
            <a:xfrm>
              <a:off x="4355692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4"/>
            <p:cNvSpPr/>
            <p:nvPr/>
          </p:nvSpPr>
          <p:spPr>
            <a:xfrm>
              <a:off x="4355692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4"/>
            <p:cNvSpPr/>
            <p:nvPr/>
          </p:nvSpPr>
          <p:spPr>
            <a:xfrm>
              <a:off x="4355692" y="24774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4"/>
            <p:cNvSpPr/>
            <p:nvPr/>
          </p:nvSpPr>
          <p:spPr>
            <a:xfrm>
              <a:off x="4355692" y="247838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4"/>
            <p:cNvSpPr/>
            <p:nvPr/>
          </p:nvSpPr>
          <p:spPr>
            <a:xfrm>
              <a:off x="4355692" y="247838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4"/>
            <p:cNvSpPr/>
            <p:nvPr/>
          </p:nvSpPr>
          <p:spPr>
            <a:xfrm>
              <a:off x="4355692" y="247838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4"/>
            <p:cNvSpPr/>
            <p:nvPr/>
          </p:nvSpPr>
          <p:spPr>
            <a:xfrm>
              <a:off x="4355692" y="247838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4"/>
            <p:cNvSpPr/>
            <p:nvPr/>
          </p:nvSpPr>
          <p:spPr>
            <a:xfrm>
              <a:off x="4354710" y="247838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4"/>
            <p:cNvSpPr/>
            <p:nvPr/>
          </p:nvSpPr>
          <p:spPr>
            <a:xfrm>
              <a:off x="4293474" y="247838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4"/>
            <p:cNvSpPr/>
            <p:nvPr/>
          </p:nvSpPr>
          <p:spPr>
            <a:xfrm>
              <a:off x="4293474" y="247838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4"/>
            <p:cNvSpPr/>
            <p:nvPr/>
          </p:nvSpPr>
          <p:spPr>
            <a:xfrm>
              <a:off x="4293474" y="247838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4"/>
            <p:cNvSpPr/>
            <p:nvPr/>
          </p:nvSpPr>
          <p:spPr>
            <a:xfrm>
              <a:off x="4292522" y="247838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4"/>
            <p:cNvSpPr/>
            <p:nvPr/>
          </p:nvSpPr>
          <p:spPr>
            <a:xfrm>
              <a:off x="4292522" y="247838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4"/>
            <p:cNvSpPr/>
            <p:nvPr/>
          </p:nvSpPr>
          <p:spPr>
            <a:xfrm>
              <a:off x="4292522" y="247838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4"/>
            <p:cNvSpPr/>
            <p:nvPr/>
          </p:nvSpPr>
          <p:spPr>
            <a:xfrm>
              <a:off x="4292522" y="247838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4"/>
            <p:cNvSpPr/>
            <p:nvPr/>
          </p:nvSpPr>
          <p:spPr>
            <a:xfrm>
              <a:off x="4291540" y="247838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4"/>
            <p:cNvSpPr/>
            <p:nvPr/>
          </p:nvSpPr>
          <p:spPr>
            <a:xfrm>
              <a:off x="4291540" y="247838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4"/>
            <p:cNvSpPr/>
            <p:nvPr/>
          </p:nvSpPr>
          <p:spPr>
            <a:xfrm>
              <a:off x="4291540" y="247838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4"/>
            <p:cNvSpPr/>
            <p:nvPr/>
          </p:nvSpPr>
          <p:spPr>
            <a:xfrm>
              <a:off x="4290558" y="247838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cubicBezTo>
                    <a:pt x="32" y="159"/>
                    <a:pt x="32" y="159"/>
                    <a:pt x="32" y="15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4"/>
            <p:cNvSpPr/>
            <p:nvPr/>
          </p:nvSpPr>
          <p:spPr>
            <a:xfrm>
              <a:off x="4327514" y="247936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4"/>
            <p:cNvSpPr/>
            <p:nvPr/>
          </p:nvSpPr>
          <p:spPr>
            <a:xfrm>
              <a:off x="4326532" y="247936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4"/>
            <p:cNvSpPr/>
            <p:nvPr/>
          </p:nvSpPr>
          <p:spPr>
            <a:xfrm>
              <a:off x="4326532" y="247936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4"/>
            <p:cNvSpPr/>
            <p:nvPr/>
          </p:nvSpPr>
          <p:spPr>
            <a:xfrm>
              <a:off x="4326532" y="247936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4326532" y="247936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4325550" y="247936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4325550" y="247936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4325550" y="247936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4325550" y="247936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4324598" y="247936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4324598" y="247936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4360542" y="248031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4360542" y="248031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4360542" y="248031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4359591" y="248031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4359591" y="248031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4359591" y="248031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4359591" y="248031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4359591" y="248031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4358608" y="248031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4358608" y="248031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4357626" y="248031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4371255" y="2473534"/>
              <a:ext cx="12646" cy="12646"/>
            </a:xfrm>
            <a:custGeom>
              <a:rect b="b" l="l" r="r" t="t"/>
              <a:pathLst>
                <a:path extrusionOk="0" h="412" w="412">
                  <a:moveTo>
                    <a:pt x="0" y="0"/>
                  </a:moveTo>
                  <a:lnTo>
                    <a:pt x="0" y="190"/>
                  </a:lnTo>
                  <a:lnTo>
                    <a:pt x="412" y="412"/>
                  </a:lnTo>
                  <a:lnTo>
                    <a:pt x="412" y="2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4383901" y="2481300"/>
              <a:ext cx="0" cy="5863"/>
            </a:xfrm>
            <a:custGeom>
              <a:rect b="b" l="l" r="r" t="t"/>
              <a:pathLst>
                <a:path extrusionOk="0" h="191" w="0">
                  <a:moveTo>
                    <a:pt x="0" y="1"/>
                  </a:moveTo>
                  <a:lnTo>
                    <a:pt x="0" y="191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4210843" y="2475468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8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8" y="159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4196263" y="2474485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4196263" y="2466720"/>
              <a:ext cx="25323" cy="14611"/>
            </a:xfrm>
            <a:custGeom>
              <a:rect b="b" l="l" r="r" t="t"/>
              <a:pathLst>
                <a:path extrusionOk="0" h="476" w="825">
                  <a:moveTo>
                    <a:pt x="318" y="1"/>
                  </a:moveTo>
                  <a:lnTo>
                    <a:pt x="1" y="191"/>
                  </a:lnTo>
                  <a:cubicBezTo>
                    <a:pt x="1" y="222"/>
                    <a:pt x="1" y="222"/>
                    <a:pt x="1" y="254"/>
                  </a:cubicBezTo>
                  <a:lnTo>
                    <a:pt x="381" y="476"/>
                  </a:lnTo>
                  <a:lnTo>
                    <a:pt x="476" y="476"/>
                  </a:lnTo>
                  <a:lnTo>
                    <a:pt x="793" y="286"/>
                  </a:lnTo>
                  <a:cubicBezTo>
                    <a:pt x="824" y="286"/>
                    <a:pt x="824" y="254"/>
                    <a:pt x="793" y="222"/>
                  </a:cubicBezTo>
                  <a:lnTo>
                    <a:pt x="413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4197245" y="2466720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7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4210843" y="248130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4210843" y="248130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4209891" y="2481300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4209891" y="248130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4209891" y="248130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4209891" y="248130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4208909" y="2481300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4208909" y="248130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4208909" y="248130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4208909" y="248130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4208909" y="248130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4383901" y="2481300"/>
              <a:ext cx="0" cy="5863"/>
            </a:xfrm>
            <a:custGeom>
              <a:rect b="b" l="l" r="r" t="t"/>
              <a:pathLst>
                <a:path extrusionOk="0" h="191" w="0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4383901" y="2481300"/>
              <a:ext cx="0" cy="5863"/>
            </a:xfrm>
            <a:custGeom>
              <a:rect b="b" l="l" r="r" t="t"/>
              <a:pathLst>
                <a:path extrusionOk="0" h="191" w="0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24"/>
            <p:cNvSpPr/>
            <p:nvPr/>
          </p:nvSpPr>
          <p:spPr>
            <a:xfrm>
              <a:off x="4383901" y="2481300"/>
              <a:ext cx="0" cy="5863"/>
            </a:xfrm>
            <a:custGeom>
              <a:rect b="b" l="l" r="r" t="t"/>
              <a:pathLst>
                <a:path extrusionOk="0" h="191" w="0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24"/>
            <p:cNvSpPr/>
            <p:nvPr/>
          </p:nvSpPr>
          <p:spPr>
            <a:xfrm>
              <a:off x="4383901" y="2481300"/>
              <a:ext cx="0" cy="5863"/>
            </a:xfrm>
            <a:custGeom>
              <a:rect b="b" l="l" r="r" t="t"/>
              <a:pathLst>
                <a:path extrusionOk="0" h="191" w="0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4383901" y="2482282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4383901" y="2482282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4383901" y="2482282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4383901" y="2482282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24"/>
            <p:cNvSpPr/>
            <p:nvPr/>
          </p:nvSpPr>
          <p:spPr>
            <a:xfrm>
              <a:off x="4244883" y="2476450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24"/>
            <p:cNvSpPr/>
            <p:nvPr/>
          </p:nvSpPr>
          <p:spPr>
            <a:xfrm>
              <a:off x="4230303" y="2475468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243901" y="248228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243901" y="248228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243901" y="248228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243901" y="248228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24"/>
            <p:cNvSpPr/>
            <p:nvPr/>
          </p:nvSpPr>
          <p:spPr>
            <a:xfrm>
              <a:off x="4242919" y="248228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4"/>
            <p:cNvSpPr/>
            <p:nvPr/>
          </p:nvSpPr>
          <p:spPr>
            <a:xfrm>
              <a:off x="4242919" y="248228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4242919" y="248228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4"/>
            <p:cNvSpPr/>
            <p:nvPr/>
          </p:nvSpPr>
          <p:spPr>
            <a:xfrm>
              <a:off x="4242919" y="248228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4"/>
            <p:cNvSpPr/>
            <p:nvPr/>
          </p:nvSpPr>
          <p:spPr>
            <a:xfrm>
              <a:off x="4242919" y="248228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4"/>
            <p:cNvSpPr/>
            <p:nvPr/>
          </p:nvSpPr>
          <p:spPr>
            <a:xfrm>
              <a:off x="4241967" y="2482282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4"/>
            <p:cNvSpPr/>
            <p:nvPr/>
          </p:nvSpPr>
          <p:spPr>
            <a:xfrm>
              <a:off x="4241967" y="248228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4"/>
            <p:cNvSpPr/>
            <p:nvPr/>
          </p:nvSpPr>
          <p:spPr>
            <a:xfrm>
              <a:off x="4229321" y="2467702"/>
              <a:ext cx="26275" cy="14611"/>
            </a:xfrm>
            <a:custGeom>
              <a:rect b="b" l="l" r="r" t="t"/>
              <a:pathLst>
                <a:path extrusionOk="0" h="476" w="856">
                  <a:moveTo>
                    <a:pt x="349" y="0"/>
                  </a:moveTo>
                  <a:lnTo>
                    <a:pt x="32" y="190"/>
                  </a:lnTo>
                  <a:cubicBezTo>
                    <a:pt x="1" y="190"/>
                    <a:pt x="1" y="222"/>
                    <a:pt x="32" y="254"/>
                  </a:cubicBezTo>
                  <a:lnTo>
                    <a:pt x="412" y="475"/>
                  </a:lnTo>
                  <a:lnTo>
                    <a:pt x="507" y="475"/>
                  </a:lnTo>
                  <a:lnTo>
                    <a:pt x="824" y="285"/>
                  </a:lnTo>
                  <a:cubicBezTo>
                    <a:pt x="856" y="254"/>
                    <a:pt x="856" y="254"/>
                    <a:pt x="824" y="222"/>
                  </a:cubicBezTo>
                  <a:lnTo>
                    <a:pt x="444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24"/>
            <p:cNvSpPr/>
            <p:nvPr/>
          </p:nvSpPr>
          <p:spPr>
            <a:xfrm>
              <a:off x="4230303" y="2467702"/>
              <a:ext cx="23359" cy="12646"/>
            </a:xfrm>
            <a:custGeom>
              <a:rect b="b" l="l" r="r" t="t"/>
              <a:pathLst>
                <a:path extrusionOk="0" h="412" w="761">
                  <a:moveTo>
                    <a:pt x="317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444" y="412"/>
                  </a:lnTo>
                  <a:lnTo>
                    <a:pt x="760" y="22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4"/>
            <p:cNvSpPr/>
            <p:nvPr/>
          </p:nvSpPr>
          <p:spPr>
            <a:xfrm>
              <a:off x="4277942" y="2477401"/>
              <a:ext cx="9730" cy="10743"/>
            </a:xfrm>
            <a:custGeom>
              <a:rect b="b" l="l" r="r" t="t"/>
              <a:pathLst>
                <a:path extrusionOk="0" h="350" w="317">
                  <a:moveTo>
                    <a:pt x="317" y="1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4"/>
            <p:cNvSpPr/>
            <p:nvPr/>
          </p:nvSpPr>
          <p:spPr>
            <a:xfrm>
              <a:off x="4264313" y="2475468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1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4"/>
            <p:cNvSpPr/>
            <p:nvPr/>
          </p:nvSpPr>
          <p:spPr>
            <a:xfrm>
              <a:off x="4213759" y="2477401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8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8" y="159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4"/>
            <p:cNvSpPr/>
            <p:nvPr/>
          </p:nvSpPr>
          <p:spPr>
            <a:xfrm>
              <a:off x="4263362" y="2467947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76" y="0"/>
                  </a:moveTo>
                  <a:cubicBezTo>
                    <a:pt x="356" y="0"/>
                    <a:pt x="333" y="8"/>
                    <a:pt x="317" y="24"/>
                  </a:cubicBezTo>
                  <a:lnTo>
                    <a:pt x="32" y="214"/>
                  </a:lnTo>
                  <a:cubicBezTo>
                    <a:pt x="0" y="214"/>
                    <a:pt x="0" y="246"/>
                    <a:pt x="32" y="246"/>
                  </a:cubicBezTo>
                  <a:lnTo>
                    <a:pt x="380" y="467"/>
                  </a:lnTo>
                  <a:cubicBezTo>
                    <a:pt x="396" y="483"/>
                    <a:pt x="420" y="491"/>
                    <a:pt x="439" y="491"/>
                  </a:cubicBezTo>
                  <a:cubicBezTo>
                    <a:pt x="459" y="491"/>
                    <a:pt x="475" y="483"/>
                    <a:pt x="475" y="467"/>
                  </a:cubicBezTo>
                  <a:lnTo>
                    <a:pt x="792" y="309"/>
                  </a:lnTo>
                  <a:cubicBezTo>
                    <a:pt x="823" y="277"/>
                    <a:pt x="823" y="246"/>
                    <a:pt x="792" y="246"/>
                  </a:cubicBezTo>
                  <a:lnTo>
                    <a:pt x="412" y="24"/>
                  </a:lnTo>
                  <a:cubicBezTo>
                    <a:pt x="412" y="8"/>
                    <a:pt x="396" y="0"/>
                    <a:pt x="376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4"/>
            <p:cNvSpPr/>
            <p:nvPr/>
          </p:nvSpPr>
          <p:spPr>
            <a:xfrm>
              <a:off x="4264313" y="2467702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49" y="0"/>
                  </a:moveTo>
                  <a:cubicBezTo>
                    <a:pt x="349" y="0"/>
                    <a:pt x="317" y="32"/>
                    <a:pt x="317" y="32"/>
                  </a:cubicBezTo>
                  <a:lnTo>
                    <a:pt x="1" y="222"/>
                  </a:lnTo>
                  <a:lnTo>
                    <a:pt x="381" y="444"/>
                  </a:lnTo>
                  <a:lnTo>
                    <a:pt x="444" y="444"/>
                  </a:lnTo>
                  <a:lnTo>
                    <a:pt x="761" y="254"/>
                  </a:lnTo>
                  <a:lnTo>
                    <a:pt x="381" y="32"/>
                  </a:lnTo>
                  <a:cubicBezTo>
                    <a:pt x="381" y="32"/>
                    <a:pt x="349" y="0"/>
                    <a:pt x="349" y="0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4"/>
            <p:cNvSpPr/>
            <p:nvPr/>
          </p:nvSpPr>
          <p:spPr>
            <a:xfrm>
              <a:off x="4277942" y="248228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4"/>
            <p:cNvSpPr/>
            <p:nvPr/>
          </p:nvSpPr>
          <p:spPr>
            <a:xfrm>
              <a:off x="4277942" y="248323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4"/>
            <p:cNvSpPr/>
            <p:nvPr/>
          </p:nvSpPr>
          <p:spPr>
            <a:xfrm>
              <a:off x="4276960" y="2483234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4"/>
            <p:cNvSpPr/>
            <p:nvPr/>
          </p:nvSpPr>
          <p:spPr>
            <a:xfrm>
              <a:off x="4276960" y="248323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4"/>
            <p:cNvSpPr/>
            <p:nvPr/>
          </p:nvSpPr>
          <p:spPr>
            <a:xfrm>
              <a:off x="4276960" y="248323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4"/>
            <p:cNvSpPr/>
            <p:nvPr/>
          </p:nvSpPr>
          <p:spPr>
            <a:xfrm>
              <a:off x="4276960" y="248323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4"/>
            <p:cNvSpPr/>
            <p:nvPr/>
          </p:nvSpPr>
          <p:spPr>
            <a:xfrm>
              <a:off x="4276960" y="248323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4"/>
            <p:cNvSpPr/>
            <p:nvPr/>
          </p:nvSpPr>
          <p:spPr>
            <a:xfrm>
              <a:off x="4275977" y="2483234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4"/>
            <p:cNvSpPr/>
            <p:nvPr/>
          </p:nvSpPr>
          <p:spPr>
            <a:xfrm>
              <a:off x="4275977" y="248323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24"/>
            <p:cNvSpPr/>
            <p:nvPr/>
          </p:nvSpPr>
          <p:spPr>
            <a:xfrm>
              <a:off x="4275977" y="248228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4"/>
            <p:cNvSpPr/>
            <p:nvPr/>
          </p:nvSpPr>
          <p:spPr>
            <a:xfrm>
              <a:off x="4275977" y="248228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4"/>
            <p:cNvSpPr/>
            <p:nvPr/>
          </p:nvSpPr>
          <p:spPr>
            <a:xfrm>
              <a:off x="4311952" y="2477401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9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4"/>
            <p:cNvSpPr/>
            <p:nvPr/>
          </p:nvSpPr>
          <p:spPr>
            <a:xfrm>
              <a:off x="4297372" y="2476450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4"/>
            <p:cNvSpPr/>
            <p:nvPr/>
          </p:nvSpPr>
          <p:spPr>
            <a:xfrm>
              <a:off x="4388751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4"/>
            <p:cNvSpPr/>
            <p:nvPr/>
          </p:nvSpPr>
          <p:spPr>
            <a:xfrm>
              <a:off x="4388751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4"/>
            <p:cNvSpPr/>
            <p:nvPr/>
          </p:nvSpPr>
          <p:spPr>
            <a:xfrm>
              <a:off x="4387769" y="2483479"/>
              <a:ext cx="1013" cy="5617"/>
            </a:xfrm>
            <a:custGeom>
              <a:rect b="b" l="l" r="r" t="t"/>
              <a:pathLst>
                <a:path extrusionOk="0" h="183" w="33">
                  <a:moveTo>
                    <a:pt x="28" y="1"/>
                  </a:moveTo>
                  <a:cubicBezTo>
                    <a:pt x="24" y="1"/>
                    <a:pt x="17" y="9"/>
                    <a:pt x="1" y="25"/>
                  </a:cubicBezTo>
                  <a:lnTo>
                    <a:pt x="1" y="183"/>
                  </a:lnTo>
                  <a:lnTo>
                    <a:pt x="32" y="183"/>
                  </a:lnTo>
                  <a:lnTo>
                    <a:pt x="32" y="25"/>
                  </a:lnTo>
                  <a:cubicBezTo>
                    <a:pt x="32" y="9"/>
                    <a:pt x="32" y="1"/>
                    <a:pt x="28" y="1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4"/>
            <p:cNvSpPr/>
            <p:nvPr/>
          </p:nvSpPr>
          <p:spPr>
            <a:xfrm>
              <a:off x="4387769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4"/>
            <p:cNvSpPr/>
            <p:nvPr/>
          </p:nvSpPr>
          <p:spPr>
            <a:xfrm>
              <a:off x="4387769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4387769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4387769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4387769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4386817" y="248323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4"/>
            <p:cNvSpPr/>
            <p:nvPr/>
          </p:nvSpPr>
          <p:spPr>
            <a:xfrm>
              <a:off x="4386817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3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4"/>
            <p:cNvSpPr/>
            <p:nvPr/>
          </p:nvSpPr>
          <p:spPr>
            <a:xfrm>
              <a:off x="4386817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4311952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4310970" y="248323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3" y="19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4310970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4310970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310970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4"/>
            <p:cNvSpPr/>
            <p:nvPr/>
          </p:nvSpPr>
          <p:spPr>
            <a:xfrm>
              <a:off x="4310018" y="248323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4"/>
            <p:cNvSpPr/>
            <p:nvPr/>
          </p:nvSpPr>
          <p:spPr>
            <a:xfrm>
              <a:off x="4310018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4"/>
            <p:cNvSpPr/>
            <p:nvPr/>
          </p:nvSpPr>
          <p:spPr>
            <a:xfrm>
              <a:off x="4310018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4"/>
            <p:cNvSpPr/>
            <p:nvPr/>
          </p:nvSpPr>
          <p:spPr>
            <a:xfrm>
              <a:off x="4310018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4"/>
            <p:cNvSpPr/>
            <p:nvPr/>
          </p:nvSpPr>
          <p:spPr>
            <a:xfrm>
              <a:off x="4309036" y="248323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59"/>
                  </a:lnTo>
                  <a:cubicBezTo>
                    <a:pt x="32" y="191"/>
                    <a:pt x="32" y="191"/>
                    <a:pt x="32" y="191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4"/>
            <p:cNvSpPr/>
            <p:nvPr/>
          </p:nvSpPr>
          <p:spPr>
            <a:xfrm>
              <a:off x="4309036" y="248323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4"/>
            <p:cNvSpPr/>
            <p:nvPr/>
          </p:nvSpPr>
          <p:spPr>
            <a:xfrm>
              <a:off x="4296390" y="2468899"/>
              <a:ext cx="26275" cy="15102"/>
            </a:xfrm>
            <a:custGeom>
              <a:rect b="b" l="l" r="r" t="t"/>
              <a:pathLst>
                <a:path extrusionOk="0" h="492" w="856">
                  <a:moveTo>
                    <a:pt x="397" y="1"/>
                  </a:moveTo>
                  <a:cubicBezTo>
                    <a:pt x="381" y="1"/>
                    <a:pt x="365" y="9"/>
                    <a:pt x="349" y="25"/>
                  </a:cubicBezTo>
                  <a:lnTo>
                    <a:pt x="32" y="183"/>
                  </a:lnTo>
                  <a:cubicBezTo>
                    <a:pt x="1" y="215"/>
                    <a:pt x="1" y="246"/>
                    <a:pt x="32" y="246"/>
                  </a:cubicBezTo>
                  <a:lnTo>
                    <a:pt x="412" y="468"/>
                  </a:lnTo>
                  <a:cubicBezTo>
                    <a:pt x="428" y="484"/>
                    <a:pt x="444" y="492"/>
                    <a:pt x="460" y="492"/>
                  </a:cubicBezTo>
                  <a:cubicBezTo>
                    <a:pt x="476" y="492"/>
                    <a:pt x="492" y="484"/>
                    <a:pt x="508" y="468"/>
                  </a:cubicBezTo>
                  <a:lnTo>
                    <a:pt x="824" y="278"/>
                  </a:lnTo>
                  <a:cubicBezTo>
                    <a:pt x="856" y="278"/>
                    <a:pt x="856" y="246"/>
                    <a:pt x="824" y="246"/>
                  </a:cubicBezTo>
                  <a:lnTo>
                    <a:pt x="444" y="25"/>
                  </a:lnTo>
                  <a:cubicBezTo>
                    <a:pt x="428" y="9"/>
                    <a:pt x="412" y="1"/>
                    <a:pt x="397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4"/>
            <p:cNvSpPr/>
            <p:nvPr/>
          </p:nvSpPr>
          <p:spPr>
            <a:xfrm>
              <a:off x="4298354" y="2468653"/>
              <a:ext cx="23359" cy="13659"/>
            </a:xfrm>
            <a:custGeom>
              <a:rect b="b" l="l" r="r" t="t"/>
              <a:pathLst>
                <a:path extrusionOk="0" h="445" w="761">
                  <a:moveTo>
                    <a:pt x="348" y="1"/>
                  </a:moveTo>
                  <a:cubicBezTo>
                    <a:pt x="317" y="1"/>
                    <a:pt x="317" y="1"/>
                    <a:pt x="317" y="33"/>
                  </a:cubicBezTo>
                  <a:lnTo>
                    <a:pt x="0" y="191"/>
                  </a:lnTo>
                  <a:lnTo>
                    <a:pt x="380" y="413"/>
                  </a:lnTo>
                  <a:cubicBezTo>
                    <a:pt x="380" y="444"/>
                    <a:pt x="380" y="444"/>
                    <a:pt x="412" y="444"/>
                  </a:cubicBezTo>
                  <a:cubicBezTo>
                    <a:pt x="412" y="444"/>
                    <a:pt x="412" y="444"/>
                    <a:pt x="444" y="413"/>
                  </a:cubicBezTo>
                  <a:lnTo>
                    <a:pt x="760" y="254"/>
                  </a:lnTo>
                  <a:lnTo>
                    <a:pt x="380" y="33"/>
                  </a:lnTo>
                  <a:cubicBezTo>
                    <a:pt x="348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4"/>
            <p:cNvSpPr/>
            <p:nvPr/>
          </p:nvSpPr>
          <p:spPr>
            <a:xfrm>
              <a:off x="4247799" y="2478384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1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4"/>
            <p:cNvSpPr/>
            <p:nvPr/>
          </p:nvSpPr>
          <p:spPr>
            <a:xfrm>
              <a:off x="4213759" y="248323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4"/>
            <p:cNvSpPr/>
            <p:nvPr/>
          </p:nvSpPr>
          <p:spPr>
            <a:xfrm>
              <a:off x="4213759" y="248323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4"/>
            <p:cNvSpPr/>
            <p:nvPr/>
          </p:nvSpPr>
          <p:spPr>
            <a:xfrm>
              <a:off x="4213759" y="248323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4"/>
            <p:cNvSpPr/>
            <p:nvPr/>
          </p:nvSpPr>
          <p:spPr>
            <a:xfrm>
              <a:off x="4213759" y="248323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4"/>
            <p:cNvSpPr/>
            <p:nvPr/>
          </p:nvSpPr>
          <p:spPr>
            <a:xfrm>
              <a:off x="4213759" y="248323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4"/>
            <p:cNvSpPr/>
            <p:nvPr/>
          </p:nvSpPr>
          <p:spPr>
            <a:xfrm>
              <a:off x="4213759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4"/>
            <p:cNvSpPr/>
            <p:nvPr/>
          </p:nvSpPr>
          <p:spPr>
            <a:xfrm>
              <a:off x="4213759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4"/>
            <p:cNvSpPr/>
            <p:nvPr/>
          </p:nvSpPr>
          <p:spPr>
            <a:xfrm>
              <a:off x="4213759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4"/>
            <p:cNvSpPr/>
            <p:nvPr/>
          </p:nvSpPr>
          <p:spPr>
            <a:xfrm>
              <a:off x="4345962" y="2478384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6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286" y="159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4"/>
            <p:cNvSpPr/>
            <p:nvPr/>
          </p:nvSpPr>
          <p:spPr>
            <a:xfrm>
              <a:off x="4331382" y="2477401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4"/>
            <p:cNvSpPr/>
            <p:nvPr/>
          </p:nvSpPr>
          <p:spPr>
            <a:xfrm>
              <a:off x="4226405" y="2477401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4"/>
            <p:cNvSpPr/>
            <p:nvPr/>
          </p:nvSpPr>
          <p:spPr>
            <a:xfrm>
              <a:off x="4330430" y="2469636"/>
              <a:ext cx="25293" cy="14611"/>
            </a:xfrm>
            <a:custGeom>
              <a:rect b="b" l="l" r="r" t="t"/>
              <a:pathLst>
                <a:path extrusionOk="0" h="476" w="824">
                  <a:moveTo>
                    <a:pt x="349" y="1"/>
                  </a:moveTo>
                  <a:lnTo>
                    <a:pt x="32" y="191"/>
                  </a:lnTo>
                  <a:cubicBezTo>
                    <a:pt x="0" y="222"/>
                    <a:pt x="0" y="222"/>
                    <a:pt x="32" y="254"/>
                  </a:cubicBezTo>
                  <a:lnTo>
                    <a:pt x="412" y="476"/>
                  </a:lnTo>
                  <a:lnTo>
                    <a:pt x="507" y="476"/>
                  </a:lnTo>
                  <a:lnTo>
                    <a:pt x="792" y="286"/>
                  </a:lnTo>
                  <a:cubicBezTo>
                    <a:pt x="824" y="286"/>
                    <a:pt x="824" y="254"/>
                    <a:pt x="792" y="222"/>
                  </a:cubicBezTo>
                  <a:lnTo>
                    <a:pt x="412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4"/>
            <p:cNvSpPr/>
            <p:nvPr/>
          </p:nvSpPr>
          <p:spPr>
            <a:xfrm>
              <a:off x="4331382" y="2469636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8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4"/>
            <p:cNvSpPr/>
            <p:nvPr/>
          </p:nvSpPr>
          <p:spPr>
            <a:xfrm>
              <a:off x="4345010" y="248421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4"/>
            <p:cNvSpPr/>
            <p:nvPr/>
          </p:nvSpPr>
          <p:spPr>
            <a:xfrm>
              <a:off x="4345010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4"/>
            <p:cNvSpPr/>
            <p:nvPr/>
          </p:nvSpPr>
          <p:spPr>
            <a:xfrm>
              <a:off x="4345010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4344028" y="248421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4344028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4344028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4344028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4343046" y="248421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4343046" y="248421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4343046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4343046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4281809" y="2478384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6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286" y="191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4247799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4247799" y="248323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247799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246817" y="248421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32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24"/>
            <p:cNvSpPr/>
            <p:nvPr/>
          </p:nvSpPr>
          <p:spPr>
            <a:xfrm>
              <a:off x="4246817" y="248421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24"/>
            <p:cNvSpPr/>
            <p:nvPr/>
          </p:nvSpPr>
          <p:spPr>
            <a:xfrm>
              <a:off x="4246817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24"/>
            <p:cNvSpPr/>
            <p:nvPr/>
          </p:nvSpPr>
          <p:spPr>
            <a:xfrm>
              <a:off x="4246817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24"/>
            <p:cNvSpPr/>
            <p:nvPr/>
          </p:nvSpPr>
          <p:spPr>
            <a:xfrm>
              <a:off x="4246817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4"/>
            <p:cNvSpPr/>
            <p:nvPr/>
          </p:nvSpPr>
          <p:spPr>
            <a:xfrm>
              <a:off x="4213759" y="2483234"/>
              <a:ext cx="31" cy="6845"/>
            </a:xfrm>
            <a:custGeom>
              <a:rect b="b" l="l" r="r" t="t"/>
              <a:pathLst>
                <a:path extrusionOk="0" h="223" w="1">
                  <a:moveTo>
                    <a:pt x="1" y="33"/>
                  </a:moveTo>
                  <a:lnTo>
                    <a:pt x="1" y="223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33"/>
                    <a:pt x="1" y="33"/>
                    <a:pt x="1" y="33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4"/>
            <p:cNvSpPr/>
            <p:nvPr/>
          </p:nvSpPr>
          <p:spPr>
            <a:xfrm>
              <a:off x="4379021" y="2482282"/>
              <a:ext cx="4881" cy="7797"/>
            </a:xfrm>
            <a:custGeom>
              <a:rect b="b" l="l" r="r" t="t"/>
              <a:pathLst>
                <a:path extrusionOk="0" h="254" w="159">
                  <a:moveTo>
                    <a:pt x="159" y="0"/>
                  </a:moveTo>
                  <a:lnTo>
                    <a:pt x="1" y="95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4"/>
            <p:cNvSpPr/>
            <p:nvPr/>
          </p:nvSpPr>
          <p:spPr>
            <a:xfrm>
              <a:off x="4364440" y="2477401"/>
              <a:ext cx="12677" cy="12677"/>
            </a:xfrm>
            <a:custGeom>
              <a:rect b="b" l="l" r="r" t="t"/>
              <a:pathLst>
                <a:path extrusionOk="0" h="413" w="413">
                  <a:moveTo>
                    <a:pt x="1" y="1"/>
                  </a:moveTo>
                  <a:lnTo>
                    <a:pt x="1" y="191"/>
                  </a:lnTo>
                  <a:lnTo>
                    <a:pt x="412" y="413"/>
                  </a:lnTo>
                  <a:lnTo>
                    <a:pt x="412" y="2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4"/>
            <p:cNvSpPr/>
            <p:nvPr/>
          </p:nvSpPr>
          <p:spPr>
            <a:xfrm>
              <a:off x="4260446" y="2478384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4"/>
            <p:cNvSpPr/>
            <p:nvPr/>
          </p:nvSpPr>
          <p:spPr>
            <a:xfrm>
              <a:off x="4314868" y="2479366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90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4"/>
            <p:cNvSpPr/>
            <p:nvPr/>
          </p:nvSpPr>
          <p:spPr>
            <a:xfrm>
              <a:off x="4238069" y="248421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32" y="159"/>
                    <a:pt x="32" y="191"/>
                    <a:pt x="32" y="191"/>
                  </a:cubicBezTo>
                  <a:lnTo>
                    <a:pt x="32" y="32"/>
                  </a:lnTo>
                  <a:cubicBezTo>
                    <a:pt x="32" y="1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4"/>
            <p:cNvSpPr/>
            <p:nvPr/>
          </p:nvSpPr>
          <p:spPr>
            <a:xfrm>
              <a:off x="4378038" y="248519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4"/>
            <p:cNvSpPr/>
            <p:nvPr/>
          </p:nvSpPr>
          <p:spPr>
            <a:xfrm>
              <a:off x="4378038" y="248519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4"/>
            <p:cNvSpPr/>
            <p:nvPr/>
          </p:nvSpPr>
          <p:spPr>
            <a:xfrm>
              <a:off x="4378038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4"/>
            <p:cNvSpPr/>
            <p:nvPr/>
          </p:nvSpPr>
          <p:spPr>
            <a:xfrm>
              <a:off x="4378038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4"/>
            <p:cNvSpPr/>
            <p:nvPr/>
          </p:nvSpPr>
          <p:spPr>
            <a:xfrm>
              <a:off x="4378038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4"/>
            <p:cNvSpPr/>
            <p:nvPr/>
          </p:nvSpPr>
          <p:spPr>
            <a:xfrm>
              <a:off x="4378038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4"/>
            <p:cNvSpPr/>
            <p:nvPr/>
          </p:nvSpPr>
          <p:spPr>
            <a:xfrm>
              <a:off x="4377087" y="248519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4"/>
            <p:cNvSpPr/>
            <p:nvPr/>
          </p:nvSpPr>
          <p:spPr>
            <a:xfrm>
              <a:off x="4377087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4"/>
            <p:cNvSpPr/>
            <p:nvPr/>
          </p:nvSpPr>
          <p:spPr>
            <a:xfrm>
              <a:off x="4377087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4"/>
            <p:cNvSpPr/>
            <p:nvPr/>
          </p:nvSpPr>
          <p:spPr>
            <a:xfrm>
              <a:off x="4377087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4"/>
            <p:cNvSpPr/>
            <p:nvPr/>
          </p:nvSpPr>
          <p:spPr>
            <a:xfrm>
              <a:off x="4377087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4"/>
            <p:cNvSpPr/>
            <p:nvPr/>
          </p:nvSpPr>
          <p:spPr>
            <a:xfrm>
              <a:off x="4363458" y="2473534"/>
              <a:ext cx="20443" cy="11695"/>
            </a:xfrm>
            <a:custGeom>
              <a:rect b="b" l="l" r="r" t="t"/>
              <a:pathLst>
                <a:path extrusionOk="0" h="381" w="666">
                  <a:moveTo>
                    <a:pt x="191" y="0"/>
                  </a:moveTo>
                  <a:lnTo>
                    <a:pt x="33" y="95"/>
                  </a:lnTo>
                  <a:cubicBezTo>
                    <a:pt x="1" y="95"/>
                    <a:pt x="1" y="127"/>
                    <a:pt x="33" y="127"/>
                  </a:cubicBezTo>
                  <a:lnTo>
                    <a:pt x="444" y="380"/>
                  </a:lnTo>
                  <a:lnTo>
                    <a:pt x="508" y="380"/>
                  </a:lnTo>
                  <a:lnTo>
                    <a:pt x="666" y="285"/>
                  </a:lnTo>
                  <a:cubicBezTo>
                    <a:pt x="666" y="285"/>
                    <a:pt x="666" y="254"/>
                    <a:pt x="666" y="254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4"/>
            <p:cNvSpPr/>
            <p:nvPr/>
          </p:nvSpPr>
          <p:spPr>
            <a:xfrm>
              <a:off x="4365423" y="2473534"/>
              <a:ext cx="17527" cy="9730"/>
            </a:xfrm>
            <a:custGeom>
              <a:rect b="b" l="l" r="r" t="t"/>
              <a:pathLst>
                <a:path extrusionOk="0" h="317" w="571">
                  <a:moveTo>
                    <a:pt x="127" y="0"/>
                  </a:moveTo>
                  <a:lnTo>
                    <a:pt x="0" y="95"/>
                  </a:lnTo>
                  <a:lnTo>
                    <a:pt x="380" y="317"/>
                  </a:lnTo>
                  <a:lnTo>
                    <a:pt x="412" y="317"/>
                  </a:lnTo>
                  <a:lnTo>
                    <a:pt x="570" y="222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4"/>
            <p:cNvSpPr/>
            <p:nvPr/>
          </p:nvSpPr>
          <p:spPr>
            <a:xfrm>
              <a:off x="4281809" y="248421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4"/>
            <p:cNvSpPr/>
            <p:nvPr/>
          </p:nvSpPr>
          <p:spPr>
            <a:xfrm>
              <a:off x="4280858" y="248421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cubicBezTo>
                    <a:pt x="0" y="159"/>
                    <a:pt x="0" y="159"/>
                    <a:pt x="32" y="15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4"/>
            <p:cNvSpPr/>
            <p:nvPr/>
          </p:nvSpPr>
          <p:spPr>
            <a:xfrm>
              <a:off x="4280858" y="248421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4"/>
            <p:cNvSpPr/>
            <p:nvPr/>
          </p:nvSpPr>
          <p:spPr>
            <a:xfrm>
              <a:off x="4280858" y="248421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4"/>
            <p:cNvSpPr/>
            <p:nvPr/>
          </p:nvSpPr>
          <p:spPr>
            <a:xfrm>
              <a:off x="4280858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4"/>
            <p:cNvSpPr/>
            <p:nvPr/>
          </p:nvSpPr>
          <p:spPr>
            <a:xfrm>
              <a:off x="4280858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4"/>
            <p:cNvSpPr/>
            <p:nvPr/>
          </p:nvSpPr>
          <p:spPr>
            <a:xfrm>
              <a:off x="4280858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4"/>
            <p:cNvSpPr/>
            <p:nvPr/>
          </p:nvSpPr>
          <p:spPr>
            <a:xfrm>
              <a:off x="4280858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4"/>
            <p:cNvSpPr/>
            <p:nvPr/>
          </p:nvSpPr>
          <p:spPr>
            <a:xfrm>
              <a:off x="4246817" y="248421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1" y="191"/>
                    <a:pt x="32" y="191"/>
                    <a:pt x="32" y="191"/>
                  </a:cubicBezTo>
                  <a:lnTo>
                    <a:pt x="32" y="32"/>
                  </a:lnTo>
                  <a:cubicBezTo>
                    <a:pt x="32" y="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4"/>
            <p:cNvSpPr/>
            <p:nvPr/>
          </p:nvSpPr>
          <p:spPr>
            <a:xfrm>
              <a:off x="4293474" y="2478384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1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4"/>
            <p:cNvSpPr/>
            <p:nvPr/>
          </p:nvSpPr>
          <p:spPr>
            <a:xfrm>
              <a:off x="4348878" y="2480318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8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8" y="159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4"/>
            <p:cNvSpPr/>
            <p:nvPr/>
          </p:nvSpPr>
          <p:spPr>
            <a:xfrm>
              <a:off x="4272110" y="24851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4"/>
            <p:cNvSpPr/>
            <p:nvPr/>
          </p:nvSpPr>
          <p:spPr>
            <a:xfrm>
              <a:off x="4314868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4"/>
            <p:cNvSpPr/>
            <p:nvPr/>
          </p:nvSpPr>
          <p:spPr>
            <a:xfrm>
              <a:off x="4314868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4"/>
            <p:cNvSpPr/>
            <p:nvPr/>
          </p:nvSpPr>
          <p:spPr>
            <a:xfrm>
              <a:off x="4314868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4"/>
            <p:cNvSpPr/>
            <p:nvPr/>
          </p:nvSpPr>
          <p:spPr>
            <a:xfrm>
              <a:off x="4314868" y="24851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4"/>
            <p:cNvSpPr/>
            <p:nvPr/>
          </p:nvSpPr>
          <p:spPr>
            <a:xfrm>
              <a:off x="4314868" y="24851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4"/>
            <p:cNvSpPr/>
            <p:nvPr/>
          </p:nvSpPr>
          <p:spPr>
            <a:xfrm>
              <a:off x="4314868" y="24851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24"/>
            <p:cNvSpPr/>
            <p:nvPr/>
          </p:nvSpPr>
          <p:spPr>
            <a:xfrm>
              <a:off x="4314868" y="248615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24"/>
            <p:cNvSpPr/>
            <p:nvPr/>
          </p:nvSpPr>
          <p:spPr>
            <a:xfrm>
              <a:off x="4314868" y="248615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24"/>
            <p:cNvSpPr/>
            <p:nvPr/>
          </p:nvSpPr>
          <p:spPr>
            <a:xfrm>
              <a:off x="4239051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4"/>
            <p:cNvSpPr/>
            <p:nvPr/>
          </p:nvSpPr>
          <p:spPr>
            <a:xfrm>
              <a:off x="4239051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4"/>
            <p:cNvSpPr/>
            <p:nvPr/>
          </p:nvSpPr>
          <p:spPr>
            <a:xfrm>
              <a:off x="4239051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4"/>
            <p:cNvSpPr/>
            <p:nvPr/>
          </p:nvSpPr>
          <p:spPr>
            <a:xfrm>
              <a:off x="4239051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4"/>
            <p:cNvSpPr/>
            <p:nvPr/>
          </p:nvSpPr>
          <p:spPr>
            <a:xfrm>
              <a:off x="4239051" y="248519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24"/>
            <p:cNvSpPr/>
            <p:nvPr/>
          </p:nvSpPr>
          <p:spPr>
            <a:xfrm>
              <a:off x="4238069" y="248519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24"/>
            <p:cNvSpPr/>
            <p:nvPr/>
          </p:nvSpPr>
          <p:spPr>
            <a:xfrm>
              <a:off x="4238069" y="24851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4"/>
            <p:cNvSpPr/>
            <p:nvPr/>
          </p:nvSpPr>
          <p:spPr>
            <a:xfrm>
              <a:off x="4238069" y="24851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4"/>
            <p:cNvSpPr/>
            <p:nvPr/>
          </p:nvSpPr>
          <p:spPr>
            <a:xfrm>
              <a:off x="4280858" y="248519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0" y="190"/>
                    <a:pt x="32" y="190"/>
                  </a:cubicBezTo>
                  <a:lnTo>
                    <a:pt x="32" y="32"/>
                  </a:lnTo>
                  <a:cubicBezTo>
                    <a:pt x="0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4"/>
            <p:cNvSpPr/>
            <p:nvPr/>
          </p:nvSpPr>
          <p:spPr>
            <a:xfrm>
              <a:off x="4327514" y="2479366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4"/>
            <p:cNvSpPr/>
            <p:nvPr/>
          </p:nvSpPr>
          <p:spPr>
            <a:xfrm>
              <a:off x="4305138" y="248519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32"/>
                  </a:lnTo>
                  <a:cubicBezTo>
                    <a:pt x="32" y="32"/>
                    <a:pt x="32" y="32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4"/>
            <p:cNvSpPr/>
            <p:nvPr/>
          </p:nvSpPr>
          <p:spPr>
            <a:xfrm>
              <a:off x="4348878" y="248615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24"/>
            <p:cNvSpPr/>
            <p:nvPr/>
          </p:nvSpPr>
          <p:spPr>
            <a:xfrm>
              <a:off x="4347927" y="2486150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24"/>
            <p:cNvSpPr/>
            <p:nvPr/>
          </p:nvSpPr>
          <p:spPr>
            <a:xfrm>
              <a:off x="4347927" y="248615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4"/>
            <p:cNvSpPr/>
            <p:nvPr/>
          </p:nvSpPr>
          <p:spPr>
            <a:xfrm>
              <a:off x="4347927" y="248615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4"/>
            <p:cNvSpPr/>
            <p:nvPr/>
          </p:nvSpPr>
          <p:spPr>
            <a:xfrm>
              <a:off x="4347927" y="248615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4"/>
            <p:cNvSpPr/>
            <p:nvPr/>
          </p:nvSpPr>
          <p:spPr>
            <a:xfrm>
              <a:off x="4347927" y="24861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4"/>
            <p:cNvSpPr/>
            <p:nvPr/>
          </p:nvSpPr>
          <p:spPr>
            <a:xfrm>
              <a:off x="4347927" y="24861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24"/>
            <p:cNvSpPr/>
            <p:nvPr/>
          </p:nvSpPr>
          <p:spPr>
            <a:xfrm>
              <a:off x="4347927" y="24861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24"/>
            <p:cNvSpPr/>
            <p:nvPr/>
          </p:nvSpPr>
          <p:spPr>
            <a:xfrm>
              <a:off x="4272110" y="24851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24"/>
            <p:cNvSpPr/>
            <p:nvPr/>
          </p:nvSpPr>
          <p:spPr>
            <a:xfrm>
              <a:off x="4272110" y="24851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24"/>
            <p:cNvSpPr/>
            <p:nvPr/>
          </p:nvSpPr>
          <p:spPr>
            <a:xfrm>
              <a:off x="4272110" y="248615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24"/>
            <p:cNvSpPr/>
            <p:nvPr/>
          </p:nvSpPr>
          <p:spPr>
            <a:xfrm>
              <a:off x="4272110" y="248615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24"/>
            <p:cNvSpPr/>
            <p:nvPr/>
          </p:nvSpPr>
          <p:spPr>
            <a:xfrm>
              <a:off x="4272110" y="248615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24"/>
            <p:cNvSpPr/>
            <p:nvPr/>
          </p:nvSpPr>
          <p:spPr>
            <a:xfrm>
              <a:off x="4272110" y="248615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24"/>
            <p:cNvSpPr/>
            <p:nvPr/>
          </p:nvSpPr>
          <p:spPr>
            <a:xfrm>
              <a:off x="4272110" y="24861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24"/>
            <p:cNvSpPr/>
            <p:nvPr/>
          </p:nvSpPr>
          <p:spPr>
            <a:xfrm>
              <a:off x="4272110" y="24861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24"/>
            <p:cNvSpPr/>
            <p:nvPr/>
          </p:nvSpPr>
          <p:spPr>
            <a:xfrm>
              <a:off x="4381937" y="2484216"/>
              <a:ext cx="4911" cy="7797"/>
            </a:xfrm>
            <a:custGeom>
              <a:rect b="b" l="l" r="r" t="t"/>
              <a:pathLst>
                <a:path extrusionOk="0" h="254" w="160">
                  <a:moveTo>
                    <a:pt x="159" y="1"/>
                  </a:moveTo>
                  <a:lnTo>
                    <a:pt x="1" y="96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24"/>
            <p:cNvSpPr/>
            <p:nvPr/>
          </p:nvSpPr>
          <p:spPr>
            <a:xfrm>
              <a:off x="4314868" y="24861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3"/>
                  </a:moveTo>
                  <a:lnTo>
                    <a:pt x="1" y="191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33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24"/>
            <p:cNvSpPr/>
            <p:nvPr/>
          </p:nvSpPr>
          <p:spPr>
            <a:xfrm>
              <a:off x="4360542" y="2480318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24"/>
            <p:cNvSpPr/>
            <p:nvPr/>
          </p:nvSpPr>
          <p:spPr>
            <a:xfrm>
              <a:off x="4339178" y="24861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3"/>
                  </a:moveTo>
                  <a:lnTo>
                    <a:pt x="0" y="191"/>
                  </a:lnTo>
                  <a:cubicBezTo>
                    <a:pt x="0" y="191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24"/>
            <p:cNvSpPr/>
            <p:nvPr/>
          </p:nvSpPr>
          <p:spPr>
            <a:xfrm>
              <a:off x="4381937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24"/>
            <p:cNvSpPr/>
            <p:nvPr/>
          </p:nvSpPr>
          <p:spPr>
            <a:xfrm>
              <a:off x="4381937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24"/>
            <p:cNvSpPr/>
            <p:nvPr/>
          </p:nvSpPr>
          <p:spPr>
            <a:xfrm>
              <a:off x="4381937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24"/>
            <p:cNvSpPr/>
            <p:nvPr/>
          </p:nvSpPr>
          <p:spPr>
            <a:xfrm>
              <a:off x="4381937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24"/>
            <p:cNvSpPr/>
            <p:nvPr/>
          </p:nvSpPr>
          <p:spPr>
            <a:xfrm>
              <a:off x="4381937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24"/>
            <p:cNvSpPr/>
            <p:nvPr/>
          </p:nvSpPr>
          <p:spPr>
            <a:xfrm>
              <a:off x="4380985" y="2487132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24"/>
            <p:cNvSpPr/>
            <p:nvPr/>
          </p:nvSpPr>
          <p:spPr>
            <a:xfrm>
              <a:off x="4380985" y="2487132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24"/>
            <p:cNvSpPr/>
            <p:nvPr/>
          </p:nvSpPr>
          <p:spPr>
            <a:xfrm>
              <a:off x="4380985" y="2487132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24"/>
            <p:cNvSpPr/>
            <p:nvPr/>
          </p:nvSpPr>
          <p:spPr>
            <a:xfrm>
              <a:off x="4306120" y="248615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24"/>
            <p:cNvSpPr/>
            <p:nvPr/>
          </p:nvSpPr>
          <p:spPr>
            <a:xfrm>
              <a:off x="4306120" y="24861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24"/>
            <p:cNvSpPr/>
            <p:nvPr/>
          </p:nvSpPr>
          <p:spPr>
            <a:xfrm>
              <a:off x="4306120" y="24861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24"/>
            <p:cNvSpPr/>
            <p:nvPr/>
          </p:nvSpPr>
          <p:spPr>
            <a:xfrm>
              <a:off x="4306120" y="248615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24"/>
            <p:cNvSpPr/>
            <p:nvPr/>
          </p:nvSpPr>
          <p:spPr>
            <a:xfrm>
              <a:off x="4306120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24"/>
            <p:cNvSpPr/>
            <p:nvPr/>
          </p:nvSpPr>
          <p:spPr>
            <a:xfrm>
              <a:off x="4306120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4"/>
            <p:cNvSpPr/>
            <p:nvPr/>
          </p:nvSpPr>
          <p:spPr>
            <a:xfrm>
              <a:off x="4305138" y="248713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4"/>
            <p:cNvSpPr/>
            <p:nvPr/>
          </p:nvSpPr>
          <p:spPr>
            <a:xfrm>
              <a:off x="4305138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4"/>
            <p:cNvSpPr/>
            <p:nvPr/>
          </p:nvSpPr>
          <p:spPr>
            <a:xfrm>
              <a:off x="4347927" y="2486150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33"/>
                  </a:lnTo>
                  <a:cubicBezTo>
                    <a:pt x="0" y="33"/>
                    <a:pt x="0" y="33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4"/>
            <p:cNvSpPr/>
            <p:nvPr/>
          </p:nvSpPr>
          <p:spPr>
            <a:xfrm>
              <a:off x="4243901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4"/>
            <p:cNvSpPr/>
            <p:nvPr/>
          </p:nvSpPr>
          <p:spPr>
            <a:xfrm>
              <a:off x="4243901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24"/>
            <p:cNvSpPr/>
            <p:nvPr/>
          </p:nvSpPr>
          <p:spPr>
            <a:xfrm>
              <a:off x="4242919" y="248713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24"/>
            <p:cNvSpPr/>
            <p:nvPr/>
          </p:nvSpPr>
          <p:spPr>
            <a:xfrm>
              <a:off x="4242919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4"/>
            <p:cNvSpPr/>
            <p:nvPr/>
          </p:nvSpPr>
          <p:spPr>
            <a:xfrm>
              <a:off x="4242919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4"/>
            <p:cNvSpPr/>
            <p:nvPr/>
          </p:nvSpPr>
          <p:spPr>
            <a:xfrm>
              <a:off x="4242919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4"/>
            <p:cNvSpPr/>
            <p:nvPr/>
          </p:nvSpPr>
          <p:spPr>
            <a:xfrm>
              <a:off x="4242919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24"/>
            <p:cNvSpPr/>
            <p:nvPr/>
          </p:nvSpPr>
          <p:spPr>
            <a:xfrm>
              <a:off x="4241967" y="2487132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4"/>
            <p:cNvSpPr/>
            <p:nvPr/>
          </p:nvSpPr>
          <p:spPr>
            <a:xfrm>
              <a:off x="4241967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24"/>
            <p:cNvSpPr/>
            <p:nvPr/>
          </p:nvSpPr>
          <p:spPr>
            <a:xfrm>
              <a:off x="4241967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24"/>
            <p:cNvSpPr/>
            <p:nvPr/>
          </p:nvSpPr>
          <p:spPr>
            <a:xfrm>
              <a:off x="4240985" y="248713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cubicBezTo>
                    <a:pt x="1" y="159"/>
                    <a:pt x="32" y="159"/>
                    <a:pt x="32" y="15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4"/>
            <p:cNvSpPr/>
            <p:nvPr/>
          </p:nvSpPr>
          <p:spPr>
            <a:xfrm>
              <a:off x="4372206" y="248713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33" y="159"/>
                    <a:pt x="33" y="191"/>
                    <a:pt x="33" y="191"/>
                  </a:cubicBezTo>
                  <a:lnTo>
                    <a:pt x="33" y="32"/>
                  </a:lnTo>
                  <a:cubicBezTo>
                    <a:pt x="33" y="1"/>
                    <a:pt x="33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4"/>
            <p:cNvSpPr/>
            <p:nvPr/>
          </p:nvSpPr>
          <p:spPr>
            <a:xfrm>
              <a:off x="4380985" y="2487132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59"/>
                  </a:lnTo>
                  <a:cubicBezTo>
                    <a:pt x="0" y="191"/>
                    <a:pt x="32" y="191"/>
                    <a:pt x="32" y="191"/>
                  </a:cubicBezTo>
                  <a:lnTo>
                    <a:pt x="32" y="32"/>
                  </a:lnTo>
                  <a:cubicBezTo>
                    <a:pt x="32" y="3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4"/>
            <p:cNvSpPr/>
            <p:nvPr/>
          </p:nvSpPr>
          <p:spPr>
            <a:xfrm>
              <a:off x="4339178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4"/>
            <p:cNvSpPr/>
            <p:nvPr/>
          </p:nvSpPr>
          <p:spPr>
            <a:xfrm>
              <a:off x="4339178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4"/>
            <p:cNvSpPr/>
            <p:nvPr/>
          </p:nvSpPr>
          <p:spPr>
            <a:xfrm>
              <a:off x="4339178" y="248713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4"/>
            <p:cNvSpPr/>
            <p:nvPr/>
          </p:nvSpPr>
          <p:spPr>
            <a:xfrm>
              <a:off x="4339178" y="248713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24"/>
            <p:cNvSpPr/>
            <p:nvPr/>
          </p:nvSpPr>
          <p:spPr>
            <a:xfrm>
              <a:off x="4339178" y="248713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24"/>
            <p:cNvSpPr/>
            <p:nvPr/>
          </p:nvSpPr>
          <p:spPr>
            <a:xfrm>
              <a:off x="4339178" y="248713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24"/>
            <p:cNvSpPr/>
            <p:nvPr/>
          </p:nvSpPr>
          <p:spPr>
            <a:xfrm>
              <a:off x="4339178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24"/>
            <p:cNvSpPr/>
            <p:nvPr/>
          </p:nvSpPr>
          <p:spPr>
            <a:xfrm>
              <a:off x="4339178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4"/>
            <p:cNvSpPr/>
            <p:nvPr/>
          </p:nvSpPr>
          <p:spPr>
            <a:xfrm>
              <a:off x="4276960" y="248811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4"/>
            <p:cNvSpPr/>
            <p:nvPr/>
          </p:nvSpPr>
          <p:spPr>
            <a:xfrm>
              <a:off x="4276960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4"/>
            <p:cNvSpPr/>
            <p:nvPr/>
          </p:nvSpPr>
          <p:spPr>
            <a:xfrm>
              <a:off x="4276960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4"/>
            <p:cNvSpPr/>
            <p:nvPr/>
          </p:nvSpPr>
          <p:spPr>
            <a:xfrm>
              <a:off x="4276960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4"/>
            <p:cNvSpPr/>
            <p:nvPr/>
          </p:nvSpPr>
          <p:spPr>
            <a:xfrm>
              <a:off x="4275977" y="248811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4"/>
            <p:cNvSpPr/>
            <p:nvPr/>
          </p:nvSpPr>
          <p:spPr>
            <a:xfrm>
              <a:off x="4275977" y="248811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4"/>
            <p:cNvSpPr/>
            <p:nvPr/>
          </p:nvSpPr>
          <p:spPr>
            <a:xfrm>
              <a:off x="4275977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4"/>
            <p:cNvSpPr/>
            <p:nvPr/>
          </p:nvSpPr>
          <p:spPr>
            <a:xfrm>
              <a:off x="4275977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4"/>
            <p:cNvSpPr/>
            <p:nvPr/>
          </p:nvSpPr>
          <p:spPr>
            <a:xfrm>
              <a:off x="4275977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4"/>
            <p:cNvSpPr/>
            <p:nvPr/>
          </p:nvSpPr>
          <p:spPr>
            <a:xfrm>
              <a:off x="4275026" y="248811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4"/>
            <p:cNvSpPr/>
            <p:nvPr/>
          </p:nvSpPr>
          <p:spPr>
            <a:xfrm>
              <a:off x="4275026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4"/>
            <p:cNvSpPr/>
            <p:nvPr/>
          </p:nvSpPr>
          <p:spPr>
            <a:xfrm>
              <a:off x="4373188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4"/>
            <p:cNvSpPr/>
            <p:nvPr/>
          </p:nvSpPr>
          <p:spPr>
            <a:xfrm>
              <a:off x="4373188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4"/>
            <p:cNvSpPr/>
            <p:nvPr/>
          </p:nvSpPr>
          <p:spPr>
            <a:xfrm>
              <a:off x="4373188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4"/>
            <p:cNvSpPr/>
            <p:nvPr/>
          </p:nvSpPr>
          <p:spPr>
            <a:xfrm>
              <a:off x="4373188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4"/>
            <p:cNvSpPr/>
            <p:nvPr/>
          </p:nvSpPr>
          <p:spPr>
            <a:xfrm>
              <a:off x="4373188" y="248811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4"/>
            <p:cNvSpPr/>
            <p:nvPr/>
          </p:nvSpPr>
          <p:spPr>
            <a:xfrm>
              <a:off x="4373188" y="248811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4"/>
            <p:cNvSpPr/>
            <p:nvPr/>
          </p:nvSpPr>
          <p:spPr>
            <a:xfrm>
              <a:off x="4373188" y="248811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4"/>
            <p:cNvSpPr/>
            <p:nvPr/>
          </p:nvSpPr>
          <p:spPr>
            <a:xfrm>
              <a:off x="4372206" y="248811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4"/>
            <p:cNvSpPr/>
            <p:nvPr/>
          </p:nvSpPr>
          <p:spPr>
            <a:xfrm>
              <a:off x="4310970" y="248906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4"/>
            <p:cNvSpPr/>
            <p:nvPr/>
          </p:nvSpPr>
          <p:spPr>
            <a:xfrm>
              <a:off x="4310970" y="248811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32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4"/>
            <p:cNvSpPr/>
            <p:nvPr/>
          </p:nvSpPr>
          <p:spPr>
            <a:xfrm>
              <a:off x="4310970" y="248811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cubicBezTo>
                    <a:pt x="1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4"/>
            <p:cNvSpPr/>
            <p:nvPr/>
          </p:nvSpPr>
          <p:spPr>
            <a:xfrm>
              <a:off x="4310018" y="248811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4"/>
            <p:cNvSpPr/>
            <p:nvPr/>
          </p:nvSpPr>
          <p:spPr>
            <a:xfrm>
              <a:off x="4310018" y="248811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4"/>
            <p:cNvSpPr/>
            <p:nvPr/>
          </p:nvSpPr>
          <p:spPr>
            <a:xfrm>
              <a:off x="4310018" y="248811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4"/>
            <p:cNvSpPr/>
            <p:nvPr/>
          </p:nvSpPr>
          <p:spPr>
            <a:xfrm>
              <a:off x="4310018" y="248811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4"/>
            <p:cNvSpPr/>
            <p:nvPr/>
          </p:nvSpPr>
          <p:spPr>
            <a:xfrm>
              <a:off x="4309036" y="248811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4"/>
            <p:cNvSpPr/>
            <p:nvPr/>
          </p:nvSpPr>
          <p:spPr>
            <a:xfrm>
              <a:off x="4309036" y="248811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4"/>
            <p:cNvSpPr/>
            <p:nvPr/>
          </p:nvSpPr>
          <p:spPr>
            <a:xfrm>
              <a:off x="4309036" y="248811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cubicBezTo>
                    <a:pt x="0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4"/>
            <p:cNvSpPr/>
            <p:nvPr/>
          </p:nvSpPr>
          <p:spPr>
            <a:xfrm>
              <a:off x="4308054" y="248906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4"/>
            <p:cNvSpPr/>
            <p:nvPr/>
          </p:nvSpPr>
          <p:spPr>
            <a:xfrm>
              <a:off x="4345010" y="248906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3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33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4"/>
            <p:cNvSpPr/>
            <p:nvPr/>
          </p:nvSpPr>
          <p:spPr>
            <a:xfrm>
              <a:off x="4344028" y="248906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4"/>
            <p:cNvSpPr/>
            <p:nvPr/>
          </p:nvSpPr>
          <p:spPr>
            <a:xfrm>
              <a:off x="4344028" y="248906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4"/>
            <p:cNvSpPr/>
            <p:nvPr/>
          </p:nvSpPr>
          <p:spPr>
            <a:xfrm>
              <a:off x="4344028" y="248906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4"/>
            <p:cNvSpPr/>
            <p:nvPr/>
          </p:nvSpPr>
          <p:spPr>
            <a:xfrm>
              <a:off x="4344028" y="248906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4"/>
            <p:cNvSpPr/>
            <p:nvPr/>
          </p:nvSpPr>
          <p:spPr>
            <a:xfrm>
              <a:off x="4343046" y="248906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4"/>
            <p:cNvSpPr/>
            <p:nvPr/>
          </p:nvSpPr>
          <p:spPr>
            <a:xfrm>
              <a:off x="4343046" y="248906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24"/>
            <p:cNvSpPr/>
            <p:nvPr/>
          </p:nvSpPr>
          <p:spPr>
            <a:xfrm>
              <a:off x="4343046" y="248906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24"/>
            <p:cNvSpPr/>
            <p:nvPr/>
          </p:nvSpPr>
          <p:spPr>
            <a:xfrm>
              <a:off x="4343046" y="248906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24"/>
            <p:cNvSpPr/>
            <p:nvPr/>
          </p:nvSpPr>
          <p:spPr>
            <a:xfrm>
              <a:off x="4342094" y="2489066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24"/>
            <p:cNvSpPr/>
            <p:nvPr/>
          </p:nvSpPr>
          <p:spPr>
            <a:xfrm>
              <a:off x="4342094" y="248906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91"/>
                    <a:pt x="0" y="191"/>
                  </a:cubicBezTo>
                  <a:lnTo>
                    <a:pt x="0" y="33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24"/>
            <p:cNvSpPr/>
            <p:nvPr/>
          </p:nvSpPr>
          <p:spPr>
            <a:xfrm>
              <a:off x="4378038" y="249004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24"/>
            <p:cNvSpPr/>
            <p:nvPr/>
          </p:nvSpPr>
          <p:spPr>
            <a:xfrm>
              <a:off x="4378038" y="249004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24"/>
            <p:cNvSpPr/>
            <p:nvPr/>
          </p:nvSpPr>
          <p:spPr>
            <a:xfrm>
              <a:off x="4378038" y="249004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24"/>
            <p:cNvSpPr/>
            <p:nvPr/>
          </p:nvSpPr>
          <p:spPr>
            <a:xfrm>
              <a:off x="4377087" y="249004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24"/>
            <p:cNvSpPr/>
            <p:nvPr/>
          </p:nvSpPr>
          <p:spPr>
            <a:xfrm>
              <a:off x="4377087" y="249004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24"/>
            <p:cNvSpPr/>
            <p:nvPr/>
          </p:nvSpPr>
          <p:spPr>
            <a:xfrm>
              <a:off x="4377087" y="249004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24"/>
            <p:cNvSpPr/>
            <p:nvPr/>
          </p:nvSpPr>
          <p:spPr>
            <a:xfrm>
              <a:off x="4377087" y="249004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24"/>
            <p:cNvSpPr/>
            <p:nvPr/>
          </p:nvSpPr>
          <p:spPr>
            <a:xfrm>
              <a:off x="4377087" y="249004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24"/>
            <p:cNvSpPr/>
            <p:nvPr/>
          </p:nvSpPr>
          <p:spPr>
            <a:xfrm>
              <a:off x="4376105" y="249004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24"/>
            <p:cNvSpPr/>
            <p:nvPr/>
          </p:nvSpPr>
          <p:spPr>
            <a:xfrm>
              <a:off x="4376105" y="249004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24"/>
            <p:cNvSpPr/>
            <p:nvPr/>
          </p:nvSpPr>
          <p:spPr>
            <a:xfrm>
              <a:off x="4375122" y="249004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cubicBezTo>
                    <a:pt x="33" y="159"/>
                    <a:pt x="33" y="159"/>
                    <a:pt x="33" y="159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24"/>
            <p:cNvSpPr/>
            <p:nvPr/>
          </p:nvSpPr>
          <p:spPr>
            <a:xfrm>
              <a:off x="4388751" y="2484216"/>
              <a:ext cx="12677" cy="11695"/>
            </a:xfrm>
            <a:custGeom>
              <a:rect b="b" l="l" r="r" t="t"/>
              <a:pathLst>
                <a:path extrusionOk="0" h="381" w="413">
                  <a:moveTo>
                    <a:pt x="0" y="1"/>
                  </a:moveTo>
                  <a:lnTo>
                    <a:pt x="0" y="159"/>
                  </a:lnTo>
                  <a:lnTo>
                    <a:pt x="412" y="381"/>
                  </a:lnTo>
                  <a:lnTo>
                    <a:pt x="412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24"/>
            <p:cNvSpPr/>
            <p:nvPr/>
          </p:nvSpPr>
          <p:spPr>
            <a:xfrm>
              <a:off x="4401397" y="249103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90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24"/>
            <p:cNvSpPr/>
            <p:nvPr/>
          </p:nvSpPr>
          <p:spPr>
            <a:xfrm>
              <a:off x="4228339" y="2485198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8" y="0"/>
                  </a:moveTo>
                  <a:lnTo>
                    <a:pt x="1" y="190"/>
                  </a:lnTo>
                  <a:lnTo>
                    <a:pt x="1" y="349"/>
                  </a:lnTo>
                  <a:lnTo>
                    <a:pt x="318" y="19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4"/>
            <p:cNvSpPr/>
            <p:nvPr/>
          </p:nvSpPr>
          <p:spPr>
            <a:xfrm>
              <a:off x="4213759" y="2484216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91"/>
                  </a:lnTo>
                  <a:lnTo>
                    <a:pt x="381" y="381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24"/>
            <p:cNvSpPr/>
            <p:nvPr/>
          </p:nvSpPr>
          <p:spPr>
            <a:xfrm>
              <a:off x="4213759" y="2476696"/>
              <a:ext cx="25323" cy="15102"/>
            </a:xfrm>
            <a:custGeom>
              <a:rect b="b" l="l" r="r" t="t"/>
              <a:pathLst>
                <a:path extrusionOk="0" h="492" w="825">
                  <a:moveTo>
                    <a:pt x="365" y="0"/>
                  </a:moveTo>
                  <a:cubicBezTo>
                    <a:pt x="349" y="0"/>
                    <a:pt x="333" y="8"/>
                    <a:pt x="318" y="24"/>
                  </a:cubicBezTo>
                  <a:lnTo>
                    <a:pt x="1" y="214"/>
                  </a:lnTo>
                  <a:cubicBezTo>
                    <a:pt x="1" y="214"/>
                    <a:pt x="1" y="246"/>
                    <a:pt x="1" y="246"/>
                  </a:cubicBezTo>
                  <a:lnTo>
                    <a:pt x="381" y="467"/>
                  </a:lnTo>
                  <a:cubicBezTo>
                    <a:pt x="397" y="483"/>
                    <a:pt x="421" y="491"/>
                    <a:pt x="440" y="491"/>
                  </a:cubicBezTo>
                  <a:cubicBezTo>
                    <a:pt x="460" y="491"/>
                    <a:pt x="476" y="483"/>
                    <a:pt x="476" y="467"/>
                  </a:cubicBezTo>
                  <a:lnTo>
                    <a:pt x="793" y="277"/>
                  </a:lnTo>
                  <a:cubicBezTo>
                    <a:pt x="824" y="277"/>
                    <a:pt x="824" y="246"/>
                    <a:pt x="793" y="246"/>
                  </a:cubicBezTo>
                  <a:lnTo>
                    <a:pt x="413" y="24"/>
                  </a:lnTo>
                  <a:cubicBezTo>
                    <a:pt x="397" y="8"/>
                    <a:pt x="381" y="0"/>
                    <a:pt x="365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24"/>
            <p:cNvSpPr/>
            <p:nvPr/>
          </p:nvSpPr>
          <p:spPr>
            <a:xfrm>
              <a:off x="4214741" y="2476450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49" y="0"/>
                  </a:moveTo>
                  <a:cubicBezTo>
                    <a:pt x="317" y="0"/>
                    <a:pt x="317" y="32"/>
                    <a:pt x="317" y="32"/>
                  </a:cubicBezTo>
                  <a:lnTo>
                    <a:pt x="1" y="190"/>
                  </a:lnTo>
                  <a:cubicBezTo>
                    <a:pt x="1" y="190"/>
                    <a:pt x="1" y="222"/>
                    <a:pt x="1" y="222"/>
                  </a:cubicBezTo>
                  <a:lnTo>
                    <a:pt x="381" y="444"/>
                  </a:lnTo>
                  <a:lnTo>
                    <a:pt x="444" y="444"/>
                  </a:lnTo>
                  <a:lnTo>
                    <a:pt x="761" y="254"/>
                  </a:lnTo>
                  <a:lnTo>
                    <a:pt x="381" y="32"/>
                  </a:lnTo>
                  <a:cubicBezTo>
                    <a:pt x="381" y="0"/>
                    <a:pt x="349" y="0"/>
                    <a:pt x="349" y="0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4"/>
            <p:cNvSpPr/>
            <p:nvPr/>
          </p:nvSpPr>
          <p:spPr>
            <a:xfrm>
              <a:off x="4228339" y="249103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4"/>
            <p:cNvSpPr/>
            <p:nvPr/>
          </p:nvSpPr>
          <p:spPr>
            <a:xfrm>
              <a:off x="4228339" y="249103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32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4"/>
            <p:cNvSpPr/>
            <p:nvPr/>
          </p:nvSpPr>
          <p:spPr>
            <a:xfrm>
              <a:off x="4227387" y="2491982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4"/>
            <p:cNvSpPr/>
            <p:nvPr/>
          </p:nvSpPr>
          <p:spPr>
            <a:xfrm>
              <a:off x="4227387" y="249198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4"/>
            <p:cNvSpPr/>
            <p:nvPr/>
          </p:nvSpPr>
          <p:spPr>
            <a:xfrm>
              <a:off x="4227387" y="249198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4"/>
            <p:cNvSpPr/>
            <p:nvPr/>
          </p:nvSpPr>
          <p:spPr>
            <a:xfrm>
              <a:off x="4227387" y="249198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4"/>
            <p:cNvSpPr/>
            <p:nvPr/>
          </p:nvSpPr>
          <p:spPr>
            <a:xfrm>
              <a:off x="4226405" y="2491982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4"/>
            <p:cNvSpPr/>
            <p:nvPr/>
          </p:nvSpPr>
          <p:spPr>
            <a:xfrm>
              <a:off x="4226405" y="249198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4"/>
            <p:cNvSpPr/>
            <p:nvPr/>
          </p:nvSpPr>
          <p:spPr>
            <a:xfrm>
              <a:off x="4226405" y="249103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4"/>
            <p:cNvSpPr/>
            <p:nvPr/>
          </p:nvSpPr>
          <p:spPr>
            <a:xfrm>
              <a:off x="4226405" y="249103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4"/>
            <p:cNvSpPr/>
            <p:nvPr/>
          </p:nvSpPr>
          <p:spPr>
            <a:xfrm>
              <a:off x="4226405" y="249103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4"/>
            <p:cNvSpPr/>
            <p:nvPr/>
          </p:nvSpPr>
          <p:spPr>
            <a:xfrm>
              <a:off x="4401397" y="249198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4"/>
            <p:cNvSpPr/>
            <p:nvPr/>
          </p:nvSpPr>
          <p:spPr>
            <a:xfrm>
              <a:off x="4401397" y="249198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4"/>
            <p:cNvSpPr/>
            <p:nvPr/>
          </p:nvSpPr>
          <p:spPr>
            <a:xfrm>
              <a:off x="4401397" y="249198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4"/>
            <p:cNvSpPr/>
            <p:nvPr/>
          </p:nvSpPr>
          <p:spPr>
            <a:xfrm>
              <a:off x="4401397" y="249198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4"/>
            <p:cNvSpPr/>
            <p:nvPr/>
          </p:nvSpPr>
          <p:spPr>
            <a:xfrm>
              <a:off x="4401397" y="249198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4"/>
            <p:cNvSpPr/>
            <p:nvPr/>
          </p:nvSpPr>
          <p:spPr>
            <a:xfrm>
              <a:off x="4401397" y="249198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4"/>
            <p:cNvSpPr/>
            <p:nvPr/>
          </p:nvSpPr>
          <p:spPr>
            <a:xfrm>
              <a:off x="4401397" y="249198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91"/>
                    <a:pt x="0" y="191"/>
                  </a:cubicBez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4"/>
            <p:cNvSpPr/>
            <p:nvPr/>
          </p:nvSpPr>
          <p:spPr>
            <a:xfrm>
              <a:off x="4401397" y="249198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4"/>
            <p:cNvSpPr/>
            <p:nvPr/>
          </p:nvSpPr>
          <p:spPr>
            <a:xfrm>
              <a:off x="4262380" y="2486150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9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4"/>
            <p:cNvSpPr/>
            <p:nvPr/>
          </p:nvSpPr>
          <p:spPr>
            <a:xfrm>
              <a:off x="4247799" y="2485198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4"/>
            <p:cNvSpPr/>
            <p:nvPr/>
          </p:nvSpPr>
          <p:spPr>
            <a:xfrm>
              <a:off x="4246817" y="2477647"/>
              <a:ext cx="25323" cy="14365"/>
            </a:xfrm>
            <a:custGeom>
              <a:rect b="b" l="l" r="r" t="t"/>
              <a:pathLst>
                <a:path extrusionOk="0" h="468" w="825">
                  <a:moveTo>
                    <a:pt x="397" y="1"/>
                  </a:moveTo>
                  <a:cubicBezTo>
                    <a:pt x="381" y="1"/>
                    <a:pt x="365" y="9"/>
                    <a:pt x="349" y="25"/>
                  </a:cubicBezTo>
                  <a:lnTo>
                    <a:pt x="32" y="183"/>
                  </a:lnTo>
                  <a:cubicBezTo>
                    <a:pt x="1" y="215"/>
                    <a:pt x="1" y="215"/>
                    <a:pt x="32" y="246"/>
                  </a:cubicBezTo>
                  <a:lnTo>
                    <a:pt x="412" y="468"/>
                  </a:lnTo>
                  <a:lnTo>
                    <a:pt x="507" y="468"/>
                  </a:lnTo>
                  <a:lnTo>
                    <a:pt x="824" y="278"/>
                  </a:lnTo>
                  <a:cubicBezTo>
                    <a:pt x="824" y="278"/>
                    <a:pt x="824" y="246"/>
                    <a:pt x="824" y="246"/>
                  </a:cubicBezTo>
                  <a:lnTo>
                    <a:pt x="444" y="25"/>
                  </a:lnTo>
                  <a:cubicBezTo>
                    <a:pt x="428" y="9"/>
                    <a:pt x="412" y="1"/>
                    <a:pt x="397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4"/>
            <p:cNvSpPr/>
            <p:nvPr/>
          </p:nvSpPr>
          <p:spPr>
            <a:xfrm>
              <a:off x="4247799" y="2477401"/>
              <a:ext cx="23359" cy="13659"/>
            </a:xfrm>
            <a:custGeom>
              <a:rect b="b" l="l" r="r" t="t"/>
              <a:pathLst>
                <a:path extrusionOk="0" h="445" w="761">
                  <a:moveTo>
                    <a:pt x="317" y="1"/>
                  </a:moveTo>
                  <a:lnTo>
                    <a:pt x="0" y="191"/>
                  </a:lnTo>
                  <a:lnTo>
                    <a:pt x="380" y="413"/>
                  </a:lnTo>
                  <a:cubicBezTo>
                    <a:pt x="412" y="413"/>
                    <a:pt x="412" y="444"/>
                    <a:pt x="412" y="444"/>
                  </a:cubicBezTo>
                  <a:cubicBezTo>
                    <a:pt x="444" y="444"/>
                    <a:pt x="444" y="413"/>
                    <a:pt x="444" y="413"/>
                  </a:cubicBezTo>
                  <a:lnTo>
                    <a:pt x="760" y="254"/>
                  </a:lnTo>
                  <a:cubicBezTo>
                    <a:pt x="760" y="254"/>
                    <a:pt x="760" y="223"/>
                    <a:pt x="760" y="223"/>
                  </a:cubicBezTo>
                  <a:lnTo>
                    <a:pt x="380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4"/>
            <p:cNvSpPr/>
            <p:nvPr/>
          </p:nvSpPr>
          <p:spPr>
            <a:xfrm>
              <a:off x="4261397" y="2491982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4"/>
            <p:cNvSpPr/>
            <p:nvPr/>
          </p:nvSpPr>
          <p:spPr>
            <a:xfrm>
              <a:off x="4261397" y="249198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4"/>
            <p:cNvSpPr/>
            <p:nvPr/>
          </p:nvSpPr>
          <p:spPr>
            <a:xfrm>
              <a:off x="4261397" y="249198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24"/>
            <p:cNvSpPr/>
            <p:nvPr/>
          </p:nvSpPr>
          <p:spPr>
            <a:xfrm>
              <a:off x="4261397" y="249198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24"/>
            <p:cNvSpPr/>
            <p:nvPr/>
          </p:nvSpPr>
          <p:spPr>
            <a:xfrm>
              <a:off x="4260446" y="2491982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24"/>
            <p:cNvSpPr/>
            <p:nvPr/>
          </p:nvSpPr>
          <p:spPr>
            <a:xfrm>
              <a:off x="4260446" y="249198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4"/>
            <p:cNvSpPr/>
            <p:nvPr/>
          </p:nvSpPr>
          <p:spPr>
            <a:xfrm>
              <a:off x="4260446" y="249198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4"/>
            <p:cNvSpPr/>
            <p:nvPr/>
          </p:nvSpPr>
          <p:spPr>
            <a:xfrm>
              <a:off x="4260446" y="249198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4"/>
            <p:cNvSpPr/>
            <p:nvPr/>
          </p:nvSpPr>
          <p:spPr>
            <a:xfrm>
              <a:off x="4260446" y="249198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4"/>
            <p:cNvSpPr/>
            <p:nvPr/>
          </p:nvSpPr>
          <p:spPr>
            <a:xfrm>
              <a:off x="4259464" y="2491982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4"/>
            <p:cNvSpPr/>
            <p:nvPr/>
          </p:nvSpPr>
          <p:spPr>
            <a:xfrm>
              <a:off x="4259464" y="249198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4"/>
            <p:cNvSpPr/>
            <p:nvPr/>
          </p:nvSpPr>
          <p:spPr>
            <a:xfrm>
              <a:off x="4295438" y="2487132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4"/>
            <p:cNvSpPr/>
            <p:nvPr/>
          </p:nvSpPr>
          <p:spPr>
            <a:xfrm>
              <a:off x="4281809" y="2486150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4"/>
            <p:cNvSpPr/>
            <p:nvPr/>
          </p:nvSpPr>
          <p:spPr>
            <a:xfrm>
              <a:off x="4231255" y="2487132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8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8" y="191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4"/>
            <p:cNvSpPr/>
            <p:nvPr/>
          </p:nvSpPr>
          <p:spPr>
            <a:xfrm>
              <a:off x="4295438" y="249296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4"/>
            <p:cNvSpPr/>
            <p:nvPr/>
          </p:nvSpPr>
          <p:spPr>
            <a:xfrm>
              <a:off x="4295438" y="249296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4"/>
            <p:cNvSpPr/>
            <p:nvPr/>
          </p:nvSpPr>
          <p:spPr>
            <a:xfrm>
              <a:off x="4294456" y="249296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4"/>
            <p:cNvSpPr/>
            <p:nvPr/>
          </p:nvSpPr>
          <p:spPr>
            <a:xfrm>
              <a:off x="4294456" y="249296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4"/>
            <p:cNvSpPr/>
            <p:nvPr/>
          </p:nvSpPr>
          <p:spPr>
            <a:xfrm>
              <a:off x="4294456" y="249296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4"/>
            <p:cNvSpPr/>
            <p:nvPr/>
          </p:nvSpPr>
          <p:spPr>
            <a:xfrm>
              <a:off x="4294456" y="249296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4"/>
            <p:cNvSpPr/>
            <p:nvPr/>
          </p:nvSpPr>
          <p:spPr>
            <a:xfrm>
              <a:off x="4294456" y="249296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24"/>
            <p:cNvSpPr/>
            <p:nvPr/>
          </p:nvSpPr>
          <p:spPr>
            <a:xfrm>
              <a:off x="4293474" y="249296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4"/>
            <p:cNvSpPr/>
            <p:nvPr/>
          </p:nvSpPr>
          <p:spPr>
            <a:xfrm>
              <a:off x="4293474" y="249296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4"/>
            <p:cNvSpPr/>
            <p:nvPr/>
          </p:nvSpPr>
          <p:spPr>
            <a:xfrm>
              <a:off x="4293474" y="249296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4"/>
            <p:cNvSpPr/>
            <p:nvPr/>
          </p:nvSpPr>
          <p:spPr>
            <a:xfrm>
              <a:off x="4293474" y="249296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4"/>
            <p:cNvSpPr/>
            <p:nvPr/>
          </p:nvSpPr>
          <p:spPr>
            <a:xfrm>
              <a:off x="4280858" y="2478384"/>
              <a:ext cx="25293" cy="14611"/>
            </a:xfrm>
            <a:custGeom>
              <a:rect b="b" l="l" r="r" t="t"/>
              <a:pathLst>
                <a:path extrusionOk="0" h="476" w="824">
                  <a:moveTo>
                    <a:pt x="317" y="1"/>
                  </a:moveTo>
                  <a:lnTo>
                    <a:pt x="32" y="191"/>
                  </a:lnTo>
                  <a:cubicBezTo>
                    <a:pt x="0" y="191"/>
                    <a:pt x="0" y="222"/>
                    <a:pt x="32" y="254"/>
                  </a:cubicBezTo>
                  <a:lnTo>
                    <a:pt x="380" y="476"/>
                  </a:lnTo>
                  <a:lnTo>
                    <a:pt x="475" y="476"/>
                  </a:lnTo>
                  <a:lnTo>
                    <a:pt x="792" y="286"/>
                  </a:lnTo>
                  <a:cubicBezTo>
                    <a:pt x="823" y="286"/>
                    <a:pt x="823" y="254"/>
                    <a:pt x="792" y="222"/>
                  </a:cubicBezTo>
                  <a:lnTo>
                    <a:pt x="412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4"/>
            <p:cNvSpPr/>
            <p:nvPr/>
          </p:nvSpPr>
          <p:spPr>
            <a:xfrm>
              <a:off x="4281809" y="2478384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7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4"/>
            <p:cNvSpPr/>
            <p:nvPr/>
          </p:nvSpPr>
          <p:spPr>
            <a:xfrm>
              <a:off x="4329448" y="2488114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59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4"/>
            <p:cNvSpPr/>
            <p:nvPr/>
          </p:nvSpPr>
          <p:spPr>
            <a:xfrm>
              <a:off x="4314868" y="2487132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1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4"/>
            <p:cNvSpPr/>
            <p:nvPr/>
          </p:nvSpPr>
          <p:spPr>
            <a:xfrm>
              <a:off x="4406247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4"/>
            <p:cNvSpPr/>
            <p:nvPr/>
          </p:nvSpPr>
          <p:spPr>
            <a:xfrm>
              <a:off x="4406247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4"/>
            <p:cNvSpPr/>
            <p:nvPr/>
          </p:nvSpPr>
          <p:spPr>
            <a:xfrm>
              <a:off x="4405265" y="249394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4"/>
            <p:cNvSpPr/>
            <p:nvPr/>
          </p:nvSpPr>
          <p:spPr>
            <a:xfrm>
              <a:off x="4405265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4"/>
            <p:cNvSpPr/>
            <p:nvPr/>
          </p:nvSpPr>
          <p:spPr>
            <a:xfrm>
              <a:off x="4405265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4"/>
            <p:cNvSpPr/>
            <p:nvPr/>
          </p:nvSpPr>
          <p:spPr>
            <a:xfrm>
              <a:off x="4405265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4"/>
            <p:cNvSpPr/>
            <p:nvPr/>
          </p:nvSpPr>
          <p:spPr>
            <a:xfrm>
              <a:off x="4405265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4"/>
            <p:cNvSpPr/>
            <p:nvPr/>
          </p:nvSpPr>
          <p:spPr>
            <a:xfrm>
              <a:off x="4405265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4"/>
            <p:cNvSpPr/>
            <p:nvPr/>
          </p:nvSpPr>
          <p:spPr>
            <a:xfrm>
              <a:off x="4404313" y="249394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4"/>
            <p:cNvSpPr/>
            <p:nvPr/>
          </p:nvSpPr>
          <p:spPr>
            <a:xfrm>
              <a:off x="4404313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4"/>
            <p:cNvSpPr/>
            <p:nvPr/>
          </p:nvSpPr>
          <p:spPr>
            <a:xfrm>
              <a:off x="4404313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4"/>
            <p:cNvSpPr/>
            <p:nvPr/>
          </p:nvSpPr>
          <p:spPr>
            <a:xfrm>
              <a:off x="4313886" y="2479366"/>
              <a:ext cx="26275" cy="14365"/>
            </a:xfrm>
            <a:custGeom>
              <a:rect b="b" l="l" r="r" t="t"/>
              <a:pathLst>
                <a:path extrusionOk="0" h="468" w="856">
                  <a:moveTo>
                    <a:pt x="349" y="0"/>
                  </a:moveTo>
                  <a:lnTo>
                    <a:pt x="33" y="190"/>
                  </a:lnTo>
                  <a:cubicBezTo>
                    <a:pt x="1" y="190"/>
                    <a:pt x="1" y="222"/>
                    <a:pt x="33" y="254"/>
                  </a:cubicBezTo>
                  <a:lnTo>
                    <a:pt x="413" y="444"/>
                  </a:lnTo>
                  <a:cubicBezTo>
                    <a:pt x="428" y="459"/>
                    <a:pt x="444" y="467"/>
                    <a:pt x="460" y="467"/>
                  </a:cubicBezTo>
                  <a:cubicBezTo>
                    <a:pt x="476" y="467"/>
                    <a:pt x="492" y="459"/>
                    <a:pt x="508" y="444"/>
                  </a:cubicBezTo>
                  <a:lnTo>
                    <a:pt x="824" y="285"/>
                  </a:lnTo>
                  <a:cubicBezTo>
                    <a:pt x="856" y="254"/>
                    <a:pt x="856" y="254"/>
                    <a:pt x="824" y="222"/>
                  </a:cubicBezTo>
                  <a:lnTo>
                    <a:pt x="444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4"/>
            <p:cNvSpPr/>
            <p:nvPr/>
          </p:nvSpPr>
          <p:spPr>
            <a:xfrm>
              <a:off x="4314868" y="2479366"/>
              <a:ext cx="24341" cy="12646"/>
            </a:xfrm>
            <a:custGeom>
              <a:rect b="b" l="l" r="r" t="t"/>
              <a:pathLst>
                <a:path extrusionOk="0" h="412" w="793">
                  <a:moveTo>
                    <a:pt x="317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412" y="412"/>
                  </a:lnTo>
                  <a:lnTo>
                    <a:pt x="476" y="412"/>
                  </a:lnTo>
                  <a:lnTo>
                    <a:pt x="792" y="222"/>
                  </a:lnTo>
                  <a:lnTo>
                    <a:pt x="761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4"/>
            <p:cNvSpPr/>
            <p:nvPr/>
          </p:nvSpPr>
          <p:spPr>
            <a:xfrm>
              <a:off x="4329448" y="249296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32"/>
                  </a:lnTo>
                  <a:cubicBezTo>
                    <a:pt x="1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24"/>
            <p:cNvSpPr/>
            <p:nvPr/>
          </p:nvSpPr>
          <p:spPr>
            <a:xfrm>
              <a:off x="4328466" y="249394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24"/>
            <p:cNvSpPr/>
            <p:nvPr/>
          </p:nvSpPr>
          <p:spPr>
            <a:xfrm>
              <a:off x="4328466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4"/>
            <p:cNvSpPr/>
            <p:nvPr/>
          </p:nvSpPr>
          <p:spPr>
            <a:xfrm>
              <a:off x="4328466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4"/>
            <p:cNvSpPr/>
            <p:nvPr/>
          </p:nvSpPr>
          <p:spPr>
            <a:xfrm>
              <a:off x="4327514" y="249394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4"/>
            <p:cNvSpPr/>
            <p:nvPr/>
          </p:nvSpPr>
          <p:spPr>
            <a:xfrm>
              <a:off x="4327514" y="249394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24"/>
            <p:cNvSpPr/>
            <p:nvPr/>
          </p:nvSpPr>
          <p:spPr>
            <a:xfrm>
              <a:off x="4327514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24"/>
            <p:cNvSpPr/>
            <p:nvPr/>
          </p:nvSpPr>
          <p:spPr>
            <a:xfrm>
              <a:off x="4327514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24"/>
            <p:cNvSpPr/>
            <p:nvPr/>
          </p:nvSpPr>
          <p:spPr>
            <a:xfrm>
              <a:off x="4327514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4"/>
            <p:cNvSpPr/>
            <p:nvPr/>
          </p:nvSpPr>
          <p:spPr>
            <a:xfrm>
              <a:off x="4326532" y="249394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4"/>
            <p:cNvSpPr/>
            <p:nvPr/>
          </p:nvSpPr>
          <p:spPr>
            <a:xfrm>
              <a:off x="4326532" y="249296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32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4"/>
            <p:cNvSpPr/>
            <p:nvPr/>
          </p:nvSpPr>
          <p:spPr>
            <a:xfrm>
              <a:off x="4265296" y="2488114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4"/>
            <p:cNvSpPr/>
            <p:nvPr/>
          </p:nvSpPr>
          <p:spPr>
            <a:xfrm>
              <a:off x="4363458" y="2488114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6" y="0"/>
                  </a:moveTo>
                  <a:lnTo>
                    <a:pt x="1" y="190"/>
                  </a:lnTo>
                  <a:lnTo>
                    <a:pt x="1" y="349"/>
                  </a:lnTo>
                  <a:lnTo>
                    <a:pt x="286" y="19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4"/>
            <p:cNvSpPr/>
            <p:nvPr/>
          </p:nvSpPr>
          <p:spPr>
            <a:xfrm>
              <a:off x="4231255" y="249296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4"/>
            <p:cNvSpPr/>
            <p:nvPr/>
          </p:nvSpPr>
          <p:spPr>
            <a:xfrm>
              <a:off x="4231255" y="249296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4"/>
            <p:cNvSpPr/>
            <p:nvPr/>
          </p:nvSpPr>
          <p:spPr>
            <a:xfrm>
              <a:off x="4231255" y="249296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4"/>
            <p:cNvSpPr/>
            <p:nvPr/>
          </p:nvSpPr>
          <p:spPr>
            <a:xfrm>
              <a:off x="4231255" y="249296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4"/>
            <p:cNvSpPr/>
            <p:nvPr/>
          </p:nvSpPr>
          <p:spPr>
            <a:xfrm>
              <a:off x="4231255" y="249296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4"/>
            <p:cNvSpPr/>
            <p:nvPr/>
          </p:nvSpPr>
          <p:spPr>
            <a:xfrm>
              <a:off x="4231255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4"/>
            <p:cNvSpPr/>
            <p:nvPr/>
          </p:nvSpPr>
          <p:spPr>
            <a:xfrm>
              <a:off x="4231255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24"/>
            <p:cNvSpPr/>
            <p:nvPr/>
          </p:nvSpPr>
          <p:spPr>
            <a:xfrm>
              <a:off x="4231255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24"/>
            <p:cNvSpPr/>
            <p:nvPr/>
          </p:nvSpPr>
          <p:spPr>
            <a:xfrm>
              <a:off x="4348878" y="2487132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91"/>
                  </a:lnTo>
                  <a:lnTo>
                    <a:pt x="381" y="381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4"/>
            <p:cNvSpPr/>
            <p:nvPr/>
          </p:nvSpPr>
          <p:spPr>
            <a:xfrm>
              <a:off x="4243901" y="2487132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91"/>
                  </a:lnTo>
                  <a:lnTo>
                    <a:pt x="381" y="381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4"/>
            <p:cNvSpPr/>
            <p:nvPr/>
          </p:nvSpPr>
          <p:spPr>
            <a:xfrm>
              <a:off x="4362507" y="249394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32" y="190"/>
                    <a:pt x="32" y="159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4"/>
            <p:cNvSpPr/>
            <p:nvPr/>
          </p:nvSpPr>
          <p:spPr>
            <a:xfrm>
              <a:off x="4362507" y="24939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4"/>
            <p:cNvSpPr/>
            <p:nvPr/>
          </p:nvSpPr>
          <p:spPr>
            <a:xfrm>
              <a:off x="4362507" y="24939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24"/>
            <p:cNvSpPr/>
            <p:nvPr/>
          </p:nvSpPr>
          <p:spPr>
            <a:xfrm>
              <a:off x="4361524" y="249489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24"/>
            <p:cNvSpPr/>
            <p:nvPr/>
          </p:nvSpPr>
          <p:spPr>
            <a:xfrm>
              <a:off x="4361524" y="249489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4"/>
            <p:cNvSpPr/>
            <p:nvPr/>
          </p:nvSpPr>
          <p:spPr>
            <a:xfrm>
              <a:off x="4361524" y="249489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24"/>
            <p:cNvSpPr/>
            <p:nvPr/>
          </p:nvSpPr>
          <p:spPr>
            <a:xfrm>
              <a:off x="4361524" y="249489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24"/>
            <p:cNvSpPr/>
            <p:nvPr/>
          </p:nvSpPr>
          <p:spPr>
            <a:xfrm>
              <a:off x="4360542" y="2494468"/>
              <a:ext cx="1013" cy="5341"/>
            </a:xfrm>
            <a:custGeom>
              <a:rect b="b" l="l" r="r" t="t"/>
              <a:pathLst>
                <a:path extrusionOk="0" h="174" w="33">
                  <a:moveTo>
                    <a:pt x="23" y="1"/>
                  </a:moveTo>
                  <a:cubicBezTo>
                    <a:pt x="19" y="1"/>
                    <a:pt x="12" y="4"/>
                    <a:pt x="1" y="15"/>
                  </a:cubicBezTo>
                  <a:lnTo>
                    <a:pt x="1" y="173"/>
                  </a:lnTo>
                  <a:lnTo>
                    <a:pt x="33" y="173"/>
                  </a:lnTo>
                  <a:lnTo>
                    <a:pt x="33" y="15"/>
                  </a:lnTo>
                  <a:cubicBezTo>
                    <a:pt x="33" y="15"/>
                    <a:pt x="33" y="1"/>
                    <a:pt x="23" y="1"/>
                  </a:cubicBez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4"/>
            <p:cNvSpPr/>
            <p:nvPr/>
          </p:nvSpPr>
          <p:spPr>
            <a:xfrm>
              <a:off x="4360542" y="249394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3" y="19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4"/>
            <p:cNvSpPr/>
            <p:nvPr/>
          </p:nvSpPr>
          <p:spPr>
            <a:xfrm>
              <a:off x="4360542" y="24939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24"/>
            <p:cNvSpPr/>
            <p:nvPr/>
          </p:nvSpPr>
          <p:spPr>
            <a:xfrm>
              <a:off x="4360542" y="24939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24"/>
            <p:cNvSpPr/>
            <p:nvPr/>
          </p:nvSpPr>
          <p:spPr>
            <a:xfrm>
              <a:off x="4347927" y="2479612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80" y="0"/>
                  </a:moveTo>
                  <a:cubicBezTo>
                    <a:pt x="364" y="0"/>
                    <a:pt x="349" y="8"/>
                    <a:pt x="349" y="24"/>
                  </a:cubicBezTo>
                  <a:lnTo>
                    <a:pt x="32" y="214"/>
                  </a:lnTo>
                  <a:cubicBezTo>
                    <a:pt x="0" y="214"/>
                    <a:pt x="0" y="246"/>
                    <a:pt x="32" y="246"/>
                  </a:cubicBezTo>
                  <a:lnTo>
                    <a:pt x="412" y="467"/>
                  </a:lnTo>
                  <a:cubicBezTo>
                    <a:pt x="412" y="483"/>
                    <a:pt x="428" y="491"/>
                    <a:pt x="448" y="491"/>
                  </a:cubicBezTo>
                  <a:cubicBezTo>
                    <a:pt x="467" y="491"/>
                    <a:pt x="491" y="483"/>
                    <a:pt x="507" y="467"/>
                  </a:cubicBezTo>
                  <a:lnTo>
                    <a:pt x="792" y="277"/>
                  </a:lnTo>
                  <a:cubicBezTo>
                    <a:pt x="824" y="277"/>
                    <a:pt x="824" y="246"/>
                    <a:pt x="792" y="246"/>
                  </a:cubicBezTo>
                  <a:lnTo>
                    <a:pt x="412" y="24"/>
                  </a:lnTo>
                  <a:cubicBezTo>
                    <a:pt x="412" y="8"/>
                    <a:pt x="396" y="0"/>
                    <a:pt x="380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24"/>
            <p:cNvSpPr/>
            <p:nvPr/>
          </p:nvSpPr>
          <p:spPr>
            <a:xfrm>
              <a:off x="4348878" y="2479366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49" y="0"/>
                  </a:moveTo>
                  <a:cubicBezTo>
                    <a:pt x="349" y="0"/>
                    <a:pt x="318" y="32"/>
                    <a:pt x="318" y="32"/>
                  </a:cubicBezTo>
                  <a:lnTo>
                    <a:pt x="1" y="190"/>
                  </a:lnTo>
                  <a:lnTo>
                    <a:pt x="381" y="412"/>
                  </a:lnTo>
                  <a:cubicBezTo>
                    <a:pt x="381" y="444"/>
                    <a:pt x="413" y="444"/>
                    <a:pt x="413" y="444"/>
                  </a:cubicBezTo>
                  <a:cubicBezTo>
                    <a:pt x="444" y="444"/>
                    <a:pt x="444" y="444"/>
                    <a:pt x="444" y="412"/>
                  </a:cubicBezTo>
                  <a:lnTo>
                    <a:pt x="761" y="254"/>
                  </a:lnTo>
                  <a:lnTo>
                    <a:pt x="381" y="32"/>
                  </a:lnTo>
                  <a:cubicBezTo>
                    <a:pt x="381" y="0"/>
                    <a:pt x="349" y="0"/>
                    <a:pt x="349" y="0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24"/>
            <p:cNvSpPr/>
            <p:nvPr/>
          </p:nvSpPr>
          <p:spPr>
            <a:xfrm>
              <a:off x="4299306" y="2489066"/>
              <a:ext cx="8779" cy="10743"/>
            </a:xfrm>
            <a:custGeom>
              <a:rect b="b" l="l" r="r" t="t"/>
              <a:pathLst>
                <a:path extrusionOk="0" h="350" w="286">
                  <a:moveTo>
                    <a:pt x="286" y="1"/>
                  </a:moveTo>
                  <a:lnTo>
                    <a:pt x="1" y="159"/>
                  </a:lnTo>
                  <a:lnTo>
                    <a:pt x="1" y="349"/>
                  </a:lnTo>
                  <a:lnTo>
                    <a:pt x="286" y="159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24"/>
            <p:cNvSpPr/>
            <p:nvPr/>
          </p:nvSpPr>
          <p:spPr>
            <a:xfrm>
              <a:off x="4265296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24"/>
            <p:cNvSpPr/>
            <p:nvPr/>
          </p:nvSpPr>
          <p:spPr>
            <a:xfrm>
              <a:off x="4265296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24"/>
            <p:cNvSpPr/>
            <p:nvPr/>
          </p:nvSpPr>
          <p:spPr>
            <a:xfrm>
              <a:off x="4265296" y="249394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24"/>
            <p:cNvSpPr/>
            <p:nvPr/>
          </p:nvSpPr>
          <p:spPr>
            <a:xfrm>
              <a:off x="4264313" y="249394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24"/>
            <p:cNvSpPr/>
            <p:nvPr/>
          </p:nvSpPr>
          <p:spPr>
            <a:xfrm>
              <a:off x="4264313" y="24939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24"/>
            <p:cNvSpPr/>
            <p:nvPr/>
          </p:nvSpPr>
          <p:spPr>
            <a:xfrm>
              <a:off x="4264313" y="24939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24"/>
            <p:cNvSpPr/>
            <p:nvPr/>
          </p:nvSpPr>
          <p:spPr>
            <a:xfrm>
              <a:off x="4264313" y="24939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24"/>
            <p:cNvSpPr/>
            <p:nvPr/>
          </p:nvSpPr>
          <p:spPr>
            <a:xfrm>
              <a:off x="4264313" y="249489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24"/>
            <p:cNvSpPr/>
            <p:nvPr/>
          </p:nvSpPr>
          <p:spPr>
            <a:xfrm>
              <a:off x="4231255" y="24939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24"/>
            <p:cNvSpPr/>
            <p:nvPr/>
          </p:nvSpPr>
          <p:spPr>
            <a:xfrm>
              <a:off x="4396517" y="2491982"/>
              <a:ext cx="4911" cy="7827"/>
            </a:xfrm>
            <a:custGeom>
              <a:rect b="b" l="l" r="r" t="t"/>
              <a:pathLst>
                <a:path extrusionOk="0" h="255" w="160">
                  <a:moveTo>
                    <a:pt x="159" y="1"/>
                  </a:moveTo>
                  <a:lnTo>
                    <a:pt x="1" y="96"/>
                  </a:lnTo>
                  <a:lnTo>
                    <a:pt x="1" y="254"/>
                  </a:lnTo>
                  <a:lnTo>
                    <a:pt x="159" y="191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24"/>
            <p:cNvSpPr/>
            <p:nvPr/>
          </p:nvSpPr>
          <p:spPr>
            <a:xfrm>
              <a:off x="4381937" y="2488114"/>
              <a:ext cx="12677" cy="11695"/>
            </a:xfrm>
            <a:custGeom>
              <a:rect b="b" l="l" r="r" t="t"/>
              <a:pathLst>
                <a:path extrusionOk="0" h="381" w="413">
                  <a:moveTo>
                    <a:pt x="1" y="0"/>
                  </a:moveTo>
                  <a:lnTo>
                    <a:pt x="1" y="159"/>
                  </a:lnTo>
                  <a:lnTo>
                    <a:pt x="412" y="380"/>
                  </a:lnTo>
                  <a:lnTo>
                    <a:pt x="412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24"/>
            <p:cNvSpPr/>
            <p:nvPr/>
          </p:nvSpPr>
          <p:spPr>
            <a:xfrm>
              <a:off x="4277942" y="2488114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24"/>
            <p:cNvSpPr/>
            <p:nvPr/>
          </p:nvSpPr>
          <p:spPr>
            <a:xfrm>
              <a:off x="4332364" y="2490048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1"/>
                  </a:moveTo>
                  <a:lnTo>
                    <a:pt x="1" y="159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24"/>
            <p:cNvSpPr/>
            <p:nvPr/>
          </p:nvSpPr>
          <p:spPr>
            <a:xfrm>
              <a:off x="4299306" y="24939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24"/>
            <p:cNvSpPr/>
            <p:nvPr/>
          </p:nvSpPr>
          <p:spPr>
            <a:xfrm>
              <a:off x="4298354" y="249489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24"/>
            <p:cNvSpPr/>
            <p:nvPr/>
          </p:nvSpPr>
          <p:spPr>
            <a:xfrm>
              <a:off x="4298354" y="249489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24"/>
            <p:cNvSpPr/>
            <p:nvPr/>
          </p:nvSpPr>
          <p:spPr>
            <a:xfrm>
              <a:off x="4298354" y="249489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24"/>
            <p:cNvSpPr/>
            <p:nvPr/>
          </p:nvSpPr>
          <p:spPr>
            <a:xfrm>
              <a:off x="4298354" y="249489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24"/>
            <p:cNvSpPr/>
            <p:nvPr/>
          </p:nvSpPr>
          <p:spPr>
            <a:xfrm>
              <a:off x="4298354" y="249489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24"/>
            <p:cNvSpPr/>
            <p:nvPr/>
          </p:nvSpPr>
          <p:spPr>
            <a:xfrm>
              <a:off x="4255565" y="249394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59"/>
                  </a:lnTo>
                  <a:cubicBezTo>
                    <a:pt x="32" y="190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32"/>
                    <a:pt x="32" y="0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24"/>
            <p:cNvSpPr/>
            <p:nvPr/>
          </p:nvSpPr>
          <p:spPr>
            <a:xfrm>
              <a:off x="4395565" y="249489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24"/>
            <p:cNvSpPr/>
            <p:nvPr/>
          </p:nvSpPr>
          <p:spPr>
            <a:xfrm>
              <a:off x="4395565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24"/>
            <p:cNvSpPr/>
            <p:nvPr/>
          </p:nvSpPr>
          <p:spPr>
            <a:xfrm>
              <a:off x="4395565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4"/>
            <p:cNvSpPr/>
            <p:nvPr/>
          </p:nvSpPr>
          <p:spPr>
            <a:xfrm>
              <a:off x="4395565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4"/>
            <p:cNvSpPr/>
            <p:nvPr/>
          </p:nvSpPr>
          <p:spPr>
            <a:xfrm>
              <a:off x="4395565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4"/>
            <p:cNvSpPr/>
            <p:nvPr/>
          </p:nvSpPr>
          <p:spPr>
            <a:xfrm>
              <a:off x="4395565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4"/>
            <p:cNvSpPr/>
            <p:nvPr/>
          </p:nvSpPr>
          <p:spPr>
            <a:xfrm>
              <a:off x="4394583" y="249489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4"/>
            <p:cNvSpPr/>
            <p:nvPr/>
          </p:nvSpPr>
          <p:spPr>
            <a:xfrm>
              <a:off x="4394583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24"/>
            <p:cNvSpPr/>
            <p:nvPr/>
          </p:nvSpPr>
          <p:spPr>
            <a:xfrm>
              <a:off x="4394583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24"/>
            <p:cNvSpPr/>
            <p:nvPr/>
          </p:nvSpPr>
          <p:spPr>
            <a:xfrm>
              <a:off x="4394583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24"/>
            <p:cNvSpPr/>
            <p:nvPr/>
          </p:nvSpPr>
          <p:spPr>
            <a:xfrm>
              <a:off x="4394583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24"/>
            <p:cNvSpPr/>
            <p:nvPr/>
          </p:nvSpPr>
          <p:spPr>
            <a:xfrm>
              <a:off x="4380985" y="2483479"/>
              <a:ext cx="20443" cy="12186"/>
            </a:xfrm>
            <a:custGeom>
              <a:rect b="b" l="l" r="r" t="t"/>
              <a:pathLst>
                <a:path extrusionOk="0" h="397" w="666">
                  <a:moveTo>
                    <a:pt x="222" y="1"/>
                  </a:moveTo>
                  <a:cubicBezTo>
                    <a:pt x="214" y="1"/>
                    <a:pt x="206" y="9"/>
                    <a:pt x="190" y="25"/>
                  </a:cubicBezTo>
                  <a:lnTo>
                    <a:pt x="32" y="120"/>
                  </a:lnTo>
                  <a:cubicBezTo>
                    <a:pt x="0" y="120"/>
                    <a:pt x="0" y="120"/>
                    <a:pt x="32" y="151"/>
                  </a:cubicBezTo>
                  <a:lnTo>
                    <a:pt x="443" y="373"/>
                  </a:lnTo>
                  <a:cubicBezTo>
                    <a:pt x="443" y="389"/>
                    <a:pt x="451" y="397"/>
                    <a:pt x="463" y="397"/>
                  </a:cubicBezTo>
                  <a:cubicBezTo>
                    <a:pt x="475" y="397"/>
                    <a:pt x="491" y="389"/>
                    <a:pt x="507" y="373"/>
                  </a:cubicBezTo>
                  <a:lnTo>
                    <a:pt x="665" y="278"/>
                  </a:lnTo>
                  <a:cubicBezTo>
                    <a:pt x="665" y="278"/>
                    <a:pt x="665" y="246"/>
                    <a:pt x="665" y="246"/>
                  </a:cubicBezTo>
                  <a:lnTo>
                    <a:pt x="253" y="25"/>
                  </a:lnTo>
                  <a:cubicBezTo>
                    <a:pt x="238" y="9"/>
                    <a:pt x="230" y="1"/>
                    <a:pt x="222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24"/>
            <p:cNvSpPr/>
            <p:nvPr/>
          </p:nvSpPr>
          <p:spPr>
            <a:xfrm>
              <a:off x="4382919" y="2483234"/>
              <a:ext cx="17527" cy="10743"/>
            </a:xfrm>
            <a:custGeom>
              <a:rect b="b" l="l" r="r" t="t"/>
              <a:pathLst>
                <a:path extrusionOk="0" h="350" w="571">
                  <a:moveTo>
                    <a:pt x="159" y="1"/>
                  </a:moveTo>
                  <a:cubicBezTo>
                    <a:pt x="159" y="1"/>
                    <a:pt x="159" y="1"/>
                    <a:pt x="127" y="33"/>
                  </a:cubicBezTo>
                  <a:lnTo>
                    <a:pt x="0" y="96"/>
                  </a:lnTo>
                  <a:lnTo>
                    <a:pt x="380" y="349"/>
                  </a:lnTo>
                  <a:lnTo>
                    <a:pt x="412" y="349"/>
                  </a:lnTo>
                  <a:lnTo>
                    <a:pt x="570" y="254"/>
                  </a:lnTo>
                  <a:lnTo>
                    <a:pt x="190" y="33"/>
                  </a:lnTo>
                  <a:cubicBezTo>
                    <a:pt x="190" y="1"/>
                    <a:pt x="159" y="1"/>
                    <a:pt x="159" y="1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24"/>
            <p:cNvSpPr/>
            <p:nvPr/>
          </p:nvSpPr>
          <p:spPr>
            <a:xfrm>
              <a:off x="4298354" y="249489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24"/>
            <p:cNvSpPr/>
            <p:nvPr/>
          </p:nvSpPr>
          <p:spPr>
            <a:xfrm>
              <a:off x="4298354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24"/>
            <p:cNvSpPr/>
            <p:nvPr/>
          </p:nvSpPr>
          <p:spPr>
            <a:xfrm>
              <a:off x="4298354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24"/>
            <p:cNvSpPr/>
            <p:nvPr/>
          </p:nvSpPr>
          <p:spPr>
            <a:xfrm>
              <a:off x="4264313" y="249489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32" y="159"/>
                    <a:pt x="32" y="191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24"/>
            <p:cNvSpPr/>
            <p:nvPr/>
          </p:nvSpPr>
          <p:spPr>
            <a:xfrm>
              <a:off x="4310970" y="2489066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24"/>
            <p:cNvSpPr/>
            <p:nvPr/>
          </p:nvSpPr>
          <p:spPr>
            <a:xfrm>
              <a:off x="4366374" y="2490048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8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8" y="191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24"/>
            <p:cNvSpPr/>
            <p:nvPr/>
          </p:nvSpPr>
          <p:spPr>
            <a:xfrm>
              <a:off x="4289606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3"/>
                  </a:moveTo>
                  <a:lnTo>
                    <a:pt x="0" y="191"/>
                  </a:lnTo>
                  <a:cubicBezTo>
                    <a:pt x="0" y="191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33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24"/>
            <p:cNvSpPr/>
            <p:nvPr/>
          </p:nvSpPr>
          <p:spPr>
            <a:xfrm>
              <a:off x="4332364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24"/>
            <p:cNvSpPr/>
            <p:nvPr/>
          </p:nvSpPr>
          <p:spPr>
            <a:xfrm>
              <a:off x="4332364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24"/>
            <p:cNvSpPr/>
            <p:nvPr/>
          </p:nvSpPr>
          <p:spPr>
            <a:xfrm>
              <a:off x="4332364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24"/>
            <p:cNvSpPr/>
            <p:nvPr/>
          </p:nvSpPr>
          <p:spPr>
            <a:xfrm>
              <a:off x="4332364" y="249588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24"/>
            <p:cNvSpPr/>
            <p:nvPr/>
          </p:nvSpPr>
          <p:spPr>
            <a:xfrm>
              <a:off x="4332364" y="249588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24"/>
            <p:cNvSpPr/>
            <p:nvPr/>
          </p:nvSpPr>
          <p:spPr>
            <a:xfrm>
              <a:off x="4332364" y="249588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24"/>
            <p:cNvSpPr/>
            <p:nvPr/>
          </p:nvSpPr>
          <p:spPr>
            <a:xfrm>
              <a:off x="4332364" y="249588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24"/>
            <p:cNvSpPr/>
            <p:nvPr/>
          </p:nvSpPr>
          <p:spPr>
            <a:xfrm>
              <a:off x="4332364" y="249588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24"/>
            <p:cNvSpPr/>
            <p:nvPr/>
          </p:nvSpPr>
          <p:spPr>
            <a:xfrm>
              <a:off x="4256547" y="249489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24"/>
            <p:cNvSpPr/>
            <p:nvPr/>
          </p:nvSpPr>
          <p:spPr>
            <a:xfrm>
              <a:off x="4256547" y="249489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24"/>
            <p:cNvSpPr/>
            <p:nvPr/>
          </p:nvSpPr>
          <p:spPr>
            <a:xfrm>
              <a:off x="4256547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24"/>
            <p:cNvSpPr/>
            <p:nvPr/>
          </p:nvSpPr>
          <p:spPr>
            <a:xfrm>
              <a:off x="4256547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24"/>
            <p:cNvSpPr/>
            <p:nvPr/>
          </p:nvSpPr>
          <p:spPr>
            <a:xfrm>
              <a:off x="4256547" y="249489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4"/>
            <p:cNvSpPr/>
            <p:nvPr/>
          </p:nvSpPr>
          <p:spPr>
            <a:xfrm>
              <a:off x="4255565" y="2495880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4"/>
            <p:cNvSpPr/>
            <p:nvPr/>
          </p:nvSpPr>
          <p:spPr>
            <a:xfrm>
              <a:off x="4255565" y="249588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4"/>
            <p:cNvSpPr/>
            <p:nvPr/>
          </p:nvSpPr>
          <p:spPr>
            <a:xfrm>
              <a:off x="4255565" y="249588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4"/>
            <p:cNvSpPr/>
            <p:nvPr/>
          </p:nvSpPr>
          <p:spPr>
            <a:xfrm>
              <a:off x="4298354" y="249489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33"/>
                  </a:lnTo>
                  <a:cubicBezTo>
                    <a:pt x="0" y="33"/>
                    <a:pt x="0" y="33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4"/>
            <p:cNvSpPr/>
            <p:nvPr/>
          </p:nvSpPr>
          <p:spPr>
            <a:xfrm>
              <a:off x="4345010" y="2490048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1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4"/>
            <p:cNvSpPr/>
            <p:nvPr/>
          </p:nvSpPr>
          <p:spPr>
            <a:xfrm>
              <a:off x="4322634" y="249588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33" y="159"/>
                    <a:pt x="33" y="159"/>
                    <a:pt x="33" y="191"/>
                  </a:cubicBezTo>
                  <a:lnTo>
                    <a:pt x="33" y="32"/>
                  </a:lnTo>
                  <a:cubicBezTo>
                    <a:pt x="33" y="1"/>
                    <a:pt x="33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4"/>
            <p:cNvSpPr/>
            <p:nvPr/>
          </p:nvSpPr>
          <p:spPr>
            <a:xfrm>
              <a:off x="4366374" y="249588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4"/>
            <p:cNvSpPr/>
            <p:nvPr/>
          </p:nvSpPr>
          <p:spPr>
            <a:xfrm>
              <a:off x="4365423" y="2495880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4"/>
            <p:cNvSpPr/>
            <p:nvPr/>
          </p:nvSpPr>
          <p:spPr>
            <a:xfrm>
              <a:off x="4365423" y="249588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4"/>
            <p:cNvSpPr/>
            <p:nvPr/>
          </p:nvSpPr>
          <p:spPr>
            <a:xfrm>
              <a:off x="4365423" y="249588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4"/>
            <p:cNvSpPr/>
            <p:nvPr/>
          </p:nvSpPr>
          <p:spPr>
            <a:xfrm>
              <a:off x="4365423" y="249588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4"/>
            <p:cNvSpPr/>
            <p:nvPr/>
          </p:nvSpPr>
          <p:spPr>
            <a:xfrm>
              <a:off x="4365423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4"/>
            <p:cNvSpPr/>
            <p:nvPr/>
          </p:nvSpPr>
          <p:spPr>
            <a:xfrm>
              <a:off x="4365423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24"/>
            <p:cNvSpPr/>
            <p:nvPr/>
          </p:nvSpPr>
          <p:spPr>
            <a:xfrm>
              <a:off x="4365423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24"/>
            <p:cNvSpPr/>
            <p:nvPr/>
          </p:nvSpPr>
          <p:spPr>
            <a:xfrm>
              <a:off x="4399433" y="2493946"/>
              <a:ext cx="4911" cy="7797"/>
            </a:xfrm>
            <a:custGeom>
              <a:rect b="b" l="l" r="r" t="t"/>
              <a:pathLst>
                <a:path extrusionOk="0" h="254" w="160">
                  <a:moveTo>
                    <a:pt x="159" y="0"/>
                  </a:moveTo>
                  <a:lnTo>
                    <a:pt x="1" y="95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24"/>
            <p:cNvSpPr/>
            <p:nvPr/>
          </p:nvSpPr>
          <p:spPr>
            <a:xfrm>
              <a:off x="4289606" y="249588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4"/>
            <p:cNvSpPr/>
            <p:nvPr/>
          </p:nvSpPr>
          <p:spPr>
            <a:xfrm>
              <a:off x="4289606" y="249588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4"/>
            <p:cNvSpPr/>
            <p:nvPr/>
          </p:nvSpPr>
          <p:spPr>
            <a:xfrm>
              <a:off x="4289606" y="249588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4"/>
            <p:cNvSpPr/>
            <p:nvPr/>
          </p:nvSpPr>
          <p:spPr>
            <a:xfrm>
              <a:off x="4289606" y="249588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4"/>
            <p:cNvSpPr/>
            <p:nvPr/>
          </p:nvSpPr>
          <p:spPr>
            <a:xfrm>
              <a:off x="4289606" y="249588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4"/>
            <p:cNvSpPr/>
            <p:nvPr/>
          </p:nvSpPr>
          <p:spPr>
            <a:xfrm>
              <a:off x="4289606" y="249588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4"/>
            <p:cNvSpPr/>
            <p:nvPr/>
          </p:nvSpPr>
          <p:spPr>
            <a:xfrm>
              <a:off x="4289606" y="249588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cubicBezTo>
                    <a:pt x="0" y="3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4"/>
            <p:cNvSpPr/>
            <p:nvPr/>
          </p:nvSpPr>
          <p:spPr>
            <a:xfrm>
              <a:off x="4289606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4"/>
            <p:cNvSpPr/>
            <p:nvPr/>
          </p:nvSpPr>
          <p:spPr>
            <a:xfrm>
              <a:off x="4332364" y="249588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4"/>
            <p:cNvSpPr/>
            <p:nvPr/>
          </p:nvSpPr>
          <p:spPr>
            <a:xfrm>
              <a:off x="4378038" y="2490048"/>
              <a:ext cx="11725" cy="11695"/>
            </a:xfrm>
            <a:custGeom>
              <a:rect b="b" l="l" r="r" t="t"/>
              <a:pathLst>
                <a:path extrusionOk="0" h="381" w="382">
                  <a:moveTo>
                    <a:pt x="1" y="1"/>
                  </a:moveTo>
                  <a:lnTo>
                    <a:pt x="1" y="191"/>
                  </a:lnTo>
                  <a:lnTo>
                    <a:pt x="381" y="381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4"/>
            <p:cNvSpPr/>
            <p:nvPr/>
          </p:nvSpPr>
          <p:spPr>
            <a:xfrm>
              <a:off x="4356675" y="2495880"/>
              <a:ext cx="31" cy="6845"/>
            </a:xfrm>
            <a:custGeom>
              <a:rect b="b" l="l" r="r" t="t"/>
              <a:pathLst>
                <a:path extrusionOk="0" h="223" w="1">
                  <a:moveTo>
                    <a:pt x="0" y="32"/>
                  </a:moveTo>
                  <a:lnTo>
                    <a:pt x="0" y="222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4"/>
            <p:cNvSpPr/>
            <p:nvPr/>
          </p:nvSpPr>
          <p:spPr>
            <a:xfrm>
              <a:off x="4399433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4"/>
            <p:cNvSpPr/>
            <p:nvPr/>
          </p:nvSpPr>
          <p:spPr>
            <a:xfrm>
              <a:off x="4399433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4"/>
            <p:cNvSpPr/>
            <p:nvPr/>
          </p:nvSpPr>
          <p:spPr>
            <a:xfrm>
              <a:off x="4399433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4"/>
            <p:cNvSpPr/>
            <p:nvPr/>
          </p:nvSpPr>
          <p:spPr>
            <a:xfrm>
              <a:off x="4399433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4"/>
            <p:cNvSpPr/>
            <p:nvPr/>
          </p:nvSpPr>
          <p:spPr>
            <a:xfrm>
              <a:off x="4398481" y="2496862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4"/>
            <p:cNvSpPr/>
            <p:nvPr/>
          </p:nvSpPr>
          <p:spPr>
            <a:xfrm>
              <a:off x="4398481" y="2496862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4"/>
            <p:cNvSpPr/>
            <p:nvPr/>
          </p:nvSpPr>
          <p:spPr>
            <a:xfrm>
              <a:off x="4398481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4"/>
            <p:cNvSpPr/>
            <p:nvPr/>
          </p:nvSpPr>
          <p:spPr>
            <a:xfrm>
              <a:off x="4398481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4"/>
            <p:cNvSpPr/>
            <p:nvPr/>
          </p:nvSpPr>
          <p:spPr>
            <a:xfrm>
              <a:off x="4323616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4"/>
            <p:cNvSpPr/>
            <p:nvPr/>
          </p:nvSpPr>
          <p:spPr>
            <a:xfrm>
              <a:off x="4323616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4"/>
            <p:cNvSpPr/>
            <p:nvPr/>
          </p:nvSpPr>
          <p:spPr>
            <a:xfrm>
              <a:off x="4323616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4"/>
            <p:cNvSpPr/>
            <p:nvPr/>
          </p:nvSpPr>
          <p:spPr>
            <a:xfrm>
              <a:off x="4323616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4"/>
            <p:cNvSpPr/>
            <p:nvPr/>
          </p:nvSpPr>
          <p:spPr>
            <a:xfrm>
              <a:off x="4323616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4"/>
            <p:cNvSpPr/>
            <p:nvPr/>
          </p:nvSpPr>
          <p:spPr>
            <a:xfrm>
              <a:off x="4323616" y="249686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4"/>
            <p:cNvSpPr/>
            <p:nvPr/>
          </p:nvSpPr>
          <p:spPr>
            <a:xfrm>
              <a:off x="4322634" y="249686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4"/>
            <p:cNvSpPr/>
            <p:nvPr/>
          </p:nvSpPr>
          <p:spPr>
            <a:xfrm>
              <a:off x="4322634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4"/>
            <p:cNvSpPr/>
            <p:nvPr/>
          </p:nvSpPr>
          <p:spPr>
            <a:xfrm>
              <a:off x="4365423" y="2496862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90"/>
                    <a:pt x="32" y="190"/>
                  </a:cubicBezTo>
                  <a:lnTo>
                    <a:pt x="32" y="32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4"/>
            <p:cNvSpPr/>
            <p:nvPr/>
          </p:nvSpPr>
          <p:spPr>
            <a:xfrm>
              <a:off x="4389733" y="2496862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32" y="190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32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4"/>
            <p:cNvSpPr/>
            <p:nvPr/>
          </p:nvSpPr>
          <p:spPr>
            <a:xfrm>
              <a:off x="4261397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4"/>
            <p:cNvSpPr/>
            <p:nvPr/>
          </p:nvSpPr>
          <p:spPr>
            <a:xfrm>
              <a:off x="4261397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32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4"/>
            <p:cNvSpPr/>
            <p:nvPr/>
          </p:nvSpPr>
          <p:spPr>
            <a:xfrm>
              <a:off x="4260446" y="2496862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4"/>
            <p:cNvSpPr/>
            <p:nvPr/>
          </p:nvSpPr>
          <p:spPr>
            <a:xfrm>
              <a:off x="4260446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4"/>
            <p:cNvSpPr/>
            <p:nvPr/>
          </p:nvSpPr>
          <p:spPr>
            <a:xfrm>
              <a:off x="4260446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4"/>
            <p:cNvSpPr/>
            <p:nvPr/>
          </p:nvSpPr>
          <p:spPr>
            <a:xfrm>
              <a:off x="4260446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4"/>
            <p:cNvSpPr/>
            <p:nvPr/>
          </p:nvSpPr>
          <p:spPr>
            <a:xfrm>
              <a:off x="4260446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4"/>
            <p:cNvSpPr/>
            <p:nvPr/>
          </p:nvSpPr>
          <p:spPr>
            <a:xfrm>
              <a:off x="4259464" y="249686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4"/>
            <p:cNvSpPr/>
            <p:nvPr/>
          </p:nvSpPr>
          <p:spPr>
            <a:xfrm>
              <a:off x="4259464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24"/>
            <p:cNvSpPr/>
            <p:nvPr/>
          </p:nvSpPr>
          <p:spPr>
            <a:xfrm>
              <a:off x="4259464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24"/>
            <p:cNvSpPr/>
            <p:nvPr/>
          </p:nvSpPr>
          <p:spPr>
            <a:xfrm>
              <a:off x="4258481" y="249686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0"/>
                  </a:moveTo>
                  <a:cubicBezTo>
                    <a:pt x="32" y="32"/>
                    <a:pt x="1" y="32"/>
                    <a:pt x="1" y="32"/>
                  </a:cubicBez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4"/>
            <p:cNvSpPr/>
            <p:nvPr/>
          </p:nvSpPr>
          <p:spPr>
            <a:xfrm>
              <a:off x="4398481" y="2497814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4"/>
            <p:cNvSpPr/>
            <p:nvPr/>
          </p:nvSpPr>
          <p:spPr>
            <a:xfrm>
              <a:off x="4356675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4"/>
            <p:cNvSpPr/>
            <p:nvPr/>
          </p:nvSpPr>
          <p:spPr>
            <a:xfrm>
              <a:off x="4356675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4"/>
            <p:cNvSpPr/>
            <p:nvPr/>
          </p:nvSpPr>
          <p:spPr>
            <a:xfrm>
              <a:off x="4356675" y="24968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24"/>
            <p:cNvSpPr/>
            <p:nvPr/>
          </p:nvSpPr>
          <p:spPr>
            <a:xfrm>
              <a:off x="4356675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24"/>
            <p:cNvSpPr/>
            <p:nvPr/>
          </p:nvSpPr>
          <p:spPr>
            <a:xfrm>
              <a:off x="4356675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4"/>
            <p:cNvSpPr/>
            <p:nvPr/>
          </p:nvSpPr>
          <p:spPr>
            <a:xfrm>
              <a:off x="4356675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4"/>
            <p:cNvSpPr/>
            <p:nvPr/>
          </p:nvSpPr>
          <p:spPr>
            <a:xfrm>
              <a:off x="4356675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24"/>
            <p:cNvSpPr/>
            <p:nvPr/>
          </p:nvSpPr>
          <p:spPr>
            <a:xfrm>
              <a:off x="4356675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4"/>
            <p:cNvSpPr/>
            <p:nvPr/>
          </p:nvSpPr>
          <p:spPr>
            <a:xfrm>
              <a:off x="4294456" y="249781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4"/>
            <p:cNvSpPr/>
            <p:nvPr/>
          </p:nvSpPr>
          <p:spPr>
            <a:xfrm>
              <a:off x="4294456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4"/>
            <p:cNvSpPr/>
            <p:nvPr/>
          </p:nvSpPr>
          <p:spPr>
            <a:xfrm>
              <a:off x="4294456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24"/>
            <p:cNvSpPr/>
            <p:nvPr/>
          </p:nvSpPr>
          <p:spPr>
            <a:xfrm>
              <a:off x="4294456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24"/>
            <p:cNvSpPr/>
            <p:nvPr/>
          </p:nvSpPr>
          <p:spPr>
            <a:xfrm>
              <a:off x="4293474" y="2497814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24"/>
            <p:cNvSpPr/>
            <p:nvPr/>
          </p:nvSpPr>
          <p:spPr>
            <a:xfrm>
              <a:off x="4293474" y="2497814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24"/>
            <p:cNvSpPr/>
            <p:nvPr/>
          </p:nvSpPr>
          <p:spPr>
            <a:xfrm>
              <a:off x="4293474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24"/>
            <p:cNvSpPr/>
            <p:nvPr/>
          </p:nvSpPr>
          <p:spPr>
            <a:xfrm>
              <a:off x="4293474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24"/>
            <p:cNvSpPr/>
            <p:nvPr/>
          </p:nvSpPr>
          <p:spPr>
            <a:xfrm>
              <a:off x="4293474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24"/>
            <p:cNvSpPr/>
            <p:nvPr/>
          </p:nvSpPr>
          <p:spPr>
            <a:xfrm>
              <a:off x="4292522" y="2497814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24"/>
            <p:cNvSpPr/>
            <p:nvPr/>
          </p:nvSpPr>
          <p:spPr>
            <a:xfrm>
              <a:off x="4292522" y="249781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24"/>
            <p:cNvSpPr/>
            <p:nvPr/>
          </p:nvSpPr>
          <p:spPr>
            <a:xfrm>
              <a:off x="4390685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24"/>
            <p:cNvSpPr/>
            <p:nvPr/>
          </p:nvSpPr>
          <p:spPr>
            <a:xfrm>
              <a:off x="4390685" y="249781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24"/>
            <p:cNvSpPr/>
            <p:nvPr/>
          </p:nvSpPr>
          <p:spPr>
            <a:xfrm>
              <a:off x="4390685" y="249781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24"/>
            <p:cNvSpPr/>
            <p:nvPr/>
          </p:nvSpPr>
          <p:spPr>
            <a:xfrm>
              <a:off x="4390685" y="249781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24"/>
            <p:cNvSpPr/>
            <p:nvPr/>
          </p:nvSpPr>
          <p:spPr>
            <a:xfrm>
              <a:off x="4390685" y="249781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24"/>
            <p:cNvSpPr/>
            <p:nvPr/>
          </p:nvSpPr>
          <p:spPr>
            <a:xfrm>
              <a:off x="4390685" y="249879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24"/>
            <p:cNvSpPr/>
            <p:nvPr/>
          </p:nvSpPr>
          <p:spPr>
            <a:xfrm>
              <a:off x="4390685" y="249879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24"/>
            <p:cNvSpPr/>
            <p:nvPr/>
          </p:nvSpPr>
          <p:spPr>
            <a:xfrm>
              <a:off x="4389733" y="249879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24"/>
            <p:cNvSpPr/>
            <p:nvPr/>
          </p:nvSpPr>
          <p:spPr>
            <a:xfrm>
              <a:off x="4328466" y="249879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24"/>
            <p:cNvSpPr/>
            <p:nvPr/>
          </p:nvSpPr>
          <p:spPr>
            <a:xfrm>
              <a:off x="4328466" y="249879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24"/>
            <p:cNvSpPr/>
            <p:nvPr/>
          </p:nvSpPr>
          <p:spPr>
            <a:xfrm>
              <a:off x="4327514" y="249879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24"/>
            <p:cNvSpPr/>
            <p:nvPr/>
          </p:nvSpPr>
          <p:spPr>
            <a:xfrm>
              <a:off x="4327514" y="249879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24"/>
            <p:cNvSpPr/>
            <p:nvPr/>
          </p:nvSpPr>
          <p:spPr>
            <a:xfrm>
              <a:off x="4327514" y="249879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24"/>
            <p:cNvSpPr/>
            <p:nvPr/>
          </p:nvSpPr>
          <p:spPr>
            <a:xfrm>
              <a:off x="4327514" y="249879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24"/>
            <p:cNvSpPr/>
            <p:nvPr/>
          </p:nvSpPr>
          <p:spPr>
            <a:xfrm>
              <a:off x="4327514" y="249879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4"/>
            <p:cNvSpPr/>
            <p:nvPr/>
          </p:nvSpPr>
          <p:spPr>
            <a:xfrm>
              <a:off x="4326532" y="249879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4"/>
            <p:cNvSpPr/>
            <p:nvPr/>
          </p:nvSpPr>
          <p:spPr>
            <a:xfrm>
              <a:off x="4326532" y="249879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4"/>
            <p:cNvSpPr/>
            <p:nvPr/>
          </p:nvSpPr>
          <p:spPr>
            <a:xfrm>
              <a:off x="4326532" y="249879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4"/>
            <p:cNvSpPr/>
            <p:nvPr/>
          </p:nvSpPr>
          <p:spPr>
            <a:xfrm>
              <a:off x="4325550" y="249879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24"/>
            <p:cNvSpPr/>
            <p:nvPr/>
          </p:nvSpPr>
          <p:spPr>
            <a:xfrm>
              <a:off x="4362507" y="249977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24"/>
            <p:cNvSpPr/>
            <p:nvPr/>
          </p:nvSpPr>
          <p:spPr>
            <a:xfrm>
              <a:off x="4361524" y="249977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4"/>
            <p:cNvSpPr/>
            <p:nvPr/>
          </p:nvSpPr>
          <p:spPr>
            <a:xfrm>
              <a:off x="4361524" y="249977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24"/>
            <p:cNvSpPr/>
            <p:nvPr/>
          </p:nvSpPr>
          <p:spPr>
            <a:xfrm>
              <a:off x="4361524" y="249977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24"/>
            <p:cNvSpPr/>
            <p:nvPr/>
          </p:nvSpPr>
          <p:spPr>
            <a:xfrm>
              <a:off x="4361524" y="249977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24"/>
            <p:cNvSpPr/>
            <p:nvPr/>
          </p:nvSpPr>
          <p:spPr>
            <a:xfrm>
              <a:off x="4360542" y="249977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4"/>
            <p:cNvSpPr/>
            <p:nvPr/>
          </p:nvSpPr>
          <p:spPr>
            <a:xfrm>
              <a:off x="4360542" y="249977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4"/>
            <p:cNvSpPr/>
            <p:nvPr/>
          </p:nvSpPr>
          <p:spPr>
            <a:xfrm>
              <a:off x="4360542" y="249977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4"/>
            <p:cNvSpPr/>
            <p:nvPr/>
          </p:nvSpPr>
          <p:spPr>
            <a:xfrm>
              <a:off x="4360542" y="249977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4"/>
            <p:cNvSpPr/>
            <p:nvPr/>
          </p:nvSpPr>
          <p:spPr>
            <a:xfrm>
              <a:off x="4359591" y="249977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24"/>
            <p:cNvSpPr/>
            <p:nvPr/>
          </p:nvSpPr>
          <p:spPr>
            <a:xfrm>
              <a:off x="4359591" y="249977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24"/>
            <p:cNvSpPr/>
            <p:nvPr/>
          </p:nvSpPr>
          <p:spPr>
            <a:xfrm>
              <a:off x="4395565" y="250073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4"/>
            <p:cNvSpPr/>
            <p:nvPr/>
          </p:nvSpPr>
          <p:spPr>
            <a:xfrm>
              <a:off x="4395565" y="249977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32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4"/>
            <p:cNvSpPr/>
            <p:nvPr/>
          </p:nvSpPr>
          <p:spPr>
            <a:xfrm>
              <a:off x="4395565" y="249977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4"/>
            <p:cNvSpPr/>
            <p:nvPr/>
          </p:nvSpPr>
          <p:spPr>
            <a:xfrm>
              <a:off x="4394583" y="249977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4"/>
            <p:cNvSpPr/>
            <p:nvPr/>
          </p:nvSpPr>
          <p:spPr>
            <a:xfrm>
              <a:off x="4394583" y="249977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4"/>
            <p:cNvSpPr/>
            <p:nvPr/>
          </p:nvSpPr>
          <p:spPr>
            <a:xfrm>
              <a:off x="4394583" y="249977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24"/>
            <p:cNvSpPr/>
            <p:nvPr/>
          </p:nvSpPr>
          <p:spPr>
            <a:xfrm>
              <a:off x="4394583" y="249977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24"/>
            <p:cNvSpPr/>
            <p:nvPr/>
          </p:nvSpPr>
          <p:spPr>
            <a:xfrm>
              <a:off x="4394583" y="249977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24"/>
            <p:cNvSpPr/>
            <p:nvPr/>
          </p:nvSpPr>
          <p:spPr>
            <a:xfrm>
              <a:off x="4393601" y="249977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4"/>
            <p:cNvSpPr/>
            <p:nvPr/>
          </p:nvSpPr>
          <p:spPr>
            <a:xfrm>
              <a:off x="4393601" y="249977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4"/>
            <p:cNvSpPr/>
            <p:nvPr/>
          </p:nvSpPr>
          <p:spPr>
            <a:xfrm>
              <a:off x="4392649" y="249977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4"/>
            <p:cNvSpPr/>
            <p:nvPr/>
          </p:nvSpPr>
          <p:spPr>
            <a:xfrm>
              <a:off x="4406247" y="2493946"/>
              <a:ext cx="12677" cy="12646"/>
            </a:xfrm>
            <a:custGeom>
              <a:rect b="b" l="l" r="r" t="t"/>
              <a:pathLst>
                <a:path extrusionOk="0" h="412" w="413">
                  <a:moveTo>
                    <a:pt x="0" y="0"/>
                  </a:moveTo>
                  <a:lnTo>
                    <a:pt x="0" y="159"/>
                  </a:lnTo>
                  <a:lnTo>
                    <a:pt x="412" y="412"/>
                  </a:lnTo>
                  <a:lnTo>
                    <a:pt x="412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4"/>
            <p:cNvSpPr/>
            <p:nvPr/>
          </p:nvSpPr>
          <p:spPr>
            <a:xfrm>
              <a:off x="4418893" y="250073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3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3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4"/>
            <p:cNvSpPr/>
            <p:nvPr/>
          </p:nvSpPr>
          <p:spPr>
            <a:xfrm>
              <a:off x="4245866" y="2495880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4"/>
            <p:cNvSpPr/>
            <p:nvPr/>
          </p:nvSpPr>
          <p:spPr>
            <a:xfrm>
              <a:off x="4231255" y="2494898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4"/>
            <p:cNvSpPr/>
            <p:nvPr/>
          </p:nvSpPr>
          <p:spPr>
            <a:xfrm>
              <a:off x="4245866" y="2501712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4"/>
            <p:cNvSpPr/>
            <p:nvPr/>
          </p:nvSpPr>
          <p:spPr>
            <a:xfrm>
              <a:off x="4244883" y="2501712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4"/>
            <p:cNvSpPr/>
            <p:nvPr/>
          </p:nvSpPr>
          <p:spPr>
            <a:xfrm>
              <a:off x="4244883" y="250171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4"/>
            <p:cNvSpPr/>
            <p:nvPr/>
          </p:nvSpPr>
          <p:spPr>
            <a:xfrm>
              <a:off x="4244883" y="250171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4"/>
            <p:cNvSpPr/>
            <p:nvPr/>
          </p:nvSpPr>
          <p:spPr>
            <a:xfrm>
              <a:off x="4244883" y="250171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4"/>
            <p:cNvSpPr/>
            <p:nvPr/>
          </p:nvSpPr>
          <p:spPr>
            <a:xfrm>
              <a:off x="4244883" y="250171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4"/>
            <p:cNvSpPr/>
            <p:nvPr/>
          </p:nvSpPr>
          <p:spPr>
            <a:xfrm>
              <a:off x="4243901" y="250171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4"/>
            <p:cNvSpPr/>
            <p:nvPr/>
          </p:nvSpPr>
          <p:spPr>
            <a:xfrm>
              <a:off x="4243901" y="250171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4"/>
            <p:cNvSpPr/>
            <p:nvPr/>
          </p:nvSpPr>
          <p:spPr>
            <a:xfrm>
              <a:off x="4243901" y="250171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4"/>
            <p:cNvSpPr/>
            <p:nvPr/>
          </p:nvSpPr>
          <p:spPr>
            <a:xfrm>
              <a:off x="4243901" y="250171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4"/>
            <p:cNvSpPr/>
            <p:nvPr/>
          </p:nvSpPr>
          <p:spPr>
            <a:xfrm>
              <a:off x="4242919" y="250171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4"/>
            <p:cNvSpPr/>
            <p:nvPr/>
          </p:nvSpPr>
          <p:spPr>
            <a:xfrm>
              <a:off x="4231255" y="2487132"/>
              <a:ext cx="25323" cy="14611"/>
            </a:xfrm>
            <a:custGeom>
              <a:rect b="b" l="l" r="r" t="t"/>
              <a:pathLst>
                <a:path extrusionOk="0" h="476" w="825">
                  <a:moveTo>
                    <a:pt x="318" y="1"/>
                  </a:moveTo>
                  <a:lnTo>
                    <a:pt x="1" y="191"/>
                  </a:lnTo>
                  <a:cubicBezTo>
                    <a:pt x="1" y="191"/>
                    <a:pt x="1" y="222"/>
                    <a:pt x="1" y="254"/>
                  </a:cubicBezTo>
                  <a:lnTo>
                    <a:pt x="381" y="476"/>
                  </a:lnTo>
                  <a:lnTo>
                    <a:pt x="476" y="476"/>
                  </a:lnTo>
                  <a:lnTo>
                    <a:pt x="793" y="286"/>
                  </a:lnTo>
                  <a:cubicBezTo>
                    <a:pt x="824" y="254"/>
                    <a:pt x="824" y="254"/>
                    <a:pt x="793" y="222"/>
                  </a:cubicBezTo>
                  <a:lnTo>
                    <a:pt x="413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4"/>
            <p:cNvSpPr/>
            <p:nvPr/>
          </p:nvSpPr>
          <p:spPr>
            <a:xfrm>
              <a:off x="4232237" y="2487132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7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4"/>
            <p:cNvSpPr/>
            <p:nvPr/>
          </p:nvSpPr>
          <p:spPr>
            <a:xfrm>
              <a:off x="4418893" y="250171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4"/>
            <p:cNvSpPr/>
            <p:nvPr/>
          </p:nvSpPr>
          <p:spPr>
            <a:xfrm>
              <a:off x="4418893" y="250171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4"/>
            <p:cNvSpPr/>
            <p:nvPr/>
          </p:nvSpPr>
          <p:spPr>
            <a:xfrm>
              <a:off x="4418893" y="250171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4"/>
            <p:cNvSpPr/>
            <p:nvPr/>
          </p:nvSpPr>
          <p:spPr>
            <a:xfrm>
              <a:off x="4418893" y="250171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4"/>
            <p:cNvSpPr/>
            <p:nvPr/>
          </p:nvSpPr>
          <p:spPr>
            <a:xfrm>
              <a:off x="4418893" y="250171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4"/>
            <p:cNvSpPr/>
            <p:nvPr/>
          </p:nvSpPr>
          <p:spPr>
            <a:xfrm>
              <a:off x="4418893" y="250171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4"/>
            <p:cNvSpPr/>
            <p:nvPr/>
          </p:nvSpPr>
          <p:spPr>
            <a:xfrm>
              <a:off x="4418893" y="25026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4"/>
            <p:cNvSpPr/>
            <p:nvPr/>
          </p:nvSpPr>
          <p:spPr>
            <a:xfrm>
              <a:off x="4418893" y="25026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4"/>
            <p:cNvSpPr/>
            <p:nvPr/>
          </p:nvSpPr>
          <p:spPr>
            <a:xfrm>
              <a:off x="4279876" y="2496862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4"/>
            <p:cNvSpPr/>
            <p:nvPr/>
          </p:nvSpPr>
          <p:spPr>
            <a:xfrm>
              <a:off x="4265296" y="2494898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0" y="1"/>
                  </a:moveTo>
                  <a:lnTo>
                    <a:pt x="0" y="191"/>
                  </a:lnTo>
                  <a:lnTo>
                    <a:pt x="380" y="413"/>
                  </a:lnTo>
                  <a:lnTo>
                    <a:pt x="380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4"/>
            <p:cNvSpPr/>
            <p:nvPr/>
          </p:nvSpPr>
          <p:spPr>
            <a:xfrm>
              <a:off x="4264313" y="2487377"/>
              <a:ext cx="25323" cy="15102"/>
            </a:xfrm>
            <a:custGeom>
              <a:rect b="b" l="l" r="r" t="t"/>
              <a:pathLst>
                <a:path extrusionOk="0" h="492" w="825">
                  <a:moveTo>
                    <a:pt x="397" y="1"/>
                  </a:moveTo>
                  <a:cubicBezTo>
                    <a:pt x="381" y="1"/>
                    <a:pt x="365" y="8"/>
                    <a:pt x="349" y="24"/>
                  </a:cubicBezTo>
                  <a:lnTo>
                    <a:pt x="32" y="214"/>
                  </a:lnTo>
                  <a:cubicBezTo>
                    <a:pt x="1" y="214"/>
                    <a:pt x="1" y="246"/>
                    <a:pt x="32" y="246"/>
                  </a:cubicBezTo>
                  <a:lnTo>
                    <a:pt x="412" y="468"/>
                  </a:lnTo>
                  <a:cubicBezTo>
                    <a:pt x="428" y="483"/>
                    <a:pt x="444" y="491"/>
                    <a:pt x="460" y="491"/>
                  </a:cubicBezTo>
                  <a:cubicBezTo>
                    <a:pt x="476" y="491"/>
                    <a:pt x="492" y="483"/>
                    <a:pt x="507" y="468"/>
                  </a:cubicBezTo>
                  <a:lnTo>
                    <a:pt x="824" y="309"/>
                  </a:lnTo>
                  <a:cubicBezTo>
                    <a:pt x="824" y="278"/>
                    <a:pt x="824" y="246"/>
                    <a:pt x="824" y="246"/>
                  </a:cubicBezTo>
                  <a:lnTo>
                    <a:pt x="444" y="24"/>
                  </a:lnTo>
                  <a:cubicBezTo>
                    <a:pt x="428" y="8"/>
                    <a:pt x="412" y="1"/>
                    <a:pt x="397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4"/>
            <p:cNvSpPr/>
            <p:nvPr/>
          </p:nvSpPr>
          <p:spPr>
            <a:xfrm>
              <a:off x="4265296" y="2487132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49" y="1"/>
                  </a:moveTo>
                  <a:cubicBezTo>
                    <a:pt x="349" y="1"/>
                    <a:pt x="349" y="32"/>
                    <a:pt x="317" y="32"/>
                  </a:cubicBezTo>
                  <a:lnTo>
                    <a:pt x="0" y="222"/>
                  </a:lnTo>
                  <a:lnTo>
                    <a:pt x="380" y="444"/>
                  </a:lnTo>
                  <a:lnTo>
                    <a:pt x="444" y="444"/>
                  </a:lnTo>
                  <a:lnTo>
                    <a:pt x="760" y="254"/>
                  </a:lnTo>
                  <a:lnTo>
                    <a:pt x="380" y="32"/>
                  </a:lnTo>
                  <a:cubicBezTo>
                    <a:pt x="380" y="32"/>
                    <a:pt x="380" y="1"/>
                    <a:pt x="349" y="1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4"/>
            <p:cNvSpPr/>
            <p:nvPr/>
          </p:nvSpPr>
          <p:spPr>
            <a:xfrm>
              <a:off x="4278893" y="250171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1"/>
                  </a:moveTo>
                  <a:cubicBezTo>
                    <a:pt x="32" y="1"/>
                    <a:pt x="32" y="1"/>
                    <a:pt x="1" y="32"/>
                  </a:cubicBez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4"/>
            <p:cNvSpPr/>
            <p:nvPr/>
          </p:nvSpPr>
          <p:spPr>
            <a:xfrm>
              <a:off x="4278893" y="25026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4"/>
            <p:cNvSpPr/>
            <p:nvPr/>
          </p:nvSpPr>
          <p:spPr>
            <a:xfrm>
              <a:off x="4278893" y="25026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4"/>
            <p:cNvSpPr/>
            <p:nvPr/>
          </p:nvSpPr>
          <p:spPr>
            <a:xfrm>
              <a:off x="4278893" y="25026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4"/>
            <p:cNvSpPr/>
            <p:nvPr/>
          </p:nvSpPr>
          <p:spPr>
            <a:xfrm>
              <a:off x="4277942" y="250269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4"/>
            <p:cNvSpPr/>
            <p:nvPr/>
          </p:nvSpPr>
          <p:spPr>
            <a:xfrm>
              <a:off x="4277942" y="25026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24"/>
            <p:cNvSpPr/>
            <p:nvPr/>
          </p:nvSpPr>
          <p:spPr>
            <a:xfrm>
              <a:off x="4277942" y="25026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24"/>
            <p:cNvSpPr/>
            <p:nvPr/>
          </p:nvSpPr>
          <p:spPr>
            <a:xfrm>
              <a:off x="4277942" y="25026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4"/>
            <p:cNvSpPr/>
            <p:nvPr/>
          </p:nvSpPr>
          <p:spPr>
            <a:xfrm>
              <a:off x="4277942" y="25026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4"/>
            <p:cNvSpPr/>
            <p:nvPr/>
          </p:nvSpPr>
          <p:spPr>
            <a:xfrm>
              <a:off x="4276960" y="250171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32"/>
                  </a:lnTo>
                  <a:cubicBezTo>
                    <a:pt x="0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4"/>
            <p:cNvSpPr/>
            <p:nvPr/>
          </p:nvSpPr>
          <p:spPr>
            <a:xfrm>
              <a:off x="4276960" y="250171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4"/>
            <p:cNvSpPr/>
            <p:nvPr/>
          </p:nvSpPr>
          <p:spPr>
            <a:xfrm>
              <a:off x="4312934" y="2496862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9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24"/>
            <p:cNvSpPr/>
            <p:nvPr/>
          </p:nvSpPr>
          <p:spPr>
            <a:xfrm>
              <a:off x="4299306" y="2495880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24"/>
            <p:cNvSpPr/>
            <p:nvPr/>
          </p:nvSpPr>
          <p:spPr>
            <a:xfrm>
              <a:off x="4248782" y="2497814"/>
              <a:ext cx="9730" cy="10743"/>
            </a:xfrm>
            <a:custGeom>
              <a:rect b="b" l="l" r="r" t="t"/>
              <a:pathLst>
                <a:path extrusionOk="0" h="350" w="317">
                  <a:moveTo>
                    <a:pt x="317" y="1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4"/>
            <p:cNvSpPr/>
            <p:nvPr/>
          </p:nvSpPr>
          <p:spPr>
            <a:xfrm>
              <a:off x="4298354" y="2488360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76" y="0"/>
                  </a:moveTo>
                  <a:cubicBezTo>
                    <a:pt x="356" y="0"/>
                    <a:pt x="333" y="8"/>
                    <a:pt x="317" y="24"/>
                  </a:cubicBezTo>
                  <a:lnTo>
                    <a:pt x="0" y="182"/>
                  </a:lnTo>
                  <a:cubicBezTo>
                    <a:pt x="0" y="214"/>
                    <a:pt x="0" y="246"/>
                    <a:pt x="0" y="246"/>
                  </a:cubicBezTo>
                  <a:lnTo>
                    <a:pt x="380" y="467"/>
                  </a:lnTo>
                  <a:cubicBezTo>
                    <a:pt x="396" y="483"/>
                    <a:pt x="420" y="491"/>
                    <a:pt x="440" y="491"/>
                  </a:cubicBezTo>
                  <a:cubicBezTo>
                    <a:pt x="459" y="491"/>
                    <a:pt x="475" y="483"/>
                    <a:pt x="475" y="467"/>
                  </a:cubicBezTo>
                  <a:lnTo>
                    <a:pt x="792" y="277"/>
                  </a:lnTo>
                  <a:cubicBezTo>
                    <a:pt x="824" y="277"/>
                    <a:pt x="824" y="246"/>
                    <a:pt x="792" y="246"/>
                  </a:cubicBezTo>
                  <a:lnTo>
                    <a:pt x="412" y="24"/>
                  </a:lnTo>
                  <a:cubicBezTo>
                    <a:pt x="412" y="8"/>
                    <a:pt x="396" y="0"/>
                    <a:pt x="376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24"/>
            <p:cNvSpPr/>
            <p:nvPr/>
          </p:nvSpPr>
          <p:spPr>
            <a:xfrm>
              <a:off x="4299306" y="2488114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49" y="0"/>
                  </a:moveTo>
                  <a:cubicBezTo>
                    <a:pt x="349" y="0"/>
                    <a:pt x="317" y="32"/>
                    <a:pt x="317" y="32"/>
                  </a:cubicBezTo>
                  <a:lnTo>
                    <a:pt x="1" y="190"/>
                  </a:lnTo>
                  <a:lnTo>
                    <a:pt x="381" y="412"/>
                  </a:lnTo>
                  <a:cubicBezTo>
                    <a:pt x="381" y="444"/>
                    <a:pt x="413" y="444"/>
                    <a:pt x="413" y="444"/>
                  </a:cubicBezTo>
                  <a:cubicBezTo>
                    <a:pt x="413" y="444"/>
                    <a:pt x="444" y="444"/>
                    <a:pt x="444" y="412"/>
                  </a:cubicBezTo>
                  <a:lnTo>
                    <a:pt x="761" y="254"/>
                  </a:lnTo>
                  <a:lnTo>
                    <a:pt x="381" y="32"/>
                  </a:lnTo>
                  <a:cubicBezTo>
                    <a:pt x="381" y="0"/>
                    <a:pt x="349" y="0"/>
                    <a:pt x="349" y="0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24"/>
            <p:cNvSpPr/>
            <p:nvPr/>
          </p:nvSpPr>
          <p:spPr>
            <a:xfrm>
              <a:off x="4312934" y="250269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4"/>
            <p:cNvSpPr/>
            <p:nvPr/>
          </p:nvSpPr>
          <p:spPr>
            <a:xfrm>
              <a:off x="4312934" y="250269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4"/>
            <p:cNvSpPr/>
            <p:nvPr/>
          </p:nvSpPr>
          <p:spPr>
            <a:xfrm>
              <a:off x="4311952" y="250269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24"/>
            <p:cNvSpPr/>
            <p:nvPr/>
          </p:nvSpPr>
          <p:spPr>
            <a:xfrm>
              <a:off x="4311952" y="250269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24"/>
            <p:cNvSpPr/>
            <p:nvPr/>
          </p:nvSpPr>
          <p:spPr>
            <a:xfrm>
              <a:off x="4311952" y="250269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24"/>
            <p:cNvSpPr/>
            <p:nvPr/>
          </p:nvSpPr>
          <p:spPr>
            <a:xfrm>
              <a:off x="4311952" y="250269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24"/>
            <p:cNvSpPr/>
            <p:nvPr/>
          </p:nvSpPr>
          <p:spPr>
            <a:xfrm>
              <a:off x="4310970" y="250269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3" y="19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4"/>
            <p:cNvSpPr/>
            <p:nvPr/>
          </p:nvSpPr>
          <p:spPr>
            <a:xfrm>
              <a:off x="4310970" y="250269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3" y="19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24"/>
            <p:cNvSpPr/>
            <p:nvPr/>
          </p:nvSpPr>
          <p:spPr>
            <a:xfrm>
              <a:off x="4310970" y="25026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24"/>
            <p:cNvSpPr/>
            <p:nvPr/>
          </p:nvSpPr>
          <p:spPr>
            <a:xfrm>
              <a:off x="4310970" y="25026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4"/>
            <p:cNvSpPr/>
            <p:nvPr/>
          </p:nvSpPr>
          <p:spPr>
            <a:xfrm>
              <a:off x="4310970" y="250269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4"/>
            <p:cNvSpPr/>
            <p:nvPr/>
          </p:nvSpPr>
          <p:spPr>
            <a:xfrm>
              <a:off x="4346944" y="2497814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24"/>
            <p:cNvSpPr/>
            <p:nvPr/>
          </p:nvSpPr>
          <p:spPr>
            <a:xfrm>
              <a:off x="4332364" y="2496862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9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24"/>
            <p:cNvSpPr/>
            <p:nvPr/>
          </p:nvSpPr>
          <p:spPr>
            <a:xfrm>
              <a:off x="4423743" y="25036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4"/>
            <p:cNvSpPr/>
            <p:nvPr/>
          </p:nvSpPr>
          <p:spPr>
            <a:xfrm>
              <a:off x="4423743" y="25036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4"/>
            <p:cNvSpPr/>
            <p:nvPr/>
          </p:nvSpPr>
          <p:spPr>
            <a:xfrm>
              <a:off x="4422761" y="250364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4"/>
            <p:cNvSpPr/>
            <p:nvPr/>
          </p:nvSpPr>
          <p:spPr>
            <a:xfrm>
              <a:off x="4422761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4"/>
            <p:cNvSpPr/>
            <p:nvPr/>
          </p:nvSpPr>
          <p:spPr>
            <a:xfrm>
              <a:off x="4422761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24"/>
            <p:cNvSpPr/>
            <p:nvPr/>
          </p:nvSpPr>
          <p:spPr>
            <a:xfrm>
              <a:off x="4422761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24"/>
            <p:cNvSpPr/>
            <p:nvPr/>
          </p:nvSpPr>
          <p:spPr>
            <a:xfrm>
              <a:off x="4422761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4"/>
            <p:cNvSpPr/>
            <p:nvPr/>
          </p:nvSpPr>
          <p:spPr>
            <a:xfrm>
              <a:off x="4422761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4"/>
            <p:cNvSpPr/>
            <p:nvPr/>
          </p:nvSpPr>
          <p:spPr>
            <a:xfrm>
              <a:off x="4421809" y="2503646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4"/>
            <p:cNvSpPr/>
            <p:nvPr/>
          </p:nvSpPr>
          <p:spPr>
            <a:xfrm>
              <a:off x="4421809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4"/>
            <p:cNvSpPr/>
            <p:nvPr/>
          </p:nvSpPr>
          <p:spPr>
            <a:xfrm>
              <a:off x="4421809" y="25036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24"/>
            <p:cNvSpPr/>
            <p:nvPr/>
          </p:nvSpPr>
          <p:spPr>
            <a:xfrm>
              <a:off x="4331382" y="2489066"/>
              <a:ext cx="26275" cy="14611"/>
            </a:xfrm>
            <a:custGeom>
              <a:rect b="b" l="l" r="r" t="t"/>
              <a:pathLst>
                <a:path extrusionOk="0" h="476" w="856">
                  <a:moveTo>
                    <a:pt x="349" y="1"/>
                  </a:moveTo>
                  <a:lnTo>
                    <a:pt x="33" y="191"/>
                  </a:lnTo>
                  <a:cubicBezTo>
                    <a:pt x="1" y="223"/>
                    <a:pt x="1" y="223"/>
                    <a:pt x="33" y="254"/>
                  </a:cubicBezTo>
                  <a:lnTo>
                    <a:pt x="413" y="476"/>
                  </a:lnTo>
                  <a:lnTo>
                    <a:pt x="508" y="476"/>
                  </a:lnTo>
                  <a:lnTo>
                    <a:pt x="824" y="286"/>
                  </a:lnTo>
                  <a:cubicBezTo>
                    <a:pt x="856" y="286"/>
                    <a:pt x="856" y="254"/>
                    <a:pt x="824" y="223"/>
                  </a:cubicBezTo>
                  <a:lnTo>
                    <a:pt x="444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24"/>
            <p:cNvSpPr/>
            <p:nvPr/>
          </p:nvSpPr>
          <p:spPr>
            <a:xfrm>
              <a:off x="4332364" y="2489066"/>
              <a:ext cx="24341" cy="12677"/>
            </a:xfrm>
            <a:custGeom>
              <a:rect b="b" l="l" r="r" t="t"/>
              <a:pathLst>
                <a:path extrusionOk="0" h="413" w="793">
                  <a:moveTo>
                    <a:pt x="317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412" y="413"/>
                  </a:lnTo>
                  <a:lnTo>
                    <a:pt x="476" y="413"/>
                  </a:lnTo>
                  <a:lnTo>
                    <a:pt x="792" y="223"/>
                  </a:lnTo>
                  <a:lnTo>
                    <a:pt x="761" y="223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4"/>
            <p:cNvSpPr/>
            <p:nvPr/>
          </p:nvSpPr>
          <p:spPr>
            <a:xfrm>
              <a:off x="4346944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24"/>
            <p:cNvSpPr/>
            <p:nvPr/>
          </p:nvSpPr>
          <p:spPr>
            <a:xfrm>
              <a:off x="4345962" y="250364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24"/>
            <p:cNvSpPr/>
            <p:nvPr/>
          </p:nvSpPr>
          <p:spPr>
            <a:xfrm>
              <a:off x="4345962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24"/>
            <p:cNvSpPr/>
            <p:nvPr/>
          </p:nvSpPr>
          <p:spPr>
            <a:xfrm>
              <a:off x="4345962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24"/>
            <p:cNvSpPr/>
            <p:nvPr/>
          </p:nvSpPr>
          <p:spPr>
            <a:xfrm>
              <a:off x="4345010" y="2503646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24"/>
            <p:cNvSpPr/>
            <p:nvPr/>
          </p:nvSpPr>
          <p:spPr>
            <a:xfrm>
              <a:off x="4345010" y="2503646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24"/>
            <p:cNvSpPr/>
            <p:nvPr/>
          </p:nvSpPr>
          <p:spPr>
            <a:xfrm>
              <a:off x="4345010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24"/>
            <p:cNvSpPr/>
            <p:nvPr/>
          </p:nvSpPr>
          <p:spPr>
            <a:xfrm>
              <a:off x="4345010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24"/>
            <p:cNvSpPr/>
            <p:nvPr/>
          </p:nvSpPr>
          <p:spPr>
            <a:xfrm>
              <a:off x="4345010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24"/>
            <p:cNvSpPr/>
            <p:nvPr/>
          </p:nvSpPr>
          <p:spPr>
            <a:xfrm>
              <a:off x="4344028" y="250364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24"/>
            <p:cNvSpPr/>
            <p:nvPr/>
          </p:nvSpPr>
          <p:spPr>
            <a:xfrm>
              <a:off x="4344028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24"/>
            <p:cNvSpPr/>
            <p:nvPr/>
          </p:nvSpPr>
          <p:spPr>
            <a:xfrm>
              <a:off x="4282792" y="2497814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9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24"/>
            <p:cNvSpPr/>
            <p:nvPr/>
          </p:nvSpPr>
          <p:spPr>
            <a:xfrm>
              <a:off x="4248782" y="2502694"/>
              <a:ext cx="0" cy="5863"/>
            </a:xfrm>
            <a:custGeom>
              <a:rect b="b" l="l" r="r" t="t"/>
              <a:pathLst>
                <a:path extrusionOk="0" h="191" w="0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24"/>
            <p:cNvSpPr/>
            <p:nvPr/>
          </p:nvSpPr>
          <p:spPr>
            <a:xfrm>
              <a:off x="4248782" y="2502694"/>
              <a:ext cx="0" cy="5863"/>
            </a:xfrm>
            <a:custGeom>
              <a:rect b="b" l="l" r="r" t="t"/>
              <a:pathLst>
                <a:path extrusionOk="0" h="191" w="0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24"/>
            <p:cNvSpPr/>
            <p:nvPr/>
          </p:nvSpPr>
          <p:spPr>
            <a:xfrm>
              <a:off x="4248782" y="2503646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24"/>
            <p:cNvSpPr/>
            <p:nvPr/>
          </p:nvSpPr>
          <p:spPr>
            <a:xfrm>
              <a:off x="4248782" y="2503646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24"/>
            <p:cNvSpPr/>
            <p:nvPr/>
          </p:nvSpPr>
          <p:spPr>
            <a:xfrm>
              <a:off x="4248782" y="2503646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24"/>
            <p:cNvSpPr/>
            <p:nvPr/>
          </p:nvSpPr>
          <p:spPr>
            <a:xfrm>
              <a:off x="4248782" y="2503646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24"/>
            <p:cNvSpPr/>
            <p:nvPr/>
          </p:nvSpPr>
          <p:spPr>
            <a:xfrm>
              <a:off x="4248782" y="2503646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24"/>
            <p:cNvSpPr/>
            <p:nvPr/>
          </p:nvSpPr>
          <p:spPr>
            <a:xfrm>
              <a:off x="4248782" y="2503646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24"/>
            <p:cNvSpPr/>
            <p:nvPr/>
          </p:nvSpPr>
          <p:spPr>
            <a:xfrm>
              <a:off x="4380985" y="2498796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5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285" y="159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24"/>
            <p:cNvSpPr/>
            <p:nvPr/>
          </p:nvSpPr>
          <p:spPr>
            <a:xfrm>
              <a:off x="4366374" y="2497814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24"/>
            <p:cNvSpPr/>
            <p:nvPr/>
          </p:nvSpPr>
          <p:spPr>
            <a:xfrm>
              <a:off x="4261397" y="2497814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24"/>
            <p:cNvSpPr/>
            <p:nvPr/>
          </p:nvSpPr>
          <p:spPr>
            <a:xfrm>
              <a:off x="4316802" y="2498796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6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286" y="159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24"/>
            <p:cNvSpPr/>
            <p:nvPr/>
          </p:nvSpPr>
          <p:spPr>
            <a:xfrm>
              <a:off x="4380003" y="250462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24"/>
            <p:cNvSpPr/>
            <p:nvPr/>
          </p:nvSpPr>
          <p:spPr>
            <a:xfrm>
              <a:off x="4380003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24"/>
            <p:cNvSpPr/>
            <p:nvPr/>
          </p:nvSpPr>
          <p:spPr>
            <a:xfrm>
              <a:off x="4380003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24"/>
            <p:cNvSpPr/>
            <p:nvPr/>
          </p:nvSpPr>
          <p:spPr>
            <a:xfrm>
              <a:off x="4379021" y="250462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24"/>
            <p:cNvSpPr/>
            <p:nvPr/>
          </p:nvSpPr>
          <p:spPr>
            <a:xfrm>
              <a:off x="4379021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24"/>
            <p:cNvSpPr/>
            <p:nvPr/>
          </p:nvSpPr>
          <p:spPr>
            <a:xfrm>
              <a:off x="4379021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24"/>
            <p:cNvSpPr/>
            <p:nvPr/>
          </p:nvSpPr>
          <p:spPr>
            <a:xfrm>
              <a:off x="4379021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24"/>
            <p:cNvSpPr/>
            <p:nvPr/>
          </p:nvSpPr>
          <p:spPr>
            <a:xfrm>
              <a:off x="4378038" y="250462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24"/>
            <p:cNvSpPr/>
            <p:nvPr/>
          </p:nvSpPr>
          <p:spPr>
            <a:xfrm>
              <a:off x="4378038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24"/>
            <p:cNvSpPr/>
            <p:nvPr/>
          </p:nvSpPr>
          <p:spPr>
            <a:xfrm>
              <a:off x="4378038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24"/>
            <p:cNvSpPr/>
            <p:nvPr/>
          </p:nvSpPr>
          <p:spPr>
            <a:xfrm>
              <a:off x="4378038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24"/>
            <p:cNvSpPr/>
            <p:nvPr/>
          </p:nvSpPr>
          <p:spPr>
            <a:xfrm>
              <a:off x="4282792" y="250364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24"/>
            <p:cNvSpPr/>
            <p:nvPr/>
          </p:nvSpPr>
          <p:spPr>
            <a:xfrm>
              <a:off x="4282792" y="25036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24"/>
            <p:cNvSpPr/>
            <p:nvPr/>
          </p:nvSpPr>
          <p:spPr>
            <a:xfrm>
              <a:off x="4282792" y="250364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24"/>
            <p:cNvSpPr/>
            <p:nvPr/>
          </p:nvSpPr>
          <p:spPr>
            <a:xfrm>
              <a:off x="4281809" y="250364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1"/>
                  </a:moveTo>
                  <a:lnTo>
                    <a:pt x="1" y="33"/>
                  </a:ln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24"/>
            <p:cNvSpPr/>
            <p:nvPr/>
          </p:nvSpPr>
          <p:spPr>
            <a:xfrm>
              <a:off x="4281809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24"/>
            <p:cNvSpPr/>
            <p:nvPr/>
          </p:nvSpPr>
          <p:spPr>
            <a:xfrm>
              <a:off x="4281809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24"/>
            <p:cNvSpPr/>
            <p:nvPr/>
          </p:nvSpPr>
          <p:spPr>
            <a:xfrm>
              <a:off x="4281809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24"/>
            <p:cNvSpPr/>
            <p:nvPr/>
          </p:nvSpPr>
          <p:spPr>
            <a:xfrm>
              <a:off x="4281809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24"/>
            <p:cNvSpPr/>
            <p:nvPr/>
          </p:nvSpPr>
          <p:spPr>
            <a:xfrm>
              <a:off x="4281809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24"/>
            <p:cNvSpPr/>
            <p:nvPr/>
          </p:nvSpPr>
          <p:spPr>
            <a:xfrm>
              <a:off x="4248782" y="2503646"/>
              <a:ext cx="0" cy="5863"/>
            </a:xfrm>
            <a:custGeom>
              <a:rect b="b" l="l" r="r" t="t"/>
              <a:pathLst>
                <a:path extrusionOk="0" h="191" w="0">
                  <a:moveTo>
                    <a:pt x="0" y="33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59"/>
                  </a:cubicBezTo>
                  <a:lnTo>
                    <a:pt x="0" y="1"/>
                  </a:lnTo>
                  <a:cubicBezTo>
                    <a:pt x="0" y="3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24"/>
            <p:cNvSpPr/>
            <p:nvPr/>
          </p:nvSpPr>
          <p:spPr>
            <a:xfrm>
              <a:off x="4414013" y="2502694"/>
              <a:ext cx="4911" cy="7797"/>
            </a:xfrm>
            <a:custGeom>
              <a:rect b="b" l="l" r="r" t="t"/>
              <a:pathLst>
                <a:path extrusionOk="0" h="254" w="160">
                  <a:moveTo>
                    <a:pt x="159" y="0"/>
                  </a:moveTo>
                  <a:lnTo>
                    <a:pt x="1" y="95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24"/>
            <p:cNvSpPr/>
            <p:nvPr/>
          </p:nvSpPr>
          <p:spPr>
            <a:xfrm>
              <a:off x="4399433" y="2497814"/>
              <a:ext cx="12677" cy="12677"/>
            </a:xfrm>
            <a:custGeom>
              <a:rect b="b" l="l" r="r" t="t"/>
              <a:pathLst>
                <a:path extrusionOk="0" h="413" w="413">
                  <a:moveTo>
                    <a:pt x="1" y="1"/>
                  </a:moveTo>
                  <a:lnTo>
                    <a:pt x="1" y="159"/>
                  </a:lnTo>
                  <a:lnTo>
                    <a:pt x="412" y="413"/>
                  </a:lnTo>
                  <a:lnTo>
                    <a:pt x="412" y="2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24"/>
            <p:cNvSpPr/>
            <p:nvPr/>
          </p:nvSpPr>
          <p:spPr>
            <a:xfrm>
              <a:off x="4295438" y="2497814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0" y="1"/>
                  </a:moveTo>
                  <a:lnTo>
                    <a:pt x="0" y="191"/>
                  </a:lnTo>
                  <a:lnTo>
                    <a:pt x="380" y="413"/>
                  </a:lnTo>
                  <a:lnTo>
                    <a:pt x="380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24"/>
            <p:cNvSpPr/>
            <p:nvPr/>
          </p:nvSpPr>
          <p:spPr>
            <a:xfrm>
              <a:off x="4349860" y="2499778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90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24"/>
            <p:cNvSpPr/>
            <p:nvPr/>
          </p:nvSpPr>
          <p:spPr>
            <a:xfrm>
              <a:off x="4273061" y="250462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32" y="159"/>
                    <a:pt x="32" y="159"/>
                    <a:pt x="32" y="191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24"/>
            <p:cNvSpPr/>
            <p:nvPr/>
          </p:nvSpPr>
          <p:spPr>
            <a:xfrm>
              <a:off x="4398481" y="2493946"/>
              <a:ext cx="20443" cy="11449"/>
            </a:xfrm>
            <a:custGeom>
              <a:rect b="b" l="l" r="r" t="t"/>
              <a:pathLst>
                <a:path extrusionOk="0" h="373" w="666">
                  <a:moveTo>
                    <a:pt x="190" y="0"/>
                  </a:moveTo>
                  <a:lnTo>
                    <a:pt x="32" y="95"/>
                  </a:lnTo>
                  <a:cubicBezTo>
                    <a:pt x="0" y="95"/>
                    <a:pt x="0" y="127"/>
                    <a:pt x="32" y="127"/>
                  </a:cubicBezTo>
                  <a:lnTo>
                    <a:pt x="443" y="349"/>
                  </a:lnTo>
                  <a:cubicBezTo>
                    <a:pt x="443" y="364"/>
                    <a:pt x="451" y="372"/>
                    <a:pt x="463" y="372"/>
                  </a:cubicBezTo>
                  <a:cubicBezTo>
                    <a:pt x="475" y="372"/>
                    <a:pt x="491" y="364"/>
                    <a:pt x="507" y="349"/>
                  </a:cubicBezTo>
                  <a:lnTo>
                    <a:pt x="665" y="285"/>
                  </a:lnTo>
                  <a:cubicBezTo>
                    <a:pt x="665" y="254"/>
                    <a:pt x="665" y="254"/>
                    <a:pt x="665" y="222"/>
                  </a:cubicBezTo>
                  <a:lnTo>
                    <a:pt x="253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24"/>
            <p:cNvSpPr/>
            <p:nvPr/>
          </p:nvSpPr>
          <p:spPr>
            <a:xfrm>
              <a:off x="4400415" y="2493946"/>
              <a:ext cx="17527" cy="9730"/>
            </a:xfrm>
            <a:custGeom>
              <a:rect b="b" l="l" r="r" t="t"/>
              <a:pathLst>
                <a:path extrusionOk="0" h="317" w="571">
                  <a:moveTo>
                    <a:pt x="127" y="0"/>
                  </a:moveTo>
                  <a:lnTo>
                    <a:pt x="0" y="95"/>
                  </a:lnTo>
                  <a:lnTo>
                    <a:pt x="380" y="317"/>
                  </a:lnTo>
                  <a:lnTo>
                    <a:pt x="412" y="317"/>
                  </a:lnTo>
                  <a:lnTo>
                    <a:pt x="570" y="222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24"/>
            <p:cNvSpPr/>
            <p:nvPr/>
          </p:nvSpPr>
          <p:spPr>
            <a:xfrm>
              <a:off x="4413061" y="2505610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24"/>
            <p:cNvSpPr/>
            <p:nvPr/>
          </p:nvSpPr>
          <p:spPr>
            <a:xfrm>
              <a:off x="4413061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24"/>
            <p:cNvSpPr/>
            <p:nvPr/>
          </p:nvSpPr>
          <p:spPr>
            <a:xfrm>
              <a:off x="4413061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24"/>
            <p:cNvSpPr/>
            <p:nvPr/>
          </p:nvSpPr>
          <p:spPr>
            <a:xfrm>
              <a:off x="4413061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24"/>
            <p:cNvSpPr/>
            <p:nvPr/>
          </p:nvSpPr>
          <p:spPr>
            <a:xfrm>
              <a:off x="4413061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24"/>
            <p:cNvSpPr/>
            <p:nvPr/>
          </p:nvSpPr>
          <p:spPr>
            <a:xfrm>
              <a:off x="4413061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24"/>
            <p:cNvSpPr/>
            <p:nvPr/>
          </p:nvSpPr>
          <p:spPr>
            <a:xfrm>
              <a:off x="4412079" y="2505610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24"/>
            <p:cNvSpPr/>
            <p:nvPr/>
          </p:nvSpPr>
          <p:spPr>
            <a:xfrm>
              <a:off x="4412079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24"/>
            <p:cNvSpPr/>
            <p:nvPr/>
          </p:nvSpPr>
          <p:spPr>
            <a:xfrm>
              <a:off x="4412079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24"/>
            <p:cNvSpPr/>
            <p:nvPr/>
          </p:nvSpPr>
          <p:spPr>
            <a:xfrm>
              <a:off x="4412079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24"/>
            <p:cNvSpPr/>
            <p:nvPr/>
          </p:nvSpPr>
          <p:spPr>
            <a:xfrm>
              <a:off x="4412079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24"/>
            <p:cNvSpPr/>
            <p:nvPr/>
          </p:nvSpPr>
          <p:spPr>
            <a:xfrm>
              <a:off x="4315850" y="250462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32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24"/>
            <p:cNvSpPr/>
            <p:nvPr/>
          </p:nvSpPr>
          <p:spPr>
            <a:xfrm>
              <a:off x="4315850" y="250462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24"/>
            <p:cNvSpPr/>
            <p:nvPr/>
          </p:nvSpPr>
          <p:spPr>
            <a:xfrm>
              <a:off x="4315850" y="250462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24"/>
            <p:cNvSpPr/>
            <p:nvPr/>
          </p:nvSpPr>
          <p:spPr>
            <a:xfrm>
              <a:off x="4315850" y="250462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24"/>
            <p:cNvSpPr/>
            <p:nvPr/>
          </p:nvSpPr>
          <p:spPr>
            <a:xfrm>
              <a:off x="4315850" y="250462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24"/>
            <p:cNvSpPr/>
            <p:nvPr/>
          </p:nvSpPr>
          <p:spPr>
            <a:xfrm>
              <a:off x="4315850" y="250462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24"/>
            <p:cNvSpPr/>
            <p:nvPr/>
          </p:nvSpPr>
          <p:spPr>
            <a:xfrm>
              <a:off x="4315850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24"/>
            <p:cNvSpPr/>
            <p:nvPr/>
          </p:nvSpPr>
          <p:spPr>
            <a:xfrm>
              <a:off x="4315850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24"/>
            <p:cNvSpPr/>
            <p:nvPr/>
          </p:nvSpPr>
          <p:spPr>
            <a:xfrm>
              <a:off x="4281809" y="250462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1" y="191"/>
                    <a:pt x="32" y="191"/>
                    <a:pt x="32" y="191"/>
                  </a:cubicBezTo>
                  <a:lnTo>
                    <a:pt x="32" y="32"/>
                  </a:lnTo>
                  <a:cubicBezTo>
                    <a:pt x="32" y="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24"/>
            <p:cNvSpPr/>
            <p:nvPr/>
          </p:nvSpPr>
          <p:spPr>
            <a:xfrm>
              <a:off x="4328466" y="2498796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24"/>
            <p:cNvSpPr/>
            <p:nvPr/>
          </p:nvSpPr>
          <p:spPr>
            <a:xfrm>
              <a:off x="4383901" y="2500730"/>
              <a:ext cx="9730" cy="10743"/>
            </a:xfrm>
            <a:custGeom>
              <a:rect b="b" l="l" r="r" t="t"/>
              <a:pathLst>
                <a:path extrusionOk="0" h="350" w="317">
                  <a:moveTo>
                    <a:pt x="317" y="1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24"/>
            <p:cNvSpPr/>
            <p:nvPr/>
          </p:nvSpPr>
          <p:spPr>
            <a:xfrm>
              <a:off x="4307102" y="250462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24"/>
            <p:cNvSpPr/>
            <p:nvPr/>
          </p:nvSpPr>
          <p:spPr>
            <a:xfrm>
              <a:off x="4349860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24"/>
            <p:cNvSpPr/>
            <p:nvPr/>
          </p:nvSpPr>
          <p:spPr>
            <a:xfrm>
              <a:off x="4349860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24"/>
            <p:cNvSpPr/>
            <p:nvPr/>
          </p:nvSpPr>
          <p:spPr>
            <a:xfrm>
              <a:off x="4349860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24"/>
            <p:cNvSpPr/>
            <p:nvPr/>
          </p:nvSpPr>
          <p:spPr>
            <a:xfrm>
              <a:off x="4349860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24"/>
            <p:cNvSpPr/>
            <p:nvPr/>
          </p:nvSpPr>
          <p:spPr>
            <a:xfrm>
              <a:off x="4349860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24"/>
            <p:cNvSpPr/>
            <p:nvPr/>
          </p:nvSpPr>
          <p:spPr>
            <a:xfrm>
              <a:off x="4349860" y="250561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24"/>
            <p:cNvSpPr/>
            <p:nvPr/>
          </p:nvSpPr>
          <p:spPr>
            <a:xfrm>
              <a:off x="4349860" y="250561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24"/>
            <p:cNvSpPr/>
            <p:nvPr/>
          </p:nvSpPr>
          <p:spPr>
            <a:xfrm>
              <a:off x="4349860" y="250561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24"/>
            <p:cNvSpPr/>
            <p:nvPr/>
          </p:nvSpPr>
          <p:spPr>
            <a:xfrm>
              <a:off x="4274044" y="250462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24"/>
            <p:cNvSpPr/>
            <p:nvPr/>
          </p:nvSpPr>
          <p:spPr>
            <a:xfrm>
              <a:off x="4274044" y="250462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24"/>
            <p:cNvSpPr/>
            <p:nvPr/>
          </p:nvSpPr>
          <p:spPr>
            <a:xfrm>
              <a:off x="4274044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24"/>
            <p:cNvSpPr/>
            <p:nvPr/>
          </p:nvSpPr>
          <p:spPr>
            <a:xfrm>
              <a:off x="4274044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24"/>
            <p:cNvSpPr/>
            <p:nvPr/>
          </p:nvSpPr>
          <p:spPr>
            <a:xfrm>
              <a:off x="4274044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24"/>
            <p:cNvSpPr/>
            <p:nvPr/>
          </p:nvSpPr>
          <p:spPr>
            <a:xfrm>
              <a:off x="4273061" y="2505610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24"/>
            <p:cNvSpPr/>
            <p:nvPr/>
          </p:nvSpPr>
          <p:spPr>
            <a:xfrm>
              <a:off x="4273061" y="250561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24"/>
            <p:cNvSpPr/>
            <p:nvPr/>
          </p:nvSpPr>
          <p:spPr>
            <a:xfrm>
              <a:off x="4273061" y="250561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24"/>
            <p:cNvSpPr/>
            <p:nvPr/>
          </p:nvSpPr>
          <p:spPr>
            <a:xfrm>
              <a:off x="4315850" y="2505610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90"/>
                    <a:pt x="32" y="190"/>
                  </a:cubicBezTo>
                  <a:lnTo>
                    <a:pt x="32" y="32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24"/>
            <p:cNvSpPr/>
            <p:nvPr/>
          </p:nvSpPr>
          <p:spPr>
            <a:xfrm>
              <a:off x="4362507" y="2499778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24"/>
            <p:cNvSpPr/>
            <p:nvPr/>
          </p:nvSpPr>
          <p:spPr>
            <a:xfrm>
              <a:off x="4340130" y="250561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59"/>
                  </a:lnTo>
                  <a:cubicBezTo>
                    <a:pt x="33" y="190"/>
                    <a:pt x="33" y="190"/>
                    <a:pt x="33" y="190"/>
                  </a:cubicBezTo>
                  <a:lnTo>
                    <a:pt x="33" y="32"/>
                  </a:lnTo>
                  <a:cubicBezTo>
                    <a:pt x="33" y="32"/>
                    <a:pt x="33" y="0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24"/>
            <p:cNvSpPr/>
            <p:nvPr/>
          </p:nvSpPr>
          <p:spPr>
            <a:xfrm>
              <a:off x="4383901" y="2505610"/>
              <a:ext cx="0" cy="5863"/>
            </a:xfrm>
            <a:custGeom>
              <a:rect b="b" l="l" r="r" t="t"/>
              <a:pathLst>
                <a:path extrusionOk="0" h="191" w="0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24"/>
            <p:cNvSpPr/>
            <p:nvPr/>
          </p:nvSpPr>
          <p:spPr>
            <a:xfrm>
              <a:off x="4382919" y="2505610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cubicBezTo>
                    <a:pt x="32" y="0"/>
                    <a:pt x="0" y="32"/>
                    <a:pt x="0" y="32"/>
                  </a:cubicBez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24"/>
            <p:cNvSpPr/>
            <p:nvPr/>
          </p:nvSpPr>
          <p:spPr>
            <a:xfrm>
              <a:off x="4382919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24"/>
            <p:cNvSpPr/>
            <p:nvPr/>
          </p:nvSpPr>
          <p:spPr>
            <a:xfrm>
              <a:off x="4382919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24"/>
            <p:cNvSpPr/>
            <p:nvPr/>
          </p:nvSpPr>
          <p:spPr>
            <a:xfrm>
              <a:off x="4382919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24"/>
            <p:cNvSpPr/>
            <p:nvPr/>
          </p:nvSpPr>
          <p:spPr>
            <a:xfrm>
              <a:off x="4382919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24"/>
            <p:cNvSpPr/>
            <p:nvPr/>
          </p:nvSpPr>
          <p:spPr>
            <a:xfrm>
              <a:off x="4382919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24"/>
            <p:cNvSpPr/>
            <p:nvPr/>
          </p:nvSpPr>
          <p:spPr>
            <a:xfrm>
              <a:off x="4382919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24"/>
            <p:cNvSpPr/>
            <p:nvPr/>
          </p:nvSpPr>
          <p:spPr>
            <a:xfrm>
              <a:off x="4307102" y="250561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24"/>
            <p:cNvSpPr/>
            <p:nvPr/>
          </p:nvSpPr>
          <p:spPr>
            <a:xfrm>
              <a:off x="4307102" y="250561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24"/>
            <p:cNvSpPr/>
            <p:nvPr/>
          </p:nvSpPr>
          <p:spPr>
            <a:xfrm>
              <a:off x="4307102" y="250561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24"/>
            <p:cNvSpPr/>
            <p:nvPr/>
          </p:nvSpPr>
          <p:spPr>
            <a:xfrm>
              <a:off x="4307102" y="250561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24"/>
            <p:cNvSpPr/>
            <p:nvPr/>
          </p:nvSpPr>
          <p:spPr>
            <a:xfrm>
              <a:off x="4307102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24"/>
            <p:cNvSpPr/>
            <p:nvPr/>
          </p:nvSpPr>
          <p:spPr>
            <a:xfrm>
              <a:off x="4307102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24"/>
            <p:cNvSpPr/>
            <p:nvPr/>
          </p:nvSpPr>
          <p:spPr>
            <a:xfrm>
              <a:off x="4307102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24"/>
            <p:cNvSpPr/>
            <p:nvPr/>
          </p:nvSpPr>
          <p:spPr>
            <a:xfrm>
              <a:off x="4307102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24"/>
            <p:cNvSpPr/>
            <p:nvPr/>
          </p:nvSpPr>
          <p:spPr>
            <a:xfrm>
              <a:off x="4416929" y="2503646"/>
              <a:ext cx="4911" cy="8779"/>
            </a:xfrm>
            <a:custGeom>
              <a:rect b="b" l="l" r="r" t="t"/>
              <a:pathLst>
                <a:path extrusionOk="0" h="286" w="160">
                  <a:moveTo>
                    <a:pt x="159" y="1"/>
                  </a:moveTo>
                  <a:lnTo>
                    <a:pt x="1" y="96"/>
                  </a:lnTo>
                  <a:lnTo>
                    <a:pt x="1" y="286"/>
                  </a:lnTo>
                  <a:lnTo>
                    <a:pt x="159" y="191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24"/>
            <p:cNvSpPr/>
            <p:nvPr/>
          </p:nvSpPr>
          <p:spPr>
            <a:xfrm>
              <a:off x="4349860" y="250561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32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24"/>
            <p:cNvSpPr/>
            <p:nvPr/>
          </p:nvSpPr>
          <p:spPr>
            <a:xfrm>
              <a:off x="4395565" y="2500730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24"/>
            <p:cNvSpPr/>
            <p:nvPr/>
          </p:nvSpPr>
          <p:spPr>
            <a:xfrm>
              <a:off x="4374171" y="25065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3"/>
                  </a:moveTo>
                  <a:lnTo>
                    <a:pt x="0" y="191"/>
                  </a:lnTo>
                  <a:cubicBezTo>
                    <a:pt x="0" y="191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33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24"/>
            <p:cNvSpPr/>
            <p:nvPr/>
          </p:nvSpPr>
          <p:spPr>
            <a:xfrm>
              <a:off x="4416929" y="25065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24"/>
            <p:cNvSpPr/>
            <p:nvPr/>
          </p:nvSpPr>
          <p:spPr>
            <a:xfrm>
              <a:off x="4416929" y="25065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24"/>
            <p:cNvSpPr/>
            <p:nvPr/>
          </p:nvSpPr>
          <p:spPr>
            <a:xfrm>
              <a:off x="4416929" y="25065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24"/>
            <p:cNvSpPr/>
            <p:nvPr/>
          </p:nvSpPr>
          <p:spPr>
            <a:xfrm>
              <a:off x="4416929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24"/>
            <p:cNvSpPr/>
            <p:nvPr/>
          </p:nvSpPr>
          <p:spPr>
            <a:xfrm>
              <a:off x="4415977" y="250754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32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24"/>
            <p:cNvSpPr/>
            <p:nvPr/>
          </p:nvSpPr>
          <p:spPr>
            <a:xfrm>
              <a:off x="4415977" y="250754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24"/>
            <p:cNvSpPr/>
            <p:nvPr/>
          </p:nvSpPr>
          <p:spPr>
            <a:xfrm>
              <a:off x="4415977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24"/>
            <p:cNvSpPr/>
            <p:nvPr/>
          </p:nvSpPr>
          <p:spPr>
            <a:xfrm>
              <a:off x="4415977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24"/>
            <p:cNvSpPr/>
            <p:nvPr/>
          </p:nvSpPr>
          <p:spPr>
            <a:xfrm>
              <a:off x="4341112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24"/>
            <p:cNvSpPr/>
            <p:nvPr/>
          </p:nvSpPr>
          <p:spPr>
            <a:xfrm>
              <a:off x="4341112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24"/>
            <p:cNvSpPr/>
            <p:nvPr/>
          </p:nvSpPr>
          <p:spPr>
            <a:xfrm>
              <a:off x="4341112" y="250656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24"/>
            <p:cNvSpPr/>
            <p:nvPr/>
          </p:nvSpPr>
          <p:spPr>
            <a:xfrm>
              <a:off x="4341112" y="25065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24"/>
            <p:cNvSpPr/>
            <p:nvPr/>
          </p:nvSpPr>
          <p:spPr>
            <a:xfrm>
              <a:off x="4341112" y="25065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24"/>
            <p:cNvSpPr/>
            <p:nvPr/>
          </p:nvSpPr>
          <p:spPr>
            <a:xfrm>
              <a:off x="4341112" y="250656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24"/>
            <p:cNvSpPr/>
            <p:nvPr/>
          </p:nvSpPr>
          <p:spPr>
            <a:xfrm>
              <a:off x="4340130" y="250754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24"/>
            <p:cNvSpPr/>
            <p:nvPr/>
          </p:nvSpPr>
          <p:spPr>
            <a:xfrm>
              <a:off x="4340130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24"/>
            <p:cNvSpPr/>
            <p:nvPr/>
          </p:nvSpPr>
          <p:spPr>
            <a:xfrm>
              <a:off x="4382919" y="2506562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59"/>
                  </a:lnTo>
                  <a:cubicBezTo>
                    <a:pt x="0" y="191"/>
                    <a:pt x="0" y="191"/>
                    <a:pt x="32" y="191"/>
                  </a:cubicBezTo>
                  <a:lnTo>
                    <a:pt x="32" y="33"/>
                  </a:lnTo>
                  <a:cubicBezTo>
                    <a:pt x="0" y="3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24"/>
            <p:cNvSpPr/>
            <p:nvPr/>
          </p:nvSpPr>
          <p:spPr>
            <a:xfrm>
              <a:off x="4278893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24"/>
            <p:cNvSpPr/>
            <p:nvPr/>
          </p:nvSpPr>
          <p:spPr>
            <a:xfrm>
              <a:off x="4278893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24"/>
            <p:cNvSpPr/>
            <p:nvPr/>
          </p:nvSpPr>
          <p:spPr>
            <a:xfrm>
              <a:off x="4277942" y="250754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24"/>
            <p:cNvSpPr/>
            <p:nvPr/>
          </p:nvSpPr>
          <p:spPr>
            <a:xfrm>
              <a:off x="4277942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24"/>
            <p:cNvSpPr/>
            <p:nvPr/>
          </p:nvSpPr>
          <p:spPr>
            <a:xfrm>
              <a:off x="4277942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24"/>
            <p:cNvSpPr/>
            <p:nvPr/>
          </p:nvSpPr>
          <p:spPr>
            <a:xfrm>
              <a:off x="4277942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24"/>
            <p:cNvSpPr/>
            <p:nvPr/>
          </p:nvSpPr>
          <p:spPr>
            <a:xfrm>
              <a:off x="4277942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24"/>
            <p:cNvSpPr/>
            <p:nvPr/>
          </p:nvSpPr>
          <p:spPr>
            <a:xfrm>
              <a:off x="4276960" y="250754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24"/>
            <p:cNvSpPr/>
            <p:nvPr/>
          </p:nvSpPr>
          <p:spPr>
            <a:xfrm>
              <a:off x="4276960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24"/>
            <p:cNvSpPr/>
            <p:nvPr/>
          </p:nvSpPr>
          <p:spPr>
            <a:xfrm>
              <a:off x="4276960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24"/>
            <p:cNvSpPr/>
            <p:nvPr/>
          </p:nvSpPr>
          <p:spPr>
            <a:xfrm>
              <a:off x="4275977" y="250754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24"/>
            <p:cNvSpPr/>
            <p:nvPr/>
          </p:nvSpPr>
          <p:spPr>
            <a:xfrm>
              <a:off x="4407229" y="250754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59"/>
                  </a:lnTo>
                  <a:cubicBezTo>
                    <a:pt x="32" y="159"/>
                    <a:pt x="32" y="159"/>
                    <a:pt x="32" y="191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24"/>
            <p:cNvSpPr/>
            <p:nvPr/>
          </p:nvSpPr>
          <p:spPr>
            <a:xfrm>
              <a:off x="4415977" y="250754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32" y="191"/>
                    <a:pt x="32" y="191"/>
                  </a:cubicBezTo>
                  <a:lnTo>
                    <a:pt x="32" y="32"/>
                  </a:lnTo>
                  <a:cubicBezTo>
                    <a:pt x="32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24"/>
            <p:cNvSpPr/>
            <p:nvPr/>
          </p:nvSpPr>
          <p:spPr>
            <a:xfrm>
              <a:off x="4374171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24"/>
            <p:cNvSpPr/>
            <p:nvPr/>
          </p:nvSpPr>
          <p:spPr>
            <a:xfrm>
              <a:off x="4374171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24"/>
            <p:cNvSpPr/>
            <p:nvPr/>
          </p:nvSpPr>
          <p:spPr>
            <a:xfrm>
              <a:off x="4374171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24"/>
            <p:cNvSpPr/>
            <p:nvPr/>
          </p:nvSpPr>
          <p:spPr>
            <a:xfrm>
              <a:off x="4374171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24"/>
            <p:cNvSpPr/>
            <p:nvPr/>
          </p:nvSpPr>
          <p:spPr>
            <a:xfrm>
              <a:off x="4374171" y="250754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24"/>
            <p:cNvSpPr/>
            <p:nvPr/>
          </p:nvSpPr>
          <p:spPr>
            <a:xfrm>
              <a:off x="4374171" y="250754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24"/>
            <p:cNvSpPr/>
            <p:nvPr/>
          </p:nvSpPr>
          <p:spPr>
            <a:xfrm>
              <a:off x="4374171" y="250754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24"/>
            <p:cNvSpPr/>
            <p:nvPr/>
          </p:nvSpPr>
          <p:spPr>
            <a:xfrm>
              <a:off x="4374171" y="250754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24"/>
            <p:cNvSpPr/>
            <p:nvPr/>
          </p:nvSpPr>
          <p:spPr>
            <a:xfrm>
              <a:off x="4311952" y="250852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24"/>
            <p:cNvSpPr/>
            <p:nvPr/>
          </p:nvSpPr>
          <p:spPr>
            <a:xfrm>
              <a:off x="4311952" y="25085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24"/>
            <p:cNvSpPr/>
            <p:nvPr/>
          </p:nvSpPr>
          <p:spPr>
            <a:xfrm>
              <a:off x="4311952" y="25085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24"/>
            <p:cNvSpPr/>
            <p:nvPr/>
          </p:nvSpPr>
          <p:spPr>
            <a:xfrm>
              <a:off x="4311952" y="250754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cubicBezTo>
                    <a:pt x="1" y="1"/>
                    <a:pt x="1" y="1"/>
                    <a:pt x="1" y="32"/>
                  </a:cubicBez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24"/>
            <p:cNvSpPr/>
            <p:nvPr/>
          </p:nvSpPr>
          <p:spPr>
            <a:xfrm>
              <a:off x="4310970" y="250754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3" y="19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24"/>
            <p:cNvSpPr/>
            <p:nvPr/>
          </p:nvSpPr>
          <p:spPr>
            <a:xfrm>
              <a:off x="4310970" y="250754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3" y="19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24"/>
            <p:cNvSpPr/>
            <p:nvPr/>
          </p:nvSpPr>
          <p:spPr>
            <a:xfrm>
              <a:off x="4310970" y="250754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24"/>
            <p:cNvSpPr/>
            <p:nvPr/>
          </p:nvSpPr>
          <p:spPr>
            <a:xfrm>
              <a:off x="4310970" y="250754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24"/>
            <p:cNvSpPr/>
            <p:nvPr/>
          </p:nvSpPr>
          <p:spPr>
            <a:xfrm>
              <a:off x="4310970" y="250754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24"/>
            <p:cNvSpPr/>
            <p:nvPr/>
          </p:nvSpPr>
          <p:spPr>
            <a:xfrm>
              <a:off x="4310018" y="250754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ubicBezTo>
                    <a:pt x="32" y="16"/>
                    <a:pt x="24" y="24"/>
                    <a:pt x="16" y="24"/>
                  </a:cubicBezTo>
                  <a:cubicBezTo>
                    <a:pt x="8" y="24"/>
                    <a:pt x="0" y="16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24"/>
            <p:cNvSpPr/>
            <p:nvPr/>
          </p:nvSpPr>
          <p:spPr>
            <a:xfrm>
              <a:off x="4310018" y="25085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24"/>
            <p:cNvSpPr/>
            <p:nvPr/>
          </p:nvSpPr>
          <p:spPr>
            <a:xfrm>
              <a:off x="4408181" y="250754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24"/>
            <p:cNvSpPr/>
            <p:nvPr/>
          </p:nvSpPr>
          <p:spPr>
            <a:xfrm>
              <a:off x="4408181" y="250754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24"/>
            <p:cNvSpPr/>
            <p:nvPr/>
          </p:nvSpPr>
          <p:spPr>
            <a:xfrm>
              <a:off x="4408181" y="25085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24"/>
            <p:cNvSpPr/>
            <p:nvPr/>
          </p:nvSpPr>
          <p:spPr>
            <a:xfrm>
              <a:off x="4408181" y="25085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24"/>
            <p:cNvSpPr/>
            <p:nvPr/>
          </p:nvSpPr>
          <p:spPr>
            <a:xfrm>
              <a:off x="4408181" y="25085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24"/>
            <p:cNvSpPr/>
            <p:nvPr/>
          </p:nvSpPr>
          <p:spPr>
            <a:xfrm>
              <a:off x="4408181" y="25085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24"/>
            <p:cNvSpPr/>
            <p:nvPr/>
          </p:nvSpPr>
          <p:spPr>
            <a:xfrm>
              <a:off x="4407229" y="250852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24"/>
            <p:cNvSpPr/>
            <p:nvPr/>
          </p:nvSpPr>
          <p:spPr>
            <a:xfrm>
              <a:off x="4407229" y="250852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24"/>
            <p:cNvSpPr/>
            <p:nvPr/>
          </p:nvSpPr>
          <p:spPr>
            <a:xfrm>
              <a:off x="4345962" y="250852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24"/>
            <p:cNvSpPr/>
            <p:nvPr/>
          </p:nvSpPr>
          <p:spPr>
            <a:xfrm>
              <a:off x="4345962" y="250852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24"/>
            <p:cNvSpPr/>
            <p:nvPr/>
          </p:nvSpPr>
          <p:spPr>
            <a:xfrm>
              <a:off x="4345010" y="250852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24"/>
            <p:cNvSpPr/>
            <p:nvPr/>
          </p:nvSpPr>
          <p:spPr>
            <a:xfrm>
              <a:off x="4345010" y="250852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24"/>
            <p:cNvSpPr/>
            <p:nvPr/>
          </p:nvSpPr>
          <p:spPr>
            <a:xfrm>
              <a:off x="4345010" y="25085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24"/>
            <p:cNvSpPr/>
            <p:nvPr/>
          </p:nvSpPr>
          <p:spPr>
            <a:xfrm>
              <a:off x="4345010" y="25085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24"/>
            <p:cNvSpPr/>
            <p:nvPr/>
          </p:nvSpPr>
          <p:spPr>
            <a:xfrm>
              <a:off x="4345010" y="25085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24"/>
            <p:cNvSpPr/>
            <p:nvPr/>
          </p:nvSpPr>
          <p:spPr>
            <a:xfrm>
              <a:off x="4344028" y="250852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24"/>
            <p:cNvSpPr/>
            <p:nvPr/>
          </p:nvSpPr>
          <p:spPr>
            <a:xfrm>
              <a:off x="4344028" y="25085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24"/>
            <p:cNvSpPr/>
            <p:nvPr/>
          </p:nvSpPr>
          <p:spPr>
            <a:xfrm>
              <a:off x="4344028" y="250852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24"/>
            <p:cNvSpPr/>
            <p:nvPr/>
          </p:nvSpPr>
          <p:spPr>
            <a:xfrm>
              <a:off x="4343046" y="250852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0"/>
                  </a:moveTo>
                  <a:cubicBezTo>
                    <a:pt x="33" y="0"/>
                    <a:pt x="33" y="0"/>
                    <a:pt x="1" y="32"/>
                  </a:cubicBezTo>
                  <a:lnTo>
                    <a:pt x="1" y="190"/>
                  </a:lnTo>
                  <a:lnTo>
                    <a:pt x="33" y="19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24"/>
            <p:cNvSpPr/>
            <p:nvPr/>
          </p:nvSpPr>
          <p:spPr>
            <a:xfrm>
              <a:off x="4380003" y="250947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24"/>
            <p:cNvSpPr/>
            <p:nvPr/>
          </p:nvSpPr>
          <p:spPr>
            <a:xfrm>
              <a:off x="4379021" y="250947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24"/>
            <p:cNvSpPr/>
            <p:nvPr/>
          </p:nvSpPr>
          <p:spPr>
            <a:xfrm>
              <a:off x="4379021" y="250947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24"/>
            <p:cNvSpPr/>
            <p:nvPr/>
          </p:nvSpPr>
          <p:spPr>
            <a:xfrm>
              <a:off x="4379021" y="250947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24"/>
            <p:cNvSpPr/>
            <p:nvPr/>
          </p:nvSpPr>
          <p:spPr>
            <a:xfrm>
              <a:off x="4379021" y="250947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24"/>
            <p:cNvSpPr/>
            <p:nvPr/>
          </p:nvSpPr>
          <p:spPr>
            <a:xfrm>
              <a:off x="4378038" y="250947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24"/>
            <p:cNvSpPr/>
            <p:nvPr/>
          </p:nvSpPr>
          <p:spPr>
            <a:xfrm>
              <a:off x="4378038" y="250947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24"/>
            <p:cNvSpPr/>
            <p:nvPr/>
          </p:nvSpPr>
          <p:spPr>
            <a:xfrm>
              <a:off x="4378038" y="250947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24"/>
            <p:cNvSpPr/>
            <p:nvPr/>
          </p:nvSpPr>
          <p:spPr>
            <a:xfrm>
              <a:off x="4378038" y="250947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24"/>
            <p:cNvSpPr/>
            <p:nvPr/>
          </p:nvSpPr>
          <p:spPr>
            <a:xfrm>
              <a:off x="4377087" y="250947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24"/>
            <p:cNvSpPr/>
            <p:nvPr/>
          </p:nvSpPr>
          <p:spPr>
            <a:xfrm>
              <a:off x="4377087" y="250947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24"/>
            <p:cNvSpPr/>
            <p:nvPr/>
          </p:nvSpPr>
          <p:spPr>
            <a:xfrm>
              <a:off x="4413061" y="251046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24"/>
            <p:cNvSpPr/>
            <p:nvPr/>
          </p:nvSpPr>
          <p:spPr>
            <a:xfrm>
              <a:off x="4413061" y="251046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24"/>
            <p:cNvSpPr/>
            <p:nvPr/>
          </p:nvSpPr>
          <p:spPr>
            <a:xfrm>
              <a:off x="4413061" y="251046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24"/>
            <p:cNvSpPr/>
            <p:nvPr/>
          </p:nvSpPr>
          <p:spPr>
            <a:xfrm>
              <a:off x="4412079" y="2510460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24"/>
            <p:cNvSpPr/>
            <p:nvPr/>
          </p:nvSpPr>
          <p:spPr>
            <a:xfrm>
              <a:off x="4412079" y="251046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24"/>
            <p:cNvSpPr/>
            <p:nvPr/>
          </p:nvSpPr>
          <p:spPr>
            <a:xfrm>
              <a:off x="4412079" y="251046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24"/>
            <p:cNvSpPr/>
            <p:nvPr/>
          </p:nvSpPr>
          <p:spPr>
            <a:xfrm>
              <a:off x="4412079" y="251046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24"/>
            <p:cNvSpPr/>
            <p:nvPr/>
          </p:nvSpPr>
          <p:spPr>
            <a:xfrm>
              <a:off x="4412079" y="251046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24"/>
            <p:cNvSpPr/>
            <p:nvPr/>
          </p:nvSpPr>
          <p:spPr>
            <a:xfrm>
              <a:off x="4411097" y="2510460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24"/>
            <p:cNvSpPr/>
            <p:nvPr/>
          </p:nvSpPr>
          <p:spPr>
            <a:xfrm>
              <a:off x="4411097" y="251046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24"/>
            <p:cNvSpPr/>
            <p:nvPr/>
          </p:nvSpPr>
          <p:spPr>
            <a:xfrm>
              <a:off x="4410145" y="2510460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24"/>
            <p:cNvSpPr/>
            <p:nvPr/>
          </p:nvSpPr>
          <p:spPr>
            <a:xfrm>
              <a:off x="4423743" y="2503646"/>
              <a:ext cx="12677" cy="12677"/>
            </a:xfrm>
            <a:custGeom>
              <a:rect b="b" l="l" r="r" t="t"/>
              <a:pathLst>
                <a:path extrusionOk="0" h="413" w="413">
                  <a:moveTo>
                    <a:pt x="0" y="1"/>
                  </a:moveTo>
                  <a:lnTo>
                    <a:pt x="0" y="191"/>
                  </a:lnTo>
                  <a:lnTo>
                    <a:pt x="412" y="413"/>
                  </a:lnTo>
                  <a:lnTo>
                    <a:pt x="412" y="2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24"/>
            <p:cNvSpPr/>
            <p:nvPr/>
          </p:nvSpPr>
          <p:spPr>
            <a:xfrm>
              <a:off x="4436389" y="251144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24"/>
            <p:cNvSpPr/>
            <p:nvPr/>
          </p:nvSpPr>
          <p:spPr>
            <a:xfrm>
              <a:off x="4263362" y="2505610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9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24"/>
            <p:cNvSpPr/>
            <p:nvPr/>
          </p:nvSpPr>
          <p:spPr>
            <a:xfrm>
              <a:off x="4248782" y="2504628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24"/>
            <p:cNvSpPr/>
            <p:nvPr/>
          </p:nvSpPr>
          <p:spPr>
            <a:xfrm>
              <a:off x="4263362" y="251144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24"/>
            <p:cNvSpPr/>
            <p:nvPr/>
          </p:nvSpPr>
          <p:spPr>
            <a:xfrm>
              <a:off x="4262380" y="251144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24"/>
            <p:cNvSpPr/>
            <p:nvPr/>
          </p:nvSpPr>
          <p:spPr>
            <a:xfrm>
              <a:off x="4262380" y="251144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24"/>
            <p:cNvSpPr/>
            <p:nvPr/>
          </p:nvSpPr>
          <p:spPr>
            <a:xfrm>
              <a:off x="4262380" y="251144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24"/>
            <p:cNvSpPr/>
            <p:nvPr/>
          </p:nvSpPr>
          <p:spPr>
            <a:xfrm>
              <a:off x="4262380" y="251144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24"/>
            <p:cNvSpPr/>
            <p:nvPr/>
          </p:nvSpPr>
          <p:spPr>
            <a:xfrm>
              <a:off x="4262380" y="251144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24"/>
            <p:cNvSpPr/>
            <p:nvPr/>
          </p:nvSpPr>
          <p:spPr>
            <a:xfrm>
              <a:off x="4261397" y="251144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24"/>
            <p:cNvSpPr/>
            <p:nvPr/>
          </p:nvSpPr>
          <p:spPr>
            <a:xfrm>
              <a:off x="4261397" y="251144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24"/>
            <p:cNvSpPr/>
            <p:nvPr/>
          </p:nvSpPr>
          <p:spPr>
            <a:xfrm>
              <a:off x="4261397" y="251144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24"/>
            <p:cNvSpPr/>
            <p:nvPr/>
          </p:nvSpPr>
          <p:spPr>
            <a:xfrm>
              <a:off x="4261397" y="251144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24"/>
            <p:cNvSpPr/>
            <p:nvPr/>
          </p:nvSpPr>
          <p:spPr>
            <a:xfrm>
              <a:off x="4260446" y="2511442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24"/>
            <p:cNvSpPr/>
            <p:nvPr/>
          </p:nvSpPr>
          <p:spPr>
            <a:xfrm>
              <a:off x="4248782" y="2497108"/>
              <a:ext cx="25293" cy="14365"/>
            </a:xfrm>
            <a:custGeom>
              <a:rect b="b" l="l" r="r" t="t"/>
              <a:pathLst>
                <a:path extrusionOk="0" h="468" w="824">
                  <a:moveTo>
                    <a:pt x="364" y="0"/>
                  </a:moveTo>
                  <a:cubicBezTo>
                    <a:pt x="348" y="0"/>
                    <a:pt x="333" y="8"/>
                    <a:pt x="317" y="24"/>
                  </a:cubicBezTo>
                  <a:lnTo>
                    <a:pt x="0" y="182"/>
                  </a:lnTo>
                  <a:cubicBezTo>
                    <a:pt x="0" y="214"/>
                    <a:pt x="0" y="214"/>
                    <a:pt x="0" y="246"/>
                  </a:cubicBezTo>
                  <a:lnTo>
                    <a:pt x="380" y="467"/>
                  </a:lnTo>
                  <a:lnTo>
                    <a:pt x="475" y="467"/>
                  </a:lnTo>
                  <a:lnTo>
                    <a:pt x="792" y="277"/>
                  </a:lnTo>
                  <a:cubicBezTo>
                    <a:pt x="823" y="277"/>
                    <a:pt x="823" y="246"/>
                    <a:pt x="792" y="246"/>
                  </a:cubicBezTo>
                  <a:lnTo>
                    <a:pt x="412" y="24"/>
                  </a:lnTo>
                  <a:cubicBezTo>
                    <a:pt x="396" y="8"/>
                    <a:pt x="380" y="0"/>
                    <a:pt x="364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24"/>
            <p:cNvSpPr/>
            <p:nvPr/>
          </p:nvSpPr>
          <p:spPr>
            <a:xfrm>
              <a:off x="4249733" y="2496862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17" y="0"/>
                  </a:moveTo>
                  <a:lnTo>
                    <a:pt x="1" y="190"/>
                  </a:lnTo>
                  <a:lnTo>
                    <a:pt x="381" y="412"/>
                  </a:lnTo>
                  <a:cubicBezTo>
                    <a:pt x="381" y="412"/>
                    <a:pt x="412" y="444"/>
                    <a:pt x="412" y="444"/>
                  </a:cubicBezTo>
                  <a:cubicBezTo>
                    <a:pt x="412" y="444"/>
                    <a:pt x="444" y="444"/>
                    <a:pt x="444" y="412"/>
                  </a:cubicBezTo>
                  <a:lnTo>
                    <a:pt x="761" y="254"/>
                  </a:lnTo>
                  <a:cubicBezTo>
                    <a:pt x="761" y="254"/>
                    <a:pt x="761" y="222"/>
                    <a:pt x="761" y="222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24"/>
            <p:cNvSpPr/>
            <p:nvPr/>
          </p:nvSpPr>
          <p:spPr>
            <a:xfrm>
              <a:off x="4436389" y="251144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24"/>
            <p:cNvSpPr/>
            <p:nvPr/>
          </p:nvSpPr>
          <p:spPr>
            <a:xfrm>
              <a:off x="4436389" y="251144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24"/>
            <p:cNvSpPr/>
            <p:nvPr/>
          </p:nvSpPr>
          <p:spPr>
            <a:xfrm>
              <a:off x="4436389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24"/>
            <p:cNvSpPr/>
            <p:nvPr/>
          </p:nvSpPr>
          <p:spPr>
            <a:xfrm>
              <a:off x="4436389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24"/>
            <p:cNvSpPr/>
            <p:nvPr/>
          </p:nvSpPr>
          <p:spPr>
            <a:xfrm>
              <a:off x="4436389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24"/>
            <p:cNvSpPr/>
            <p:nvPr/>
          </p:nvSpPr>
          <p:spPr>
            <a:xfrm>
              <a:off x="4436389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24"/>
            <p:cNvSpPr/>
            <p:nvPr/>
          </p:nvSpPr>
          <p:spPr>
            <a:xfrm>
              <a:off x="4436389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24"/>
            <p:cNvSpPr/>
            <p:nvPr/>
          </p:nvSpPr>
          <p:spPr>
            <a:xfrm>
              <a:off x="4436389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24"/>
            <p:cNvSpPr/>
            <p:nvPr/>
          </p:nvSpPr>
          <p:spPr>
            <a:xfrm>
              <a:off x="4297372" y="2506562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24"/>
            <p:cNvSpPr/>
            <p:nvPr/>
          </p:nvSpPr>
          <p:spPr>
            <a:xfrm>
              <a:off x="4282792" y="2505610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24"/>
            <p:cNvSpPr/>
            <p:nvPr/>
          </p:nvSpPr>
          <p:spPr>
            <a:xfrm>
              <a:off x="4281809" y="2497814"/>
              <a:ext cx="25323" cy="14611"/>
            </a:xfrm>
            <a:custGeom>
              <a:rect b="b" l="l" r="r" t="t"/>
              <a:pathLst>
                <a:path extrusionOk="0" h="476" w="825">
                  <a:moveTo>
                    <a:pt x="349" y="1"/>
                  </a:moveTo>
                  <a:lnTo>
                    <a:pt x="32" y="191"/>
                  </a:lnTo>
                  <a:cubicBezTo>
                    <a:pt x="1" y="223"/>
                    <a:pt x="1" y="223"/>
                    <a:pt x="32" y="254"/>
                  </a:cubicBezTo>
                  <a:lnTo>
                    <a:pt x="412" y="476"/>
                  </a:lnTo>
                  <a:lnTo>
                    <a:pt x="507" y="476"/>
                  </a:lnTo>
                  <a:lnTo>
                    <a:pt x="824" y="286"/>
                  </a:lnTo>
                  <a:cubicBezTo>
                    <a:pt x="824" y="286"/>
                    <a:pt x="824" y="254"/>
                    <a:pt x="824" y="223"/>
                  </a:cubicBezTo>
                  <a:lnTo>
                    <a:pt x="444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24"/>
            <p:cNvSpPr/>
            <p:nvPr/>
          </p:nvSpPr>
          <p:spPr>
            <a:xfrm>
              <a:off x="4282792" y="2497814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7" y="1"/>
                  </a:moveTo>
                  <a:lnTo>
                    <a:pt x="0" y="191"/>
                  </a:lnTo>
                  <a:lnTo>
                    <a:pt x="380" y="413"/>
                  </a:lnTo>
                  <a:lnTo>
                    <a:pt x="444" y="413"/>
                  </a:lnTo>
                  <a:lnTo>
                    <a:pt x="760" y="22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24"/>
            <p:cNvSpPr/>
            <p:nvPr/>
          </p:nvSpPr>
          <p:spPr>
            <a:xfrm>
              <a:off x="4296390" y="2512394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24"/>
            <p:cNvSpPr/>
            <p:nvPr/>
          </p:nvSpPr>
          <p:spPr>
            <a:xfrm>
              <a:off x="4296390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24"/>
            <p:cNvSpPr/>
            <p:nvPr/>
          </p:nvSpPr>
          <p:spPr>
            <a:xfrm>
              <a:off x="4296390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24"/>
            <p:cNvSpPr/>
            <p:nvPr/>
          </p:nvSpPr>
          <p:spPr>
            <a:xfrm>
              <a:off x="4296390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24"/>
            <p:cNvSpPr/>
            <p:nvPr/>
          </p:nvSpPr>
          <p:spPr>
            <a:xfrm>
              <a:off x="4295438" y="2512394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24"/>
            <p:cNvSpPr/>
            <p:nvPr/>
          </p:nvSpPr>
          <p:spPr>
            <a:xfrm>
              <a:off x="4295438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24"/>
            <p:cNvSpPr/>
            <p:nvPr/>
          </p:nvSpPr>
          <p:spPr>
            <a:xfrm>
              <a:off x="4295438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24"/>
            <p:cNvSpPr/>
            <p:nvPr/>
          </p:nvSpPr>
          <p:spPr>
            <a:xfrm>
              <a:off x="4295438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24"/>
            <p:cNvSpPr/>
            <p:nvPr/>
          </p:nvSpPr>
          <p:spPr>
            <a:xfrm>
              <a:off x="4295438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24"/>
            <p:cNvSpPr/>
            <p:nvPr/>
          </p:nvSpPr>
          <p:spPr>
            <a:xfrm>
              <a:off x="4294456" y="2512394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24"/>
            <p:cNvSpPr/>
            <p:nvPr/>
          </p:nvSpPr>
          <p:spPr>
            <a:xfrm>
              <a:off x="4294456" y="251239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24"/>
            <p:cNvSpPr/>
            <p:nvPr/>
          </p:nvSpPr>
          <p:spPr>
            <a:xfrm>
              <a:off x="4330430" y="2507544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1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24"/>
            <p:cNvSpPr/>
            <p:nvPr/>
          </p:nvSpPr>
          <p:spPr>
            <a:xfrm>
              <a:off x="4316802" y="2506562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1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24"/>
            <p:cNvSpPr/>
            <p:nvPr/>
          </p:nvSpPr>
          <p:spPr>
            <a:xfrm>
              <a:off x="4266278" y="2507544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24"/>
            <p:cNvSpPr/>
            <p:nvPr/>
          </p:nvSpPr>
          <p:spPr>
            <a:xfrm>
              <a:off x="4330430" y="251239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3"/>
                  </a:lnTo>
                  <a:cubicBezTo>
                    <a:pt x="0" y="33"/>
                    <a:pt x="0" y="33"/>
                    <a:pt x="0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24"/>
            <p:cNvSpPr/>
            <p:nvPr/>
          </p:nvSpPr>
          <p:spPr>
            <a:xfrm>
              <a:off x="4330430" y="251337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24"/>
            <p:cNvSpPr/>
            <p:nvPr/>
          </p:nvSpPr>
          <p:spPr>
            <a:xfrm>
              <a:off x="4329448" y="251337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24"/>
            <p:cNvSpPr/>
            <p:nvPr/>
          </p:nvSpPr>
          <p:spPr>
            <a:xfrm>
              <a:off x="4329448" y="251337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24"/>
            <p:cNvSpPr/>
            <p:nvPr/>
          </p:nvSpPr>
          <p:spPr>
            <a:xfrm>
              <a:off x="4329448" y="251337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24"/>
            <p:cNvSpPr/>
            <p:nvPr/>
          </p:nvSpPr>
          <p:spPr>
            <a:xfrm>
              <a:off x="4329448" y="251337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24"/>
            <p:cNvSpPr/>
            <p:nvPr/>
          </p:nvSpPr>
          <p:spPr>
            <a:xfrm>
              <a:off x="4328466" y="251337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24"/>
            <p:cNvSpPr/>
            <p:nvPr/>
          </p:nvSpPr>
          <p:spPr>
            <a:xfrm>
              <a:off x="4328466" y="251337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24"/>
            <p:cNvSpPr/>
            <p:nvPr/>
          </p:nvSpPr>
          <p:spPr>
            <a:xfrm>
              <a:off x="4328466" y="251337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24"/>
            <p:cNvSpPr/>
            <p:nvPr/>
          </p:nvSpPr>
          <p:spPr>
            <a:xfrm>
              <a:off x="4328466" y="251337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24"/>
            <p:cNvSpPr/>
            <p:nvPr/>
          </p:nvSpPr>
          <p:spPr>
            <a:xfrm>
              <a:off x="4328466" y="251337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24"/>
            <p:cNvSpPr/>
            <p:nvPr/>
          </p:nvSpPr>
          <p:spPr>
            <a:xfrm>
              <a:off x="4315850" y="2498796"/>
              <a:ext cx="25293" cy="14365"/>
            </a:xfrm>
            <a:custGeom>
              <a:rect b="b" l="l" r="r" t="t"/>
              <a:pathLst>
                <a:path extrusionOk="0" h="468" w="824">
                  <a:moveTo>
                    <a:pt x="317" y="1"/>
                  </a:moveTo>
                  <a:lnTo>
                    <a:pt x="0" y="191"/>
                  </a:lnTo>
                  <a:cubicBezTo>
                    <a:pt x="0" y="191"/>
                    <a:pt x="0" y="222"/>
                    <a:pt x="0" y="222"/>
                  </a:cubicBezTo>
                  <a:lnTo>
                    <a:pt x="380" y="444"/>
                  </a:lnTo>
                  <a:cubicBezTo>
                    <a:pt x="396" y="460"/>
                    <a:pt x="420" y="468"/>
                    <a:pt x="440" y="468"/>
                  </a:cubicBezTo>
                  <a:cubicBezTo>
                    <a:pt x="459" y="468"/>
                    <a:pt x="475" y="460"/>
                    <a:pt x="475" y="444"/>
                  </a:cubicBezTo>
                  <a:lnTo>
                    <a:pt x="792" y="286"/>
                  </a:lnTo>
                  <a:cubicBezTo>
                    <a:pt x="824" y="254"/>
                    <a:pt x="824" y="254"/>
                    <a:pt x="792" y="222"/>
                  </a:cubicBezTo>
                  <a:lnTo>
                    <a:pt x="412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24"/>
            <p:cNvSpPr/>
            <p:nvPr/>
          </p:nvSpPr>
          <p:spPr>
            <a:xfrm>
              <a:off x="4316802" y="2498796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8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24"/>
            <p:cNvSpPr/>
            <p:nvPr/>
          </p:nvSpPr>
          <p:spPr>
            <a:xfrm>
              <a:off x="4364440" y="2508526"/>
              <a:ext cx="9761" cy="9730"/>
            </a:xfrm>
            <a:custGeom>
              <a:rect b="b" l="l" r="r" t="t"/>
              <a:pathLst>
                <a:path extrusionOk="0" h="317" w="318">
                  <a:moveTo>
                    <a:pt x="317" y="0"/>
                  </a:moveTo>
                  <a:lnTo>
                    <a:pt x="1" y="159"/>
                  </a:lnTo>
                  <a:lnTo>
                    <a:pt x="1" y="317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24"/>
            <p:cNvSpPr/>
            <p:nvPr/>
          </p:nvSpPr>
          <p:spPr>
            <a:xfrm>
              <a:off x="4349860" y="2506562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91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24"/>
            <p:cNvSpPr/>
            <p:nvPr/>
          </p:nvSpPr>
          <p:spPr>
            <a:xfrm>
              <a:off x="4441239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24"/>
            <p:cNvSpPr/>
            <p:nvPr/>
          </p:nvSpPr>
          <p:spPr>
            <a:xfrm>
              <a:off x="4441239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24"/>
            <p:cNvSpPr/>
            <p:nvPr/>
          </p:nvSpPr>
          <p:spPr>
            <a:xfrm>
              <a:off x="4440257" y="251435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24"/>
            <p:cNvSpPr/>
            <p:nvPr/>
          </p:nvSpPr>
          <p:spPr>
            <a:xfrm>
              <a:off x="4440257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24"/>
            <p:cNvSpPr/>
            <p:nvPr/>
          </p:nvSpPr>
          <p:spPr>
            <a:xfrm>
              <a:off x="4440257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24"/>
            <p:cNvSpPr/>
            <p:nvPr/>
          </p:nvSpPr>
          <p:spPr>
            <a:xfrm>
              <a:off x="4440257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24"/>
            <p:cNvSpPr/>
            <p:nvPr/>
          </p:nvSpPr>
          <p:spPr>
            <a:xfrm>
              <a:off x="4440257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24"/>
            <p:cNvSpPr/>
            <p:nvPr/>
          </p:nvSpPr>
          <p:spPr>
            <a:xfrm>
              <a:off x="4440257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24"/>
            <p:cNvSpPr/>
            <p:nvPr/>
          </p:nvSpPr>
          <p:spPr>
            <a:xfrm>
              <a:off x="4439306" y="251435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24"/>
            <p:cNvSpPr/>
            <p:nvPr/>
          </p:nvSpPr>
          <p:spPr>
            <a:xfrm>
              <a:off x="4439306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24"/>
            <p:cNvSpPr/>
            <p:nvPr/>
          </p:nvSpPr>
          <p:spPr>
            <a:xfrm>
              <a:off x="4439306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24"/>
            <p:cNvSpPr/>
            <p:nvPr/>
          </p:nvSpPr>
          <p:spPr>
            <a:xfrm>
              <a:off x="4300288" y="2508526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24"/>
            <p:cNvSpPr/>
            <p:nvPr/>
          </p:nvSpPr>
          <p:spPr>
            <a:xfrm>
              <a:off x="4364440" y="251337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24"/>
            <p:cNvSpPr/>
            <p:nvPr/>
          </p:nvSpPr>
          <p:spPr>
            <a:xfrm>
              <a:off x="4363458" y="251337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1"/>
                  </a:moveTo>
                  <a:cubicBezTo>
                    <a:pt x="1" y="1"/>
                    <a:pt x="1" y="1"/>
                    <a:pt x="1" y="32"/>
                  </a:cubicBezTo>
                  <a:lnTo>
                    <a:pt x="1" y="191"/>
                  </a:lnTo>
                  <a:lnTo>
                    <a:pt x="33" y="19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24"/>
            <p:cNvSpPr/>
            <p:nvPr/>
          </p:nvSpPr>
          <p:spPr>
            <a:xfrm>
              <a:off x="4363458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24"/>
            <p:cNvSpPr/>
            <p:nvPr/>
          </p:nvSpPr>
          <p:spPr>
            <a:xfrm>
              <a:off x="4363458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24"/>
            <p:cNvSpPr/>
            <p:nvPr/>
          </p:nvSpPr>
          <p:spPr>
            <a:xfrm>
              <a:off x="4362507" y="251435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24"/>
            <p:cNvSpPr/>
            <p:nvPr/>
          </p:nvSpPr>
          <p:spPr>
            <a:xfrm>
              <a:off x="4362507" y="251435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24"/>
            <p:cNvSpPr/>
            <p:nvPr/>
          </p:nvSpPr>
          <p:spPr>
            <a:xfrm>
              <a:off x="4362507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24"/>
            <p:cNvSpPr/>
            <p:nvPr/>
          </p:nvSpPr>
          <p:spPr>
            <a:xfrm>
              <a:off x="4362507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24"/>
            <p:cNvSpPr/>
            <p:nvPr/>
          </p:nvSpPr>
          <p:spPr>
            <a:xfrm>
              <a:off x="4362507" y="251337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cubicBezTo>
                    <a:pt x="0" y="1"/>
                    <a:pt x="0" y="1"/>
                    <a:pt x="0" y="32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24"/>
            <p:cNvSpPr/>
            <p:nvPr/>
          </p:nvSpPr>
          <p:spPr>
            <a:xfrm>
              <a:off x="4361524" y="251337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24"/>
            <p:cNvSpPr/>
            <p:nvPr/>
          </p:nvSpPr>
          <p:spPr>
            <a:xfrm>
              <a:off x="4361524" y="251337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24"/>
            <p:cNvSpPr/>
            <p:nvPr/>
          </p:nvSpPr>
          <p:spPr>
            <a:xfrm>
              <a:off x="4348878" y="2499041"/>
              <a:ext cx="26275" cy="15102"/>
            </a:xfrm>
            <a:custGeom>
              <a:rect b="b" l="l" r="r" t="t"/>
              <a:pathLst>
                <a:path extrusionOk="0" h="492" w="856">
                  <a:moveTo>
                    <a:pt x="397" y="1"/>
                  </a:moveTo>
                  <a:cubicBezTo>
                    <a:pt x="381" y="1"/>
                    <a:pt x="365" y="8"/>
                    <a:pt x="349" y="24"/>
                  </a:cubicBezTo>
                  <a:lnTo>
                    <a:pt x="33" y="214"/>
                  </a:lnTo>
                  <a:cubicBezTo>
                    <a:pt x="1" y="214"/>
                    <a:pt x="1" y="246"/>
                    <a:pt x="33" y="246"/>
                  </a:cubicBezTo>
                  <a:lnTo>
                    <a:pt x="413" y="468"/>
                  </a:lnTo>
                  <a:cubicBezTo>
                    <a:pt x="428" y="483"/>
                    <a:pt x="444" y="491"/>
                    <a:pt x="460" y="491"/>
                  </a:cubicBezTo>
                  <a:cubicBezTo>
                    <a:pt x="476" y="491"/>
                    <a:pt x="492" y="483"/>
                    <a:pt x="508" y="468"/>
                  </a:cubicBezTo>
                  <a:lnTo>
                    <a:pt x="824" y="278"/>
                  </a:lnTo>
                  <a:cubicBezTo>
                    <a:pt x="856" y="278"/>
                    <a:pt x="856" y="246"/>
                    <a:pt x="824" y="246"/>
                  </a:cubicBezTo>
                  <a:lnTo>
                    <a:pt x="444" y="24"/>
                  </a:lnTo>
                  <a:cubicBezTo>
                    <a:pt x="428" y="8"/>
                    <a:pt x="413" y="1"/>
                    <a:pt x="397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24"/>
            <p:cNvSpPr/>
            <p:nvPr/>
          </p:nvSpPr>
          <p:spPr>
            <a:xfrm>
              <a:off x="4349860" y="2498796"/>
              <a:ext cx="24341" cy="13629"/>
            </a:xfrm>
            <a:custGeom>
              <a:rect b="b" l="l" r="r" t="t"/>
              <a:pathLst>
                <a:path extrusionOk="0" h="444" w="793">
                  <a:moveTo>
                    <a:pt x="349" y="1"/>
                  </a:moveTo>
                  <a:cubicBezTo>
                    <a:pt x="349" y="1"/>
                    <a:pt x="349" y="32"/>
                    <a:pt x="317" y="32"/>
                  </a:cubicBezTo>
                  <a:lnTo>
                    <a:pt x="1" y="191"/>
                  </a:lnTo>
                  <a:lnTo>
                    <a:pt x="32" y="222"/>
                  </a:lnTo>
                  <a:lnTo>
                    <a:pt x="412" y="444"/>
                  </a:lnTo>
                  <a:lnTo>
                    <a:pt x="476" y="444"/>
                  </a:lnTo>
                  <a:lnTo>
                    <a:pt x="792" y="254"/>
                  </a:lnTo>
                  <a:lnTo>
                    <a:pt x="761" y="254"/>
                  </a:lnTo>
                  <a:lnTo>
                    <a:pt x="381" y="32"/>
                  </a:lnTo>
                  <a:cubicBezTo>
                    <a:pt x="381" y="32"/>
                    <a:pt x="381" y="1"/>
                    <a:pt x="349" y="1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24"/>
            <p:cNvSpPr/>
            <p:nvPr/>
          </p:nvSpPr>
          <p:spPr>
            <a:xfrm>
              <a:off x="4266278" y="251337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24"/>
            <p:cNvSpPr/>
            <p:nvPr/>
          </p:nvSpPr>
          <p:spPr>
            <a:xfrm>
              <a:off x="4266278" y="251337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24"/>
            <p:cNvSpPr/>
            <p:nvPr/>
          </p:nvSpPr>
          <p:spPr>
            <a:xfrm>
              <a:off x="4266278" y="251337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24"/>
            <p:cNvSpPr/>
            <p:nvPr/>
          </p:nvSpPr>
          <p:spPr>
            <a:xfrm>
              <a:off x="4266278" y="251337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24"/>
            <p:cNvSpPr/>
            <p:nvPr/>
          </p:nvSpPr>
          <p:spPr>
            <a:xfrm>
              <a:off x="4266278" y="251337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24"/>
            <p:cNvSpPr/>
            <p:nvPr/>
          </p:nvSpPr>
          <p:spPr>
            <a:xfrm>
              <a:off x="4266278" y="251337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24"/>
            <p:cNvSpPr/>
            <p:nvPr/>
          </p:nvSpPr>
          <p:spPr>
            <a:xfrm>
              <a:off x="4266278" y="251337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24"/>
            <p:cNvSpPr/>
            <p:nvPr/>
          </p:nvSpPr>
          <p:spPr>
            <a:xfrm>
              <a:off x="4266278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24"/>
            <p:cNvSpPr/>
            <p:nvPr/>
          </p:nvSpPr>
          <p:spPr>
            <a:xfrm>
              <a:off x="4398481" y="2508526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5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285" y="190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24"/>
            <p:cNvSpPr/>
            <p:nvPr/>
          </p:nvSpPr>
          <p:spPr>
            <a:xfrm>
              <a:off x="4383901" y="2507544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24"/>
            <p:cNvSpPr/>
            <p:nvPr/>
          </p:nvSpPr>
          <p:spPr>
            <a:xfrm>
              <a:off x="4397499" y="251435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24"/>
            <p:cNvSpPr/>
            <p:nvPr/>
          </p:nvSpPr>
          <p:spPr>
            <a:xfrm>
              <a:off x="4397499" y="251435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24"/>
            <p:cNvSpPr/>
            <p:nvPr/>
          </p:nvSpPr>
          <p:spPr>
            <a:xfrm>
              <a:off x="4397499" y="251435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24"/>
            <p:cNvSpPr/>
            <p:nvPr/>
          </p:nvSpPr>
          <p:spPr>
            <a:xfrm>
              <a:off x="4396517" y="251435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24"/>
            <p:cNvSpPr/>
            <p:nvPr/>
          </p:nvSpPr>
          <p:spPr>
            <a:xfrm>
              <a:off x="4396517" y="251435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24"/>
            <p:cNvSpPr/>
            <p:nvPr/>
          </p:nvSpPr>
          <p:spPr>
            <a:xfrm>
              <a:off x="4396517" y="251435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24"/>
            <p:cNvSpPr/>
            <p:nvPr/>
          </p:nvSpPr>
          <p:spPr>
            <a:xfrm>
              <a:off x="4396517" y="251435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24"/>
            <p:cNvSpPr/>
            <p:nvPr/>
          </p:nvSpPr>
          <p:spPr>
            <a:xfrm>
              <a:off x="4395565" y="251435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24"/>
            <p:cNvSpPr/>
            <p:nvPr/>
          </p:nvSpPr>
          <p:spPr>
            <a:xfrm>
              <a:off x="4395565" y="251435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24"/>
            <p:cNvSpPr/>
            <p:nvPr/>
          </p:nvSpPr>
          <p:spPr>
            <a:xfrm>
              <a:off x="4395565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24"/>
            <p:cNvSpPr/>
            <p:nvPr/>
          </p:nvSpPr>
          <p:spPr>
            <a:xfrm>
              <a:off x="4395565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24"/>
            <p:cNvSpPr/>
            <p:nvPr/>
          </p:nvSpPr>
          <p:spPr>
            <a:xfrm>
              <a:off x="4382919" y="2500024"/>
              <a:ext cx="25293" cy="14365"/>
            </a:xfrm>
            <a:custGeom>
              <a:rect b="b" l="l" r="r" t="t"/>
              <a:pathLst>
                <a:path extrusionOk="0" h="468" w="824">
                  <a:moveTo>
                    <a:pt x="380" y="0"/>
                  </a:moveTo>
                  <a:cubicBezTo>
                    <a:pt x="365" y="0"/>
                    <a:pt x="349" y="8"/>
                    <a:pt x="349" y="24"/>
                  </a:cubicBezTo>
                  <a:lnTo>
                    <a:pt x="32" y="182"/>
                  </a:lnTo>
                  <a:cubicBezTo>
                    <a:pt x="0" y="214"/>
                    <a:pt x="0" y="214"/>
                    <a:pt x="32" y="246"/>
                  </a:cubicBezTo>
                  <a:lnTo>
                    <a:pt x="412" y="467"/>
                  </a:lnTo>
                  <a:lnTo>
                    <a:pt x="507" y="467"/>
                  </a:lnTo>
                  <a:lnTo>
                    <a:pt x="792" y="277"/>
                  </a:lnTo>
                  <a:cubicBezTo>
                    <a:pt x="824" y="277"/>
                    <a:pt x="824" y="246"/>
                    <a:pt x="792" y="246"/>
                  </a:cubicBezTo>
                  <a:lnTo>
                    <a:pt x="412" y="24"/>
                  </a:lnTo>
                  <a:cubicBezTo>
                    <a:pt x="412" y="8"/>
                    <a:pt x="396" y="0"/>
                    <a:pt x="380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24"/>
            <p:cNvSpPr/>
            <p:nvPr/>
          </p:nvSpPr>
          <p:spPr>
            <a:xfrm>
              <a:off x="4383901" y="2499778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17" y="0"/>
                  </a:moveTo>
                  <a:lnTo>
                    <a:pt x="0" y="190"/>
                  </a:lnTo>
                  <a:lnTo>
                    <a:pt x="380" y="412"/>
                  </a:lnTo>
                  <a:cubicBezTo>
                    <a:pt x="380" y="412"/>
                    <a:pt x="412" y="444"/>
                    <a:pt x="412" y="444"/>
                  </a:cubicBezTo>
                  <a:cubicBezTo>
                    <a:pt x="443" y="444"/>
                    <a:pt x="443" y="444"/>
                    <a:pt x="443" y="412"/>
                  </a:cubicBezTo>
                  <a:lnTo>
                    <a:pt x="760" y="22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24"/>
            <p:cNvSpPr/>
            <p:nvPr/>
          </p:nvSpPr>
          <p:spPr>
            <a:xfrm>
              <a:off x="4334298" y="2509478"/>
              <a:ext cx="8779" cy="10743"/>
            </a:xfrm>
            <a:custGeom>
              <a:rect b="b" l="l" r="r" t="t"/>
              <a:pathLst>
                <a:path extrusionOk="0" h="350" w="286">
                  <a:moveTo>
                    <a:pt x="286" y="1"/>
                  </a:moveTo>
                  <a:lnTo>
                    <a:pt x="1" y="159"/>
                  </a:lnTo>
                  <a:lnTo>
                    <a:pt x="1" y="349"/>
                  </a:lnTo>
                  <a:lnTo>
                    <a:pt x="286" y="159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24"/>
            <p:cNvSpPr/>
            <p:nvPr/>
          </p:nvSpPr>
          <p:spPr>
            <a:xfrm>
              <a:off x="4300288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24"/>
            <p:cNvSpPr/>
            <p:nvPr/>
          </p:nvSpPr>
          <p:spPr>
            <a:xfrm>
              <a:off x="4300288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24"/>
            <p:cNvSpPr/>
            <p:nvPr/>
          </p:nvSpPr>
          <p:spPr>
            <a:xfrm>
              <a:off x="4300288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24"/>
            <p:cNvSpPr/>
            <p:nvPr/>
          </p:nvSpPr>
          <p:spPr>
            <a:xfrm>
              <a:off x="4299306" y="251435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24"/>
            <p:cNvSpPr/>
            <p:nvPr/>
          </p:nvSpPr>
          <p:spPr>
            <a:xfrm>
              <a:off x="4299306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24"/>
            <p:cNvSpPr/>
            <p:nvPr/>
          </p:nvSpPr>
          <p:spPr>
            <a:xfrm>
              <a:off x="4299306" y="251435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24"/>
            <p:cNvSpPr/>
            <p:nvPr/>
          </p:nvSpPr>
          <p:spPr>
            <a:xfrm>
              <a:off x="4299306" y="251435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24"/>
            <p:cNvSpPr/>
            <p:nvPr/>
          </p:nvSpPr>
          <p:spPr>
            <a:xfrm>
              <a:off x="4299306" y="251435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24"/>
            <p:cNvSpPr/>
            <p:nvPr/>
          </p:nvSpPr>
          <p:spPr>
            <a:xfrm>
              <a:off x="4266278" y="251435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24"/>
            <p:cNvSpPr/>
            <p:nvPr/>
          </p:nvSpPr>
          <p:spPr>
            <a:xfrm>
              <a:off x="4416929" y="2508526"/>
              <a:ext cx="12677" cy="11695"/>
            </a:xfrm>
            <a:custGeom>
              <a:rect b="b" l="l" r="r" t="t"/>
              <a:pathLst>
                <a:path extrusionOk="0" h="381" w="413">
                  <a:moveTo>
                    <a:pt x="1" y="0"/>
                  </a:moveTo>
                  <a:lnTo>
                    <a:pt x="1" y="159"/>
                  </a:lnTo>
                  <a:lnTo>
                    <a:pt x="412" y="380"/>
                  </a:lnTo>
                  <a:lnTo>
                    <a:pt x="412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24"/>
            <p:cNvSpPr/>
            <p:nvPr/>
          </p:nvSpPr>
          <p:spPr>
            <a:xfrm>
              <a:off x="4431509" y="2512394"/>
              <a:ext cx="4911" cy="7827"/>
            </a:xfrm>
            <a:custGeom>
              <a:rect b="b" l="l" r="r" t="t"/>
              <a:pathLst>
                <a:path extrusionOk="0" h="255" w="160">
                  <a:moveTo>
                    <a:pt x="159" y="1"/>
                  </a:moveTo>
                  <a:lnTo>
                    <a:pt x="1" y="96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24"/>
            <p:cNvSpPr/>
            <p:nvPr/>
          </p:nvSpPr>
          <p:spPr>
            <a:xfrm>
              <a:off x="4312934" y="2508526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24"/>
            <p:cNvSpPr/>
            <p:nvPr/>
          </p:nvSpPr>
          <p:spPr>
            <a:xfrm>
              <a:off x="4367356" y="2509478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9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24"/>
            <p:cNvSpPr/>
            <p:nvPr/>
          </p:nvSpPr>
          <p:spPr>
            <a:xfrm>
              <a:off x="4415977" y="2503646"/>
              <a:ext cx="20443" cy="11695"/>
            </a:xfrm>
            <a:custGeom>
              <a:rect b="b" l="l" r="r" t="t"/>
              <a:pathLst>
                <a:path extrusionOk="0" h="381" w="666">
                  <a:moveTo>
                    <a:pt x="190" y="1"/>
                  </a:moveTo>
                  <a:lnTo>
                    <a:pt x="32" y="96"/>
                  </a:lnTo>
                  <a:cubicBezTo>
                    <a:pt x="0" y="128"/>
                    <a:pt x="0" y="128"/>
                    <a:pt x="32" y="128"/>
                  </a:cubicBezTo>
                  <a:lnTo>
                    <a:pt x="443" y="381"/>
                  </a:lnTo>
                  <a:lnTo>
                    <a:pt x="507" y="381"/>
                  </a:lnTo>
                  <a:lnTo>
                    <a:pt x="665" y="286"/>
                  </a:lnTo>
                  <a:cubicBezTo>
                    <a:pt x="665" y="286"/>
                    <a:pt x="665" y="254"/>
                    <a:pt x="665" y="254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24"/>
            <p:cNvSpPr/>
            <p:nvPr/>
          </p:nvSpPr>
          <p:spPr>
            <a:xfrm>
              <a:off x="4417911" y="2503646"/>
              <a:ext cx="17527" cy="9761"/>
            </a:xfrm>
            <a:custGeom>
              <a:rect b="b" l="l" r="r" t="t"/>
              <a:pathLst>
                <a:path extrusionOk="0" h="318" w="571">
                  <a:moveTo>
                    <a:pt x="127" y="1"/>
                  </a:moveTo>
                  <a:lnTo>
                    <a:pt x="0" y="96"/>
                  </a:lnTo>
                  <a:lnTo>
                    <a:pt x="380" y="318"/>
                  </a:lnTo>
                  <a:lnTo>
                    <a:pt x="412" y="318"/>
                  </a:lnTo>
                  <a:lnTo>
                    <a:pt x="570" y="254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24"/>
            <p:cNvSpPr/>
            <p:nvPr/>
          </p:nvSpPr>
          <p:spPr>
            <a:xfrm>
              <a:off x="4430557" y="2515310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24"/>
            <p:cNvSpPr/>
            <p:nvPr/>
          </p:nvSpPr>
          <p:spPr>
            <a:xfrm>
              <a:off x="4430557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24"/>
            <p:cNvSpPr/>
            <p:nvPr/>
          </p:nvSpPr>
          <p:spPr>
            <a:xfrm>
              <a:off x="4430557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24"/>
            <p:cNvSpPr/>
            <p:nvPr/>
          </p:nvSpPr>
          <p:spPr>
            <a:xfrm>
              <a:off x="4430557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24"/>
            <p:cNvSpPr/>
            <p:nvPr/>
          </p:nvSpPr>
          <p:spPr>
            <a:xfrm>
              <a:off x="4430557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24"/>
            <p:cNvSpPr/>
            <p:nvPr/>
          </p:nvSpPr>
          <p:spPr>
            <a:xfrm>
              <a:off x="4430557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24"/>
            <p:cNvSpPr/>
            <p:nvPr/>
          </p:nvSpPr>
          <p:spPr>
            <a:xfrm>
              <a:off x="4429575" y="2515310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24"/>
            <p:cNvSpPr/>
            <p:nvPr/>
          </p:nvSpPr>
          <p:spPr>
            <a:xfrm>
              <a:off x="4429575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24"/>
            <p:cNvSpPr/>
            <p:nvPr/>
          </p:nvSpPr>
          <p:spPr>
            <a:xfrm>
              <a:off x="4429575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24"/>
            <p:cNvSpPr/>
            <p:nvPr/>
          </p:nvSpPr>
          <p:spPr>
            <a:xfrm>
              <a:off x="4429575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24"/>
            <p:cNvSpPr/>
            <p:nvPr/>
          </p:nvSpPr>
          <p:spPr>
            <a:xfrm>
              <a:off x="4429575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24"/>
            <p:cNvSpPr/>
            <p:nvPr/>
          </p:nvSpPr>
          <p:spPr>
            <a:xfrm>
              <a:off x="4333346" y="251435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24"/>
            <p:cNvSpPr/>
            <p:nvPr/>
          </p:nvSpPr>
          <p:spPr>
            <a:xfrm>
              <a:off x="4333346" y="251435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cubicBezTo>
                    <a:pt x="0" y="0"/>
                    <a:pt x="0" y="0"/>
                    <a:pt x="0" y="32"/>
                  </a:cubicBez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24"/>
            <p:cNvSpPr/>
            <p:nvPr/>
          </p:nvSpPr>
          <p:spPr>
            <a:xfrm>
              <a:off x="4333346" y="251435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24"/>
            <p:cNvSpPr/>
            <p:nvPr/>
          </p:nvSpPr>
          <p:spPr>
            <a:xfrm>
              <a:off x="4333346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24"/>
            <p:cNvSpPr/>
            <p:nvPr/>
          </p:nvSpPr>
          <p:spPr>
            <a:xfrm>
              <a:off x="4333346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24"/>
            <p:cNvSpPr/>
            <p:nvPr/>
          </p:nvSpPr>
          <p:spPr>
            <a:xfrm>
              <a:off x="4333346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24"/>
            <p:cNvSpPr/>
            <p:nvPr/>
          </p:nvSpPr>
          <p:spPr>
            <a:xfrm>
              <a:off x="4333346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24"/>
            <p:cNvSpPr/>
            <p:nvPr/>
          </p:nvSpPr>
          <p:spPr>
            <a:xfrm>
              <a:off x="4333346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24"/>
            <p:cNvSpPr/>
            <p:nvPr/>
          </p:nvSpPr>
          <p:spPr>
            <a:xfrm>
              <a:off x="4299306" y="251435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32"/>
                  </a:lnTo>
                  <a:cubicBezTo>
                    <a:pt x="32" y="32"/>
                    <a:pt x="1" y="32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24"/>
            <p:cNvSpPr/>
            <p:nvPr/>
          </p:nvSpPr>
          <p:spPr>
            <a:xfrm>
              <a:off x="4345962" y="2509478"/>
              <a:ext cx="11695" cy="11725"/>
            </a:xfrm>
            <a:custGeom>
              <a:rect b="b" l="l" r="r" t="t"/>
              <a:pathLst>
                <a:path extrusionOk="0" h="382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1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24"/>
            <p:cNvSpPr/>
            <p:nvPr/>
          </p:nvSpPr>
          <p:spPr>
            <a:xfrm>
              <a:off x="4401397" y="2510460"/>
              <a:ext cx="9730" cy="10743"/>
            </a:xfrm>
            <a:custGeom>
              <a:rect b="b" l="l" r="r" t="t"/>
              <a:pathLst>
                <a:path extrusionOk="0" h="350" w="317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24"/>
            <p:cNvSpPr/>
            <p:nvPr/>
          </p:nvSpPr>
          <p:spPr>
            <a:xfrm>
              <a:off x="4324598" y="2515310"/>
              <a:ext cx="31" cy="5893"/>
            </a:xfrm>
            <a:custGeom>
              <a:rect b="b" l="l" r="r" t="t"/>
              <a:pathLst>
                <a:path extrusionOk="0" h="192" w="1">
                  <a:moveTo>
                    <a:pt x="0" y="33"/>
                  </a:moveTo>
                  <a:lnTo>
                    <a:pt x="0" y="191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33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24"/>
            <p:cNvSpPr/>
            <p:nvPr/>
          </p:nvSpPr>
          <p:spPr>
            <a:xfrm>
              <a:off x="4367356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24"/>
            <p:cNvSpPr/>
            <p:nvPr/>
          </p:nvSpPr>
          <p:spPr>
            <a:xfrm>
              <a:off x="4367356" y="251531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24"/>
            <p:cNvSpPr/>
            <p:nvPr/>
          </p:nvSpPr>
          <p:spPr>
            <a:xfrm>
              <a:off x="4367356" y="2515310"/>
              <a:ext cx="31" cy="5893"/>
            </a:xfrm>
            <a:custGeom>
              <a:rect b="b" l="l" r="r" t="t"/>
              <a:pathLst>
                <a:path extrusionOk="0" h="192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24"/>
            <p:cNvSpPr/>
            <p:nvPr/>
          </p:nvSpPr>
          <p:spPr>
            <a:xfrm>
              <a:off x="4367356" y="2515310"/>
              <a:ext cx="31" cy="5893"/>
            </a:xfrm>
            <a:custGeom>
              <a:rect b="b" l="l" r="r" t="t"/>
              <a:pathLst>
                <a:path extrusionOk="0" h="192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24"/>
            <p:cNvSpPr/>
            <p:nvPr/>
          </p:nvSpPr>
          <p:spPr>
            <a:xfrm>
              <a:off x="4367356" y="2515310"/>
              <a:ext cx="31" cy="5893"/>
            </a:xfrm>
            <a:custGeom>
              <a:rect b="b" l="l" r="r" t="t"/>
              <a:pathLst>
                <a:path extrusionOk="0" h="192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24"/>
            <p:cNvSpPr/>
            <p:nvPr/>
          </p:nvSpPr>
          <p:spPr>
            <a:xfrm>
              <a:off x="4367356" y="251629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24"/>
            <p:cNvSpPr/>
            <p:nvPr/>
          </p:nvSpPr>
          <p:spPr>
            <a:xfrm>
              <a:off x="4367356" y="251629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24"/>
            <p:cNvSpPr/>
            <p:nvPr/>
          </p:nvSpPr>
          <p:spPr>
            <a:xfrm>
              <a:off x="4367356" y="251629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24"/>
            <p:cNvSpPr/>
            <p:nvPr/>
          </p:nvSpPr>
          <p:spPr>
            <a:xfrm>
              <a:off x="4333346" y="2515310"/>
              <a:ext cx="982" cy="5893"/>
            </a:xfrm>
            <a:custGeom>
              <a:rect b="b" l="l" r="r" t="t"/>
              <a:pathLst>
                <a:path extrusionOk="0" h="192" w="32">
                  <a:moveTo>
                    <a:pt x="0" y="1"/>
                  </a:moveTo>
                  <a:lnTo>
                    <a:pt x="0" y="159"/>
                  </a:lnTo>
                  <a:cubicBezTo>
                    <a:pt x="0" y="191"/>
                    <a:pt x="0" y="191"/>
                    <a:pt x="32" y="191"/>
                  </a:cubicBezTo>
                  <a:lnTo>
                    <a:pt x="32" y="33"/>
                  </a:lnTo>
                  <a:cubicBezTo>
                    <a:pt x="0" y="3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24"/>
            <p:cNvSpPr/>
            <p:nvPr/>
          </p:nvSpPr>
          <p:spPr>
            <a:xfrm>
              <a:off x="4380003" y="2509478"/>
              <a:ext cx="11695" cy="11725"/>
            </a:xfrm>
            <a:custGeom>
              <a:rect b="b" l="l" r="r" t="t"/>
              <a:pathLst>
                <a:path extrusionOk="0" h="382" w="381">
                  <a:moveTo>
                    <a:pt x="0" y="1"/>
                  </a:moveTo>
                  <a:lnTo>
                    <a:pt x="0" y="191"/>
                  </a:lnTo>
                  <a:lnTo>
                    <a:pt x="380" y="381"/>
                  </a:lnTo>
                  <a:lnTo>
                    <a:pt x="380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24"/>
            <p:cNvSpPr/>
            <p:nvPr/>
          </p:nvSpPr>
          <p:spPr>
            <a:xfrm>
              <a:off x="4357626" y="2515310"/>
              <a:ext cx="1013" cy="6845"/>
            </a:xfrm>
            <a:custGeom>
              <a:rect b="b" l="l" r="r" t="t"/>
              <a:pathLst>
                <a:path extrusionOk="0" h="223" w="33">
                  <a:moveTo>
                    <a:pt x="1" y="1"/>
                  </a:moveTo>
                  <a:lnTo>
                    <a:pt x="1" y="191"/>
                  </a:lnTo>
                  <a:cubicBezTo>
                    <a:pt x="33" y="191"/>
                    <a:pt x="33" y="191"/>
                    <a:pt x="33" y="223"/>
                  </a:cubicBezTo>
                  <a:lnTo>
                    <a:pt x="33" y="33"/>
                  </a:lnTo>
                  <a:cubicBezTo>
                    <a:pt x="33" y="33"/>
                    <a:pt x="33" y="33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24"/>
            <p:cNvSpPr/>
            <p:nvPr/>
          </p:nvSpPr>
          <p:spPr>
            <a:xfrm>
              <a:off x="4401397" y="251629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24"/>
            <p:cNvSpPr/>
            <p:nvPr/>
          </p:nvSpPr>
          <p:spPr>
            <a:xfrm>
              <a:off x="4400415" y="2516292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24"/>
            <p:cNvSpPr/>
            <p:nvPr/>
          </p:nvSpPr>
          <p:spPr>
            <a:xfrm>
              <a:off x="4400415" y="251629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24"/>
            <p:cNvSpPr/>
            <p:nvPr/>
          </p:nvSpPr>
          <p:spPr>
            <a:xfrm>
              <a:off x="4400415" y="251629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24"/>
            <p:cNvSpPr/>
            <p:nvPr/>
          </p:nvSpPr>
          <p:spPr>
            <a:xfrm>
              <a:off x="4400415" y="251629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24"/>
            <p:cNvSpPr/>
            <p:nvPr/>
          </p:nvSpPr>
          <p:spPr>
            <a:xfrm>
              <a:off x="4400415" y="251629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24"/>
            <p:cNvSpPr/>
            <p:nvPr/>
          </p:nvSpPr>
          <p:spPr>
            <a:xfrm>
              <a:off x="4400415" y="251629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24"/>
            <p:cNvSpPr/>
            <p:nvPr/>
          </p:nvSpPr>
          <p:spPr>
            <a:xfrm>
              <a:off x="4400415" y="25172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24"/>
            <p:cNvSpPr/>
            <p:nvPr/>
          </p:nvSpPr>
          <p:spPr>
            <a:xfrm>
              <a:off x="4324598" y="251629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24"/>
            <p:cNvSpPr/>
            <p:nvPr/>
          </p:nvSpPr>
          <p:spPr>
            <a:xfrm>
              <a:off x="4324598" y="251629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24"/>
            <p:cNvSpPr/>
            <p:nvPr/>
          </p:nvSpPr>
          <p:spPr>
            <a:xfrm>
              <a:off x="4324598" y="251629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24"/>
            <p:cNvSpPr/>
            <p:nvPr/>
          </p:nvSpPr>
          <p:spPr>
            <a:xfrm>
              <a:off x="4324598" y="251629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24"/>
            <p:cNvSpPr/>
            <p:nvPr/>
          </p:nvSpPr>
          <p:spPr>
            <a:xfrm>
              <a:off x="4324598" y="251629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24"/>
            <p:cNvSpPr/>
            <p:nvPr/>
          </p:nvSpPr>
          <p:spPr>
            <a:xfrm>
              <a:off x="4324598" y="251629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24"/>
            <p:cNvSpPr/>
            <p:nvPr/>
          </p:nvSpPr>
          <p:spPr>
            <a:xfrm>
              <a:off x="4324598" y="251629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24"/>
            <p:cNvSpPr/>
            <p:nvPr/>
          </p:nvSpPr>
          <p:spPr>
            <a:xfrm>
              <a:off x="4324598" y="251629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24"/>
            <p:cNvSpPr/>
            <p:nvPr/>
          </p:nvSpPr>
          <p:spPr>
            <a:xfrm>
              <a:off x="4434425" y="2514358"/>
              <a:ext cx="4911" cy="7797"/>
            </a:xfrm>
            <a:custGeom>
              <a:rect b="b" l="l" r="r" t="t"/>
              <a:pathLst>
                <a:path extrusionOk="0" h="254" w="160">
                  <a:moveTo>
                    <a:pt x="159" y="0"/>
                  </a:moveTo>
                  <a:lnTo>
                    <a:pt x="1" y="95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24"/>
            <p:cNvSpPr/>
            <p:nvPr/>
          </p:nvSpPr>
          <p:spPr>
            <a:xfrm>
              <a:off x="4366374" y="251629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33" y="191"/>
                    <a:pt x="33" y="191"/>
                  </a:cubicBezTo>
                  <a:lnTo>
                    <a:pt x="33" y="32"/>
                  </a:lnTo>
                  <a:cubicBezTo>
                    <a:pt x="33" y="1"/>
                    <a:pt x="33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24"/>
            <p:cNvSpPr/>
            <p:nvPr/>
          </p:nvSpPr>
          <p:spPr>
            <a:xfrm>
              <a:off x="4413061" y="2510460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24"/>
            <p:cNvSpPr/>
            <p:nvPr/>
          </p:nvSpPr>
          <p:spPr>
            <a:xfrm>
              <a:off x="4391667" y="251629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24"/>
            <p:cNvSpPr/>
            <p:nvPr/>
          </p:nvSpPr>
          <p:spPr>
            <a:xfrm>
              <a:off x="4434425" y="25172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24"/>
            <p:cNvSpPr/>
            <p:nvPr/>
          </p:nvSpPr>
          <p:spPr>
            <a:xfrm>
              <a:off x="4434425" y="25172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24"/>
            <p:cNvSpPr/>
            <p:nvPr/>
          </p:nvSpPr>
          <p:spPr>
            <a:xfrm>
              <a:off x="4434425" y="25172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24"/>
            <p:cNvSpPr/>
            <p:nvPr/>
          </p:nvSpPr>
          <p:spPr>
            <a:xfrm>
              <a:off x="4434425" y="25172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24"/>
            <p:cNvSpPr/>
            <p:nvPr/>
          </p:nvSpPr>
          <p:spPr>
            <a:xfrm>
              <a:off x="4433473" y="2517274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24"/>
            <p:cNvSpPr/>
            <p:nvPr/>
          </p:nvSpPr>
          <p:spPr>
            <a:xfrm>
              <a:off x="4433473" y="25172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24"/>
            <p:cNvSpPr/>
            <p:nvPr/>
          </p:nvSpPr>
          <p:spPr>
            <a:xfrm>
              <a:off x="4433473" y="25172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24"/>
            <p:cNvSpPr/>
            <p:nvPr/>
          </p:nvSpPr>
          <p:spPr>
            <a:xfrm>
              <a:off x="4433473" y="25172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24"/>
            <p:cNvSpPr/>
            <p:nvPr/>
          </p:nvSpPr>
          <p:spPr>
            <a:xfrm>
              <a:off x="4358608" y="251629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24"/>
            <p:cNvSpPr/>
            <p:nvPr/>
          </p:nvSpPr>
          <p:spPr>
            <a:xfrm>
              <a:off x="4358608" y="251629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24"/>
            <p:cNvSpPr/>
            <p:nvPr/>
          </p:nvSpPr>
          <p:spPr>
            <a:xfrm>
              <a:off x="4358608" y="251629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24"/>
            <p:cNvSpPr/>
            <p:nvPr/>
          </p:nvSpPr>
          <p:spPr>
            <a:xfrm>
              <a:off x="4358608" y="25172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24"/>
            <p:cNvSpPr/>
            <p:nvPr/>
          </p:nvSpPr>
          <p:spPr>
            <a:xfrm>
              <a:off x="4358608" y="25172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24"/>
            <p:cNvSpPr/>
            <p:nvPr/>
          </p:nvSpPr>
          <p:spPr>
            <a:xfrm>
              <a:off x="4358608" y="25172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24"/>
            <p:cNvSpPr/>
            <p:nvPr/>
          </p:nvSpPr>
          <p:spPr>
            <a:xfrm>
              <a:off x="4357626" y="2517274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24"/>
            <p:cNvSpPr/>
            <p:nvPr/>
          </p:nvSpPr>
          <p:spPr>
            <a:xfrm>
              <a:off x="4357626" y="25172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24"/>
            <p:cNvSpPr/>
            <p:nvPr/>
          </p:nvSpPr>
          <p:spPr>
            <a:xfrm>
              <a:off x="4400415" y="251727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32" y="190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24"/>
            <p:cNvSpPr/>
            <p:nvPr/>
          </p:nvSpPr>
          <p:spPr>
            <a:xfrm>
              <a:off x="4424725" y="251727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32" y="159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32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24"/>
            <p:cNvSpPr/>
            <p:nvPr/>
          </p:nvSpPr>
          <p:spPr>
            <a:xfrm>
              <a:off x="4433473" y="251727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24"/>
            <p:cNvSpPr/>
            <p:nvPr/>
          </p:nvSpPr>
          <p:spPr>
            <a:xfrm>
              <a:off x="4391667" y="25172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24"/>
            <p:cNvSpPr/>
            <p:nvPr/>
          </p:nvSpPr>
          <p:spPr>
            <a:xfrm>
              <a:off x="4391667" y="251727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24"/>
            <p:cNvSpPr/>
            <p:nvPr/>
          </p:nvSpPr>
          <p:spPr>
            <a:xfrm>
              <a:off x="4391667" y="25172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24"/>
            <p:cNvSpPr/>
            <p:nvPr/>
          </p:nvSpPr>
          <p:spPr>
            <a:xfrm>
              <a:off x="4391667" y="25172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24"/>
            <p:cNvSpPr/>
            <p:nvPr/>
          </p:nvSpPr>
          <p:spPr>
            <a:xfrm>
              <a:off x="4391667" y="251727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24"/>
            <p:cNvSpPr/>
            <p:nvPr/>
          </p:nvSpPr>
          <p:spPr>
            <a:xfrm>
              <a:off x="4391667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24"/>
            <p:cNvSpPr/>
            <p:nvPr/>
          </p:nvSpPr>
          <p:spPr>
            <a:xfrm>
              <a:off x="4391667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24"/>
            <p:cNvSpPr/>
            <p:nvPr/>
          </p:nvSpPr>
          <p:spPr>
            <a:xfrm>
              <a:off x="4391667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24"/>
            <p:cNvSpPr/>
            <p:nvPr/>
          </p:nvSpPr>
          <p:spPr>
            <a:xfrm>
              <a:off x="4329448" y="2518257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24"/>
            <p:cNvSpPr/>
            <p:nvPr/>
          </p:nvSpPr>
          <p:spPr>
            <a:xfrm>
              <a:off x="4329448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24"/>
            <p:cNvSpPr/>
            <p:nvPr/>
          </p:nvSpPr>
          <p:spPr>
            <a:xfrm>
              <a:off x="4329448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24"/>
            <p:cNvSpPr/>
            <p:nvPr/>
          </p:nvSpPr>
          <p:spPr>
            <a:xfrm>
              <a:off x="4329448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24"/>
            <p:cNvSpPr/>
            <p:nvPr/>
          </p:nvSpPr>
          <p:spPr>
            <a:xfrm>
              <a:off x="4328466" y="2518257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24"/>
            <p:cNvSpPr/>
            <p:nvPr/>
          </p:nvSpPr>
          <p:spPr>
            <a:xfrm>
              <a:off x="4328466" y="2518257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24"/>
            <p:cNvSpPr/>
            <p:nvPr/>
          </p:nvSpPr>
          <p:spPr>
            <a:xfrm>
              <a:off x="4328466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24"/>
            <p:cNvSpPr/>
            <p:nvPr/>
          </p:nvSpPr>
          <p:spPr>
            <a:xfrm>
              <a:off x="4328466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24"/>
            <p:cNvSpPr/>
            <p:nvPr/>
          </p:nvSpPr>
          <p:spPr>
            <a:xfrm>
              <a:off x="4328466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24"/>
            <p:cNvSpPr/>
            <p:nvPr/>
          </p:nvSpPr>
          <p:spPr>
            <a:xfrm>
              <a:off x="4327514" y="2518257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24"/>
            <p:cNvSpPr/>
            <p:nvPr/>
          </p:nvSpPr>
          <p:spPr>
            <a:xfrm>
              <a:off x="4327514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24"/>
            <p:cNvSpPr/>
            <p:nvPr/>
          </p:nvSpPr>
          <p:spPr>
            <a:xfrm>
              <a:off x="4425677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24"/>
            <p:cNvSpPr/>
            <p:nvPr/>
          </p:nvSpPr>
          <p:spPr>
            <a:xfrm>
              <a:off x="4425677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24"/>
            <p:cNvSpPr/>
            <p:nvPr/>
          </p:nvSpPr>
          <p:spPr>
            <a:xfrm>
              <a:off x="4425677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24"/>
            <p:cNvSpPr/>
            <p:nvPr/>
          </p:nvSpPr>
          <p:spPr>
            <a:xfrm>
              <a:off x="4425677" y="251825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24"/>
            <p:cNvSpPr/>
            <p:nvPr/>
          </p:nvSpPr>
          <p:spPr>
            <a:xfrm>
              <a:off x="4425677" y="251825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8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24"/>
            <p:cNvSpPr/>
            <p:nvPr/>
          </p:nvSpPr>
          <p:spPr>
            <a:xfrm>
              <a:off x="4425677" y="251825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24"/>
            <p:cNvSpPr/>
            <p:nvPr/>
          </p:nvSpPr>
          <p:spPr>
            <a:xfrm>
              <a:off x="4424725" y="2518257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cubicBezTo>
                    <a:pt x="32" y="32"/>
                    <a:pt x="32" y="32"/>
                    <a:pt x="0" y="32"/>
                  </a:cubicBez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24"/>
            <p:cNvSpPr/>
            <p:nvPr/>
          </p:nvSpPr>
          <p:spPr>
            <a:xfrm>
              <a:off x="4424725" y="251920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24"/>
            <p:cNvSpPr/>
            <p:nvPr/>
          </p:nvSpPr>
          <p:spPr>
            <a:xfrm>
              <a:off x="4362507" y="2442409"/>
              <a:ext cx="128336" cy="78794"/>
            </a:xfrm>
            <a:custGeom>
              <a:rect b="b" l="l" r="r" t="t"/>
              <a:pathLst>
                <a:path extrusionOk="0" h="2567" w="4181">
                  <a:moveTo>
                    <a:pt x="0" y="1"/>
                  </a:moveTo>
                  <a:lnTo>
                    <a:pt x="0" y="159"/>
                  </a:lnTo>
                  <a:lnTo>
                    <a:pt x="4181" y="2566"/>
                  </a:lnTo>
                  <a:lnTo>
                    <a:pt x="4181" y="24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DF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24"/>
            <p:cNvSpPr/>
            <p:nvPr/>
          </p:nvSpPr>
          <p:spPr>
            <a:xfrm>
              <a:off x="4363458" y="251920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24"/>
            <p:cNvSpPr/>
            <p:nvPr/>
          </p:nvSpPr>
          <p:spPr>
            <a:xfrm>
              <a:off x="4363458" y="251920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24"/>
            <p:cNvSpPr/>
            <p:nvPr/>
          </p:nvSpPr>
          <p:spPr>
            <a:xfrm>
              <a:off x="4362507" y="251920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24"/>
            <p:cNvSpPr/>
            <p:nvPr/>
          </p:nvSpPr>
          <p:spPr>
            <a:xfrm>
              <a:off x="4362507" y="251920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24"/>
            <p:cNvSpPr/>
            <p:nvPr/>
          </p:nvSpPr>
          <p:spPr>
            <a:xfrm>
              <a:off x="4362507" y="251920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24"/>
            <p:cNvSpPr/>
            <p:nvPr/>
          </p:nvSpPr>
          <p:spPr>
            <a:xfrm>
              <a:off x="4362507" y="251920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24"/>
            <p:cNvSpPr/>
            <p:nvPr/>
          </p:nvSpPr>
          <p:spPr>
            <a:xfrm>
              <a:off x="4362507" y="251920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24"/>
            <p:cNvSpPr/>
            <p:nvPr/>
          </p:nvSpPr>
          <p:spPr>
            <a:xfrm>
              <a:off x="4361524" y="251920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24"/>
            <p:cNvSpPr/>
            <p:nvPr/>
          </p:nvSpPr>
          <p:spPr>
            <a:xfrm>
              <a:off x="4361524" y="251920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24"/>
            <p:cNvSpPr/>
            <p:nvPr/>
          </p:nvSpPr>
          <p:spPr>
            <a:xfrm>
              <a:off x="4361524" y="251920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24"/>
            <p:cNvSpPr/>
            <p:nvPr/>
          </p:nvSpPr>
          <p:spPr>
            <a:xfrm>
              <a:off x="4360542" y="251920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24"/>
            <p:cNvSpPr/>
            <p:nvPr/>
          </p:nvSpPr>
          <p:spPr>
            <a:xfrm>
              <a:off x="4397499" y="252019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24"/>
            <p:cNvSpPr/>
            <p:nvPr/>
          </p:nvSpPr>
          <p:spPr>
            <a:xfrm>
              <a:off x="4396517" y="251920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32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24"/>
            <p:cNvSpPr/>
            <p:nvPr/>
          </p:nvSpPr>
          <p:spPr>
            <a:xfrm>
              <a:off x="4396517" y="251920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24"/>
            <p:cNvSpPr/>
            <p:nvPr/>
          </p:nvSpPr>
          <p:spPr>
            <a:xfrm>
              <a:off x="4396517" y="251920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24"/>
            <p:cNvSpPr/>
            <p:nvPr/>
          </p:nvSpPr>
          <p:spPr>
            <a:xfrm>
              <a:off x="4396517" y="251920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24"/>
            <p:cNvSpPr/>
            <p:nvPr/>
          </p:nvSpPr>
          <p:spPr>
            <a:xfrm>
              <a:off x="4395565" y="251920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24"/>
            <p:cNvSpPr/>
            <p:nvPr/>
          </p:nvSpPr>
          <p:spPr>
            <a:xfrm>
              <a:off x="4395565" y="251920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24"/>
            <p:cNvSpPr/>
            <p:nvPr/>
          </p:nvSpPr>
          <p:spPr>
            <a:xfrm>
              <a:off x="4395565" y="251920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24"/>
            <p:cNvSpPr/>
            <p:nvPr/>
          </p:nvSpPr>
          <p:spPr>
            <a:xfrm>
              <a:off x="4395565" y="251920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24"/>
            <p:cNvSpPr/>
            <p:nvPr/>
          </p:nvSpPr>
          <p:spPr>
            <a:xfrm>
              <a:off x="4394583" y="251920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1"/>
                  </a:moveTo>
                  <a:cubicBezTo>
                    <a:pt x="32" y="1"/>
                    <a:pt x="32" y="1"/>
                    <a:pt x="0" y="32"/>
                  </a:cubicBez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24"/>
            <p:cNvSpPr/>
            <p:nvPr/>
          </p:nvSpPr>
          <p:spPr>
            <a:xfrm>
              <a:off x="4394583" y="251920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2"/>
                  </a:lnTo>
                  <a:cubicBezTo>
                    <a:pt x="0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24"/>
            <p:cNvSpPr/>
            <p:nvPr/>
          </p:nvSpPr>
          <p:spPr>
            <a:xfrm>
              <a:off x="4430557" y="252019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24"/>
            <p:cNvSpPr/>
            <p:nvPr/>
          </p:nvSpPr>
          <p:spPr>
            <a:xfrm>
              <a:off x="4430557" y="252019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24"/>
            <p:cNvSpPr/>
            <p:nvPr/>
          </p:nvSpPr>
          <p:spPr>
            <a:xfrm>
              <a:off x="4430557" y="252019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24"/>
            <p:cNvSpPr/>
            <p:nvPr/>
          </p:nvSpPr>
          <p:spPr>
            <a:xfrm>
              <a:off x="4429575" y="2520190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24"/>
            <p:cNvSpPr/>
            <p:nvPr/>
          </p:nvSpPr>
          <p:spPr>
            <a:xfrm>
              <a:off x="4429575" y="252019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24"/>
            <p:cNvSpPr/>
            <p:nvPr/>
          </p:nvSpPr>
          <p:spPr>
            <a:xfrm>
              <a:off x="4429575" y="252019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24"/>
            <p:cNvSpPr/>
            <p:nvPr/>
          </p:nvSpPr>
          <p:spPr>
            <a:xfrm>
              <a:off x="4429575" y="252019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24"/>
            <p:cNvSpPr/>
            <p:nvPr/>
          </p:nvSpPr>
          <p:spPr>
            <a:xfrm>
              <a:off x="4429575" y="252019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24"/>
            <p:cNvSpPr/>
            <p:nvPr/>
          </p:nvSpPr>
          <p:spPr>
            <a:xfrm>
              <a:off x="4428593" y="2520190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24"/>
            <p:cNvSpPr/>
            <p:nvPr/>
          </p:nvSpPr>
          <p:spPr>
            <a:xfrm>
              <a:off x="4428593" y="252019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24"/>
            <p:cNvSpPr/>
            <p:nvPr/>
          </p:nvSpPr>
          <p:spPr>
            <a:xfrm>
              <a:off x="4427641" y="2520190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cubicBezTo>
                    <a:pt x="32" y="159"/>
                    <a:pt x="32" y="159"/>
                    <a:pt x="32" y="159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24"/>
            <p:cNvSpPr/>
            <p:nvPr/>
          </p:nvSpPr>
          <p:spPr>
            <a:xfrm>
              <a:off x="4441239" y="2514358"/>
              <a:ext cx="12677" cy="11695"/>
            </a:xfrm>
            <a:custGeom>
              <a:rect b="b" l="l" r="r" t="t"/>
              <a:pathLst>
                <a:path extrusionOk="0" h="381" w="413">
                  <a:moveTo>
                    <a:pt x="0" y="0"/>
                  </a:moveTo>
                  <a:lnTo>
                    <a:pt x="0" y="159"/>
                  </a:lnTo>
                  <a:lnTo>
                    <a:pt x="412" y="380"/>
                  </a:lnTo>
                  <a:lnTo>
                    <a:pt x="412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24"/>
            <p:cNvSpPr/>
            <p:nvPr/>
          </p:nvSpPr>
          <p:spPr>
            <a:xfrm>
              <a:off x="4453886" y="252117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24"/>
            <p:cNvSpPr/>
            <p:nvPr/>
          </p:nvSpPr>
          <p:spPr>
            <a:xfrm>
              <a:off x="4453886" y="252212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24"/>
            <p:cNvSpPr/>
            <p:nvPr/>
          </p:nvSpPr>
          <p:spPr>
            <a:xfrm>
              <a:off x="4453886" y="252212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24"/>
            <p:cNvSpPr/>
            <p:nvPr/>
          </p:nvSpPr>
          <p:spPr>
            <a:xfrm>
              <a:off x="4453886" y="252212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24"/>
            <p:cNvSpPr/>
            <p:nvPr/>
          </p:nvSpPr>
          <p:spPr>
            <a:xfrm>
              <a:off x="4453886" y="252212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24"/>
            <p:cNvSpPr/>
            <p:nvPr/>
          </p:nvSpPr>
          <p:spPr>
            <a:xfrm>
              <a:off x="4453886" y="252212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24"/>
            <p:cNvSpPr/>
            <p:nvPr/>
          </p:nvSpPr>
          <p:spPr>
            <a:xfrm>
              <a:off x="4453886" y="252212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24"/>
            <p:cNvSpPr/>
            <p:nvPr/>
          </p:nvSpPr>
          <p:spPr>
            <a:xfrm>
              <a:off x="4453886" y="252212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24"/>
            <p:cNvSpPr/>
            <p:nvPr/>
          </p:nvSpPr>
          <p:spPr>
            <a:xfrm>
              <a:off x="4453886" y="252212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24"/>
            <p:cNvSpPr/>
            <p:nvPr/>
          </p:nvSpPr>
          <p:spPr>
            <a:xfrm>
              <a:off x="4314868" y="2516292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9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24"/>
            <p:cNvSpPr/>
            <p:nvPr/>
          </p:nvSpPr>
          <p:spPr>
            <a:xfrm>
              <a:off x="4300288" y="2515310"/>
              <a:ext cx="11695" cy="11725"/>
            </a:xfrm>
            <a:custGeom>
              <a:rect b="b" l="l" r="r" t="t"/>
              <a:pathLst>
                <a:path extrusionOk="0" h="382" w="381">
                  <a:moveTo>
                    <a:pt x="0" y="1"/>
                  </a:moveTo>
                  <a:lnTo>
                    <a:pt x="0" y="159"/>
                  </a:lnTo>
                  <a:lnTo>
                    <a:pt x="381" y="381"/>
                  </a:lnTo>
                  <a:lnTo>
                    <a:pt x="381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24"/>
            <p:cNvSpPr/>
            <p:nvPr/>
          </p:nvSpPr>
          <p:spPr>
            <a:xfrm>
              <a:off x="4299306" y="2507790"/>
              <a:ext cx="25323" cy="15102"/>
            </a:xfrm>
            <a:custGeom>
              <a:rect b="b" l="l" r="r" t="t"/>
              <a:pathLst>
                <a:path extrusionOk="0" h="492" w="825">
                  <a:moveTo>
                    <a:pt x="397" y="1"/>
                  </a:moveTo>
                  <a:cubicBezTo>
                    <a:pt x="381" y="1"/>
                    <a:pt x="365" y="8"/>
                    <a:pt x="349" y="24"/>
                  </a:cubicBezTo>
                  <a:lnTo>
                    <a:pt x="32" y="183"/>
                  </a:lnTo>
                  <a:cubicBezTo>
                    <a:pt x="1" y="214"/>
                    <a:pt x="1" y="246"/>
                    <a:pt x="32" y="246"/>
                  </a:cubicBezTo>
                  <a:lnTo>
                    <a:pt x="413" y="468"/>
                  </a:lnTo>
                  <a:cubicBezTo>
                    <a:pt x="428" y="484"/>
                    <a:pt x="444" y="491"/>
                    <a:pt x="460" y="491"/>
                  </a:cubicBezTo>
                  <a:cubicBezTo>
                    <a:pt x="476" y="491"/>
                    <a:pt x="492" y="484"/>
                    <a:pt x="508" y="468"/>
                  </a:cubicBezTo>
                  <a:lnTo>
                    <a:pt x="824" y="278"/>
                  </a:lnTo>
                  <a:cubicBezTo>
                    <a:pt x="824" y="278"/>
                    <a:pt x="824" y="246"/>
                    <a:pt x="824" y="246"/>
                  </a:cubicBezTo>
                  <a:lnTo>
                    <a:pt x="444" y="24"/>
                  </a:lnTo>
                  <a:cubicBezTo>
                    <a:pt x="428" y="8"/>
                    <a:pt x="413" y="1"/>
                    <a:pt x="397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24"/>
            <p:cNvSpPr/>
            <p:nvPr/>
          </p:nvSpPr>
          <p:spPr>
            <a:xfrm>
              <a:off x="4300288" y="2507544"/>
              <a:ext cx="23359" cy="13659"/>
            </a:xfrm>
            <a:custGeom>
              <a:rect b="b" l="l" r="r" t="t"/>
              <a:pathLst>
                <a:path extrusionOk="0" h="445" w="761">
                  <a:moveTo>
                    <a:pt x="317" y="1"/>
                  </a:moveTo>
                  <a:lnTo>
                    <a:pt x="0" y="191"/>
                  </a:lnTo>
                  <a:lnTo>
                    <a:pt x="381" y="412"/>
                  </a:lnTo>
                  <a:cubicBezTo>
                    <a:pt x="412" y="444"/>
                    <a:pt x="412" y="444"/>
                    <a:pt x="412" y="444"/>
                  </a:cubicBezTo>
                  <a:cubicBezTo>
                    <a:pt x="444" y="444"/>
                    <a:pt x="444" y="444"/>
                    <a:pt x="444" y="412"/>
                  </a:cubicBezTo>
                  <a:lnTo>
                    <a:pt x="761" y="254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24"/>
            <p:cNvSpPr/>
            <p:nvPr/>
          </p:nvSpPr>
          <p:spPr>
            <a:xfrm>
              <a:off x="4313886" y="252212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cubicBezTo>
                    <a:pt x="33" y="159"/>
                    <a:pt x="33" y="159"/>
                    <a:pt x="33" y="159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24"/>
            <p:cNvSpPr/>
            <p:nvPr/>
          </p:nvSpPr>
          <p:spPr>
            <a:xfrm>
              <a:off x="4313886" y="252212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24"/>
            <p:cNvSpPr/>
            <p:nvPr/>
          </p:nvSpPr>
          <p:spPr>
            <a:xfrm>
              <a:off x="4313886" y="252212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24"/>
            <p:cNvSpPr/>
            <p:nvPr/>
          </p:nvSpPr>
          <p:spPr>
            <a:xfrm>
              <a:off x="4313886" y="252212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24"/>
            <p:cNvSpPr/>
            <p:nvPr/>
          </p:nvSpPr>
          <p:spPr>
            <a:xfrm>
              <a:off x="4312934" y="252212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24"/>
            <p:cNvSpPr/>
            <p:nvPr/>
          </p:nvSpPr>
          <p:spPr>
            <a:xfrm>
              <a:off x="4312934" y="252212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24"/>
            <p:cNvSpPr/>
            <p:nvPr/>
          </p:nvSpPr>
          <p:spPr>
            <a:xfrm>
              <a:off x="4312934" y="252212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24"/>
            <p:cNvSpPr/>
            <p:nvPr/>
          </p:nvSpPr>
          <p:spPr>
            <a:xfrm>
              <a:off x="4312934" y="252212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24"/>
            <p:cNvSpPr/>
            <p:nvPr/>
          </p:nvSpPr>
          <p:spPr>
            <a:xfrm>
              <a:off x="4311952" y="252212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24"/>
            <p:cNvSpPr/>
            <p:nvPr/>
          </p:nvSpPr>
          <p:spPr>
            <a:xfrm>
              <a:off x="4311952" y="2522124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24"/>
            <p:cNvSpPr/>
            <p:nvPr/>
          </p:nvSpPr>
          <p:spPr>
            <a:xfrm>
              <a:off x="4311952" y="252212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24"/>
            <p:cNvSpPr/>
            <p:nvPr/>
          </p:nvSpPr>
          <p:spPr>
            <a:xfrm>
              <a:off x="4347927" y="2517274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24"/>
            <p:cNvSpPr/>
            <p:nvPr/>
          </p:nvSpPr>
          <p:spPr>
            <a:xfrm>
              <a:off x="4334298" y="2516292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24"/>
            <p:cNvSpPr/>
            <p:nvPr/>
          </p:nvSpPr>
          <p:spPr>
            <a:xfrm>
              <a:off x="4333346" y="2508526"/>
              <a:ext cx="25293" cy="14611"/>
            </a:xfrm>
            <a:custGeom>
              <a:rect b="b" l="l" r="r" t="t"/>
              <a:pathLst>
                <a:path extrusionOk="0" h="476" w="824">
                  <a:moveTo>
                    <a:pt x="317" y="0"/>
                  </a:moveTo>
                  <a:lnTo>
                    <a:pt x="0" y="190"/>
                  </a:lnTo>
                  <a:cubicBezTo>
                    <a:pt x="0" y="222"/>
                    <a:pt x="0" y="222"/>
                    <a:pt x="0" y="254"/>
                  </a:cubicBezTo>
                  <a:lnTo>
                    <a:pt x="380" y="475"/>
                  </a:lnTo>
                  <a:lnTo>
                    <a:pt x="475" y="475"/>
                  </a:lnTo>
                  <a:lnTo>
                    <a:pt x="792" y="285"/>
                  </a:lnTo>
                  <a:cubicBezTo>
                    <a:pt x="824" y="285"/>
                    <a:pt x="824" y="254"/>
                    <a:pt x="792" y="222"/>
                  </a:cubicBezTo>
                  <a:lnTo>
                    <a:pt x="412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24"/>
            <p:cNvSpPr/>
            <p:nvPr/>
          </p:nvSpPr>
          <p:spPr>
            <a:xfrm>
              <a:off x="4334298" y="2508526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8" y="0"/>
                  </a:moveTo>
                  <a:lnTo>
                    <a:pt x="1" y="190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24"/>
            <p:cNvSpPr/>
            <p:nvPr/>
          </p:nvSpPr>
          <p:spPr>
            <a:xfrm>
              <a:off x="4347927" y="252310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24"/>
            <p:cNvSpPr/>
            <p:nvPr/>
          </p:nvSpPr>
          <p:spPr>
            <a:xfrm>
              <a:off x="4347927" y="252310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24"/>
            <p:cNvSpPr/>
            <p:nvPr/>
          </p:nvSpPr>
          <p:spPr>
            <a:xfrm>
              <a:off x="4346944" y="252310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24"/>
            <p:cNvSpPr/>
            <p:nvPr/>
          </p:nvSpPr>
          <p:spPr>
            <a:xfrm>
              <a:off x="4346944" y="252310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24"/>
            <p:cNvSpPr/>
            <p:nvPr/>
          </p:nvSpPr>
          <p:spPr>
            <a:xfrm>
              <a:off x="4346944" y="252310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24"/>
            <p:cNvSpPr/>
            <p:nvPr/>
          </p:nvSpPr>
          <p:spPr>
            <a:xfrm>
              <a:off x="4346944" y="252310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24"/>
            <p:cNvSpPr/>
            <p:nvPr/>
          </p:nvSpPr>
          <p:spPr>
            <a:xfrm>
              <a:off x="4345962" y="252310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24"/>
            <p:cNvSpPr/>
            <p:nvPr/>
          </p:nvSpPr>
          <p:spPr>
            <a:xfrm>
              <a:off x="4345962" y="2523106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24"/>
            <p:cNvSpPr/>
            <p:nvPr/>
          </p:nvSpPr>
          <p:spPr>
            <a:xfrm>
              <a:off x="4345962" y="252310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24"/>
            <p:cNvSpPr/>
            <p:nvPr/>
          </p:nvSpPr>
          <p:spPr>
            <a:xfrm>
              <a:off x="4345962" y="252310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24"/>
            <p:cNvSpPr/>
            <p:nvPr/>
          </p:nvSpPr>
          <p:spPr>
            <a:xfrm>
              <a:off x="4345962" y="252310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24"/>
            <p:cNvSpPr/>
            <p:nvPr/>
          </p:nvSpPr>
          <p:spPr>
            <a:xfrm>
              <a:off x="4381937" y="2518257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90"/>
                  </a:lnTo>
                  <a:lnTo>
                    <a:pt x="1" y="348"/>
                  </a:lnTo>
                  <a:lnTo>
                    <a:pt x="317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24"/>
            <p:cNvSpPr/>
            <p:nvPr/>
          </p:nvSpPr>
          <p:spPr>
            <a:xfrm>
              <a:off x="4367356" y="2517274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9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24"/>
            <p:cNvSpPr/>
            <p:nvPr/>
          </p:nvSpPr>
          <p:spPr>
            <a:xfrm>
              <a:off x="4458735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24"/>
            <p:cNvSpPr/>
            <p:nvPr/>
          </p:nvSpPr>
          <p:spPr>
            <a:xfrm>
              <a:off x="4458735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24"/>
            <p:cNvSpPr/>
            <p:nvPr/>
          </p:nvSpPr>
          <p:spPr>
            <a:xfrm>
              <a:off x="4457753" y="252408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24"/>
            <p:cNvSpPr/>
            <p:nvPr/>
          </p:nvSpPr>
          <p:spPr>
            <a:xfrm>
              <a:off x="4457753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24"/>
            <p:cNvSpPr/>
            <p:nvPr/>
          </p:nvSpPr>
          <p:spPr>
            <a:xfrm>
              <a:off x="4457753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24"/>
            <p:cNvSpPr/>
            <p:nvPr/>
          </p:nvSpPr>
          <p:spPr>
            <a:xfrm>
              <a:off x="4457753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24"/>
            <p:cNvSpPr/>
            <p:nvPr/>
          </p:nvSpPr>
          <p:spPr>
            <a:xfrm>
              <a:off x="4457753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24"/>
            <p:cNvSpPr/>
            <p:nvPr/>
          </p:nvSpPr>
          <p:spPr>
            <a:xfrm>
              <a:off x="4457753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24"/>
            <p:cNvSpPr/>
            <p:nvPr/>
          </p:nvSpPr>
          <p:spPr>
            <a:xfrm>
              <a:off x="4456802" y="252408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24"/>
            <p:cNvSpPr/>
            <p:nvPr/>
          </p:nvSpPr>
          <p:spPr>
            <a:xfrm>
              <a:off x="4456802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24"/>
            <p:cNvSpPr/>
            <p:nvPr/>
          </p:nvSpPr>
          <p:spPr>
            <a:xfrm>
              <a:off x="4456802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24"/>
            <p:cNvSpPr/>
            <p:nvPr/>
          </p:nvSpPr>
          <p:spPr>
            <a:xfrm>
              <a:off x="4366374" y="2509478"/>
              <a:ext cx="26306" cy="14642"/>
            </a:xfrm>
            <a:custGeom>
              <a:rect b="b" l="l" r="r" t="t"/>
              <a:pathLst>
                <a:path extrusionOk="0" h="477" w="857">
                  <a:moveTo>
                    <a:pt x="349" y="1"/>
                  </a:moveTo>
                  <a:lnTo>
                    <a:pt x="33" y="191"/>
                  </a:lnTo>
                  <a:cubicBezTo>
                    <a:pt x="1" y="191"/>
                    <a:pt x="1" y="223"/>
                    <a:pt x="33" y="254"/>
                  </a:cubicBezTo>
                  <a:lnTo>
                    <a:pt x="413" y="476"/>
                  </a:lnTo>
                  <a:lnTo>
                    <a:pt x="508" y="476"/>
                  </a:lnTo>
                  <a:lnTo>
                    <a:pt x="824" y="286"/>
                  </a:lnTo>
                  <a:cubicBezTo>
                    <a:pt x="856" y="254"/>
                    <a:pt x="856" y="254"/>
                    <a:pt x="824" y="223"/>
                  </a:cubicBezTo>
                  <a:lnTo>
                    <a:pt x="444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24"/>
            <p:cNvSpPr/>
            <p:nvPr/>
          </p:nvSpPr>
          <p:spPr>
            <a:xfrm>
              <a:off x="4367356" y="2509478"/>
              <a:ext cx="24341" cy="12677"/>
            </a:xfrm>
            <a:custGeom>
              <a:rect b="b" l="l" r="r" t="t"/>
              <a:pathLst>
                <a:path extrusionOk="0" h="413" w="793">
                  <a:moveTo>
                    <a:pt x="317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412" y="413"/>
                  </a:lnTo>
                  <a:lnTo>
                    <a:pt x="476" y="413"/>
                  </a:lnTo>
                  <a:lnTo>
                    <a:pt x="792" y="223"/>
                  </a:lnTo>
                  <a:lnTo>
                    <a:pt x="761" y="223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24"/>
            <p:cNvSpPr/>
            <p:nvPr/>
          </p:nvSpPr>
          <p:spPr>
            <a:xfrm>
              <a:off x="4381937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24"/>
            <p:cNvSpPr/>
            <p:nvPr/>
          </p:nvSpPr>
          <p:spPr>
            <a:xfrm>
              <a:off x="4380985" y="252408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24"/>
            <p:cNvSpPr/>
            <p:nvPr/>
          </p:nvSpPr>
          <p:spPr>
            <a:xfrm>
              <a:off x="4380985" y="2524089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24"/>
            <p:cNvSpPr/>
            <p:nvPr/>
          </p:nvSpPr>
          <p:spPr>
            <a:xfrm>
              <a:off x="4380985" y="2524089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24"/>
            <p:cNvSpPr/>
            <p:nvPr/>
          </p:nvSpPr>
          <p:spPr>
            <a:xfrm>
              <a:off x="4380003" y="252408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24"/>
            <p:cNvSpPr/>
            <p:nvPr/>
          </p:nvSpPr>
          <p:spPr>
            <a:xfrm>
              <a:off x="4380003" y="252408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24"/>
            <p:cNvSpPr/>
            <p:nvPr/>
          </p:nvSpPr>
          <p:spPr>
            <a:xfrm>
              <a:off x="4380003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24"/>
            <p:cNvSpPr/>
            <p:nvPr/>
          </p:nvSpPr>
          <p:spPr>
            <a:xfrm>
              <a:off x="4380003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24"/>
            <p:cNvSpPr/>
            <p:nvPr/>
          </p:nvSpPr>
          <p:spPr>
            <a:xfrm>
              <a:off x="4380003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24"/>
            <p:cNvSpPr/>
            <p:nvPr/>
          </p:nvSpPr>
          <p:spPr>
            <a:xfrm>
              <a:off x="4379021" y="252408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24"/>
            <p:cNvSpPr/>
            <p:nvPr/>
          </p:nvSpPr>
          <p:spPr>
            <a:xfrm>
              <a:off x="4379021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24"/>
            <p:cNvSpPr/>
            <p:nvPr/>
          </p:nvSpPr>
          <p:spPr>
            <a:xfrm>
              <a:off x="4317784" y="2518257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90"/>
                  </a:lnTo>
                  <a:lnTo>
                    <a:pt x="1" y="348"/>
                  </a:lnTo>
                  <a:lnTo>
                    <a:pt x="317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24"/>
            <p:cNvSpPr/>
            <p:nvPr/>
          </p:nvSpPr>
          <p:spPr>
            <a:xfrm>
              <a:off x="4415977" y="2519208"/>
              <a:ext cx="8779" cy="10743"/>
            </a:xfrm>
            <a:custGeom>
              <a:rect b="b" l="l" r="r" t="t"/>
              <a:pathLst>
                <a:path extrusionOk="0" h="350" w="286">
                  <a:moveTo>
                    <a:pt x="285" y="1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285" y="159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24"/>
            <p:cNvSpPr/>
            <p:nvPr/>
          </p:nvSpPr>
          <p:spPr>
            <a:xfrm>
              <a:off x="4401397" y="2517274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0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24"/>
            <p:cNvSpPr/>
            <p:nvPr/>
          </p:nvSpPr>
          <p:spPr>
            <a:xfrm>
              <a:off x="4351794" y="2519208"/>
              <a:ext cx="8779" cy="10743"/>
            </a:xfrm>
            <a:custGeom>
              <a:rect b="b" l="l" r="r" t="t"/>
              <a:pathLst>
                <a:path extrusionOk="0" h="350" w="286">
                  <a:moveTo>
                    <a:pt x="286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286" y="159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24"/>
            <p:cNvSpPr/>
            <p:nvPr/>
          </p:nvSpPr>
          <p:spPr>
            <a:xfrm>
              <a:off x="4400415" y="2509723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80" y="1"/>
                  </a:moveTo>
                  <a:cubicBezTo>
                    <a:pt x="365" y="1"/>
                    <a:pt x="349" y="9"/>
                    <a:pt x="349" y="25"/>
                  </a:cubicBezTo>
                  <a:lnTo>
                    <a:pt x="32" y="215"/>
                  </a:lnTo>
                  <a:cubicBezTo>
                    <a:pt x="0" y="215"/>
                    <a:pt x="0" y="246"/>
                    <a:pt x="32" y="246"/>
                  </a:cubicBezTo>
                  <a:lnTo>
                    <a:pt x="412" y="468"/>
                  </a:lnTo>
                  <a:cubicBezTo>
                    <a:pt x="412" y="484"/>
                    <a:pt x="428" y="492"/>
                    <a:pt x="448" y="492"/>
                  </a:cubicBezTo>
                  <a:cubicBezTo>
                    <a:pt x="468" y="492"/>
                    <a:pt x="491" y="484"/>
                    <a:pt x="507" y="468"/>
                  </a:cubicBezTo>
                  <a:lnTo>
                    <a:pt x="792" y="310"/>
                  </a:lnTo>
                  <a:cubicBezTo>
                    <a:pt x="824" y="278"/>
                    <a:pt x="824" y="246"/>
                    <a:pt x="792" y="246"/>
                  </a:cubicBezTo>
                  <a:lnTo>
                    <a:pt x="412" y="25"/>
                  </a:lnTo>
                  <a:cubicBezTo>
                    <a:pt x="412" y="9"/>
                    <a:pt x="396" y="1"/>
                    <a:pt x="380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24"/>
            <p:cNvSpPr/>
            <p:nvPr/>
          </p:nvSpPr>
          <p:spPr>
            <a:xfrm>
              <a:off x="4401397" y="2509478"/>
              <a:ext cx="23359" cy="13659"/>
            </a:xfrm>
            <a:custGeom>
              <a:rect b="b" l="l" r="r" t="t"/>
              <a:pathLst>
                <a:path extrusionOk="0" h="445" w="761">
                  <a:moveTo>
                    <a:pt x="348" y="1"/>
                  </a:moveTo>
                  <a:cubicBezTo>
                    <a:pt x="348" y="1"/>
                    <a:pt x="317" y="33"/>
                    <a:pt x="317" y="33"/>
                  </a:cubicBezTo>
                  <a:lnTo>
                    <a:pt x="0" y="223"/>
                  </a:lnTo>
                  <a:lnTo>
                    <a:pt x="380" y="444"/>
                  </a:lnTo>
                  <a:lnTo>
                    <a:pt x="443" y="444"/>
                  </a:lnTo>
                  <a:lnTo>
                    <a:pt x="760" y="254"/>
                  </a:lnTo>
                  <a:lnTo>
                    <a:pt x="380" y="33"/>
                  </a:lnTo>
                  <a:cubicBezTo>
                    <a:pt x="380" y="33"/>
                    <a:pt x="348" y="1"/>
                    <a:pt x="348" y="1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24"/>
            <p:cNvSpPr/>
            <p:nvPr/>
          </p:nvSpPr>
          <p:spPr>
            <a:xfrm>
              <a:off x="4414995" y="252408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0"/>
                  </a:moveTo>
                  <a:cubicBezTo>
                    <a:pt x="0" y="0"/>
                    <a:pt x="0" y="32"/>
                    <a:pt x="0" y="32"/>
                  </a:cubicBez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24"/>
            <p:cNvSpPr/>
            <p:nvPr/>
          </p:nvSpPr>
          <p:spPr>
            <a:xfrm>
              <a:off x="4414995" y="252504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24"/>
            <p:cNvSpPr/>
            <p:nvPr/>
          </p:nvSpPr>
          <p:spPr>
            <a:xfrm>
              <a:off x="4414995" y="252504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24"/>
            <p:cNvSpPr/>
            <p:nvPr/>
          </p:nvSpPr>
          <p:spPr>
            <a:xfrm>
              <a:off x="4414013" y="2525040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24"/>
            <p:cNvSpPr/>
            <p:nvPr/>
          </p:nvSpPr>
          <p:spPr>
            <a:xfrm>
              <a:off x="4414013" y="252504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24"/>
            <p:cNvSpPr/>
            <p:nvPr/>
          </p:nvSpPr>
          <p:spPr>
            <a:xfrm>
              <a:off x="4414013" y="252504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24"/>
            <p:cNvSpPr/>
            <p:nvPr/>
          </p:nvSpPr>
          <p:spPr>
            <a:xfrm>
              <a:off x="4414013" y="252504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24"/>
            <p:cNvSpPr/>
            <p:nvPr/>
          </p:nvSpPr>
          <p:spPr>
            <a:xfrm>
              <a:off x="4413061" y="2525040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24"/>
            <p:cNvSpPr/>
            <p:nvPr/>
          </p:nvSpPr>
          <p:spPr>
            <a:xfrm>
              <a:off x="4413061" y="252504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24"/>
            <p:cNvSpPr/>
            <p:nvPr/>
          </p:nvSpPr>
          <p:spPr>
            <a:xfrm>
              <a:off x="4413061" y="252408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24"/>
            <p:cNvSpPr/>
            <p:nvPr/>
          </p:nvSpPr>
          <p:spPr>
            <a:xfrm>
              <a:off x="4413061" y="252408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24"/>
            <p:cNvSpPr/>
            <p:nvPr/>
          </p:nvSpPr>
          <p:spPr>
            <a:xfrm>
              <a:off x="4317784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24"/>
            <p:cNvSpPr/>
            <p:nvPr/>
          </p:nvSpPr>
          <p:spPr>
            <a:xfrm>
              <a:off x="4317784" y="25240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24"/>
            <p:cNvSpPr/>
            <p:nvPr/>
          </p:nvSpPr>
          <p:spPr>
            <a:xfrm>
              <a:off x="4317784" y="252408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8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24"/>
            <p:cNvSpPr/>
            <p:nvPr/>
          </p:nvSpPr>
          <p:spPr>
            <a:xfrm>
              <a:off x="4316802" y="252408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3" y="19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24"/>
            <p:cNvSpPr/>
            <p:nvPr/>
          </p:nvSpPr>
          <p:spPr>
            <a:xfrm>
              <a:off x="4316802" y="252408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24"/>
            <p:cNvSpPr/>
            <p:nvPr/>
          </p:nvSpPr>
          <p:spPr>
            <a:xfrm>
              <a:off x="4316802" y="252408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24"/>
            <p:cNvSpPr/>
            <p:nvPr/>
          </p:nvSpPr>
          <p:spPr>
            <a:xfrm>
              <a:off x="4316802" y="252504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24"/>
            <p:cNvSpPr/>
            <p:nvPr/>
          </p:nvSpPr>
          <p:spPr>
            <a:xfrm>
              <a:off x="4316802" y="252504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24"/>
            <p:cNvSpPr/>
            <p:nvPr/>
          </p:nvSpPr>
          <p:spPr>
            <a:xfrm>
              <a:off x="4449005" y="2522124"/>
              <a:ext cx="4911" cy="8779"/>
            </a:xfrm>
            <a:custGeom>
              <a:rect b="b" l="l" r="r" t="t"/>
              <a:pathLst>
                <a:path extrusionOk="0" h="286" w="160">
                  <a:moveTo>
                    <a:pt x="159" y="1"/>
                  </a:moveTo>
                  <a:lnTo>
                    <a:pt x="1" y="96"/>
                  </a:lnTo>
                  <a:lnTo>
                    <a:pt x="1" y="286"/>
                  </a:lnTo>
                  <a:lnTo>
                    <a:pt x="159" y="191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24"/>
            <p:cNvSpPr/>
            <p:nvPr/>
          </p:nvSpPr>
          <p:spPr>
            <a:xfrm>
              <a:off x="4434425" y="2518257"/>
              <a:ext cx="12677" cy="12646"/>
            </a:xfrm>
            <a:custGeom>
              <a:rect b="b" l="l" r="r" t="t"/>
              <a:pathLst>
                <a:path extrusionOk="0" h="412" w="413">
                  <a:moveTo>
                    <a:pt x="1" y="0"/>
                  </a:moveTo>
                  <a:lnTo>
                    <a:pt x="1" y="158"/>
                  </a:lnTo>
                  <a:lnTo>
                    <a:pt x="413" y="412"/>
                  </a:lnTo>
                  <a:lnTo>
                    <a:pt x="413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24"/>
            <p:cNvSpPr/>
            <p:nvPr/>
          </p:nvSpPr>
          <p:spPr>
            <a:xfrm>
              <a:off x="4330430" y="2518257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8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24"/>
            <p:cNvSpPr/>
            <p:nvPr/>
          </p:nvSpPr>
          <p:spPr>
            <a:xfrm>
              <a:off x="4384853" y="2520190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59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24"/>
            <p:cNvSpPr/>
            <p:nvPr/>
          </p:nvSpPr>
          <p:spPr>
            <a:xfrm>
              <a:off x="4433473" y="2513622"/>
              <a:ext cx="20443" cy="12186"/>
            </a:xfrm>
            <a:custGeom>
              <a:rect b="b" l="l" r="r" t="t"/>
              <a:pathLst>
                <a:path extrusionOk="0" h="397" w="666">
                  <a:moveTo>
                    <a:pt x="222" y="1"/>
                  </a:moveTo>
                  <a:cubicBezTo>
                    <a:pt x="214" y="1"/>
                    <a:pt x="206" y="8"/>
                    <a:pt x="190" y="24"/>
                  </a:cubicBezTo>
                  <a:lnTo>
                    <a:pt x="32" y="119"/>
                  </a:lnTo>
                  <a:cubicBezTo>
                    <a:pt x="0" y="119"/>
                    <a:pt x="0" y="151"/>
                    <a:pt x="32" y="151"/>
                  </a:cubicBezTo>
                  <a:lnTo>
                    <a:pt x="444" y="373"/>
                  </a:lnTo>
                  <a:cubicBezTo>
                    <a:pt x="444" y="389"/>
                    <a:pt x="451" y="396"/>
                    <a:pt x="463" y="396"/>
                  </a:cubicBezTo>
                  <a:cubicBezTo>
                    <a:pt x="475" y="396"/>
                    <a:pt x="491" y="389"/>
                    <a:pt x="507" y="373"/>
                  </a:cubicBezTo>
                  <a:lnTo>
                    <a:pt x="665" y="278"/>
                  </a:lnTo>
                  <a:cubicBezTo>
                    <a:pt x="665" y="278"/>
                    <a:pt x="665" y="278"/>
                    <a:pt x="665" y="246"/>
                  </a:cubicBezTo>
                  <a:lnTo>
                    <a:pt x="253" y="24"/>
                  </a:lnTo>
                  <a:cubicBezTo>
                    <a:pt x="238" y="8"/>
                    <a:pt x="230" y="1"/>
                    <a:pt x="222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24"/>
            <p:cNvSpPr/>
            <p:nvPr/>
          </p:nvSpPr>
          <p:spPr>
            <a:xfrm>
              <a:off x="4435407" y="2514358"/>
              <a:ext cx="17527" cy="9761"/>
            </a:xfrm>
            <a:custGeom>
              <a:rect b="b" l="l" r="r" t="t"/>
              <a:pathLst>
                <a:path extrusionOk="0" h="318" w="571">
                  <a:moveTo>
                    <a:pt x="127" y="0"/>
                  </a:moveTo>
                  <a:lnTo>
                    <a:pt x="0" y="64"/>
                  </a:lnTo>
                  <a:lnTo>
                    <a:pt x="381" y="317"/>
                  </a:lnTo>
                  <a:lnTo>
                    <a:pt x="412" y="317"/>
                  </a:lnTo>
                  <a:lnTo>
                    <a:pt x="571" y="222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24"/>
            <p:cNvSpPr/>
            <p:nvPr/>
          </p:nvSpPr>
          <p:spPr>
            <a:xfrm>
              <a:off x="4448054" y="2525040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24"/>
            <p:cNvSpPr/>
            <p:nvPr/>
          </p:nvSpPr>
          <p:spPr>
            <a:xfrm>
              <a:off x="4448054" y="252504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24"/>
            <p:cNvSpPr/>
            <p:nvPr/>
          </p:nvSpPr>
          <p:spPr>
            <a:xfrm>
              <a:off x="4448054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24"/>
            <p:cNvSpPr/>
            <p:nvPr/>
          </p:nvSpPr>
          <p:spPr>
            <a:xfrm>
              <a:off x="4448054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24"/>
            <p:cNvSpPr/>
            <p:nvPr/>
          </p:nvSpPr>
          <p:spPr>
            <a:xfrm>
              <a:off x="4448054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24"/>
            <p:cNvSpPr/>
            <p:nvPr/>
          </p:nvSpPr>
          <p:spPr>
            <a:xfrm>
              <a:off x="4448054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24"/>
            <p:cNvSpPr/>
            <p:nvPr/>
          </p:nvSpPr>
          <p:spPr>
            <a:xfrm>
              <a:off x="4447071" y="252602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24"/>
            <p:cNvSpPr/>
            <p:nvPr/>
          </p:nvSpPr>
          <p:spPr>
            <a:xfrm>
              <a:off x="4447071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24"/>
            <p:cNvSpPr/>
            <p:nvPr/>
          </p:nvSpPr>
          <p:spPr>
            <a:xfrm>
              <a:off x="4447071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24"/>
            <p:cNvSpPr/>
            <p:nvPr/>
          </p:nvSpPr>
          <p:spPr>
            <a:xfrm>
              <a:off x="4447071" y="252504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24"/>
            <p:cNvSpPr/>
            <p:nvPr/>
          </p:nvSpPr>
          <p:spPr>
            <a:xfrm>
              <a:off x="4447071" y="252504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24"/>
            <p:cNvSpPr/>
            <p:nvPr/>
          </p:nvSpPr>
          <p:spPr>
            <a:xfrm>
              <a:off x="4350843" y="2525040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24"/>
            <p:cNvSpPr/>
            <p:nvPr/>
          </p:nvSpPr>
          <p:spPr>
            <a:xfrm>
              <a:off x="4350843" y="252504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24"/>
            <p:cNvSpPr/>
            <p:nvPr/>
          </p:nvSpPr>
          <p:spPr>
            <a:xfrm>
              <a:off x="4350843" y="252504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24"/>
            <p:cNvSpPr/>
            <p:nvPr/>
          </p:nvSpPr>
          <p:spPr>
            <a:xfrm>
              <a:off x="4350843" y="252504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24"/>
            <p:cNvSpPr/>
            <p:nvPr/>
          </p:nvSpPr>
          <p:spPr>
            <a:xfrm>
              <a:off x="4350843" y="252504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24"/>
            <p:cNvSpPr/>
            <p:nvPr/>
          </p:nvSpPr>
          <p:spPr>
            <a:xfrm>
              <a:off x="4350843" y="252504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24"/>
            <p:cNvSpPr/>
            <p:nvPr/>
          </p:nvSpPr>
          <p:spPr>
            <a:xfrm>
              <a:off x="4350843" y="252504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24"/>
            <p:cNvSpPr/>
            <p:nvPr/>
          </p:nvSpPr>
          <p:spPr>
            <a:xfrm>
              <a:off x="4350843" y="252504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24"/>
            <p:cNvSpPr/>
            <p:nvPr/>
          </p:nvSpPr>
          <p:spPr>
            <a:xfrm>
              <a:off x="4316802" y="252504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33" y="191"/>
                    <a:pt x="33" y="191"/>
                  </a:cubicBezTo>
                  <a:lnTo>
                    <a:pt x="33" y="32"/>
                  </a:lnTo>
                  <a:cubicBezTo>
                    <a:pt x="33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24"/>
            <p:cNvSpPr/>
            <p:nvPr/>
          </p:nvSpPr>
          <p:spPr>
            <a:xfrm>
              <a:off x="4363458" y="2519208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24"/>
            <p:cNvSpPr/>
            <p:nvPr/>
          </p:nvSpPr>
          <p:spPr>
            <a:xfrm>
              <a:off x="4418893" y="2520190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9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24"/>
            <p:cNvSpPr/>
            <p:nvPr/>
          </p:nvSpPr>
          <p:spPr>
            <a:xfrm>
              <a:off x="4342094" y="252504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24"/>
            <p:cNvSpPr/>
            <p:nvPr/>
          </p:nvSpPr>
          <p:spPr>
            <a:xfrm>
              <a:off x="4384853" y="252504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24"/>
            <p:cNvSpPr/>
            <p:nvPr/>
          </p:nvSpPr>
          <p:spPr>
            <a:xfrm>
              <a:off x="4384853" y="252504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24"/>
            <p:cNvSpPr/>
            <p:nvPr/>
          </p:nvSpPr>
          <p:spPr>
            <a:xfrm>
              <a:off x="4384853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24"/>
            <p:cNvSpPr/>
            <p:nvPr/>
          </p:nvSpPr>
          <p:spPr>
            <a:xfrm>
              <a:off x="4384853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24"/>
            <p:cNvSpPr/>
            <p:nvPr/>
          </p:nvSpPr>
          <p:spPr>
            <a:xfrm>
              <a:off x="4384853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24"/>
            <p:cNvSpPr/>
            <p:nvPr/>
          </p:nvSpPr>
          <p:spPr>
            <a:xfrm>
              <a:off x="4384853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24"/>
            <p:cNvSpPr/>
            <p:nvPr/>
          </p:nvSpPr>
          <p:spPr>
            <a:xfrm>
              <a:off x="4384853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24"/>
            <p:cNvSpPr/>
            <p:nvPr/>
          </p:nvSpPr>
          <p:spPr>
            <a:xfrm>
              <a:off x="4384853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24"/>
            <p:cNvSpPr/>
            <p:nvPr/>
          </p:nvSpPr>
          <p:spPr>
            <a:xfrm>
              <a:off x="4350843" y="2525040"/>
              <a:ext cx="982" cy="6845"/>
            </a:xfrm>
            <a:custGeom>
              <a:rect b="b" l="l" r="r" t="t"/>
              <a:pathLst>
                <a:path extrusionOk="0" h="223" w="32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32" y="222"/>
                  </a:cubicBezTo>
                  <a:lnTo>
                    <a:pt x="32" y="32"/>
                  </a:lnTo>
                  <a:cubicBezTo>
                    <a:pt x="0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24"/>
            <p:cNvSpPr/>
            <p:nvPr/>
          </p:nvSpPr>
          <p:spPr>
            <a:xfrm>
              <a:off x="4397499" y="2520190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24"/>
            <p:cNvSpPr/>
            <p:nvPr/>
          </p:nvSpPr>
          <p:spPr>
            <a:xfrm>
              <a:off x="4375122" y="252602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59"/>
                  </a:lnTo>
                  <a:cubicBezTo>
                    <a:pt x="33" y="159"/>
                    <a:pt x="33" y="190"/>
                    <a:pt x="33" y="190"/>
                  </a:cubicBezTo>
                  <a:lnTo>
                    <a:pt x="33" y="32"/>
                  </a:lnTo>
                  <a:cubicBezTo>
                    <a:pt x="33" y="0"/>
                    <a:pt x="33" y="0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24"/>
            <p:cNvSpPr/>
            <p:nvPr/>
          </p:nvSpPr>
          <p:spPr>
            <a:xfrm>
              <a:off x="4418893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24"/>
            <p:cNvSpPr/>
            <p:nvPr/>
          </p:nvSpPr>
          <p:spPr>
            <a:xfrm>
              <a:off x="4417911" y="252602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cubicBezTo>
                    <a:pt x="32" y="159"/>
                    <a:pt x="32" y="159"/>
                    <a:pt x="32" y="159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24"/>
            <p:cNvSpPr/>
            <p:nvPr/>
          </p:nvSpPr>
          <p:spPr>
            <a:xfrm>
              <a:off x="4417911" y="25260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24"/>
            <p:cNvSpPr/>
            <p:nvPr/>
          </p:nvSpPr>
          <p:spPr>
            <a:xfrm>
              <a:off x="4417911" y="25260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24"/>
            <p:cNvSpPr/>
            <p:nvPr/>
          </p:nvSpPr>
          <p:spPr>
            <a:xfrm>
              <a:off x="4417911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24"/>
            <p:cNvSpPr/>
            <p:nvPr/>
          </p:nvSpPr>
          <p:spPr>
            <a:xfrm>
              <a:off x="4417911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24"/>
            <p:cNvSpPr/>
            <p:nvPr/>
          </p:nvSpPr>
          <p:spPr>
            <a:xfrm>
              <a:off x="4417911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24"/>
            <p:cNvSpPr/>
            <p:nvPr/>
          </p:nvSpPr>
          <p:spPr>
            <a:xfrm>
              <a:off x="4417911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24"/>
            <p:cNvSpPr/>
            <p:nvPr/>
          </p:nvSpPr>
          <p:spPr>
            <a:xfrm>
              <a:off x="4342094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24"/>
            <p:cNvSpPr/>
            <p:nvPr/>
          </p:nvSpPr>
          <p:spPr>
            <a:xfrm>
              <a:off x="4342094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24"/>
            <p:cNvSpPr/>
            <p:nvPr/>
          </p:nvSpPr>
          <p:spPr>
            <a:xfrm>
              <a:off x="4342094" y="252602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24"/>
            <p:cNvSpPr/>
            <p:nvPr/>
          </p:nvSpPr>
          <p:spPr>
            <a:xfrm>
              <a:off x="4342094" y="25260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24"/>
            <p:cNvSpPr/>
            <p:nvPr/>
          </p:nvSpPr>
          <p:spPr>
            <a:xfrm>
              <a:off x="4342094" y="25260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24"/>
            <p:cNvSpPr/>
            <p:nvPr/>
          </p:nvSpPr>
          <p:spPr>
            <a:xfrm>
              <a:off x="4342094" y="252602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24"/>
            <p:cNvSpPr/>
            <p:nvPr/>
          </p:nvSpPr>
          <p:spPr>
            <a:xfrm>
              <a:off x="4342094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24"/>
            <p:cNvSpPr/>
            <p:nvPr/>
          </p:nvSpPr>
          <p:spPr>
            <a:xfrm>
              <a:off x="4342094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24"/>
            <p:cNvSpPr/>
            <p:nvPr/>
          </p:nvSpPr>
          <p:spPr>
            <a:xfrm>
              <a:off x="4451921" y="2524089"/>
              <a:ext cx="4911" cy="7797"/>
            </a:xfrm>
            <a:custGeom>
              <a:rect b="b" l="l" r="r" t="t"/>
              <a:pathLst>
                <a:path extrusionOk="0" h="254" w="160">
                  <a:moveTo>
                    <a:pt x="159" y="0"/>
                  </a:moveTo>
                  <a:lnTo>
                    <a:pt x="1" y="95"/>
                  </a:lnTo>
                  <a:lnTo>
                    <a:pt x="1" y="253"/>
                  </a:lnTo>
                  <a:lnTo>
                    <a:pt x="159" y="158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24"/>
            <p:cNvSpPr/>
            <p:nvPr/>
          </p:nvSpPr>
          <p:spPr>
            <a:xfrm>
              <a:off x="4383901" y="2526022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32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24"/>
            <p:cNvSpPr/>
            <p:nvPr/>
          </p:nvSpPr>
          <p:spPr>
            <a:xfrm>
              <a:off x="4430557" y="2520190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0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24"/>
            <p:cNvSpPr/>
            <p:nvPr/>
          </p:nvSpPr>
          <p:spPr>
            <a:xfrm>
              <a:off x="4409163" y="252700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24"/>
            <p:cNvSpPr/>
            <p:nvPr/>
          </p:nvSpPr>
          <p:spPr>
            <a:xfrm>
              <a:off x="4451921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24"/>
            <p:cNvSpPr/>
            <p:nvPr/>
          </p:nvSpPr>
          <p:spPr>
            <a:xfrm>
              <a:off x="4451921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24"/>
            <p:cNvSpPr/>
            <p:nvPr/>
          </p:nvSpPr>
          <p:spPr>
            <a:xfrm>
              <a:off x="4451921" y="252700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24"/>
            <p:cNvSpPr/>
            <p:nvPr/>
          </p:nvSpPr>
          <p:spPr>
            <a:xfrm>
              <a:off x="4451921" y="252700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24"/>
            <p:cNvSpPr/>
            <p:nvPr/>
          </p:nvSpPr>
          <p:spPr>
            <a:xfrm>
              <a:off x="4450970" y="252700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lnTo>
                    <a:pt x="0" y="32"/>
                  </a:ln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24"/>
            <p:cNvSpPr/>
            <p:nvPr/>
          </p:nvSpPr>
          <p:spPr>
            <a:xfrm>
              <a:off x="4450970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24"/>
            <p:cNvSpPr/>
            <p:nvPr/>
          </p:nvSpPr>
          <p:spPr>
            <a:xfrm>
              <a:off x="4450970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24"/>
            <p:cNvSpPr/>
            <p:nvPr/>
          </p:nvSpPr>
          <p:spPr>
            <a:xfrm>
              <a:off x="4450970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24"/>
            <p:cNvSpPr/>
            <p:nvPr/>
          </p:nvSpPr>
          <p:spPr>
            <a:xfrm>
              <a:off x="4376105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24"/>
            <p:cNvSpPr/>
            <p:nvPr/>
          </p:nvSpPr>
          <p:spPr>
            <a:xfrm>
              <a:off x="4376105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24"/>
            <p:cNvSpPr/>
            <p:nvPr/>
          </p:nvSpPr>
          <p:spPr>
            <a:xfrm>
              <a:off x="4376105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24"/>
            <p:cNvSpPr/>
            <p:nvPr/>
          </p:nvSpPr>
          <p:spPr>
            <a:xfrm>
              <a:off x="4376105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24"/>
            <p:cNvSpPr/>
            <p:nvPr/>
          </p:nvSpPr>
          <p:spPr>
            <a:xfrm>
              <a:off x="4376105" y="252700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24"/>
            <p:cNvSpPr/>
            <p:nvPr/>
          </p:nvSpPr>
          <p:spPr>
            <a:xfrm>
              <a:off x="4376105" y="252700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8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24"/>
            <p:cNvSpPr/>
            <p:nvPr/>
          </p:nvSpPr>
          <p:spPr>
            <a:xfrm>
              <a:off x="4375122" y="2527005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0"/>
                  </a:moveTo>
                  <a:cubicBezTo>
                    <a:pt x="33" y="0"/>
                    <a:pt x="1" y="0"/>
                    <a:pt x="1" y="32"/>
                  </a:cubicBezTo>
                  <a:lnTo>
                    <a:pt x="1" y="190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24"/>
            <p:cNvSpPr/>
            <p:nvPr/>
          </p:nvSpPr>
          <p:spPr>
            <a:xfrm>
              <a:off x="4375122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24"/>
            <p:cNvSpPr/>
            <p:nvPr/>
          </p:nvSpPr>
          <p:spPr>
            <a:xfrm>
              <a:off x="4417911" y="2527005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58"/>
                  </a:lnTo>
                  <a:cubicBezTo>
                    <a:pt x="0" y="190"/>
                    <a:pt x="0" y="190"/>
                    <a:pt x="32" y="190"/>
                  </a:cubicBezTo>
                  <a:lnTo>
                    <a:pt x="32" y="32"/>
                  </a:lnTo>
                  <a:cubicBezTo>
                    <a:pt x="0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24"/>
            <p:cNvSpPr/>
            <p:nvPr/>
          </p:nvSpPr>
          <p:spPr>
            <a:xfrm>
              <a:off x="4442222" y="252700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8"/>
                  </a:lnTo>
                  <a:cubicBezTo>
                    <a:pt x="32" y="190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32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24"/>
            <p:cNvSpPr/>
            <p:nvPr/>
          </p:nvSpPr>
          <p:spPr>
            <a:xfrm>
              <a:off x="4450970" y="252795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32" y="159"/>
                    <a:pt x="32" y="191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24"/>
            <p:cNvSpPr/>
            <p:nvPr/>
          </p:nvSpPr>
          <p:spPr>
            <a:xfrm>
              <a:off x="4409163" y="252700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24"/>
            <p:cNvSpPr/>
            <p:nvPr/>
          </p:nvSpPr>
          <p:spPr>
            <a:xfrm>
              <a:off x="4409163" y="252700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24"/>
            <p:cNvSpPr/>
            <p:nvPr/>
          </p:nvSpPr>
          <p:spPr>
            <a:xfrm>
              <a:off x="4409163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24"/>
            <p:cNvSpPr/>
            <p:nvPr/>
          </p:nvSpPr>
          <p:spPr>
            <a:xfrm>
              <a:off x="4409163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24"/>
            <p:cNvSpPr/>
            <p:nvPr/>
          </p:nvSpPr>
          <p:spPr>
            <a:xfrm>
              <a:off x="4409163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24"/>
            <p:cNvSpPr/>
            <p:nvPr/>
          </p:nvSpPr>
          <p:spPr>
            <a:xfrm>
              <a:off x="4409163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24"/>
            <p:cNvSpPr/>
            <p:nvPr/>
          </p:nvSpPr>
          <p:spPr>
            <a:xfrm>
              <a:off x="4409163" y="252795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24"/>
            <p:cNvSpPr/>
            <p:nvPr/>
          </p:nvSpPr>
          <p:spPr>
            <a:xfrm>
              <a:off x="4409163" y="252795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24"/>
            <p:cNvSpPr/>
            <p:nvPr/>
          </p:nvSpPr>
          <p:spPr>
            <a:xfrm>
              <a:off x="4346944" y="252795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32"/>
                  </a:lnTo>
                  <a:cubicBezTo>
                    <a:pt x="32" y="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24"/>
            <p:cNvSpPr/>
            <p:nvPr/>
          </p:nvSpPr>
          <p:spPr>
            <a:xfrm>
              <a:off x="4346944" y="252795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24"/>
            <p:cNvSpPr/>
            <p:nvPr/>
          </p:nvSpPr>
          <p:spPr>
            <a:xfrm>
              <a:off x="4346944" y="252795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24"/>
            <p:cNvSpPr/>
            <p:nvPr/>
          </p:nvSpPr>
          <p:spPr>
            <a:xfrm>
              <a:off x="4346944" y="252795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24"/>
            <p:cNvSpPr/>
            <p:nvPr/>
          </p:nvSpPr>
          <p:spPr>
            <a:xfrm>
              <a:off x="4345962" y="252795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24"/>
            <p:cNvSpPr/>
            <p:nvPr/>
          </p:nvSpPr>
          <p:spPr>
            <a:xfrm>
              <a:off x="4345962" y="252795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24"/>
            <p:cNvSpPr/>
            <p:nvPr/>
          </p:nvSpPr>
          <p:spPr>
            <a:xfrm>
              <a:off x="4345962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24"/>
            <p:cNvSpPr/>
            <p:nvPr/>
          </p:nvSpPr>
          <p:spPr>
            <a:xfrm>
              <a:off x="4345962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24"/>
            <p:cNvSpPr/>
            <p:nvPr/>
          </p:nvSpPr>
          <p:spPr>
            <a:xfrm>
              <a:off x="4345962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24"/>
            <p:cNvSpPr/>
            <p:nvPr/>
          </p:nvSpPr>
          <p:spPr>
            <a:xfrm>
              <a:off x="4345010" y="252795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24"/>
            <p:cNvSpPr/>
            <p:nvPr/>
          </p:nvSpPr>
          <p:spPr>
            <a:xfrm>
              <a:off x="4345010" y="252795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2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24"/>
            <p:cNvSpPr/>
            <p:nvPr/>
          </p:nvSpPr>
          <p:spPr>
            <a:xfrm>
              <a:off x="4443173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24"/>
            <p:cNvSpPr/>
            <p:nvPr/>
          </p:nvSpPr>
          <p:spPr>
            <a:xfrm>
              <a:off x="4443173" y="252795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24"/>
            <p:cNvSpPr/>
            <p:nvPr/>
          </p:nvSpPr>
          <p:spPr>
            <a:xfrm>
              <a:off x="4443173" y="252795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24"/>
            <p:cNvSpPr/>
            <p:nvPr/>
          </p:nvSpPr>
          <p:spPr>
            <a:xfrm>
              <a:off x="4443173" y="252795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24"/>
            <p:cNvSpPr/>
            <p:nvPr/>
          </p:nvSpPr>
          <p:spPr>
            <a:xfrm>
              <a:off x="4443173" y="25289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24"/>
            <p:cNvSpPr/>
            <p:nvPr/>
          </p:nvSpPr>
          <p:spPr>
            <a:xfrm>
              <a:off x="4443173" y="25289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24"/>
            <p:cNvSpPr/>
            <p:nvPr/>
          </p:nvSpPr>
          <p:spPr>
            <a:xfrm>
              <a:off x="4442222" y="252893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24"/>
            <p:cNvSpPr/>
            <p:nvPr/>
          </p:nvSpPr>
          <p:spPr>
            <a:xfrm>
              <a:off x="4442222" y="25289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24"/>
            <p:cNvSpPr/>
            <p:nvPr/>
          </p:nvSpPr>
          <p:spPr>
            <a:xfrm>
              <a:off x="4380985" y="2528938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24"/>
            <p:cNvSpPr/>
            <p:nvPr/>
          </p:nvSpPr>
          <p:spPr>
            <a:xfrm>
              <a:off x="4380985" y="2528938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24"/>
            <p:cNvSpPr/>
            <p:nvPr/>
          </p:nvSpPr>
          <p:spPr>
            <a:xfrm>
              <a:off x="4380003" y="252893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24"/>
            <p:cNvSpPr/>
            <p:nvPr/>
          </p:nvSpPr>
          <p:spPr>
            <a:xfrm>
              <a:off x="4380003" y="2528938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24"/>
            <p:cNvSpPr/>
            <p:nvPr/>
          </p:nvSpPr>
          <p:spPr>
            <a:xfrm>
              <a:off x="4380003" y="25289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24"/>
            <p:cNvSpPr/>
            <p:nvPr/>
          </p:nvSpPr>
          <p:spPr>
            <a:xfrm>
              <a:off x="4380003" y="25289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24"/>
            <p:cNvSpPr/>
            <p:nvPr/>
          </p:nvSpPr>
          <p:spPr>
            <a:xfrm>
              <a:off x="4380003" y="25289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24"/>
            <p:cNvSpPr/>
            <p:nvPr/>
          </p:nvSpPr>
          <p:spPr>
            <a:xfrm>
              <a:off x="4379021" y="2528938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24"/>
            <p:cNvSpPr/>
            <p:nvPr/>
          </p:nvSpPr>
          <p:spPr>
            <a:xfrm>
              <a:off x="4379021" y="25289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24"/>
            <p:cNvSpPr/>
            <p:nvPr/>
          </p:nvSpPr>
          <p:spPr>
            <a:xfrm>
              <a:off x="4379021" y="2528938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24"/>
            <p:cNvSpPr/>
            <p:nvPr/>
          </p:nvSpPr>
          <p:spPr>
            <a:xfrm>
              <a:off x="4378038" y="252893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cubicBezTo>
                    <a:pt x="33" y="159"/>
                    <a:pt x="33" y="159"/>
                    <a:pt x="33" y="159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24"/>
            <p:cNvSpPr/>
            <p:nvPr/>
          </p:nvSpPr>
          <p:spPr>
            <a:xfrm>
              <a:off x="4414995" y="25299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24"/>
            <p:cNvSpPr/>
            <p:nvPr/>
          </p:nvSpPr>
          <p:spPr>
            <a:xfrm>
              <a:off x="4414013" y="252992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24"/>
            <p:cNvSpPr/>
            <p:nvPr/>
          </p:nvSpPr>
          <p:spPr>
            <a:xfrm>
              <a:off x="4414013" y="25299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24"/>
            <p:cNvSpPr/>
            <p:nvPr/>
          </p:nvSpPr>
          <p:spPr>
            <a:xfrm>
              <a:off x="4414013" y="25299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24"/>
            <p:cNvSpPr/>
            <p:nvPr/>
          </p:nvSpPr>
          <p:spPr>
            <a:xfrm>
              <a:off x="4414013" y="25299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24"/>
            <p:cNvSpPr/>
            <p:nvPr/>
          </p:nvSpPr>
          <p:spPr>
            <a:xfrm>
              <a:off x="4413061" y="252992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24"/>
            <p:cNvSpPr/>
            <p:nvPr/>
          </p:nvSpPr>
          <p:spPr>
            <a:xfrm>
              <a:off x="4413061" y="25299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24"/>
            <p:cNvSpPr/>
            <p:nvPr/>
          </p:nvSpPr>
          <p:spPr>
            <a:xfrm>
              <a:off x="4413061" y="25299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24"/>
            <p:cNvSpPr/>
            <p:nvPr/>
          </p:nvSpPr>
          <p:spPr>
            <a:xfrm>
              <a:off x="4413061" y="25299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24"/>
            <p:cNvSpPr/>
            <p:nvPr/>
          </p:nvSpPr>
          <p:spPr>
            <a:xfrm>
              <a:off x="4412079" y="252992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24"/>
            <p:cNvSpPr/>
            <p:nvPr/>
          </p:nvSpPr>
          <p:spPr>
            <a:xfrm>
              <a:off x="4412079" y="25299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24"/>
            <p:cNvSpPr/>
            <p:nvPr/>
          </p:nvSpPr>
          <p:spPr>
            <a:xfrm>
              <a:off x="4448054" y="253087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24"/>
            <p:cNvSpPr/>
            <p:nvPr/>
          </p:nvSpPr>
          <p:spPr>
            <a:xfrm>
              <a:off x="4448054" y="253087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24"/>
            <p:cNvSpPr/>
            <p:nvPr/>
          </p:nvSpPr>
          <p:spPr>
            <a:xfrm>
              <a:off x="4448054" y="253087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24"/>
            <p:cNvSpPr/>
            <p:nvPr/>
          </p:nvSpPr>
          <p:spPr>
            <a:xfrm>
              <a:off x="4447071" y="2530872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24"/>
            <p:cNvSpPr/>
            <p:nvPr/>
          </p:nvSpPr>
          <p:spPr>
            <a:xfrm>
              <a:off x="4447071" y="25299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24"/>
            <p:cNvSpPr/>
            <p:nvPr/>
          </p:nvSpPr>
          <p:spPr>
            <a:xfrm>
              <a:off x="4447071" y="25299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24"/>
            <p:cNvSpPr/>
            <p:nvPr/>
          </p:nvSpPr>
          <p:spPr>
            <a:xfrm>
              <a:off x="4447071" y="25299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24"/>
            <p:cNvSpPr/>
            <p:nvPr/>
          </p:nvSpPr>
          <p:spPr>
            <a:xfrm>
              <a:off x="4447071" y="25299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24"/>
            <p:cNvSpPr/>
            <p:nvPr/>
          </p:nvSpPr>
          <p:spPr>
            <a:xfrm>
              <a:off x="4446089" y="252992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3" y="19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24"/>
            <p:cNvSpPr/>
            <p:nvPr/>
          </p:nvSpPr>
          <p:spPr>
            <a:xfrm>
              <a:off x="4446089" y="253087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24"/>
            <p:cNvSpPr/>
            <p:nvPr/>
          </p:nvSpPr>
          <p:spPr>
            <a:xfrm>
              <a:off x="4445138" y="2530872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24"/>
            <p:cNvSpPr/>
            <p:nvPr/>
          </p:nvSpPr>
          <p:spPr>
            <a:xfrm>
              <a:off x="4458735" y="2524089"/>
              <a:ext cx="12677" cy="12646"/>
            </a:xfrm>
            <a:custGeom>
              <a:rect b="b" l="l" r="r" t="t"/>
              <a:pathLst>
                <a:path extrusionOk="0" h="412" w="413">
                  <a:moveTo>
                    <a:pt x="1" y="0"/>
                  </a:moveTo>
                  <a:lnTo>
                    <a:pt x="1" y="158"/>
                  </a:lnTo>
                  <a:lnTo>
                    <a:pt x="412" y="412"/>
                  </a:lnTo>
                  <a:lnTo>
                    <a:pt x="412" y="2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24"/>
            <p:cNvSpPr/>
            <p:nvPr/>
          </p:nvSpPr>
          <p:spPr>
            <a:xfrm>
              <a:off x="4471382" y="2531854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24"/>
            <p:cNvSpPr/>
            <p:nvPr/>
          </p:nvSpPr>
          <p:spPr>
            <a:xfrm>
              <a:off x="4471382" y="253185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24"/>
            <p:cNvSpPr/>
            <p:nvPr/>
          </p:nvSpPr>
          <p:spPr>
            <a:xfrm>
              <a:off x="4471382" y="253185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24"/>
            <p:cNvSpPr/>
            <p:nvPr/>
          </p:nvSpPr>
          <p:spPr>
            <a:xfrm>
              <a:off x="4471382" y="253185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24"/>
            <p:cNvSpPr/>
            <p:nvPr/>
          </p:nvSpPr>
          <p:spPr>
            <a:xfrm>
              <a:off x="4471382" y="253185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24"/>
            <p:cNvSpPr/>
            <p:nvPr/>
          </p:nvSpPr>
          <p:spPr>
            <a:xfrm>
              <a:off x="4471382" y="253185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24"/>
            <p:cNvSpPr/>
            <p:nvPr/>
          </p:nvSpPr>
          <p:spPr>
            <a:xfrm>
              <a:off x="4471382" y="253283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24"/>
            <p:cNvSpPr/>
            <p:nvPr/>
          </p:nvSpPr>
          <p:spPr>
            <a:xfrm>
              <a:off x="4471382" y="253283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24"/>
            <p:cNvSpPr/>
            <p:nvPr/>
          </p:nvSpPr>
          <p:spPr>
            <a:xfrm>
              <a:off x="4471382" y="253283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24"/>
            <p:cNvSpPr/>
            <p:nvPr/>
          </p:nvSpPr>
          <p:spPr>
            <a:xfrm>
              <a:off x="4332364" y="2527005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90"/>
                  </a:lnTo>
                  <a:lnTo>
                    <a:pt x="1" y="348"/>
                  </a:lnTo>
                  <a:lnTo>
                    <a:pt x="317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24"/>
            <p:cNvSpPr/>
            <p:nvPr/>
          </p:nvSpPr>
          <p:spPr>
            <a:xfrm>
              <a:off x="4317784" y="2526022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9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24"/>
            <p:cNvSpPr/>
            <p:nvPr/>
          </p:nvSpPr>
          <p:spPr>
            <a:xfrm>
              <a:off x="4331382" y="2532837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24"/>
            <p:cNvSpPr/>
            <p:nvPr/>
          </p:nvSpPr>
          <p:spPr>
            <a:xfrm>
              <a:off x="4331382" y="253283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24"/>
            <p:cNvSpPr/>
            <p:nvPr/>
          </p:nvSpPr>
          <p:spPr>
            <a:xfrm>
              <a:off x="4331382" y="253283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24"/>
            <p:cNvSpPr/>
            <p:nvPr/>
          </p:nvSpPr>
          <p:spPr>
            <a:xfrm>
              <a:off x="4331382" y="253283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24"/>
            <p:cNvSpPr/>
            <p:nvPr/>
          </p:nvSpPr>
          <p:spPr>
            <a:xfrm>
              <a:off x="4330430" y="2532837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24"/>
            <p:cNvSpPr/>
            <p:nvPr/>
          </p:nvSpPr>
          <p:spPr>
            <a:xfrm>
              <a:off x="4330430" y="253283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24"/>
            <p:cNvSpPr/>
            <p:nvPr/>
          </p:nvSpPr>
          <p:spPr>
            <a:xfrm>
              <a:off x="4330430" y="253283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24"/>
            <p:cNvSpPr/>
            <p:nvPr/>
          </p:nvSpPr>
          <p:spPr>
            <a:xfrm>
              <a:off x="4330430" y="253283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24"/>
            <p:cNvSpPr/>
            <p:nvPr/>
          </p:nvSpPr>
          <p:spPr>
            <a:xfrm>
              <a:off x="4329448" y="2532837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24"/>
            <p:cNvSpPr/>
            <p:nvPr/>
          </p:nvSpPr>
          <p:spPr>
            <a:xfrm>
              <a:off x="4329448" y="2532837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24"/>
            <p:cNvSpPr/>
            <p:nvPr/>
          </p:nvSpPr>
          <p:spPr>
            <a:xfrm>
              <a:off x="4329448" y="253283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24"/>
            <p:cNvSpPr/>
            <p:nvPr/>
          </p:nvSpPr>
          <p:spPr>
            <a:xfrm>
              <a:off x="4316802" y="2518257"/>
              <a:ext cx="25323" cy="14365"/>
            </a:xfrm>
            <a:custGeom>
              <a:rect b="b" l="l" r="r" t="t"/>
              <a:pathLst>
                <a:path extrusionOk="0" h="468" w="825">
                  <a:moveTo>
                    <a:pt x="349" y="0"/>
                  </a:moveTo>
                  <a:lnTo>
                    <a:pt x="33" y="190"/>
                  </a:lnTo>
                  <a:cubicBezTo>
                    <a:pt x="1" y="190"/>
                    <a:pt x="1" y="222"/>
                    <a:pt x="33" y="222"/>
                  </a:cubicBezTo>
                  <a:lnTo>
                    <a:pt x="413" y="443"/>
                  </a:lnTo>
                  <a:cubicBezTo>
                    <a:pt x="428" y="459"/>
                    <a:pt x="444" y="467"/>
                    <a:pt x="460" y="467"/>
                  </a:cubicBezTo>
                  <a:cubicBezTo>
                    <a:pt x="476" y="467"/>
                    <a:pt x="492" y="459"/>
                    <a:pt x="508" y="443"/>
                  </a:cubicBezTo>
                  <a:lnTo>
                    <a:pt x="824" y="285"/>
                  </a:lnTo>
                  <a:cubicBezTo>
                    <a:pt x="824" y="253"/>
                    <a:pt x="824" y="222"/>
                    <a:pt x="824" y="222"/>
                  </a:cubicBezTo>
                  <a:lnTo>
                    <a:pt x="444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24"/>
            <p:cNvSpPr/>
            <p:nvPr/>
          </p:nvSpPr>
          <p:spPr>
            <a:xfrm>
              <a:off x="4317784" y="2518257"/>
              <a:ext cx="23359" cy="12646"/>
            </a:xfrm>
            <a:custGeom>
              <a:rect b="b" l="l" r="r" t="t"/>
              <a:pathLst>
                <a:path extrusionOk="0" h="412" w="761">
                  <a:moveTo>
                    <a:pt x="317" y="0"/>
                  </a:moveTo>
                  <a:lnTo>
                    <a:pt x="1" y="190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24"/>
            <p:cNvSpPr/>
            <p:nvPr/>
          </p:nvSpPr>
          <p:spPr>
            <a:xfrm>
              <a:off x="4365423" y="2527956"/>
              <a:ext cx="9730" cy="10743"/>
            </a:xfrm>
            <a:custGeom>
              <a:rect b="b" l="l" r="r" t="t"/>
              <a:pathLst>
                <a:path extrusionOk="0" h="350" w="317">
                  <a:moveTo>
                    <a:pt x="317" y="1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24"/>
            <p:cNvSpPr/>
            <p:nvPr/>
          </p:nvSpPr>
          <p:spPr>
            <a:xfrm>
              <a:off x="4351794" y="2526022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1" y="0"/>
                  </a:moveTo>
                  <a:lnTo>
                    <a:pt x="1" y="190"/>
                  </a:lnTo>
                  <a:lnTo>
                    <a:pt x="381" y="412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24"/>
            <p:cNvSpPr/>
            <p:nvPr/>
          </p:nvSpPr>
          <p:spPr>
            <a:xfrm>
              <a:off x="4365423" y="25328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24"/>
            <p:cNvSpPr/>
            <p:nvPr/>
          </p:nvSpPr>
          <p:spPr>
            <a:xfrm>
              <a:off x="4365423" y="25328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cubicBezTo>
                    <a:pt x="0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24"/>
            <p:cNvSpPr/>
            <p:nvPr/>
          </p:nvSpPr>
          <p:spPr>
            <a:xfrm>
              <a:off x="4364440" y="253378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24"/>
            <p:cNvSpPr/>
            <p:nvPr/>
          </p:nvSpPr>
          <p:spPr>
            <a:xfrm>
              <a:off x="4364440" y="253378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24"/>
            <p:cNvSpPr/>
            <p:nvPr/>
          </p:nvSpPr>
          <p:spPr>
            <a:xfrm>
              <a:off x="4364440" y="253378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24"/>
            <p:cNvSpPr/>
            <p:nvPr/>
          </p:nvSpPr>
          <p:spPr>
            <a:xfrm>
              <a:off x="4364440" y="253378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24"/>
            <p:cNvSpPr/>
            <p:nvPr/>
          </p:nvSpPr>
          <p:spPr>
            <a:xfrm>
              <a:off x="4363458" y="253378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24"/>
            <p:cNvSpPr/>
            <p:nvPr/>
          </p:nvSpPr>
          <p:spPr>
            <a:xfrm>
              <a:off x="4363458" y="253378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24"/>
            <p:cNvSpPr/>
            <p:nvPr/>
          </p:nvSpPr>
          <p:spPr>
            <a:xfrm>
              <a:off x="4363458" y="253378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24"/>
            <p:cNvSpPr/>
            <p:nvPr/>
          </p:nvSpPr>
          <p:spPr>
            <a:xfrm>
              <a:off x="4363458" y="25328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24"/>
            <p:cNvSpPr/>
            <p:nvPr/>
          </p:nvSpPr>
          <p:spPr>
            <a:xfrm>
              <a:off x="4363458" y="25328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24"/>
            <p:cNvSpPr/>
            <p:nvPr/>
          </p:nvSpPr>
          <p:spPr>
            <a:xfrm>
              <a:off x="4399433" y="2527956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9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24"/>
            <p:cNvSpPr/>
            <p:nvPr/>
          </p:nvSpPr>
          <p:spPr>
            <a:xfrm>
              <a:off x="4384853" y="2527005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8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24"/>
            <p:cNvSpPr/>
            <p:nvPr/>
          </p:nvSpPr>
          <p:spPr>
            <a:xfrm>
              <a:off x="4476232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32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24"/>
            <p:cNvSpPr/>
            <p:nvPr/>
          </p:nvSpPr>
          <p:spPr>
            <a:xfrm>
              <a:off x="4476232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cubicBezTo>
                    <a:pt x="1" y="1"/>
                    <a:pt x="1" y="1"/>
                    <a:pt x="1" y="32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24"/>
            <p:cNvSpPr/>
            <p:nvPr/>
          </p:nvSpPr>
          <p:spPr>
            <a:xfrm>
              <a:off x="4475249" y="253378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3" y="19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24"/>
            <p:cNvSpPr/>
            <p:nvPr/>
          </p:nvSpPr>
          <p:spPr>
            <a:xfrm>
              <a:off x="4475249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24"/>
            <p:cNvSpPr/>
            <p:nvPr/>
          </p:nvSpPr>
          <p:spPr>
            <a:xfrm>
              <a:off x="4475249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24"/>
            <p:cNvSpPr/>
            <p:nvPr/>
          </p:nvSpPr>
          <p:spPr>
            <a:xfrm>
              <a:off x="4475249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24"/>
            <p:cNvSpPr/>
            <p:nvPr/>
          </p:nvSpPr>
          <p:spPr>
            <a:xfrm>
              <a:off x="4475249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24"/>
            <p:cNvSpPr/>
            <p:nvPr/>
          </p:nvSpPr>
          <p:spPr>
            <a:xfrm>
              <a:off x="4475249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24"/>
            <p:cNvSpPr/>
            <p:nvPr/>
          </p:nvSpPr>
          <p:spPr>
            <a:xfrm>
              <a:off x="4474298" y="253378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24"/>
            <p:cNvSpPr/>
            <p:nvPr/>
          </p:nvSpPr>
          <p:spPr>
            <a:xfrm>
              <a:off x="4474298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24"/>
            <p:cNvSpPr/>
            <p:nvPr/>
          </p:nvSpPr>
          <p:spPr>
            <a:xfrm>
              <a:off x="4474298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24"/>
            <p:cNvSpPr/>
            <p:nvPr/>
          </p:nvSpPr>
          <p:spPr>
            <a:xfrm>
              <a:off x="4335280" y="2528938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59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24"/>
            <p:cNvSpPr/>
            <p:nvPr/>
          </p:nvSpPr>
          <p:spPr>
            <a:xfrm>
              <a:off x="4399433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24"/>
            <p:cNvSpPr/>
            <p:nvPr/>
          </p:nvSpPr>
          <p:spPr>
            <a:xfrm>
              <a:off x="4398481" y="2533788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59"/>
                    <a:pt x="32" y="15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24"/>
            <p:cNvSpPr/>
            <p:nvPr/>
          </p:nvSpPr>
          <p:spPr>
            <a:xfrm>
              <a:off x="4398481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24"/>
            <p:cNvSpPr/>
            <p:nvPr/>
          </p:nvSpPr>
          <p:spPr>
            <a:xfrm>
              <a:off x="4398481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24"/>
            <p:cNvSpPr/>
            <p:nvPr/>
          </p:nvSpPr>
          <p:spPr>
            <a:xfrm>
              <a:off x="4397499" y="253378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24"/>
            <p:cNvSpPr/>
            <p:nvPr/>
          </p:nvSpPr>
          <p:spPr>
            <a:xfrm>
              <a:off x="4397499" y="253378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24"/>
            <p:cNvSpPr/>
            <p:nvPr/>
          </p:nvSpPr>
          <p:spPr>
            <a:xfrm>
              <a:off x="4397499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24"/>
            <p:cNvSpPr/>
            <p:nvPr/>
          </p:nvSpPr>
          <p:spPr>
            <a:xfrm>
              <a:off x="4397499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24"/>
            <p:cNvSpPr/>
            <p:nvPr/>
          </p:nvSpPr>
          <p:spPr>
            <a:xfrm>
              <a:off x="4397499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24"/>
            <p:cNvSpPr/>
            <p:nvPr/>
          </p:nvSpPr>
          <p:spPr>
            <a:xfrm>
              <a:off x="4396517" y="253378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24"/>
            <p:cNvSpPr/>
            <p:nvPr/>
          </p:nvSpPr>
          <p:spPr>
            <a:xfrm>
              <a:off x="4396517" y="253378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24"/>
            <p:cNvSpPr/>
            <p:nvPr/>
          </p:nvSpPr>
          <p:spPr>
            <a:xfrm>
              <a:off x="4383901" y="2519454"/>
              <a:ext cx="26275" cy="14365"/>
            </a:xfrm>
            <a:custGeom>
              <a:rect b="b" l="l" r="r" t="t"/>
              <a:pathLst>
                <a:path extrusionOk="0" h="468" w="856">
                  <a:moveTo>
                    <a:pt x="396" y="1"/>
                  </a:moveTo>
                  <a:cubicBezTo>
                    <a:pt x="380" y="1"/>
                    <a:pt x="364" y="9"/>
                    <a:pt x="348" y="24"/>
                  </a:cubicBezTo>
                  <a:lnTo>
                    <a:pt x="32" y="183"/>
                  </a:lnTo>
                  <a:cubicBezTo>
                    <a:pt x="0" y="214"/>
                    <a:pt x="0" y="214"/>
                    <a:pt x="32" y="246"/>
                  </a:cubicBezTo>
                  <a:lnTo>
                    <a:pt x="412" y="468"/>
                  </a:lnTo>
                  <a:lnTo>
                    <a:pt x="507" y="468"/>
                  </a:lnTo>
                  <a:lnTo>
                    <a:pt x="823" y="278"/>
                  </a:lnTo>
                  <a:cubicBezTo>
                    <a:pt x="855" y="278"/>
                    <a:pt x="855" y="246"/>
                    <a:pt x="823" y="246"/>
                  </a:cubicBezTo>
                  <a:lnTo>
                    <a:pt x="443" y="24"/>
                  </a:lnTo>
                  <a:cubicBezTo>
                    <a:pt x="428" y="9"/>
                    <a:pt x="412" y="1"/>
                    <a:pt x="396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24"/>
            <p:cNvSpPr/>
            <p:nvPr/>
          </p:nvSpPr>
          <p:spPr>
            <a:xfrm>
              <a:off x="4384853" y="2519208"/>
              <a:ext cx="24341" cy="13659"/>
            </a:xfrm>
            <a:custGeom>
              <a:rect b="b" l="l" r="r" t="t"/>
              <a:pathLst>
                <a:path extrusionOk="0" h="445" w="793">
                  <a:moveTo>
                    <a:pt x="349" y="1"/>
                  </a:moveTo>
                  <a:cubicBezTo>
                    <a:pt x="349" y="1"/>
                    <a:pt x="349" y="1"/>
                    <a:pt x="317" y="32"/>
                  </a:cubicBezTo>
                  <a:lnTo>
                    <a:pt x="1" y="191"/>
                  </a:lnTo>
                  <a:lnTo>
                    <a:pt x="32" y="191"/>
                  </a:lnTo>
                  <a:lnTo>
                    <a:pt x="412" y="412"/>
                  </a:lnTo>
                  <a:cubicBezTo>
                    <a:pt x="412" y="444"/>
                    <a:pt x="412" y="444"/>
                    <a:pt x="444" y="444"/>
                  </a:cubicBezTo>
                  <a:cubicBezTo>
                    <a:pt x="444" y="444"/>
                    <a:pt x="444" y="444"/>
                    <a:pt x="476" y="412"/>
                  </a:cubicBezTo>
                  <a:lnTo>
                    <a:pt x="792" y="254"/>
                  </a:lnTo>
                  <a:lnTo>
                    <a:pt x="761" y="254"/>
                  </a:lnTo>
                  <a:lnTo>
                    <a:pt x="381" y="32"/>
                  </a:lnTo>
                  <a:cubicBezTo>
                    <a:pt x="381" y="1"/>
                    <a:pt x="381" y="1"/>
                    <a:pt x="349" y="1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24"/>
            <p:cNvSpPr/>
            <p:nvPr/>
          </p:nvSpPr>
          <p:spPr>
            <a:xfrm>
              <a:off x="4433473" y="2528938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5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285" y="159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24"/>
            <p:cNvSpPr/>
            <p:nvPr/>
          </p:nvSpPr>
          <p:spPr>
            <a:xfrm>
              <a:off x="4418893" y="2527956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24"/>
            <p:cNvSpPr/>
            <p:nvPr/>
          </p:nvSpPr>
          <p:spPr>
            <a:xfrm>
              <a:off x="4109764" y="2505610"/>
              <a:ext cx="2947" cy="8779"/>
            </a:xfrm>
            <a:custGeom>
              <a:rect b="b" l="l" r="r" t="t"/>
              <a:pathLst>
                <a:path extrusionOk="0" h="286" w="96">
                  <a:moveTo>
                    <a:pt x="0" y="0"/>
                  </a:moveTo>
                  <a:lnTo>
                    <a:pt x="0" y="159"/>
                  </a:lnTo>
                  <a:cubicBezTo>
                    <a:pt x="0" y="222"/>
                    <a:pt x="32" y="254"/>
                    <a:pt x="95" y="285"/>
                  </a:cubicBezTo>
                  <a:lnTo>
                    <a:pt x="95" y="127"/>
                  </a:lnTo>
                  <a:cubicBezTo>
                    <a:pt x="32" y="95"/>
                    <a:pt x="0" y="64"/>
                    <a:pt x="0" y="0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24"/>
            <p:cNvSpPr/>
            <p:nvPr/>
          </p:nvSpPr>
          <p:spPr>
            <a:xfrm>
              <a:off x="4109764" y="2505610"/>
              <a:ext cx="2947" cy="8779"/>
            </a:xfrm>
            <a:custGeom>
              <a:rect b="b" l="l" r="r" t="t"/>
              <a:pathLst>
                <a:path extrusionOk="0" h="286" w="96">
                  <a:moveTo>
                    <a:pt x="0" y="0"/>
                  </a:moveTo>
                  <a:lnTo>
                    <a:pt x="0" y="159"/>
                  </a:lnTo>
                  <a:cubicBezTo>
                    <a:pt x="0" y="222"/>
                    <a:pt x="32" y="254"/>
                    <a:pt x="95" y="285"/>
                  </a:cubicBezTo>
                  <a:lnTo>
                    <a:pt x="95" y="127"/>
                  </a:lnTo>
                  <a:cubicBezTo>
                    <a:pt x="32" y="95"/>
                    <a:pt x="0" y="64"/>
                    <a:pt x="0" y="0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24"/>
            <p:cNvSpPr/>
            <p:nvPr/>
          </p:nvSpPr>
          <p:spPr>
            <a:xfrm>
              <a:off x="4490812" y="2513376"/>
              <a:ext cx="3929" cy="7827"/>
            </a:xfrm>
            <a:custGeom>
              <a:rect b="b" l="l" r="r" t="t"/>
              <a:pathLst>
                <a:path extrusionOk="0" h="255" w="128">
                  <a:moveTo>
                    <a:pt x="127" y="1"/>
                  </a:moveTo>
                  <a:lnTo>
                    <a:pt x="1" y="96"/>
                  </a:lnTo>
                  <a:lnTo>
                    <a:pt x="1" y="254"/>
                  </a:lnTo>
                  <a:lnTo>
                    <a:pt x="127" y="159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E5E5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24"/>
            <p:cNvSpPr/>
            <p:nvPr/>
          </p:nvSpPr>
          <p:spPr>
            <a:xfrm>
              <a:off x="4262380" y="252795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0DF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24"/>
            <p:cNvSpPr/>
            <p:nvPr/>
          </p:nvSpPr>
          <p:spPr>
            <a:xfrm>
              <a:off x="4262380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0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24"/>
            <p:cNvSpPr/>
            <p:nvPr/>
          </p:nvSpPr>
          <p:spPr>
            <a:xfrm>
              <a:off x="4261397" y="252795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24"/>
            <p:cNvSpPr/>
            <p:nvPr/>
          </p:nvSpPr>
          <p:spPr>
            <a:xfrm>
              <a:off x="4261397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24"/>
            <p:cNvSpPr/>
            <p:nvPr/>
          </p:nvSpPr>
          <p:spPr>
            <a:xfrm>
              <a:off x="4261397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24"/>
            <p:cNvSpPr/>
            <p:nvPr/>
          </p:nvSpPr>
          <p:spPr>
            <a:xfrm>
              <a:off x="4260446" y="2527956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2E2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24"/>
            <p:cNvSpPr/>
            <p:nvPr/>
          </p:nvSpPr>
          <p:spPr>
            <a:xfrm>
              <a:off x="4260446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24"/>
            <p:cNvSpPr/>
            <p:nvPr/>
          </p:nvSpPr>
          <p:spPr>
            <a:xfrm>
              <a:off x="4260446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4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24"/>
            <p:cNvSpPr/>
            <p:nvPr/>
          </p:nvSpPr>
          <p:spPr>
            <a:xfrm>
              <a:off x="4259464" y="252795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E5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24"/>
            <p:cNvSpPr/>
            <p:nvPr/>
          </p:nvSpPr>
          <p:spPr>
            <a:xfrm>
              <a:off x="4259464" y="252795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24"/>
            <p:cNvSpPr/>
            <p:nvPr/>
          </p:nvSpPr>
          <p:spPr>
            <a:xfrm>
              <a:off x="4258481" y="252795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7E6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24"/>
            <p:cNvSpPr/>
            <p:nvPr/>
          </p:nvSpPr>
          <p:spPr>
            <a:xfrm>
              <a:off x="4350843" y="2518471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76" y="1"/>
                  </a:moveTo>
                  <a:cubicBezTo>
                    <a:pt x="357" y="1"/>
                    <a:pt x="333" y="9"/>
                    <a:pt x="317" y="25"/>
                  </a:cubicBezTo>
                  <a:lnTo>
                    <a:pt x="0" y="215"/>
                  </a:lnTo>
                  <a:cubicBezTo>
                    <a:pt x="0" y="215"/>
                    <a:pt x="0" y="246"/>
                    <a:pt x="0" y="246"/>
                  </a:cubicBezTo>
                  <a:lnTo>
                    <a:pt x="380" y="468"/>
                  </a:lnTo>
                  <a:cubicBezTo>
                    <a:pt x="396" y="484"/>
                    <a:pt x="420" y="492"/>
                    <a:pt x="440" y="492"/>
                  </a:cubicBezTo>
                  <a:cubicBezTo>
                    <a:pt x="459" y="492"/>
                    <a:pt x="475" y="484"/>
                    <a:pt x="475" y="468"/>
                  </a:cubicBezTo>
                  <a:lnTo>
                    <a:pt x="792" y="278"/>
                  </a:lnTo>
                  <a:cubicBezTo>
                    <a:pt x="824" y="278"/>
                    <a:pt x="824" y="246"/>
                    <a:pt x="792" y="246"/>
                  </a:cubicBezTo>
                  <a:lnTo>
                    <a:pt x="412" y="25"/>
                  </a:lnTo>
                  <a:cubicBezTo>
                    <a:pt x="412" y="9"/>
                    <a:pt x="396" y="1"/>
                    <a:pt x="376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24"/>
            <p:cNvSpPr/>
            <p:nvPr/>
          </p:nvSpPr>
          <p:spPr>
            <a:xfrm>
              <a:off x="4351794" y="2518257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49" y="0"/>
                  </a:moveTo>
                  <a:cubicBezTo>
                    <a:pt x="318" y="0"/>
                    <a:pt x="318" y="32"/>
                    <a:pt x="318" y="32"/>
                  </a:cubicBezTo>
                  <a:lnTo>
                    <a:pt x="1" y="222"/>
                  </a:lnTo>
                  <a:lnTo>
                    <a:pt x="381" y="443"/>
                  </a:lnTo>
                  <a:lnTo>
                    <a:pt x="444" y="443"/>
                  </a:lnTo>
                  <a:lnTo>
                    <a:pt x="761" y="253"/>
                  </a:lnTo>
                  <a:lnTo>
                    <a:pt x="381" y="32"/>
                  </a:lnTo>
                  <a:cubicBezTo>
                    <a:pt x="381" y="32"/>
                    <a:pt x="349" y="0"/>
                    <a:pt x="349" y="0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24"/>
            <p:cNvSpPr/>
            <p:nvPr/>
          </p:nvSpPr>
          <p:spPr>
            <a:xfrm>
              <a:off x="4432491" y="2534770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24"/>
            <p:cNvSpPr/>
            <p:nvPr/>
          </p:nvSpPr>
          <p:spPr>
            <a:xfrm>
              <a:off x="4432491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24"/>
            <p:cNvSpPr/>
            <p:nvPr/>
          </p:nvSpPr>
          <p:spPr>
            <a:xfrm>
              <a:off x="4432491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24"/>
            <p:cNvSpPr/>
            <p:nvPr/>
          </p:nvSpPr>
          <p:spPr>
            <a:xfrm>
              <a:off x="4431509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24"/>
            <p:cNvSpPr/>
            <p:nvPr/>
          </p:nvSpPr>
          <p:spPr>
            <a:xfrm>
              <a:off x="4431509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24"/>
            <p:cNvSpPr/>
            <p:nvPr/>
          </p:nvSpPr>
          <p:spPr>
            <a:xfrm>
              <a:off x="4431509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24"/>
            <p:cNvSpPr/>
            <p:nvPr/>
          </p:nvSpPr>
          <p:spPr>
            <a:xfrm>
              <a:off x="4431509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24"/>
            <p:cNvSpPr/>
            <p:nvPr/>
          </p:nvSpPr>
          <p:spPr>
            <a:xfrm>
              <a:off x="4430557" y="2534770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24"/>
            <p:cNvSpPr/>
            <p:nvPr/>
          </p:nvSpPr>
          <p:spPr>
            <a:xfrm>
              <a:off x="4430557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24"/>
            <p:cNvSpPr/>
            <p:nvPr/>
          </p:nvSpPr>
          <p:spPr>
            <a:xfrm>
              <a:off x="4430557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24"/>
            <p:cNvSpPr/>
            <p:nvPr/>
          </p:nvSpPr>
          <p:spPr>
            <a:xfrm>
              <a:off x="4430557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24"/>
            <p:cNvSpPr/>
            <p:nvPr/>
          </p:nvSpPr>
          <p:spPr>
            <a:xfrm>
              <a:off x="4368339" y="2528938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0"/>
                  </a:moveTo>
                  <a:lnTo>
                    <a:pt x="32" y="190"/>
                  </a:lnTo>
                  <a:lnTo>
                    <a:pt x="0" y="349"/>
                  </a:lnTo>
                  <a:lnTo>
                    <a:pt x="317" y="19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24"/>
            <p:cNvSpPr/>
            <p:nvPr/>
          </p:nvSpPr>
          <p:spPr>
            <a:xfrm>
              <a:off x="4335280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24"/>
            <p:cNvSpPr/>
            <p:nvPr/>
          </p:nvSpPr>
          <p:spPr>
            <a:xfrm>
              <a:off x="4335280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32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24"/>
            <p:cNvSpPr/>
            <p:nvPr/>
          </p:nvSpPr>
          <p:spPr>
            <a:xfrm>
              <a:off x="4335280" y="253378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24"/>
            <p:cNvSpPr/>
            <p:nvPr/>
          </p:nvSpPr>
          <p:spPr>
            <a:xfrm>
              <a:off x="4334298" y="2534770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24"/>
            <p:cNvSpPr/>
            <p:nvPr/>
          </p:nvSpPr>
          <p:spPr>
            <a:xfrm>
              <a:off x="4334298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24"/>
            <p:cNvSpPr/>
            <p:nvPr/>
          </p:nvSpPr>
          <p:spPr>
            <a:xfrm>
              <a:off x="4334298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24"/>
            <p:cNvSpPr/>
            <p:nvPr/>
          </p:nvSpPr>
          <p:spPr>
            <a:xfrm>
              <a:off x="4334298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24"/>
            <p:cNvSpPr/>
            <p:nvPr/>
          </p:nvSpPr>
          <p:spPr>
            <a:xfrm>
              <a:off x="4334298" y="2534770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24"/>
            <p:cNvSpPr/>
            <p:nvPr/>
          </p:nvSpPr>
          <p:spPr>
            <a:xfrm>
              <a:off x="4451921" y="2527956"/>
              <a:ext cx="12677" cy="12677"/>
            </a:xfrm>
            <a:custGeom>
              <a:rect b="b" l="l" r="r" t="t"/>
              <a:pathLst>
                <a:path extrusionOk="0" h="413" w="413">
                  <a:moveTo>
                    <a:pt x="1" y="1"/>
                  </a:moveTo>
                  <a:lnTo>
                    <a:pt x="1" y="191"/>
                  </a:lnTo>
                  <a:lnTo>
                    <a:pt x="413" y="412"/>
                  </a:lnTo>
                  <a:lnTo>
                    <a:pt x="413" y="2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24"/>
            <p:cNvSpPr/>
            <p:nvPr/>
          </p:nvSpPr>
          <p:spPr>
            <a:xfrm>
              <a:off x="4466501" y="2532837"/>
              <a:ext cx="4911" cy="7797"/>
            </a:xfrm>
            <a:custGeom>
              <a:rect b="b" l="l" r="r" t="t"/>
              <a:pathLst>
                <a:path extrusionOk="0" h="254" w="160">
                  <a:moveTo>
                    <a:pt x="159" y="0"/>
                  </a:moveTo>
                  <a:lnTo>
                    <a:pt x="1" y="95"/>
                  </a:lnTo>
                  <a:lnTo>
                    <a:pt x="1" y="253"/>
                  </a:lnTo>
                  <a:lnTo>
                    <a:pt x="159" y="158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24"/>
            <p:cNvSpPr/>
            <p:nvPr/>
          </p:nvSpPr>
          <p:spPr>
            <a:xfrm>
              <a:off x="4347927" y="2528938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24"/>
            <p:cNvSpPr/>
            <p:nvPr/>
          </p:nvSpPr>
          <p:spPr>
            <a:xfrm>
              <a:off x="4402349" y="2529921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90"/>
                  </a:lnTo>
                  <a:lnTo>
                    <a:pt x="1" y="348"/>
                  </a:lnTo>
                  <a:lnTo>
                    <a:pt x="317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24"/>
            <p:cNvSpPr/>
            <p:nvPr/>
          </p:nvSpPr>
          <p:spPr>
            <a:xfrm>
              <a:off x="4465550" y="2535753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24"/>
            <p:cNvSpPr/>
            <p:nvPr/>
          </p:nvSpPr>
          <p:spPr>
            <a:xfrm>
              <a:off x="4465550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24"/>
            <p:cNvSpPr/>
            <p:nvPr/>
          </p:nvSpPr>
          <p:spPr>
            <a:xfrm>
              <a:off x="4465550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24"/>
            <p:cNvSpPr/>
            <p:nvPr/>
          </p:nvSpPr>
          <p:spPr>
            <a:xfrm>
              <a:off x="4465550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24"/>
            <p:cNvSpPr/>
            <p:nvPr/>
          </p:nvSpPr>
          <p:spPr>
            <a:xfrm>
              <a:off x="4465550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24"/>
            <p:cNvSpPr/>
            <p:nvPr/>
          </p:nvSpPr>
          <p:spPr>
            <a:xfrm>
              <a:off x="4465550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24"/>
            <p:cNvSpPr/>
            <p:nvPr/>
          </p:nvSpPr>
          <p:spPr>
            <a:xfrm>
              <a:off x="4464568" y="2535753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24"/>
            <p:cNvSpPr/>
            <p:nvPr/>
          </p:nvSpPr>
          <p:spPr>
            <a:xfrm>
              <a:off x="4464568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24"/>
            <p:cNvSpPr/>
            <p:nvPr/>
          </p:nvSpPr>
          <p:spPr>
            <a:xfrm>
              <a:off x="4464568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24"/>
            <p:cNvSpPr/>
            <p:nvPr/>
          </p:nvSpPr>
          <p:spPr>
            <a:xfrm>
              <a:off x="4464568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24"/>
            <p:cNvSpPr/>
            <p:nvPr/>
          </p:nvSpPr>
          <p:spPr>
            <a:xfrm>
              <a:off x="4464568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24"/>
            <p:cNvSpPr/>
            <p:nvPr/>
          </p:nvSpPr>
          <p:spPr>
            <a:xfrm>
              <a:off x="4450970" y="2524089"/>
              <a:ext cx="20443" cy="11695"/>
            </a:xfrm>
            <a:custGeom>
              <a:rect b="b" l="l" r="r" t="t"/>
              <a:pathLst>
                <a:path extrusionOk="0" h="381" w="666">
                  <a:moveTo>
                    <a:pt x="190" y="0"/>
                  </a:moveTo>
                  <a:lnTo>
                    <a:pt x="32" y="95"/>
                  </a:lnTo>
                  <a:cubicBezTo>
                    <a:pt x="0" y="95"/>
                    <a:pt x="0" y="127"/>
                    <a:pt x="32" y="127"/>
                  </a:cubicBezTo>
                  <a:lnTo>
                    <a:pt x="444" y="380"/>
                  </a:lnTo>
                  <a:lnTo>
                    <a:pt x="507" y="380"/>
                  </a:lnTo>
                  <a:lnTo>
                    <a:pt x="665" y="285"/>
                  </a:lnTo>
                  <a:cubicBezTo>
                    <a:pt x="665" y="253"/>
                    <a:pt x="665" y="253"/>
                    <a:pt x="665" y="253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24"/>
            <p:cNvSpPr/>
            <p:nvPr/>
          </p:nvSpPr>
          <p:spPr>
            <a:xfrm>
              <a:off x="4452903" y="2524089"/>
              <a:ext cx="17527" cy="9730"/>
            </a:xfrm>
            <a:custGeom>
              <a:rect b="b" l="l" r="r" t="t"/>
              <a:pathLst>
                <a:path extrusionOk="0" h="317" w="571">
                  <a:moveTo>
                    <a:pt x="127" y="0"/>
                  </a:moveTo>
                  <a:lnTo>
                    <a:pt x="1" y="95"/>
                  </a:lnTo>
                  <a:lnTo>
                    <a:pt x="381" y="317"/>
                  </a:lnTo>
                  <a:lnTo>
                    <a:pt x="412" y="317"/>
                  </a:lnTo>
                  <a:lnTo>
                    <a:pt x="571" y="222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24"/>
            <p:cNvSpPr/>
            <p:nvPr/>
          </p:nvSpPr>
          <p:spPr>
            <a:xfrm>
              <a:off x="4368339" y="2534770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24"/>
            <p:cNvSpPr/>
            <p:nvPr/>
          </p:nvSpPr>
          <p:spPr>
            <a:xfrm>
              <a:off x="4368339" y="253477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9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24"/>
            <p:cNvSpPr/>
            <p:nvPr/>
          </p:nvSpPr>
          <p:spPr>
            <a:xfrm>
              <a:off x="4368339" y="253477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24"/>
            <p:cNvSpPr/>
            <p:nvPr/>
          </p:nvSpPr>
          <p:spPr>
            <a:xfrm>
              <a:off x="4368339" y="253477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24"/>
            <p:cNvSpPr/>
            <p:nvPr/>
          </p:nvSpPr>
          <p:spPr>
            <a:xfrm>
              <a:off x="4368339" y="253477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24"/>
            <p:cNvSpPr/>
            <p:nvPr/>
          </p:nvSpPr>
          <p:spPr>
            <a:xfrm>
              <a:off x="4368339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24"/>
            <p:cNvSpPr/>
            <p:nvPr/>
          </p:nvSpPr>
          <p:spPr>
            <a:xfrm>
              <a:off x="4368339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24"/>
            <p:cNvSpPr/>
            <p:nvPr/>
          </p:nvSpPr>
          <p:spPr>
            <a:xfrm>
              <a:off x="4368339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24"/>
            <p:cNvSpPr/>
            <p:nvPr/>
          </p:nvSpPr>
          <p:spPr>
            <a:xfrm>
              <a:off x="4334298" y="253477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59"/>
                  </a:lnTo>
                  <a:cubicBezTo>
                    <a:pt x="1" y="190"/>
                    <a:pt x="33" y="190"/>
                    <a:pt x="33" y="190"/>
                  </a:cubicBezTo>
                  <a:lnTo>
                    <a:pt x="33" y="32"/>
                  </a:lnTo>
                  <a:cubicBezTo>
                    <a:pt x="33" y="3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24"/>
            <p:cNvSpPr/>
            <p:nvPr/>
          </p:nvSpPr>
          <p:spPr>
            <a:xfrm>
              <a:off x="4380985" y="2528938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0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24"/>
            <p:cNvSpPr/>
            <p:nvPr/>
          </p:nvSpPr>
          <p:spPr>
            <a:xfrm>
              <a:off x="4436389" y="2530872"/>
              <a:ext cx="9730" cy="10743"/>
            </a:xfrm>
            <a:custGeom>
              <a:rect b="b" l="l" r="r" t="t"/>
              <a:pathLst>
                <a:path extrusionOk="0" h="350" w="317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24"/>
            <p:cNvSpPr/>
            <p:nvPr/>
          </p:nvSpPr>
          <p:spPr>
            <a:xfrm>
              <a:off x="4359591" y="253477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24"/>
            <p:cNvSpPr/>
            <p:nvPr/>
          </p:nvSpPr>
          <p:spPr>
            <a:xfrm>
              <a:off x="4402349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24"/>
            <p:cNvSpPr/>
            <p:nvPr/>
          </p:nvSpPr>
          <p:spPr>
            <a:xfrm>
              <a:off x="4402349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24"/>
            <p:cNvSpPr/>
            <p:nvPr/>
          </p:nvSpPr>
          <p:spPr>
            <a:xfrm>
              <a:off x="4402349" y="253575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24"/>
            <p:cNvSpPr/>
            <p:nvPr/>
          </p:nvSpPr>
          <p:spPr>
            <a:xfrm>
              <a:off x="4402349" y="253575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8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24"/>
            <p:cNvSpPr/>
            <p:nvPr/>
          </p:nvSpPr>
          <p:spPr>
            <a:xfrm>
              <a:off x="4402349" y="253575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24"/>
            <p:cNvSpPr/>
            <p:nvPr/>
          </p:nvSpPr>
          <p:spPr>
            <a:xfrm>
              <a:off x="4402349" y="253575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24"/>
            <p:cNvSpPr/>
            <p:nvPr/>
          </p:nvSpPr>
          <p:spPr>
            <a:xfrm>
              <a:off x="4401397" y="2536704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32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24"/>
            <p:cNvSpPr/>
            <p:nvPr/>
          </p:nvSpPr>
          <p:spPr>
            <a:xfrm>
              <a:off x="4401397" y="2536704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32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32" y="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24"/>
            <p:cNvSpPr/>
            <p:nvPr/>
          </p:nvSpPr>
          <p:spPr>
            <a:xfrm>
              <a:off x="4368339" y="2535753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90"/>
                    <a:pt x="32" y="190"/>
                  </a:cubicBezTo>
                  <a:lnTo>
                    <a:pt x="32" y="32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24"/>
            <p:cNvSpPr/>
            <p:nvPr/>
          </p:nvSpPr>
          <p:spPr>
            <a:xfrm>
              <a:off x="4414995" y="2529921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8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24"/>
            <p:cNvSpPr/>
            <p:nvPr/>
          </p:nvSpPr>
          <p:spPr>
            <a:xfrm>
              <a:off x="4392649" y="2535753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8"/>
                  </a:lnTo>
                  <a:cubicBezTo>
                    <a:pt x="32" y="190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32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24"/>
            <p:cNvSpPr/>
            <p:nvPr/>
          </p:nvSpPr>
          <p:spPr>
            <a:xfrm>
              <a:off x="4436389" y="253670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24"/>
            <p:cNvSpPr/>
            <p:nvPr/>
          </p:nvSpPr>
          <p:spPr>
            <a:xfrm>
              <a:off x="4435407" y="2536704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24"/>
            <p:cNvSpPr/>
            <p:nvPr/>
          </p:nvSpPr>
          <p:spPr>
            <a:xfrm>
              <a:off x="4435407" y="253670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24"/>
            <p:cNvSpPr/>
            <p:nvPr/>
          </p:nvSpPr>
          <p:spPr>
            <a:xfrm>
              <a:off x="4435407" y="253670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24"/>
            <p:cNvSpPr/>
            <p:nvPr/>
          </p:nvSpPr>
          <p:spPr>
            <a:xfrm>
              <a:off x="4435407" y="253670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24"/>
            <p:cNvSpPr/>
            <p:nvPr/>
          </p:nvSpPr>
          <p:spPr>
            <a:xfrm>
              <a:off x="4435407" y="253670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24"/>
            <p:cNvSpPr/>
            <p:nvPr/>
          </p:nvSpPr>
          <p:spPr>
            <a:xfrm>
              <a:off x="4435407" y="25367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24"/>
            <p:cNvSpPr/>
            <p:nvPr/>
          </p:nvSpPr>
          <p:spPr>
            <a:xfrm>
              <a:off x="4435407" y="25367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24"/>
            <p:cNvSpPr/>
            <p:nvPr/>
          </p:nvSpPr>
          <p:spPr>
            <a:xfrm>
              <a:off x="4359591" y="253575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24"/>
            <p:cNvSpPr/>
            <p:nvPr/>
          </p:nvSpPr>
          <p:spPr>
            <a:xfrm>
              <a:off x="4359591" y="253575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24"/>
            <p:cNvSpPr/>
            <p:nvPr/>
          </p:nvSpPr>
          <p:spPr>
            <a:xfrm>
              <a:off x="4359591" y="253575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24"/>
            <p:cNvSpPr/>
            <p:nvPr/>
          </p:nvSpPr>
          <p:spPr>
            <a:xfrm>
              <a:off x="4359591" y="253670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24"/>
            <p:cNvSpPr/>
            <p:nvPr/>
          </p:nvSpPr>
          <p:spPr>
            <a:xfrm>
              <a:off x="4359591" y="253670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24"/>
            <p:cNvSpPr/>
            <p:nvPr/>
          </p:nvSpPr>
          <p:spPr>
            <a:xfrm>
              <a:off x="4359591" y="253670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24"/>
            <p:cNvSpPr/>
            <p:nvPr/>
          </p:nvSpPr>
          <p:spPr>
            <a:xfrm>
              <a:off x="4359591" y="253670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24"/>
            <p:cNvSpPr/>
            <p:nvPr/>
          </p:nvSpPr>
          <p:spPr>
            <a:xfrm>
              <a:off x="4359591" y="253670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24"/>
            <p:cNvSpPr/>
            <p:nvPr/>
          </p:nvSpPr>
          <p:spPr>
            <a:xfrm>
              <a:off x="4469417" y="2534770"/>
              <a:ext cx="4911" cy="7797"/>
            </a:xfrm>
            <a:custGeom>
              <a:rect b="b" l="l" r="r" t="t"/>
              <a:pathLst>
                <a:path extrusionOk="0" h="254" w="160">
                  <a:moveTo>
                    <a:pt x="159" y="0"/>
                  </a:moveTo>
                  <a:lnTo>
                    <a:pt x="1" y="64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24"/>
            <p:cNvSpPr/>
            <p:nvPr/>
          </p:nvSpPr>
          <p:spPr>
            <a:xfrm>
              <a:off x="4401397" y="253670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32" y="159"/>
                    <a:pt x="32" y="191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24"/>
            <p:cNvSpPr/>
            <p:nvPr/>
          </p:nvSpPr>
          <p:spPr>
            <a:xfrm>
              <a:off x="4448054" y="2530872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24"/>
            <p:cNvSpPr/>
            <p:nvPr/>
          </p:nvSpPr>
          <p:spPr>
            <a:xfrm>
              <a:off x="4426659" y="25367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24"/>
            <p:cNvSpPr/>
            <p:nvPr/>
          </p:nvSpPr>
          <p:spPr>
            <a:xfrm>
              <a:off x="4469417" y="25367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24"/>
            <p:cNvSpPr/>
            <p:nvPr/>
          </p:nvSpPr>
          <p:spPr>
            <a:xfrm>
              <a:off x="4469417" y="25376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24"/>
            <p:cNvSpPr/>
            <p:nvPr/>
          </p:nvSpPr>
          <p:spPr>
            <a:xfrm>
              <a:off x="4469417" y="25376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24"/>
            <p:cNvSpPr/>
            <p:nvPr/>
          </p:nvSpPr>
          <p:spPr>
            <a:xfrm>
              <a:off x="4469417" y="25376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24"/>
            <p:cNvSpPr/>
            <p:nvPr/>
          </p:nvSpPr>
          <p:spPr>
            <a:xfrm>
              <a:off x="4468466" y="253768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24"/>
            <p:cNvSpPr/>
            <p:nvPr/>
          </p:nvSpPr>
          <p:spPr>
            <a:xfrm>
              <a:off x="4468466" y="25376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24"/>
            <p:cNvSpPr/>
            <p:nvPr/>
          </p:nvSpPr>
          <p:spPr>
            <a:xfrm>
              <a:off x="4468466" y="25376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24"/>
            <p:cNvSpPr/>
            <p:nvPr/>
          </p:nvSpPr>
          <p:spPr>
            <a:xfrm>
              <a:off x="4468466" y="25376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24"/>
            <p:cNvSpPr/>
            <p:nvPr/>
          </p:nvSpPr>
          <p:spPr>
            <a:xfrm>
              <a:off x="4393601" y="253670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24"/>
            <p:cNvSpPr/>
            <p:nvPr/>
          </p:nvSpPr>
          <p:spPr>
            <a:xfrm>
              <a:off x="4393601" y="253670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24"/>
            <p:cNvSpPr/>
            <p:nvPr/>
          </p:nvSpPr>
          <p:spPr>
            <a:xfrm>
              <a:off x="4393601" y="25367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24"/>
            <p:cNvSpPr/>
            <p:nvPr/>
          </p:nvSpPr>
          <p:spPr>
            <a:xfrm>
              <a:off x="4393601" y="25367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24"/>
            <p:cNvSpPr/>
            <p:nvPr/>
          </p:nvSpPr>
          <p:spPr>
            <a:xfrm>
              <a:off x="4393601" y="253670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24"/>
            <p:cNvSpPr/>
            <p:nvPr/>
          </p:nvSpPr>
          <p:spPr>
            <a:xfrm>
              <a:off x="4393601" y="25376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24"/>
            <p:cNvSpPr/>
            <p:nvPr/>
          </p:nvSpPr>
          <p:spPr>
            <a:xfrm>
              <a:off x="4392649" y="2537686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24"/>
            <p:cNvSpPr/>
            <p:nvPr/>
          </p:nvSpPr>
          <p:spPr>
            <a:xfrm>
              <a:off x="4392649" y="25376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24"/>
            <p:cNvSpPr/>
            <p:nvPr/>
          </p:nvSpPr>
          <p:spPr>
            <a:xfrm>
              <a:off x="4435407" y="253670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32"/>
                  </a:lnTo>
                  <a:cubicBezTo>
                    <a:pt x="0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24"/>
            <p:cNvSpPr/>
            <p:nvPr/>
          </p:nvSpPr>
          <p:spPr>
            <a:xfrm>
              <a:off x="4459718" y="253768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32" y="159"/>
                    <a:pt x="32" y="159"/>
                    <a:pt x="32" y="190"/>
                  </a:cubicBezTo>
                  <a:lnTo>
                    <a:pt x="32" y="32"/>
                  </a:lnTo>
                  <a:cubicBezTo>
                    <a:pt x="32" y="0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24"/>
            <p:cNvSpPr/>
            <p:nvPr/>
          </p:nvSpPr>
          <p:spPr>
            <a:xfrm>
              <a:off x="4459718" y="253768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32" y="159"/>
                    <a:pt x="32" y="159"/>
                    <a:pt x="32" y="190"/>
                  </a:cubicBezTo>
                  <a:lnTo>
                    <a:pt x="32" y="32"/>
                  </a:lnTo>
                  <a:cubicBezTo>
                    <a:pt x="32" y="0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24"/>
            <p:cNvSpPr/>
            <p:nvPr/>
          </p:nvSpPr>
          <p:spPr>
            <a:xfrm>
              <a:off x="4468466" y="253768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24"/>
            <p:cNvSpPr/>
            <p:nvPr/>
          </p:nvSpPr>
          <p:spPr>
            <a:xfrm>
              <a:off x="4426659" y="25376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24"/>
            <p:cNvSpPr/>
            <p:nvPr/>
          </p:nvSpPr>
          <p:spPr>
            <a:xfrm>
              <a:off x="4426659" y="25376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24"/>
            <p:cNvSpPr/>
            <p:nvPr/>
          </p:nvSpPr>
          <p:spPr>
            <a:xfrm>
              <a:off x="4426659" y="25376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24"/>
            <p:cNvSpPr/>
            <p:nvPr/>
          </p:nvSpPr>
          <p:spPr>
            <a:xfrm>
              <a:off x="4426659" y="2537686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24"/>
            <p:cNvSpPr/>
            <p:nvPr/>
          </p:nvSpPr>
          <p:spPr>
            <a:xfrm>
              <a:off x="4426659" y="253768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24"/>
            <p:cNvSpPr/>
            <p:nvPr/>
          </p:nvSpPr>
          <p:spPr>
            <a:xfrm>
              <a:off x="4426659" y="253768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24"/>
            <p:cNvSpPr/>
            <p:nvPr/>
          </p:nvSpPr>
          <p:spPr>
            <a:xfrm>
              <a:off x="4426659" y="253768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24"/>
            <p:cNvSpPr/>
            <p:nvPr/>
          </p:nvSpPr>
          <p:spPr>
            <a:xfrm>
              <a:off x="4426659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24"/>
            <p:cNvSpPr/>
            <p:nvPr/>
          </p:nvSpPr>
          <p:spPr>
            <a:xfrm>
              <a:off x="4364440" y="253866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24"/>
            <p:cNvSpPr/>
            <p:nvPr/>
          </p:nvSpPr>
          <p:spPr>
            <a:xfrm>
              <a:off x="4364440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24"/>
            <p:cNvSpPr/>
            <p:nvPr/>
          </p:nvSpPr>
          <p:spPr>
            <a:xfrm>
              <a:off x="4364440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24"/>
            <p:cNvSpPr/>
            <p:nvPr/>
          </p:nvSpPr>
          <p:spPr>
            <a:xfrm>
              <a:off x="4364440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24"/>
            <p:cNvSpPr/>
            <p:nvPr/>
          </p:nvSpPr>
          <p:spPr>
            <a:xfrm>
              <a:off x="4363458" y="253866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24"/>
            <p:cNvSpPr/>
            <p:nvPr/>
          </p:nvSpPr>
          <p:spPr>
            <a:xfrm>
              <a:off x="4363458" y="253866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24"/>
            <p:cNvSpPr/>
            <p:nvPr/>
          </p:nvSpPr>
          <p:spPr>
            <a:xfrm>
              <a:off x="4363458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24"/>
            <p:cNvSpPr/>
            <p:nvPr/>
          </p:nvSpPr>
          <p:spPr>
            <a:xfrm>
              <a:off x="4363458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24"/>
            <p:cNvSpPr/>
            <p:nvPr/>
          </p:nvSpPr>
          <p:spPr>
            <a:xfrm>
              <a:off x="4363458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24"/>
            <p:cNvSpPr/>
            <p:nvPr/>
          </p:nvSpPr>
          <p:spPr>
            <a:xfrm>
              <a:off x="4362507" y="253866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24"/>
            <p:cNvSpPr/>
            <p:nvPr/>
          </p:nvSpPr>
          <p:spPr>
            <a:xfrm>
              <a:off x="4362507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24"/>
            <p:cNvSpPr/>
            <p:nvPr/>
          </p:nvSpPr>
          <p:spPr>
            <a:xfrm>
              <a:off x="4460669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24"/>
            <p:cNvSpPr/>
            <p:nvPr/>
          </p:nvSpPr>
          <p:spPr>
            <a:xfrm>
              <a:off x="4460669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24"/>
            <p:cNvSpPr/>
            <p:nvPr/>
          </p:nvSpPr>
          <p:spPr>
            <a:xfrm>
              <a:off x="4460669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24"/>
            <p:cNvSpPr/>
            <p:nvPr/>
          </p:nvSpPr>
          <p:spPr>
            <a:xfrm>
              <a:off x="4460669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24"/>
            <p:cNvSpPr/>
            <p:nvPr/>
          </p:nvSpPr>
          <p:spPr>
            <a:xfrm>
              <a:off x="4460669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24"/>
            <p:cNvSpPr/>
            <p:nvPr/>
          </p:nvSpPr>
          <p:spPr>
            <a:xfrm>
              <a:off x="4460669" y="253866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24"/>
            <p:cNvSpPr/>
            <p:nvPr/>
          </p:nvSpPr>
          <p:spPr>
            <a:xfrm>
              <a:off x="4459718" y="2538669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24"/>
            <p:cNvSpPr/>
            <p:nvPr/>
          </p:nvSpPr>
          <p:spPr>
            <a:xfrm>
              <a:off x="4459718" y="25386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24"/>
            <p:cNvSpPr/>
            <p:nvPr/>
          </p:nvSpPr>
          <p:spPr>
            <a:xfrm>
              <a:off x="4398481" y="253962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24"/>
            <p:cNvSpPr/>
            <p:nvPr/>
          </p:nvSpPr>
          <p:spPr>
            <a:xfrm>
              <a:off x="4398481" y="25386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24"/>
            <p:cNvSpPr/>
            <p:nvPr/>
          </p:nvSpPr>
          <p:spPr>
            <a:xfrm>
              <a:off x="4397499" y="253866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24"/>
            <p:cNvSpPr/>
            <p:nvPr/>
          </p:nvSpPr>
          <p:spPr>
            <a:xfrm>
              <a:off x="4397499" y="25386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24"/>
            <p:cNvSpPr/>
            <p:nvPr/>
          </p:nvSpPr>
          <p:spPr>
            <a:xfrm>
              <a:off x="4397499" y="25386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24"/>
            <p:cNvSpPr/>
            <p:nvPr/>
          </p:nvSpPr>
          <p:spPr>
            <a:xfrm>
              <a:off x="4397499" y="25386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24"/>
            <p:cNvSpPr/>
            <p:nvPr/>
          </p:nvSpPr>
          <p:spPr>
            <a:xfrm>
              <a:off x="4397499" y="25386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24"/>
            <p:cNvSpPr/>
            <p:nvPr/>
          </p:nvSpPr>
          <p:spPr>
            <a:xfrm>
              <a:off x="4396517" y="253866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24"/>
            <p:cNvSpPr/>
            <p:nvPr/>
          </p:nvSpPr>
          <p:spPr>
            <a:xfrm>
              <a:off x="4396517" y="25386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24"/>
            <p:cNvSpPr/>
            <p:nvPr/>
          </p:nvSpPr>
          <p:spPr>
            <a:xfrm>
              <a:off x="4396517" y="253866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32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24"/>
            <p:cNvSpPr/>
            <p:nvPr/>
          </p:nvSpPr>
          <p:spPr>
            <a:xfrm>
              <a:off x="4395565" y="2538669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cubicBezTo>
                    <a:pt x="32" y="32"/>
                    <a:pt x="32" y="32"/>
                    <a:pt x="0" y="32"/>
                  </a:cubicBez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24"/>
            <p:cNvSpPr/>
            <p:nvPr/>
          </p:nvSpPr>
          <p:spPr>
            <a:xfrm>
              <a:off x="4432491" y="253962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24"/>
            <p:cNvSpPr/>
            <p:nvPr/>
          </p:nvSpPr>
          <p:spPr>
            <a:xfrm>
              <a:off x="4431509" y="253962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1" y="191"/>
                    <a:pt x="1" y="191"/>
                    <a:pt x="32" y="191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24"/>
            <p:cNvSpPr/>
            <p:nvPr/>
          </p:nvSpPr>
          <p:spPr>
            <a:xfrm>
              <a:off x="4431509" y="253962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24"/>
            <p:cNvSpPr/>
            <p:nvPr/>
          </p:nvSpPr>
          <p:spPr>
            <a:xfrm>
              <a:off x="4431509" y="253962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24"/>
            <p:cNvSpPr/>
            <p:nvPr/>
          </p:nvSpPr>
          <p:spPr>
            <a:xfrm>
              <a:off x="4431509" y="253962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24"/>
            <p:cNvSpPr/>
            <p:nvPr/>
          </p:nvSpPr>
          <p:spPr>
            <a:xfrm>
              <a:off x="4430557" y="2539620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24"/>
            <p:cNvSpPr/>
            <p:nvPr/>
          </p:nvSpPr>
          <p:spPr>
            <a:xfrm>
              <a:off x="4430557" y="253962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24"/>
            <p:cNvSpPr/>
            <p:nvPr/>
          </p:nvSpPr>
          <p:spPr>
            <a:xfrm>
              <a:off x="4430557" y="253962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24"/>
            <p:cNvSpPr/>
            <p:nvPr/>
          </p:nvSpPr>
          <p:spPr>
            <a:xfrm>
              <a:off x="4430557" y="253962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24"/>
            <p:cNvSpPr/>
            <p:nvPr/>
          </p:nvSpPr>
          <p:spPr>
            <a:xfrm>
              <a:off x="4429575" y="2539620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24"/>
            <p:cNvSpPr/>
            <p:nvPr/>
          </p:nvSpPr>
          <p:spPr>
            <a:xfrm>
              <a:off x="4429575" y="253962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24"/>
            <p:cNvSpPr/>
            <p:nvPr/>
          </p:nvSpPr>
          <p:spPr>
            <a:xfrm>
              <a:off x="4465550" y="25406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24"/>
            <p:cNvSpPr/>
            <p:nvPr/>
          </p:nvSpPr>
          <p:spPr>
            <a:xfrm>
              <a:off x="4465550" y="25406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24"/>
            <p:cNvSpPr/>
            <p:nvPr/>
          </p:nvSpPr>
          <p:spPr>
            <a:xfrm>
              <a:off x="4465550" y="25406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24"/>
            <p:cNvSpPr/>
            <p:nvPr/>
          </p:nvSpPr>
          <p:spPr>
            <a:xfrm>
              <a:off x="4464568" y="254060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24"/>
            <p:cNvSpPr/>
            <p:nvPr/>
          </p:nvSpPr>
          <p:spPr>
            <a:xfrm>
              <a:off x="4464568" y="25406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24"/>
            <p:cNvSpPr/>
            <p:nvPr/>
          </p:nvSpPr>
          <p:spPr>
            <a:xfrm>
              <a:off x="4464568" y="25406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24"/>
            <p:cNvSpPr/>
            <p:nvPr/>
          </p:nvSpPr>
          <p:spPr>
            <a:xfrm>
              <a:off x="4464568" y="25406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24"/>
            <p:cNvSpPr/>
            <p:nvPr/>
          </p:nvSpPr>
          <p:spPr>
            <a:xfrm>
              <a:off x="4464568" y="25406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24"/>
            <p:cNvSpPr/>
            <p:nvPr/>
          </p:nvSpPr>
          <p:spPr>
            <a:xfrm>
              <a:off x="4463585" y="2540602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24"/>
            <p:cNvSpPr/>
            <p:nvPr/>
          </p:nvSpPr>
          <p:spPr>
            <a:xfrm>
              <a:off x="4463585" y="2540602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24"/>
            <p:cNvSpPr/>
            <p:nvPr/>
          </p:nvSpPr>
          <p:spPr>
            <a:xfrm>
              <a:off x="4462634" y="2540602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24"/>
            <p:cNvSpPr/>
            <p:nvPr/>
          </p:nvSpPr>
          <p:spPr>
            <a:xfrm>
              <a:off x="4476232" y="2534770"/>
              <a:ext cx="12677" cy="11695"/>
            </a:xfrm>
            <a:custGeom>
              <a:rect b="b" l="l" r="r" t="t"/>
              <a:pathLst>
                <a:path extrusionOk="0" h="381" w="413">
                  <a:moveTo>
                    <a:pt x="1" y="0"/>
                  </a:moveTo>
                  <a:lnTo>
                    <a:pt x="1" y="159"/>
                  </a:lnTo>
                  <a:lnTo>
                    <a:pt x="412" y="380"/>
                  </a:lnTo>
                  <a:lnTo>
                    <a:pt x="412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24"/>
            <p:cNvSpPr/>
            <p:nvPr/>
          </p:nvSpPr>
          <p:spPr>
            <a:xfrm>
              <a:off x="4488878" y="254158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24"/>
            <p:cNvSpPr/>
            <p:nvPr/>
          </p:nvSpPr>
          <p:spPr>
            <a:xfrm>
              <a:off x="4488878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24"/>
            <p:cNvSpPr/>
            <p:nvPr/>
          </p:nvSpPr>
          <p:spPr>
            <a:xfrm>
              <a:off x="4488878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24"/>
            <p:cNvSpPr/>
            <p:nvPr/>
          </p:nvSpPr>
          <p:spPr>
            <a:xfrm>
              <a:off x="4488878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24"/>
            <p:cNvSpPr/>
            <p:nvPr/>
          </p:nvSpPr>
          <p:spPr>
            <a:xfrm>
              <a:off x="4488878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24"/>
            <p:cNvSpPr/>
            <p:nvPr/>
          </p:nvSpPr>
          <p:spPr>
            <a:xfrm>
              <a:off x="4488878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24"/>
            <p:cNvSpPr/>
            <p:nvPr/>
          </p:nvSpPr>
          <p:spPr>
            <a:xfrm>
              <a:off x="4488878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24"/>
            <p:cNvSpPr/>
            <p:nvPr/>
          </p:nvSpPr>
          <p:spPr>
            <a:xfrm>
              <a:off x="4488878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24"/>
            <p:cNvSpPr/>
            <p:nvPr/>
          </p:nvSpPr>
          <p:spPr>
            <a:xfrm>
              <a:off x="4488878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24"/>
            <p:cNvSpPr/>
            <p:nvPr/>
          </p:nvSpPr>
          <p:spPr>
            <a:xfrm>
              <a:off x="4349860" y="2536704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24"/>
            <p:cNvSpPr/>
            <p:nvPr/>
          </p:nvSpPr>
          <p:spPr>
            <a:xfrm>
              <a:off x="4335280" y="2535753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8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24"/>
            <p:cNvSpPr/>
            <p:nvPr/>
          </p:nvSpPr>
          <p:spPr>
            <a:xfrm>
              <a:off x="4334298" y="2528202"/>
              <a:ext cx="25323" cy="14365"/>
            </a:xfrm>
            <a:custGeom>
              <a:rect b="b" l="l" r="r" t="t"/>
              <a:pathLst>
                <a:path extrusionOk="0" h="468" w="825">
                  <a:moveTo>
                    <a:pt x="397" y="1"/>
                  </a:moveTo>
                  <a:cubicBezTo>
                    <a:pt x="381" y="1"/>
                    <a:pt x="365" y="9"/>
                    <a:pt x="349" y="24"/>
                  </a:cubicBezTo>
                  <a:lnTo>
                    <a:pt x="33" y="183"/>
                  </a:lnTo>
                  <a:cubicBezTo>
                    <a:pt x="1" y="214"/>
                    <a:pt x="1" y="214"/>
                    <a:pt x="33" y="246"/>
                  </a:cubicBezTo>
                  <a:lnTo>
                    <a:pt x="413" y="468"/>
                  </a:lnTo>
                  <a:lnTo>
                    <a:pt x="508" y="468"/>
                  </a:lnTo>
                  <a:lnTo>
                    <a:pt x="824" y="278"/>
                  </a:lnTo>
                  <a:cubicBezTo>
                    <a:pt x="824" y="278"/>
                    <a:pt x="824" y="246"/>
                    <a:pt x="824" y="246"/>
                  </a:cubicBezTo>
                  <a:lnTo>
                    <a:pt x="444" y="24"/>
                  </a:lnTo>
                  <a:cubicBezTo>
                    <a:pt x="428" y="9"/>
                    <a:pt x="413" y="1"/>
                    <a:pt x="397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24"/>
            <p:cNvSpPr/>
            <p:nvPr/>
          </p:nvSpPr>
          <p:spPr>
            <a:xfrm>
              <a:off x="4335280" y="2527956"/>
              <a:ext cx="23359" cy="13659"/>
            </a:xfrm>
            <a:custGeom>
              <a:rect b="b" l="l" r="r" t="t"/>
              <a:pathLst>
                <a:path extrusionOk="0" h="445" w="761">
                  <a:moveTo>
                    <a:pt x="317" y="1"/>
                  </a:moveTo>
                  <a:lnTo>
                    <a:pt x="1" y="191"/>
                  </a:lnTo>
                  <a:lnTo>
                    <a:pt x="381" y="412"/>
                  </a:lnTo>
                  <a:cubicBezTo>
                    <a:pt x="412" y="412"/>
                    <a:pt x="412" y="444"/>
                    <a:pt x="412" y="444"/>
                  </a:cubicBezTo>
                  <a:cubicBezTo>
                    <a:pt x="444" y="444"/>
                    <a:pt x="444" y="412"/>
                    <a:pt x="444" y="412"/>
                  </a:cubicBezTo>
                  <a:lnTo>
                    <a:pt x="761" y="254"/>
                  </a:lnTo>
                  <a:cubicBezTo>
                    <a:pt x="761" y="254"/>
                    <a:pt x="761" y="222"/>
                    <a:pt x="761" y="222"/>
                  </a:cubicBez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24"/>
            <p:cNvSpPr/>
            <p:nvPr/>
          </p:nvSpPr>
          <p:spPr>
            <a:xfrm>
              <a:off x="4348878" y="254253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24"/>
            <p:cNvSpPr/>
            <p:nvPr/>
          </p:nvSpPr>
          <p:spPr>
            <a:xfrm>
              <a:off x="4348878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24"/>
            <p:cNvSpPr/>
            <p:nvPr/>
          </p:nvSpPr>
          <p:spPr>
            <a:xfrm>
              <a:off x="4348878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24"/>
            <p:cNvSpPr/>
            <p:nvPr/>
          </p:nvSpPr>
          <p:spPr>
            <a:xfrm>
              <a:off x="4348878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24"/>
            <p:cNvSpPr/>
            <p:nvPr/>
          </p:nvSpPr>
          <p:spPr>
            <a:xfrm>
              <a:off x="4347927" y="2542536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24"/>
            <p:cNvSpPr/>
            <p:nvPr/>
          </p:nvSpPr>
          <p:spPr>
            <a:xfrm>
              <a:off x="4347927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24"/>
            <p:cNvSpPr/>
            <p:nvPr/>
          </p:nvSpPr>
          <p:spPr>
            <a:xfrm>
              <a:off x="4347927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24"/>
            <p:cNvSpPr/>
            <p:nvPr/>
          </p:nvSpPr>
          <p:spPr>
            <a:xfrm>
              <a:off x="4347927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24"/>
            <p:cNvSpPr/>
            <p:nvPr/>
          </p:nvSpPr>
          <p:spPr>
            <a:xfrm>
              <a:off x="4346944" y="254253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24"/>
            <p:cNvSpPr/>
            <p:nvPr/>
          </p:nvSpPr>
          <p:spPr>
            <a:xfrm>
              <a:off x="4346944" y="254253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24"/>
            <p:cNvSpPr/>
            <p:nvPr/>
          </p:nvSpPr>
          <p:spPr>
            <a:xfrm>
              <a:off x="4346944" y="254253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24"/>
            <p:cNvSpPr/>
            <p:nvPr/>
          </p:nvSpPr>
          <p:spPr>
            <a:xfrm>
              <a:off x="4382919" y="2537686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24"/>
            <p:cNvSpPr/>
            <p:nvPr/>
          </p:nvSpPr>
          <p:spPr>
            <a:xfrm>
              <a:off x="4369290" y="2536704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24"/>
            <p:cNvSpPr/>
            <p:nvPr/>
          </p:nvSpPr>
          <p:spPr>
            <a:xfrm>
              <a:off x="4382919" y="254351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24"/>
            <p:cNvSpPr/>
            <p:nvPr/>
          </p:nvSpPr>
          <p:spPr>
            <a:xfrm>
              <a:off x="4382919" y="254351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24"/>
            <p:cNvSpPr/>
            <p:nvPr/>
          </p:nvSpPr>
          <p:spPr>
            <a:xfrm>
              <a:off x="4381937" y="254351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24"/>
            <p:cNvSpPr/>
            <p:nvPr/>
          </p:nvSpPr>
          <p:spPr>
            <a:xfrm>
              <a:off x="4381937" y="254351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24"/>
            <p:cNvSpPr/>
            <p:nvPr/>
          </p:nvSpPr>
          <p:spPr>
            <a:xfrm>
              <a:off x="4381937" y="254351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24"/>
            <p:cNvSpPr/>
            <p:nvPr/>
          </p:nvSpPr>
          <p:spPr>
            <a:xfrm>
              <a:off x="4381937" y="254351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24"/>
            <p:cNvSpPr/>
            <p:nvPr/>
          </p:nvSpPr>
          <p:spPr>
            <a:xfrm>
              <a:off x="4380985" y="254351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24"/>
            <p:cNvSpPr/>
            <p:nvPr/>
          </p:nvSpPr>
          <p:spPr>
            <a:xfrm>
              <a:off x="4380985" y="254351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24"/>
            <p:cNvSpPr/>
            <p:nvPr/>
          </p:nvSpPr>
          <p:spPr>
            <a:xfrm>
              <a:off x="4380985" y="2543519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24"/>
            <p:cNvSpPr/>
            <p:nvPr/>
          </p:nvSpPr>
          <p:spPr>
            <a:xfrm>
              <a:off x="4380985" y="2543519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24"/>
            <p:cNvSpPr/>
            <p:nvPr/>
          </p:nvSpPr>
          <p:spPr>
            <a:xfrm>
              <a:off x="4380985" y="2543519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24"/>
            <p:cNvSpPr/>
            <p:nvPr/>
          </p:nvSpPr>
          <p:spPr>
            <a:xfrm>
              <a:off x="4368339" y="2528938"/>
              <a:ext cx="25293" cy="14611"/>
            </a:xfrm>
            <a:custGeom>
              <a:rect b="b" l="l" r="r" t="t"/>
              <a:pathLst>
                <a:path extrusionOk="0" h="476" w="824">
                  <a:moveTo>
                    <a:pt x="317" y="0"/>
                  </a:moveTo>
                  <a:lnTo>
                    <a:pt x="32" y="190"/>
                  </a:lnTo>
                  <a:cubicBezTo>
                    <a:pt x="0" y="190"/>
                    <a:pt x="0" y="222"/>
                    <a:pt x="32" y="254"/>
                  </a:cubicBezTo>
                  <a:lnTo>
                    <a:pt x="412" y="475"/>
                  </a:lnTo>
                  <a:lnTo>
                    <a:pt x="475" y="475"/>
                  </a:lnTo>
                  <a:lnTo>
                    <a:pt x="792" y="285"/>
                  </a:lnTo>
                  <a:cubicBezTo>
                    <a:pt x="824" y="285"/>
                    <a:pt x="824" y="254"/>
                    <a:pt x="792" y="222"/>
                  </a:cubicBezTo>
                  <a:lnTo>
                    <a:pt x="412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24"/>
            <p:cNvSpPr/>
            <p:nvPr/>
          </p:nvSpPr>
          <p:spPr>
            <a:xfrm>
              <a:off x="4369290" y="2528938"/>
              <a:ext cx="23390" cy="12677"/>
            </a:xfrm>
            <a:custGeom>
              <a:rect b="b" l="l" r="r" t="t"/>
              <a:pathLst>
                <a:path extrusionOk="0" h="413" w="762">
                  <a:moveTo>
                    <a:pt x="318" y="0"/>
                  </a:moveTo>
                  <a:lnTo>
                    <a:pt x="1" y="190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24"/>
            <p:cNvSpPr/>
            <p:nvPr/>
          </p:nvSpPr>
          <p:spPr>
            <a:xfrm>
              <a:off x="4416929" y="2538669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58"/>
                  </a:lnTo>
                  <a:lnTo>
                    <a:pt x="1" y="348"/>
                  </a:lnTo>
                  <a:lnTo>
                    <a:pt x="317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24"/>
            <p:cNvSpPr/>
            <p:nvPr/>
          </p:nvSpPr>
          <p:spPr>
            <a:xfrm>
              <a:off x="4402349" y="2536704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1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24"/>
            <p:cNvSpPr/>
            <p:nvPr/>
          </p:nvSpPr>
          <p:spPr>
            <a:xfrm>
              <a:off x="4493728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24"/>
            <p:cNvSpPr/>
            <p:nvPr/>
          </p:nvSpPr>
          <p:spPr>
            <a:xfrm>
              <a:off x="4492746" y="254450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24"/>
            <p:cNvSpPr/>
            <p:nvPr/>
          </p:nvSpPr>
          <p:spPr>
            <a:xfrm>
              <a:off x="4492746" y="254450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24"/>
            <p:cNvSpPr/>
            <p:nvPr/>
          </p:nvSpPr>
          <p:spPr>
            <a:xfrm>
              <a:off x="4492746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24"/>
            <p:cNvSpPr/>
            <p:nvPr/>
          </p:nvSpPr>
          <p:spPr>
            <a:xfrm>
              <a:off x="4492746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24"/>
            <p:cNvSpPr/>
            <p:nvPr/>
          </p:nvSpPr>
          <p:spPr>
            <a:xfrm>
              <a:off x="4492746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24"/>
            <p:cNvSpPr/>
            <p:nvPr/>
          </p:nvSpPr>
          <p:spPr>
            <a:xfrm>
              <a:off x="4492746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24"/>
            <p:cNvSpPr/>
            <p:nvPr/>
          </p:nvSpPr>
          <p:spPr>
            <a:xfrm>
              <a:off x="4492746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24"/>
            <p:cNvSpPr/>
            <p:nvPr/>
          </p:nvSpPr>
          <p:spPr>
            <a:xfrm>
              <a:off x="4491794" y="254450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24"/>
            <p:cNvSpPr/>
            <p:nvPr/>
          </p:nvSpPr>
          <p:spPr>
            <a:xfrm>
              <a:off x="4491794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24"/>
            <p:cNvSpPr/>
            <p:nvPr/>
          </p:nvSpPr>
          <p:spPr>
            <a:xfrm>
              <a:off x="4491794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24"/>
            <p:cNvSpPr/>
            <p:nvPr/>
          </p:nvSpPr>
          <p:spPr>
            <a:xfrm>
              <a:off x="4416929" y="254351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32"/>
                  </a:lnTo>
                  <a:cubicBezTo>
                    <a:pt x="1" y="3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24"/>
            <p:cNvSpPr/>
            <p:nvPr/>
          </p:nvSpPr>
          <p:spPr>
            <a:xfrm>
              <a:off x="4415977" y="254450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24"/>
            <p:cNvSpPr/>
            <p:nvPr/>
          </p:nvSpPr>
          <p:spPr>
            <a:xfrm>
              <a:off x="4415977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24"/>
            <p:cNvSpPr/>
            <p:nvPr/>
          </p:nvSpPr>
          <p:spPr>
            <a:xfrm>
              <a:off x="4415977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24"/>
            <p:cNvSpPr/>
            <p:nvPr/>
          </p:nvSpPr>
          <p:spPr>
            <a:xfrm>
              <a:off x="4414995" y="254450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24"/>
            <p:cNvSpPr/>
            <p:nvPr/>
          </p:nvSpPr>
          <p:spPr>
            <a:xfrm>
              <a:off x="4414995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24"/>
            <p:cNvSpPr/>
            <p:nvPr/>
          </p:nvSpPr>
          <p:spPr>
            <a:xfrm>
              <a:off x="4414995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24"/>
            <p:cNvSpPr/>
            <p:nvPr/>
          </p:nvSpPr>
          <p:spPr>
            <a:xfrm>
              <a:off x="4414995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24"/>
            <p:cNvSpPr/>
            <p:nvPr/>
          </p:nvSpPr>
          <p:spPr>
            <a:xfrm>
              <a:off x="4414995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24"/>
            <p:cNvSpPr/>
            <p:nvPr/>
          </p:nvSpPr>
          <p:spPr>
            <a:xfrm>
              <a:off x="4414013" y="254351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32"/>
                  </a:lnTo>
                  <a:cubicBezTo>
                    <a:pt x="32" y="32"/>
                    <a:pt x="32" y="32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24"/>
            <p:cNvSpPr/>
            <p:nvPr/>
          </p:nvSpPr>
          <p:spPr>
            <a:xfrm>
              <a:off x="4414013" y="254351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24"/>
            <p:cNvSpPr/>
            <p:nvPr/>
          </p:nvSpPr>
          <p:spPr>
            <a:xfrm>
              <a:off x="4401397" y="2529184"/>
              <a:ext cx="26275" cy="15102"/>
            </a:xfrm>
            <a:custGeom>
              <a:rect b="b" l="l" r="r" t="t"/>
              <a:pathLst>
                <a:path extrusionOk="0" h="492" w="856">
                  <a:moveTo>
                    <a:pt x="396" y="0"/>
                  </a:moveTo>
                  <a:cubicBezTo>
                    <a:pt x="380" y="0"/>
                    <a:pt x="364" y="8"/>
                    <a:pt x="348" y="24"/>
                  </a:cubicBezTo>
                  <a:lnTo>
                    <a:pt x="32" y="214"/>
                  </a:lnTo>
                  <a:cubicBezTo>
                    <a:pt x="0" y="214"/>
                    <a:pt x="0" y="246"/>
                    <a:pt x="32" y="246"/>
                  </a:cubicBezTo>
                  <a:lnTo>
                    <a:pt x="412" y="467"/>
                  </a:lnTo>
                  <a:cubicBezTo>
                    <a:pt x="428" y="483"/>
                    <a:pt x="443" y="491"/>
                    <a:pt x="459" y="491"/>
                  </a:cubicBezTo>
                  <a:cubicBezTo>
                    <a:pt x="475" y="491"/>
                    <a:pt x="491" y="483"/>
                    <a:pt x="507" y="467"/>
                  </a:cubicBezTo>
                  <a:lnTo>
                    <a:pt x="823" y="309"/>
                  </a:lnTo>
                  <a:cubicBezTo>
                    <a:pt x="855" y="277"/>
                    <a:pt x="855" y="246"/>
                    <a:pt x="823" y="246"/>
                  </a:cubicBezTo>
                  <a:lnTo>
                    <a:pt x="443" y="24"/>
                  </a:lnTo>
                  <a:cubicBezTo>
                    <a:pt x="428" y="8"/>
                    <a:pt x="412" y="0"/>
                    <a:pt x="396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24"/>
            <p:cNvSpPr/>
            <p:nvPr/>
          </p:nvSpPr>
          <p:spPr>
            <a:xfrm>
              <a:off x="4402349" y="2529921"/>
              <a:ext cx="23359" cy="12646"/>
            </a:xfrm>
            <a:custGeom>
              <a:rect b="b" l="l" r="r" t="t"/>
              <a:pathLst>
                <a:path extrusionOk="0" h="412" w="761">
                  <a:moveTo>
                    <a:pt x="317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412" y="412"/>
                  </a:lnTo>
                  <a:lnTo>
                    <a:pt x="476" y="412"/>
                  </a:lnTo>
                  <a:lnTo>
                    <a:pt x="761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24"/>
            <p:cNvSpPr/>
            <p:nvPr/>
          </p:nvSpPr>
          <p:spPr>
            <a:xfrm>
              <a:off x="4352776" y="2538669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90"/>
                  </a:lnTo>
                  <a:lnTo>
                    <a:pt x="1" y="348"/>
                  </a:lnTo>
                  <a:lnTo>
                    <a:pt x="317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24"/>
            <p:cNvSpPr/>
            <p:nvPr/>
          </p:nvSpPr>
          <p:spPr>
            <a:xfrm>
              <a:off x="4450970" y="2538669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5" y="0"/>
                  </a:moveTo>
                  <a:lnTo>
                    <a:pt x="0" y="190"/>
                  </a:lnTo>
                  <a:lnTo>
                    <a:pt x="0" y="348"/>
                  </a:lnTo>
                  <a:lnTo>
                    <a:pt x="285" y="190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24"/>
            <p:cNvSpPr/>
            <p:nvPr/>
          </p:nvSpPr>
          <p:spPr>
            <a:xfrm>
              <a:off x="4436389" y="2537686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24"/>
            <p:cNvSpPr/>
            <p:nvPr/>
          </p:nvSpPr>
          <p:spPr>
            <a:xfrm>
              <a:off x="4449987" y="254450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cubicBezTo>
                    <a:pt x="1" y="158"/>
                    <a:pt x="1" y="158"/>
                    <a:pt x="32" y="158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24"/>
            <p:cNvSpPr/>
            <p:nvPr/>
          </p:nvSpPr>
          <p:spPr>
            <a:xfrm>
              <a:off x="4449987" y="25445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24"/>
            <p:cNvSpPr/>
            <p:nvPr/>
          </p:nvSpPr>
          <p:spPr>
            <a:xfrm>
              <a:off x="4449987" y="25445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24"/>
            <p:cNvSpPr/>
            <p:nvPr/>
          </p:nvSpPr>
          <p:spPr>
            <a:xfrm>
              <a:off x="4449005" y="25445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24"/>
            <p:cNvSpPr/>
            <p:nvPr/>
          </p:nvSpPr>
          <p:spPr>
            <a:xfrm>
              <a:off x="4449005" y="25445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24"/>
            <p:cNvSpPr/>
            <p:nvPr/>
          </p:nvSpPr>
          <p:spPr>
            <a:xfrm>
              <a:off x="4449005" y="25445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24"/>
            <p:cNvSpPr/>
            <p:nvPr/>
          </p:nvSpPr>
          <p:spPr>
            <a:xfrm>
              <a:off x="4449005" y="25445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24"/>
            <p:cNvSpPr/>
            <p:nvPr/>
          </p:nvSpPr>
          <p:spPr>
            <a:xfrm>
              <a:off x="4448054" y="2544501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24"/>
            <p:cNvSpPr/>
            <p:nvPr/>
          </p:nvSpPr>
          <p:spPr>
            <a:xfrm>
              <a:off x="4448054" y="25445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24"/>
            <p:cNvSpPr/>
            <p:nvPr/>
          </p:nvSpPr>
          <p:spPr>
            <a:xfrm>
              <a:off x="4448054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24"/>
            <p:cNvSpPr/>
            <p:nvPr/>
          </p:nvSpPr>
          <p:spPr>
            <a:xfrm>
              <a:off x="4448054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24"/>
            <p:cNvSpPr/>
            <p:nvPr/>
          </p:nvSpPr>
          <p:spPr>
            <a:xfrm>
              <a:off x="4435407" y="2530135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81" y="1"/>
                  </a:moveTo>
                  <a:cubicBezTo>
                    <a:pt x="365" y="1"/>
                    <a:pt x="349" y="9"/>
                    <a:pt x="349" y="25"/>
                  </a:cubicBezTo>
                  <a:lnTo>
                    <a:pt x="32" y="215"/>
                  </a:lnTo>
                  <a:cubicBezTo>
                    <a:pt x="0" y="215"/>
                    <a:pt x="0" y="246"/>
                    <a:pt x="32" y="246"/>
                  </a:cubicBezTo>
                  <a:lnTo>
                    <a:pt x="412" y="468"/>
                  </a:lnTo>
                  <a:cubicBezTo>
                    <a:pt x="412" y="484"/>
                    <a:pt x="428" y="492"/>
                    <a:pt x="448" y="492"/>
                  </a:cubicBezTo>
                  <a:cubicBezTo>
                    <a:pt x="468" y="492"/>
                    <a:pt x="491" y="484"/>
                    <a:pt x="507" y="468"/>
                  </a:cubicBezTo>
                  <a:lnTo>
                    <a:pt x="792" y="278"/>
                  </a:lnTo>
                  <a:cubicBezTo>
                    <a:pt x="824" y="278"/>
                    <a:pt x="824" y="246"/>
                    <a:pt x="792" y="246"/>
                  </a:cubicBezTo>
                  <a:lnTo>
                    <a:pt x="412" y="25"/>
                  </a:lnTo>
                  <a:cubicBezTo>
                    <a:pt x="412" y="9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24"/>
            <p:cNvSpPr/>
            <p:nvPr/>
          </p:nvSpPr>
          <p:spPr>
            <a:xfrm>
              <a:off x="4436389" y="2529921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49" y="0"/>
                  </a:moveTo>
                  <a:cubicBezTo>
                    <a:pt x="349" y="0"/>
                    <a:pt x="317" y="32"/>
                    <a:pt x="317" y="32"/>
                  </a:cubicBezTo>
                  <a:lnTo>
                    <a:pt x="0" y="190"/>
                  </a:lnTo>
                  <a:lnTo>
                    <a:pt x="380" y="412"/>
                  </a:lnTo>
                  <a:cubicBezTo>
                    <a:pt x="380" y="443"/>
                    <a:pt x="412" y="443"/>
                    <a:pt x="412" y="443"/>
                  </a:cubicBezTo>
                  <a:cubicBezTo>
                    <a:pt x="444" y="443"/>
                    <a:pt x="444" y="443"/>
                    <a:pt x="444" y="412"/>
                  </a:cubicBezTo>
                  <a:lnTo>
                    <a:pt x="760" y="253"/>
                  </a:lnTo>
                  <a:lnTo>
                    <a:pt x="380" y="32"/>
                  </a:lnTo>
                  <a:cubicBezTo>
                    <a:pt x="380" y="0"/>
                    <a:pt x="349" y="0"/>
                    <a:pt x="349" y="0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24"/>
            <p:cNvSpPr/>
            <p:nvPr/>
          </p:nvSpPr>
          <p:spPr>
            <a:xfrm>
              <a:off x="4385835" y="2539620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32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24"/>
            <p:cNvSpPr/>
            <p:nvPr/>
          </p:nvSpPr>
          <p:spPr>
            <a:xfrm>
              <a:off x="4352776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24"/>
            <p:cNvSpPr/>
            <p:nvPr/>
          </p:nvSpPr>
          <p:spPr>
            <a:xfrm>
              <a:off x="4352776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24"/>
            <p:cNvSpPr/>
            <p:nvPr/>
          </p:nvSpPr>
          <p:spPr>
            <a:xfrm>
              <a:off x="4352776" y="254450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24"/>
            <p:cNvSpPr/>
            <p:nvPr/>
          </p:nvSpPr>
          <p:spPr>
            <a:xfrm>
              <a:off x="4351794" y="254450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24"/>
            <p:cNvSpPr/>
            <p:nvPr/>
          </p:nvSpPr>
          <p:spPr>
            <a:xfrm>
              <a:off x="4351794" y="25445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8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24"/>
            <p:cNvSpPr/>
            <p:nvPr/>
          </p:nvSpPr>
          <p:spPr>
            <a:xfrm>
              <a:off x="4351794" y="25445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24"/>
            <p:cNvSpPr/>
            <p:nvPr/>
          </p:nvSpPr>
          <p:spPr>
            <a:xfrm>
              <a:off x="4351794" y="25445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24"/>
            <p:cNvSpPr/>
            <p:nvPr/>
          </p:nvSpPr>
          <p:spPr>
            <a:xfrm>
              <a:off x="4351794" y="25445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24"/>
            <p:cNvSpPr/>
            <p:nvPr/>
          </p:nvSpPr>
          <p:spPr>
            <a:xfrm>
              <a:off x="4483997" y="2542536"/>
              <a:ext cx="4911" cy="7827"/>
            </a:xfrm>
            <a:custGeom>
              <a:rect b="b" l="l" r="r" t="t"/>
              <a:pathLst>
                <a:path extrusionOk="0" h="255" w="160">
                  <a:moveTo>
                    <a:pt x="159" y="1"/>
                  </a:moveTo>
                  <a:lnTo>
                    <a:pt x="1" y="96"/>
                  </a:lnTo>
                  <a:lnTo>
                    <a:pt x="1" y="254"/>
                  </a:lnTo>
                  <a:lnTo>
                    <a:pt x="159" y="159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24"/>
            <p:cNvSpPr/>
            <p:nvPr/>
          </p:nvSpPr>
          <p:spPr>
            <a:xfrm>
              <a:off x="4469417" y="2538669"/>
              <a:ext cx="12677" cy="11695"/>
            </a:xfrm>
            <a:custGeom>
              <a:rect b="b" l="l" r="r" t="t"/>
              <a:pathLst>
                <a:path extrusionOk="0" h="381" w="413">
                  <a:moveTo>
                    <a:pt x="1" y="0"/>
                  </a:moveTo>
                  <a:lnTo>
                    <a:pt x="1" y="158"/>
                  </a:lnTo>
                  <a:lnTo>
                    <a:pt x="413" y="380"/>
                  </a:lnTo>
                  <a:lnTo>
                    <a:pt x="413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24"/>
            <p:cNvSpPr/>
            <p:nvPr/>
          </p:nvSpPr>
          <p:spPr>
            <a:xfrm>
              <a:off x="4365423" y="2538669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8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24"/>
            <p:cNvSpPr/>
            <p:nvPr/>
          </p:nvSpPr>
          <p:spPr>
            <a:xfrm>
              <a:off x="4419845" y="2539620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9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24"/>
            <p:cNvSpPr/>
            <p:nvPr/>
          </p:nvSpPr>
          <p:spPr>
            <a:xfrm>
              <a:off x="4468466" y="2534034"/>
              <a:ext cx="20443" cy="11449"/>
            </a:xfrm>
            <a:custGeom>
              <a:rect b="b" l="l" r="r" t="t"/>
              <a:pathLst>
                <a:path extrusionOk="0" h="373" w="666">
                  <a:moveTo>
                    <a:pt x="210" y="1"/>
                  </a:moveTo>
                  <a:cubicBezTo>
                    <a:pt x="198" y="1"/>
                    <a:pt x="190" y="9"/>
                    <a:pt x="190" y="24"/>
                  </a:cubicBezTo>
                  <a:lnTo>
                    <a:pt x="32" y="88"/>
                  </a:lnTo>
                  <a:cubicBezTo>
                    <a:pt x="0" y="119"/>
                    <a:pt x="0" y="119"/>
                    <a:pt x="32" y="151"/>
                  </a:cubicBezTo>
                  <a:lnTo>
                    <a:pt x="444" y="373"/>
                  </a:lnTo>
                  <a:lnTo>
                    <a:pt x="507" y="373"/>
                  </a:lnTo>
                  <a:lnTo>
                    <a:pt x="665" y="278"/>
                  </a:lnTo>
                  <a:cubicBezTo>
                    <a:pt x="665" y="278"/>
                    <a:pt x="665" y="246"/>
                    <a:pt x="665" y="246"/>
                  </a:cubicBezTo>
                  <a:lnTo>
                    <a:pt x="254" y="24"/>
                  </a:lnTo>
                  <a:cubicBezTo>
                    <a:pt x="238" y="9"/>
                    <a:pt x="222" y="1"/>
                    <a:pt x="210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24"/>
            <p:cNvSpPr/>
            <p:nvPr/>
          </p:nvSpPr>
          <p:spPr>
            <a:xfrm>
              <a:off x="4470400" y="2533788"/>
              <a:ext cx="17527" cy="10743"/>
            </a:xfrm>
            <a:custGeom>
              <a:rect b="b" l="l" r="r" t="t"/>
              <a:pathLst>
                <a:path extrusionOk="0" h="350" w="571">
                  <a:moveTo>
                    <a:pt x="159" y="1"/>
                  </a:moveTo>
                  <a:cubicBezTo>
                    <a:pt x="159" y="1"/>
                    <a:pt x="127" y="1"/>
                    <a:pt x="127" y="32"/>
                  </a:cubicBezTo>
                  <a:lnTo>
                    <a:pt x="1" y="96"/>
                  </a:lnTo>
                  <a:lnTo>
                    <a:pt x="381" y="349"/>
                  </a:lnTo>
                  <a:lnTo>
                    <a:pt x="412" y="349"/>
                  </a:lnTo>
                  <a:lnTo>
                    <a:pt x="571" y="254"/>
                  </a:lnTo>
                  <a:lnTo>
                    <a:pt x="191" y="32"/>
                  </a:lnTo>
                  <a:cubicBezTo>
                    <a:pt x="159" y="1"/>
                    <a:pt x="159" y="1"/>
                    <a:pt x="159" y="1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24"/>
            <p:cNvSpPr/>
            <p:nvPr/>
          </p:nvSpPr>
          <p:spPr>
            <a:xfrm>
              <a:off x="4483046" y="2545452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24"/>
            <p:cNvSpPr/>
            <p:nvPr/>
          </p:nvSpPr>
          <p:spPr>
            <a:xfrm>
              <a:off x="4483046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24"/>
            <p:cNvSpPr/>
            <p:nvPr/>
          </p:nvSpPr>
          <p:spPr>
            <a:xfrm>
              <a:off x="4483046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24"/>
            <p:cNvSpPr/>
            <p:nvPr/>
          </p:nvSpPr>
          <p:spPr>
            <a:xfrm>
              <a:off x="4483046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24"/>
            <p:cNvSpPr/>
            <p:nvPr/>
          </p:nvSpPr>
          <p:spPr>
            <a:xfrm>
              <a:off x="4483046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24"/>
            <p:cNvSpPr/>
            <p:nvPr/>
          </p:nvSpPr>
          <p:spPr>
            <a:xfrm>
              <a:off x="4483046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24"/>
            <p:cNvSpPr/>
            <p:nvPr/>
          </p:nvSpPr>
          <p:spPr>
            <a:xfrm>
              <a:off x="4482064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24"/>
            <p:cNvSpPr/>
            <p:nvPr/>
          </p:nvSpPr>
          <p:spPr>
            <a:xfrm>
              <a:off x="4482064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24"/>
            <p:cNvSpPr/>
            <p:nvPr/>
          </p:nvSpPr>
          <p:spPr>
            <a:xfrm>
              <a:off x="4482064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24"/>
            <p:cNvSpPr/>
            <p:nvPr/>
          </p:nvSpPr>
          <p:spPr>
            <a:xfrm>
              <a:off x="4482064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24"/>
            <p:cNvSpPr/>
            <p:nvPr/>
          </p:nvSpPr>
          <p:spPr>
            <a:xfrm>
              <a:off x="4482064" y="254545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24"/>
            <p:cNvSpPr/>
            <p:nvPr/>
          </p:nvSpPr>
          <p:spPr>
            <a:xfrm>
              <a:off x="4385835" y="254450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24"/>
            <p:cNvSpPr/>
            <p:nvPr/>
          </p:nvSpPr>
          <p:spPr>
            <a:xfrm>
              <a:off x="4385835" y="254450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24"/>
            <p:cNvSpPr/>
            <p:nvPr/>
          </p:nvSpPr>
          <p:spPr>
            <a:xfrm>
              <a:off x="4385835" y="254545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24"/>
            <p:cNvSpPr/>
            <p:nvPr/>
          </p:nvSpPr>
          <p:spPr>
            <a:xfrm>
              <a:off x="4385835" y="254545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24"/>
            <p:cNvSpPr/>
            <p:nvPr/>
          </p:nvSpPr>
          <p:spPr>
            <a:xfrm>
              <a:off x="4385835" y="254545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24"/>
            <p:cNvSpPr/>
            <p:nvPr/>
          </p:nvSpPr>
          <p:spPr>
            <a:xfrm>
              <a:off x="4385835" y="254545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24"/>
            <p:cNvSpPr/>
            <p:nvPr/>
          </p:nvSpPr>
          <p:spPr>
            <a:xfrm>
              <a:off x="4385835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24"/>
            <p:cNvSpPr/>
            <p:nvPr/>
          </p:nvSpPr>
          <p:spPr>
            <a:xfrm>
              <a:off x="4385835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24"/>
            <p:cNvSpPr/>
            <p:nvPr/>
          </p:nvSpPr>
          <p:spPr>
            <a:xfrm>
              <a:off x="4351794" y="2544501"/>
              <a:ext cx="1013" cy="6814"/>
            </a:xfrm>
            <a:custGeom>
              <a:rect b="b" l="l" r="r" t="t"/>
              <a:pathLst>
                <a:path extrusionOk="0" h="222" w="33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33" y="190"/>
                    <a:pt x="33" y="222"/>
                  </a:cubicBezTo>
                  <a:lnTo>
                    <a:pt x="33" y="32"/>
                  </a:lnTo>
                  <a:cubicBezTo>
                    <a:pt x="33" y="32"/>
                    <a:pt x="1" y="32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24"/>
            <p:cNvSpPr/>
            <p:nvPr/>
          </p:nvSpPr>
          <p:spPr>
            <a:xfrm>
              <a:off x="4398481" y="2539620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24"/>
            <p:cNvSpPr/>
            <p:nvPr/>
          </p:nvSpPr>
          <p:spPr>
            <a:xfrm>
              <a:off x="4453886" y="2540602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285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24"/>
            <p:cNvSpPr/>
            <p:nvPr/>
          </p:nvSpPr>
          <p:spPr>
            <a:xfrm>
              <a:off x="4377087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24"/>
            <p:cNvSpPr/>
            <p:nvPr/>
          </p:nvSpPr>
          <p:spPr>
            <a:xfrm>
              <a:off x="4419845" y="254545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24"/>
            <p:cNvSpPr/>
            <p:nvPr/>
          </p:nvSpPr>
          <p:spPr>
            <a:xfrm>
              <a:off x="4419845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24"/>
            <p:cNvSpPr/>
            <p:nvPr/>
          </p:nvSpPr>
          <p:spPr>
            <a:xfrm>
              <a:off x="4419845" y="254545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24"/>
            <p:cNvSpPr/>
            <p:nvPr/>
          </p:nvSpPr>
          <p:spPr>
            <a:xfrm>
              <a:off x="4419845" y="25464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24"/>
            <p:cNvSpPr/>
            <p:nvPr/>
          </p:nvSpPr>
          <p:spPr>
            <a:xfrm>
              <a:off x="4419845" y="25464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24"/>
            <p:cNvSpPr/>
            <p:nvPr/>
          </p:nvSpPr>
          <p:spPr>
            <a:xfrm>
              <a:off x="4418893" y="2546435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32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24"/>
            <p:cNvSpPr/>
            <p:nvPr/>
          </p:nvSpPr>
          <p:spPr>
            <a:xfrm>
              <a:off x="4418893" y="2546435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24"/>
            <p:cNvSpPr/>
            <p:nvPr/>
          </p:nvSpPr>
          <p:spPr>
            <a:xfrm>
              <a:off x="4418893" y="25464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24"/>
            <p:cNvSpPr/>
            <p:nvPr/>
          </p:nvSpPr>
          <p:spPr>
            <a:xfrm>
              <a:off x="4385835" y="254545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59"/>
                  </a:lnTo>
                  <a:cubicBezTo>
                    <a:pt x="0" y="191"/>
                    <a:pt x="0" y="191"/>
                    <a:pt x="32" y="191"/>
                  </a:cubicBezTo>
                  <a:lnTo>
                    <a:pt x="32" y="32"/>
                  </a:lnTo>
                  <a:cubicBezTo>
                    <a:pt x="0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24"/>
            <p:cNvSpPr/>
            <p:nvPr/>
          </p:nvSpPr>
          <p:spPr>
            <a:xfrm>
              <a:off x="4432491" y="2539620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0" y="1"/>
                  </a:moveTo>
                  <a:lnTo>
                    <a:pt x="0" y="191"/>
                  </a:lnTo>
                  <a:lnTo>
                    <a:pt x="380" y="412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24"/>
            <p:cNvSpPr/>
            <p:nvPr/>
          </p:nvSpPr>
          <p:spPr>
            <a:xfrm>
              <a:off x="4410145" y="254643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32" y="159"/>
                    <a:pt x="32" y="159"/>
                    <a:pt x="32" y="190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24"/>
            <p:cNvSpPr/>
            <p:nvPr/>
          </p:nvSpPr>
          <p:spPr>
            <a:xfrm>
              <a:off x="4453886" y="25464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24"/>
            <p:cNvSpPr/>
            <p:nvPr/>
          </p:nvSpPr>
          <p:spPr>
            <a:xfrm>
              <a:off x="4452903" y="2546435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24"/>
            <p:cNvSpPr/>
            <p:nvPr/>
          </p:nvSpPr>
          <p:spPr>
            <a:xfrm>
              <a:off x="4452903" y="254643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24"/>
            <p:cNvSpPr/>
            <p:nvPr/>
          </p:nvSpPr>
          <p:spPr>
            <a:xfrm>
              <a:off x="4452903" y="254643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24"/>
            <p:cNvSpPr/>
            <p:nvPr/>
          </p:nvSpPr>
          <p:spPr>
            <a:xfrm>
              <a:off x="4452903" y="254643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24"/>
            <p:cNvSpPr/>
            <p:nvPr/>
          </p:nvSpPr>
          <p:spPr>
            <a:xfrm>
              <a:off x="4452903" y="254643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24"/>
            <p:cNvSpPr/>
            <p:nvPr/>
          </p:nvSpPr>
          <p:spPr>
            <a:xfrm>
              <a:off x="4452903" y="254741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24"/>
            <p:cNvSpPr/>
            <p:nvPr/>
          </p:nvSpPr>
          <p:spPr>
            <a:xfrm>
              <a:off x="4452903" y="254741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24"/>
            <p:cNvSpPr/>
            <p:nvPr/>
          </p:nvSpPr>
          <p:spPr>
            <a:xfrm>
              <a:off x="4486913" y="2544501"/>
              <a:ext cx="4911" cy="7797"/>
            </a:xfrm>
            <a:custGeom>
              <a:rect b="b" l="l" r="r" t="t"/>
              <a:pathLst>
                <a:path extrusionOk="0" h="254" w="160">
                  <a:moveTo>
                    <a:pt x="159" y="0"/>
                  </a:moveTo>
                  <a:lnTo>
                    <a:pt x="1" y="95"/>
                  </a:lnTo>
                  <a:lnTo>
                    <a:pt x="1" y="253"/>
                  </a:lnTo>
                  <a:lnTo>
                    <a:pt x="159" y="158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24"/>
            <p:cNvSpPr/>
            <p:nvPr/>
          </p:nvSpPr>
          <p:spPr>
            <a:xfrm>
              <a:off x="4377087" y="25464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24"/>
            <p:cNvSpPr/>
            <p:nvPr/>
          </p:nvSpPr>
          <p:spPr>
            <a:xfrm>
              <a:off x="4377087" y="25464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24"/>
            <p:cNvSpPr/>
            <p:nvPr/>
          </p:nvSpPr>
          <p:spPr>
            <a:xfrm>
              <a:off x="4377087" y="25464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24"/>
            <p:cNvSpPr/>
            <p:nvPr/>
          </p:nvSpPr>
          <p:spPr>
            <a:xfrm>
              <a:off x="4377087" y="25464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24"/>
            <p:cNvSpPr/>
            <p:nvPr/>
          </p:nvSpPr>
          <p:spPr>
            <a:xfrm>
              <a:off x="4377087" y="25464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24"/>
            <p:cNvSpPr/>
            <p:nvPr/>
          </p:nvSpPr>
          <p:spPr>
            <a:xfrm>
              <a:off x="4377087" y="254643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24"/>
            <p:cNvSpPr/>
            <p:nvPr/>
          </p:nvSpPr>
          <p:spPr>
            <a:xfrm>
              <a:off x="4377087" y="254643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32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24"/>
            <p:cNvSpPr/>
            <p:nvPr/>
          </p:nvSpPr>
          <p:spPr>
            <a:xfrm>
              <a:off x="4377087" y="254741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24"/>
            <p:cNvSpPr/>
            <p:nvPr/>
          </p:nvSpPr>
          <p:spPr>
            <a:xfrm>
              <a:off x="4418893" y="254643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24"/>
            <p:cNvSpPr/>
            <p:nvPr/>
          </p:nvSpPr>
          <p:spPr>
            <a:xfrm>
              <a:off x="4465550" y="2540602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24"/>
            <p:cNvSpPr/>
            <p:nvPr/>
          </p:nvSpPr>
          <p:spPr>
            <a:xfrm>
              <a:off x="4444155" y="254643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24"/>
            <p:cNvSpPr/>
            <p:nvPr/>
          </p:nvSpPr>
          <p:spPr>
            <a:xfrm>
              <a:off x="4486913" y="254741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24"/>
            <p:cNvSpPr/>
            <p:nvPr/>
          </p:nvSpPr>
          <p:spPr>
            <a:xfrm>
              <a:off x="4486913" y="254741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24"/>
            <p:cNvSpPr/>
            <p:nvPr/>
          </p:nvSpPr>
          <p:spPr>
            <a:xfrm>
              <a:off x="4486913" y="254741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24"/>
            <p:cNvSpPr/>
            <p:nvPr/>
          </p:nvSpPr>
          <p:spPr>
            <a:xfrm>
              <a:off x="4485962" y="2547417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24"/>
            <p:cNvSpPr/>
            <p:nvPr/>
          </p:nvSpPr>
          <p:spPr>
            <a:xfrm>
              <a:off x="4485962" y="254741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8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24"/>
            <p:cNvSpPr/>
            <p:nvPr/>
          </p:nvSpPr>
          <p:spPr>
            <a:xfrm>
              <a:off x="4485962" y="254741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24"/>
            <p:cNvSpPr/>
            <p:nvPr/>
          </p:nvSpPr>
          <p:spPr>
            <a:xfrm>
              <a:off x="4485962" y="254741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24"/>
            <p:cNvSpPr/>
            <p:nvPr/>
          </p:nvSpPr>
          <p:spPr>
            <a:xfrm>
              <a:off x="4485962" y="254741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24"/>
            <p:cNvSpPr/>
            <p:nvPr/>
          </p:nvSpPr>
          <p:spPr>
            <a:xfrm>
              <a:off x="4411097" y="254643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24"/>
            <p:cNvSpPr/>
            <p:nvPr/>
          </p:nvSpPr>
          <p:spPr>
            <a:xfrm>
              <a:off x="4411097" y="254643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24"/>
            <p:cNvSpPr/>
            <p:nvPr/>
          </p:nvSpPr>
          <p:spPr>
            <a:xfrm>
              <a:off x="4411097" y="254741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24"/>
            <p:cNvSpPr/>
            <p:nvPr/>
          </p:nvSpPr>
          <p:spPr>
            <a:xfrm>
              <a:off x="4411097" y="254741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24"/>
            <p:cNvSpPr/>
            <p:nvPr/>
          </p:nvSpPr>
          <p:spPr>
            <a:xfrm>
              <a:off x="4411097" y="254741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24"/>
            <p:cNvSpPr/>
            <p:nvPr/>
          </p:nvSpPr>
          <p:spPr>
            <a:xfrm>
              <a:off x="4411097" y="254741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24"/>
            <p:cNvSpPr/>
            <p:nvPr/>
          </p:nvSpPr>
          <p:spPr>
            <a:xfrm>
              <a:off x="4410145" y="2547417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24"/>
            <p:cNvSpPr/>
            <p:nvPr/>
          </p:nvSpPr>
          <p:spPr>
            <a:xfrm>
              <a:off x="4410145" y="254741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24"/>
            <p:cNvSpPr/>
            <p:nvPr/>
          </p:nvSpPr>
          <p:spPr>
            <a:xfrm>
              <a:off x="4452903" y="2547417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90"/>
                    <a:pt x="32" y="190"/>
                  </a:cubicBezTo>
                  <a:lnTo>
                    <a:pt x="32" y="32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24"/>
            <p:cNvSpPr/>
            <p:nvPr/>
          </p:nvSpPr>
          <p:spPr>
            <a:xfrm>
              <a:off x="4477214" y="2547417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8"/>
                  </a:lnTo>
                  <a:cubicBezTo>
                    <a:pt x="32" y="190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32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24"/>
            <p:cNvSpPr/>
            <p:nvPr/>
          </p:nvSpPr>
          <p:spPr>
            <a:xfrm>
              <a:off x="4485962" y="254836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24"/>
            <p:cNvSpPr/>
            <p:nvPr/>
          </p:nvSpPr>
          <p:spPr>
            <a:xfrm>
              <a:off x="4444155" y="254741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8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24"/>
            <p:cNvSpPr/>
            <p:nvPr/>
          </p:nvSpPr>
          <p:spPr>
            <a:xfrm>
              <a:off x="4444155" y="254741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24"/>
            <p:cNvSpPr/>
            <p:nvPr/>
          </p:nvSpPr>
          <p:spPr>
            <a:xfrm>
              <a:off x="4444155" y="254741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24"/>
            <p:cNvSpPr/>
            <p:nvPr/>
          </p:nvSpPr>
          <p:spPr>
            <a:xfrm>
              <a:off x="4444155" y="254741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24"/>
            <p:cNvSpPr/>
            <p:nvPr/>
          </p:nvSpPr>
          <p:spPr>
            <a:xfrm>
              <a:off x="4444155" y="254836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24"/>
            <p:cNvSpPr/>
            <p:nvPr/>
          </p:nvSpPr>
          <p:spPr>
            <a:xfrm>
              <a:off x="4444155" y="254836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24"/>
            <p:cNvSpPr/>
            <p:nvPr/>
          </p:nvSpPr>
          <p:spPr>
            <a:xfrm>
              <a:off x="4444155" y="254836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24"/>
            <p:cNvSpPr/>
            <p:nvPr/>
          </p:nvSpPr>
          <p:spPr>
            <a:xfrm>
              <a:off x="4444155" y="254836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24"/>
            <p:cNvSpPr/>
            <p:nvPr/>
          </p:nvSpPr>
          <p:spPr>
            <a:xfrm>
              <a:off x="4381937" y="2548368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32" y="159"/>
                    <a:pt x="32" y="191"/>
                    <a:pt x="32" y="191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24"/>
            <p:cNvSpPr/>
            <p:nvPr/>
          </p:nvSpPr>
          <p:spPr>
            <a:xfrm>
              <a:off x="4381937" y="254836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24"/>
            <p:cNvSpPr/>
            <p:nvPr/>
          </p:nvSpPr>
          <p:spPr>
            <a:xfrm>
              <a:off x="4381937" y="254836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24"/>
            <p:cNvSpPr/>
            <p:nvPr/>
          </p:nvSpPr>
          <p:spPr>
            <a:xfrm>
              <a:off x="4381937" y="254836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24"/>
            <p:cNvSpPr/>
            <p:nvPr/>
          </p:nvSpPr>
          <p:spPr>
            <a:xfrm>
              <a:off x="4380985" y="254836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24"/>
            <p:cNvSpPr/>
            <p:nvPr/>
          </p:nvSpPr>
          <p:spPr>
            <a:xfrm>
              <a:off x="4380985" y="254836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24"/>
            <p:cNvSpPr/>
            <p:nvPr/>
          </p:nvSpPr>
          <p:spPr>
            <a:xfrm>
              <a:off x="4380985" y="2548368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24"/>
            <p:cNvSpPr/>
            <p:nvPr/>
          </p:nvSpPr>
          <p:spPr>
            <a:xfrm>
              <a:off x="4380985" y="2548368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24"/>
            <p:cNvSpPr/>
            <p:nvPr/>
          </p:nvSpPr>
          <p:spPr>
            <a:xfrm>
              <a:off x="4380985" y="2548368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24"/>
            <p:cNvSpPr/>
            <p:nvPr/>
          </p:nvSpPr>
          <p:spPr>
            <a:xfrm>
              <a:off x="4380003" y="254836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24"/>
            <p:cNvSpPr/>
            <p:nvPr/>
          </p:nvSpPr>
          <p:spPr>
            <a:xfrm>
              <a:off x="4380003" y="254836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24"/>
            <p:cNvSpPr/>
            <p:nvPr/>
          </p:nvSpPr>
          <p:spPr>
            <a:xfrm>
              <a:off x="4478165" y="254836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24"/>
            <p:cNvSpPr/>
            <p:nvPr/>
          </p:nvSpPr>
          <p:spPr>
            <a:xfrm>
              <a:off x="4478165" y="254836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24"/>
            <p:cNvSpPr/>
            <p:nvPr/>
          </p:nvSpPr>
          <p:spPr>
            <a:xfrm>
              <a:off x="4478165" y="254836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24"/>
            <p:cNvSpPr/>
            <p:nvPr/>
          </p:nvSpPr>
          <p:spPr>
            <a:xfrm>
              <a:off x="4478165" y="254836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24"/>
            <p:cNvSpPr/>
            <p:nvPr/>
          </p:nvSpPr>
          <p:spPr>
            <a:xfrm>
              <a:off x="4478165" y="254836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24"/>
            <p:cNvSpPr/>
            <p:nvPr/>
          </p:nvSpPr>
          <p:spPr>
            <a:xfrm>
              <a:off x="4478165" y="254836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24"/>
            <p:cNvSpPr/>
            <p:nvPr/>
          </p:nvSpPr>
          <p:spPr>
            <a:xfrm>
              <a:off x="4477214" y="254935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24"/>
            <p:cNvSpPr/>
            <p:nvPr/>
          </p:nvSpPr>
          <p:spPr>
            <a:xfrm>
              <a:off x="4477214" y="254935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24"/>
            <p:cNvSpPr/>
            <p:nvPr/>
          </p:nvSpPr>
          <p:spPr>
            <a:xfrm>
              <a:off x="4415977" y="254935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24"/>
            <p:cNvSpPr/>
            <p:nvPr/>
          </p:nvSpPr>
          <p:spPr>
            <a:xfrm>
              <a:off x="4415977" y="254935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24"/>
            <p:cNvSpPr/>
            <p:nvPr/>
          </p:nvSpPr>
          <p:spPr>
            <a:xfrm>
              <a:off x="4414995" y="254935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24"/>
            <p:cNvSpPr/>
            <p:nvPr/>
          </p:nvSpPr>
          <p:spPr>
            <a:xfrm>
              <a:off x="4414995" y="254935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24"/>
            <p:cNvSpPr/>
            <p:nvPr/>
          </p:nvSpPr>
          <p:spPr>
            <a:xfrm>
              <a:off x="4414995" y="254935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24"/>
            <p:cNvSpPr/>
            <p:nvPr/>
          </p:nvSpPr>
          <p:spPr>
            <a:xfrm>
              <a:off x="4414995" y="254935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24"/>
            <p:cNvSpPr/>
            <p:nvPr/>
          </p:nvSpPr>
          <p:spPr>
            <a:xfrm>
              <a:off x="4414995" y="254935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24"/>
            <p:cNvSpPr/>
            <p:nvPr/>
          </p:nvSpPr>
          <p:spPr>
            <a:xfrm>
              <a:off x="4414013" y="254935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24"/>
            <p:cNvSpPr/>
            <p:nvPr/>
          </p:nvSpPr>
          <p:spPr>
            <a:xfrm>
              <a:off x="4414013" y="254935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24"/>
            <p:cNvSpPr/>
            <p:nvPr/>
          </p:nvSpPr>
          <p:spPr>
            <a:xfrm>
              <a:off x="4414013" y="254935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24"/>
            <p:cNvSpPr/>
            <p:nvPr/>
          </p:nvSpPr>
          <p:spPr>
            <a:xfrm>
              <a:off x="4413061" y="254935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24"/>
            <p:cNvSpPr/>
            <p:nvPr/>
          </p:nvSpPr>
          <p:spPr>
            <a:xfrm>
              <a:off x="4449987" y="255033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24"/>
            <p:cNvSpPr/>
            <p:nvPr/>
          </p:nvSpPr>
          <p:spPr>
            <a:xfrm>
              <a:off x="4449005" y="2550333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24"/>
            <p:cNvSpPr/>
            <p:nvPr/>
          </p:nvSpPr>
          <p:spPr>
            <a:xfrm>
              <a:off x="4449005" y="255033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24"/>
            <p:cNvSpPr/>
            <p:nvPr/>
          </p:nvSpPr>
          <p:spPr>
            <a:xfrm>
              <a:off x="4449005" y="255033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24"/>
            <p:cNvSpPr/>
            <p:nvPr/>
          </p:nvSpPr>
          <p:spPr>
            <a:xfrm>
              <a:off x="4449005" y="255033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24"/>
            <p:cNvSpPr/>
            <p:nvPr/>
          </p:nvSpPr>
          <p:spPr>
            <a:xfrm>
              <a:off x="4448054" y="2549351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24"/>
            <p:cNvSpPr/>
            <p:nvPr/>
          </p:nvSpPr>
          <p:spPr>
            <a:xfrm>
              <a:off x="4448054" y="254935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24"/>
            <p:cNvSpPr/>
            <p:nvPr/>
          </p:nvSpPr>
          <p:spPr>
            <a:xfrm>
              <a:off x="4448054" y="254935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24"/>
            <p:cNvSpPr/>
            <p:nvPr/>
          </p:nvSpPr>
          <p:spPr>
            <a:xfrm>
              <a:off x="4448054" y="255033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24"/>
            <p:cNvSpPr/>
            <p:nvPr/>
          </p:nvSpPr>
          <p:spPr>
            <a:xfrm>
              <a:off x="4447071" y="2550333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24"/>
            <p:cNvSpPr/>
            <p:nvPr/>
          </p:nvSpPr>
          <p:spPr>
            <a:xfrm>
              <a:off x="4447071" y="255033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24"/>
            <p:cNvSpPr/>
            <p:nvPr/>
          </p:nvSpPr>
          <p:spPr>
            <a:xfrm>
              <a:off x="4483046" y="255033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24"/>
            <p:cNvSpPr/>
            <p:nvPr/>
          </p:nvSpPr>
          <p:spPr>
            <a:xfrm>
              <a:off x="4483046" y="255033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24"/>
            <p:cNvSpPr/>
            <p:nvPr/>
          </p:nvSpPr>
          <p:spPr>
            <a:xfrm>
              <a:off x="4483046" y="255033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24"/>
            <p:cNvSpPr/>
            <p:nvPr/>
          </p:nvSpPr>
          <p:spPr>
            <a:xfrm>
              <a:off x="4482064" y="2550333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24"/>
            <p:cNvSpPr/>
            <p:nvPr/>
          </p:nvSpPr>
          <p:spPr>
            <a:xfrm>
              <a:off x="4482064" y="255033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24"/>
            <p:cNvSpPr/>
            <p:nvPr/>
          </p:nvSpPr>
          <p:spPr>
            <a:xfrm>
              <a:off x="4482064" y="255033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24"/>
            <p:cNvSpPr/>
            <p:nvPr/>
          </p:nvSpPr>
          <p:spPr>
            <a:xfrm>
              <a:off x="4482064" y="255033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24"/>
            <p:cNvSpPr/>
            <p:nvPr/>
          </p:nvSpPr>
          <p:spPr>
            <a:xfrm>
              <a:off x="4482064" y="255033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24"/>
            <p:cNvSpPr/>
            <p:nvPr/>
          </p:nvSpPr>
          <p:spPr>
            <a:xfrm>
              <a:off x="4481081" y="2550333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24"/>
            <p:cNvSpPr/>
            <p:nvPr/>
          </p:nvSpPr>
          <p:spPr>
            <a:xfrm>
              <a:off x="4481081" y="255033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24"/>
            <p:cNvSpPr/>
            <p:nvPr/>
          </p:nvSpPr>
          <p:spPr>
            <a:xfrm>
              <a:off x="4480130" y="2550333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cubicBezTo>
                    <a:pt x="32" y="0"/>
                    <a:pt x="32" y="0"/>
                    <a:pt x="0" y="32"/>
                  </a:cubicBez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24"/>
            <p:cNvSpPr/>
            <p:nvPr/>
          </p:nvSpPr>
          <p:spPr>
            <a:xfrm>
              <a:off x="4493728" y="2544501"/>
              <a:ext cx="12677" cy="12646"/>
            </a:xfrm>
            <a:custGeom>
              <a:rect b="b" l="l" r="r" t="t"/>
              <a:pathLst>
                <a:path extrusionOk="0" h="412" w="413">
                  <a:moveTo>
                    <a:pt x="1" y="0"/>
                  </a:moveTo>
                  <a:lnTo>
                    <a:pt x="1" y="158"/>
                  </a:lnTo>
                  <a:lnTo>
                    <a:pt x="412" y="412"/>
                  </a:lnTo>
                  <a:lnTo>
                    <a:pt x="412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24"/>
            <p:cNvSpPr/>
            <p:nvPr/>
          </p:nvSpPr>
          <p:spPr>
            <a:xfrm>
              <a:off x="4506374" y="255128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59"/>
                  </a:cubicBezTo>
                  <a:lnTo>
                    <a:pt x="0" y="1"/>
                  </a:ln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24"/>
            <p:cNvSpPr/>
            <p:nvPr/>
          </p:nvSpPr>
          <p:spPr>
            <a:xfrm>
              <a:off x="4506374" y="255226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24"/>
            <p:cNvSpPr/>
            <p:nvPr/>
          </p:nvSpPr>
          <p:spPr>
            <a:xfrm>
              <a:off x="4506374" y="255226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24"/>
            <p:cNvSpPr/>
            <p:nvPr/>
          </p:nvSpPr>
          <p:spPr>
            <a:xfrm>
              <a:off x="4506374" y="255226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24"/>
            <p:cNvSpPr/>
            <p:nvPr/>
          </p:nvSpPr>
          <p:spPr>
            <a:xfrm>
              <a:off x="4506374" y="255226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24"/>
            <p:cNvSpPr/>
            <p:nvPr/>
          </p:nvSpPr>
          <p:spPr>
            <a:xfrm>
              <a:off x="4506374" y="255226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24"/>
            <p:cNvSpPr/>
            <p:nvPr/>
          </p:nvSpPr>
          <p:spPr>
            <a:xfrm>
              <a:off x="4506374" y="255226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24"/>
            <p:cNvSpPr/>
            <p:nvPr/>
          </p:nvSpPr>
          <p:spPr>
            <a:xfrm>
              <a:off x="4506374" y="255226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24"/>
            <p:cNvSpPr/>
            <p:nvPr/>
          </p:nvSpPr>
          <p:spPr>
            <a:xfrm>
              <a:off x="4506374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24"/>
            <p:cNvSpPr/>
            <p:nvPr/>
          </p:nvSpPr>
          <p:spPr>
            <a:xfrm>
              <a:off x="4367356" y="2547417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58"/>
                  </a:lnTo>
                  <a:lnTo>
                    <a:pt x="1" y="348"/>
                  </a:lnTo>
                  <a:lnTo>
                    <a:pt x="317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24"/>
            <p:cNvSpPr/>
            <p:nvPr/>
          </p:nvSpPr>
          <p:spPr>
            <a:xfrm>
              <a:off x="4352776" y="2545452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1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24"/>
            <p:cNvSpPr/>
            <p:nvPr/>
          </p:nvSpPr>
          <p:spPr>
            <a:xfrm>
              <a:off x="4366374" y="2552267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0"/>
                  </a:moveTo>
                  <a:cubicBezTo>
                    <a:pt x="33" y="0"/>
                    <a:pt x="33" y="0"/>
                    <a:pt x="1" y="32"/>
                  </a:cubicBezTo>
                  <a:lnTo>
                    <a:pt x="1" y="190"/>
                  </a:lnTo>
                  <a:lnTo>
                    <a:pt x="33" y="19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24"/>
            <p:cNvSpPr/>
            <p:nvPr/>
          </p:nvSpPr>
          <p:spPr>
            <a:xfrm>
              <a:off x="4366374" y="255226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32"/>
                  </a:lnTo>
                  <a:cubicBezTo>
                    <a:pt x="1" y="32"/>
                    <a:pt x="1" y="32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24"/>
            <p:cNvSpPr/>
            <p:nvPr/>
          </p:nvSpPr>
          <p:spPr>
            <a:xfrm>
              <a:off x="4366374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24"/>
            <p:cNvSpPr/>
            <p:nvPr/>
          </p:nvSpPr>
          <p:spPr>
            <a:xfrm>
              <a:off x="4366374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24"/>
            <p:cNvSpPr/>
            <p:nvPr/>
          </p:nvSpPr>
          <p:spPr>
            <a:xfrm>
              <a:off x="4365423" y="255324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24"/>
            <p:cNvSpPr/>
            <p:nvPr/>
          </p:nvSpPr>
          <p:spPr>
            <a:xfrm>
              <a:off x="4365423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24"/>
            <p:cNvSpPr/>
            <p:nvPr/>
          </p:nvSpPr>
          <p:spPr>
            <a:xfrm>
              <a:off x="4365423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24"/>
            <p:cNvSpPr/>
            <p:nvPr/>
          </p:nvSpPr>
          <p:spPr>
            <a:xfrm>
              <a:off x="4365423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24"/>
            <p:cNvSpPr/>
            <p:nvPr/>
          </p:nvSpPr>
          <p:spPr>
            <a:xfrm>
              <a:off x="4364440" y="255324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24"/>
            <p:cNvSpPr/>
            <p:nvPr/>
          </p:nvSpPr>
          <p:spPr>
            <a:xfrm>
              <a:off x="4364440" y="2552267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32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24"/>
            <p:cNvSpPr/>
            <p:nvPr/>
          </p:nvSpPr>
          <p:spPr>
            <a:xfrm>
              <a:off x="4364440" y="255226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24"/>
            <p:cNvSpPr/>
            <p:nvPr/>
          </p:nvSpPr>
          <p:spPr>
            <a:xfrm>
              <a:off x="4351794" y="2537932"/>
              <a:ext cx="25323" cy="15102"/>
            </a:xfrm>
            <a:custGeom>
              <a:rect b="b" l="l" r="r" t="t"/>
              <a:pathLst>
                <a:path extrusionOk="0" h="492" w="825">
                  <a:moveTo>
                    <a:pt x="397" y="0"/>
                  </a:moveTo>
                  <a:cubicBezTo>
                    <a:pt x="381" y="0"/>
                    <a:pt x="365" y="8"/>
                    <a:pt x="349" y="24"/>
                  </a:cubicBezTo>
                  <a:lnTo>
                    <a:pt x="33" y="214"/>
                  </a:lnTo>
                  <a:cubicBezTo>
                    <a:pt x="1" y="214"/>
                    <a:pt x="1" y="246"/>
                    <a:pt x="33" y="246"/>
                  </a:cubicBezTo>
                  <a:lnTo>
                    <a:pt x="413" y="467"/>
                  </a:lnTo>
                  <a:cubicBezTo>
                    <a:pt x="428" y="483"/>
                    <a:pt x="444" y="491"/>
                    <a:pt x="460" y="491"/>
                  </a:cubicBezTo>
                  <a:cubicBezTo>
                    <a:pt x="476" y="491"/>
                    <a:pt x="492" y="483"/>
                    <a:pt x="508" y="467"/>
                  </a:cubicBezTo>
                  <a:lnTo>
                    <a:pt x="824" y="309"/>
                  </a:lnTo>
                  <a:cubicBezTo>
                    <a:pt x="824" y="277"/>
                    <a:pt x="824" y="246"/>
                    <a:pt x="824" y="246"/>
                  </a:cubicBezTo>
                  <a:lnTo>
                    <a:pt x="444" y="24"/>
                  </a:lnTo>
                  <a:cubicBezTo>
                    <a:pt x="428" y="8"/>
                    <a:pt x="413" y="0"/>
                    <a:pt x="397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24"/>
            <p:cNvSpPr/>
            <p:nvPr/>
          </p:nvSpPr>
          <p:spPr>
            <a:xfrm>
              <a:off x="4352776" y="2537686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49" y="0"/>
                  </a:moveTo>
                  <a:cubicBezTo>
                    <a:pt x="349" y="0"/>
                    <a:pt x="349" y="32"/>
                    <a:pt x="317" y="32"/>
                  </a:cubicBezTo>
                  <a:lnTo>
                    <a:pt x="1" y="222"/>
                  </a:lnTo>
                  <a:lnTo>
                    <a:pt x="381" y="444"/>
                  </a:lnTo>
                  <a:lnTo>
                    <a:pt x="444" y="444"/>
                  </a:lnTo>
                  <a:lnTo>
                    <a:pt x="761" y="254"/>
                  </a:lnTo>
                  <a:lnTo>
                    <a:pt x="381" y="32"/>
                  </a:lnTo>
                  <a:cubicBezTo>
                    <a:pt x="381" y="32"/>
                    <a:pt x="381" y="0"/>
                    <a:pt x="349" y="0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24"/>
            <p:cNvSpPr/>
            <p:nvPr/>
          </p:nvSpPr>
          <p:spPr>
            <a:xfrm>
              <a:off x="4400415" y="2547417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90"/>
                  </a:lnTo>
                  <a:lnTo>
                    <a:pt x="0" y="348"/>
                  </a:lnTo>
                  <a:lnTo>
                    <a:pt x="317" y="19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24"/>
            <p:cNvSpPr/>
            <p:nvPr/>
          </p:nvSpPr>
          <p:spPr>
            <a:xfrm>
              <a:off x="4385835" y="2546435"/>
              <a:ext cx="12677" cy="11695"/>
            </a:xfrm>
            <a:custGeom>
              <a:rect b="b" l="l" r="r" t="t"/>
              <a:pathLst>
                <a:path extrusionOk="0" h="381" w="413">
                  <a:moveTo>
                    <a:pt x="32" y="0"/>
                  </a:moveTo>
                  <a:lnTo>
                    <a:pt x="0" y="159"/>
                  </a:lnTo>
                  <a:lnTo>
                    <a:pt x="412" y="380"/>
                  </a:lnTo>
                  <a:lnTo>
                    <a:pt x="412" y="22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24"/>
            <p:cNvSpPr/>
            <p:nvPr/>
          </p:nvSpPr>
          <p:spPr>
            <a:xfrm>
              <a:off x="4400415" y="255324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24"/>
            <p:cNvSpPr/>
            <p:nvPr/>
          </p:nvSpPr>
          <p:spPr>
            <a:xfrm>
              <a:off x="4400415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24"/>
            <p:cNvSpPr/>
            <p:nvPr/>
          </p:nvSpPr>
          <p:spPr>
            <a:xfrm>
              <a:off x="4399433" y="255324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24"/>
            <p:cNvSpPr/>
            <p:nvPr/>
          </p:nvSpPr>
          <p:spPr>
            <a:xfrm>
              <a:off x="4399433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24"/>
            <p:cNvSpPr/>
            <p:nvPr/>
          </p:nvSpPr>
          <p:spPr>
            <a:xfrm>
              <a:off x="4399433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24"/>
            <p:cNvSpPr/>
            <p:nvPr/>
          </p:nvSpPr>
          <p:spPr>
            <a:xfrm>
              <a:off x="4399433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24"/>
            <p:cNvSpPr/>
            <p:nvPr/>
          </p:nvSpPr>
          <p:spPr>
            <a:xfrm>
              <a:off x="4398481" y="255324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24"/>
            <p:cNvSpPr/>
            <p:nvPr/>
          </p:nvSpPr>
          <p:spPr>
            <a:xfrm>
              <a:off x="4398481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24"/>
            <p:cNvSpPr/>
            <p:nvPr/>
          </p:nvSpPr>
          <p:spPr>
            <a:xfrm>
              <a:off x="4398481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24"/>
            <p:cNvSpPr/>
            <p:nvPr/>
          </p:nvSpPr>
          <p:spPr>
            <a:xfrm>
              <a:off x="4398481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24"/>
            <p:cNvSpPr/>
            <p:nvPr/>
          </p:nvSpPr>
          <p:spPr>
            <a:xfrm>
              <a:off x="4398481" y="255324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24"/>
            <p:cNvSpPr/>
            <p:nvPr/>
          </p:nvSpPr>
          <p:spPr>
            <a:xfrm>
              <a:off x="4434425" y="2548368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24"/>
            <p:cNvSpPr/>
            <p:nvPr/>
          </p:nvSpPr>
          <p:spPr>
            <a:xfrm>
              <a:off x="4419845" y="2547417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8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24"/>
            <p:cNvSpPr/>
            <p:nvPr/>
          </p:nvSpPr>
          <p:spPr>
            <a:xfrm>
              <a:off x="4511224" y="255420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24"/>
            <p:cNvSpPr/>
            <p:nvPr/>
          </p:nvSpPr>
          <p:spPr>
            <a:xfrm>
              <a:off x="4511224" y="255420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24"/>
            <p:cNvSpPr/>
            <p:nvPr/>
          </p:nvSpPr>
          <p:spPr>
            <a:xfrm>
              <a:off x="4510242" y="2554200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24"/>
            <p:cNvSpPr/>
            <p:nvPr/>
          </p:nvSpPr>
          <p:spPr>
            <a:xfrm>
              <a:off x="4510242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24"/>
            <p:cNvSpPr/>
            <p:nvPr/>
          </p:nvSpPr>
          <p:spPr>
            <a:xfrm>
              <a:off x="4510242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24"/>
            <p:cNvSpPr/>
            <p:nvPr/>
          </p:nvSpPr>
          <p:spPr>
            <a:xfrm>
              <a:off x="4510242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24"/>
            <p:cNvSpPr/>
            <p:nvPr/>
          </p:nvSpPr>
          <p:spPr>
            <a:xfrm>
              <a:off x="4510242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24"/>
            <p:cNvSpPr/>
            <p:nvPr/>
          </p:nvSpPr>
          <p:spPr>
            <a:xfrm>
              <a:off x="4510242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24"/>
            <p:cNvSpPr/>
            <p:nvPr/>
          </p:nvSpPr>
          <p:spPr>
            <a:xfrm>
              <a:off x="4509290" y="2554200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24"/>
            <p:cNvSpPr/>
            <p:nvPr/>
          </p:nvSpPr>
          <p:spPr>
            <a:xfrm>
              <a:off x="4509290" y="255420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24"/>
            <p:cNvSpPr/>
            <p:nvPr/>
          </p:nvSpPr>
          <p:spPr>
            <a:xfrm>
              <a:off x="4509290" y="255420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24"/>
            <p:cNvSpPr/>
            <p:nvPr/>
          </p:nvSpPr>
          <p:spPr>
            <a:xfrm>
              <a:off x="4418893" y="2539620"/>
              <a:ext cx="26275" cy="14611"/>
            </a:xfrm>
            <a:custGeom>
              <a:rect b="b" l="l" r="r" t="t"/>
              <a:pathLst>
                <a:path extrusionOk="0" h="476" w="856">
                  <a:moveTo>
                    <a:pt x="348" y="1"/>
                  </a:moveTo>
                  <a:lnTo>
                    <a:pt x="32" y="191"/>
                  </a:lnTo>
                  <a:cubicBezTo>
                    <a:pt x="0" y="222"/>
                    <a:pt x="0" y="222"/>
                    <a:pt x="32" y="254"/>
                  </a:cubicBezTo>
                  <a:lnTo>
                    <a:pt x="412" y="476"/>
                  </a:lnTo>
                  <a:lnTo>
                    <a:pt x="507" y="476"/>
                  </a:lnTo>
                  <a:lnTo>
                    <a:pt x="823" y="286"/>
                  </a:lnTo>
                  <a:cubicBezTo>
                    <a:pt x="855" y="286"/>
                    <a:pt x="855" y="254"/>
                    <a:pt x="823" y="222"/>
                  </a:cubicBezTo>
                  <a:lnTo>
                    <a:pt x="443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24"/>
            <p:cNvSpPr/>
            <p:nvPr/>
          </p:nvSpPr>
          <p:spPr>
            <a:xfrm>
              <a:off x="4419845" y="2539620"/>
              <a:ext cx="24341" cy="12677"/>
            </a:xfrm>
            <a:custGeom>
              <a:rect b="b" l="l" r="r" t="t"/>
              <a:pathLst>
                <a:path extrusionOk="0" h="413" w="793">
                  <a:moveTo>
                    <a:pt x="317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412" y="412"/>
                  </a:lnTo>
                  <a:lnTo>
                    <a:pt x="476" y="412"/>
                  </a:lnTo>
                  <a:lnTo>
                    <a:pt x="792" y="222"/>
                  </a:lnTo>
                  <a:lnTo>
                    <a:pt x="761" y="22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24"/>
            <p:cNvSpPr/>
            <p:nvPr/>
          </p:nvSpPr>
          <p:spPr>
            <a:xfrm>
              <a:off x="4434425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24"/>
            <p:cNvSpPr/>
            <p:nvPr/>
          </p:nvSpPr>
          <p:spPr>
            <a:xfrm>
              <a:off x="4433473" y="2554200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24"/>
            <p:cNvSpPr/>
            <p:nvPr/>
          </p:nvSpPr>
          <p:spPr>
            <a:xfrm>
              <a:off x="4433473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24"/>
            <p:cNvSpPr/>
            <p:nvPr/>
          </p:nvSpPr>
          <p:spPr>
            <a:xfrm>
              <a:off x="4433473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24"/>
            <p:cNvSpPr/>
            <p:nvPr/>
          </p:nvSpPr>
          <p:spPr>
            <a:xfrm>
              <a:off x="4432491" y="2554200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24"/>
            <p:cNvSpPr/>
            <p:nvPr/>
          </p:nvSpPr>
          <p:spPr>
            <a:xfrm>
              <a:off x="4432491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24"/>
            <p:cNvSpPr/>
            <p:nvPr/>
          </p:nvSpPr>
          <p:spPr>
            <a:xfrm>
              <a:off x="4432491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24"/>
            <p:cNvSpPr/>
            <p:nvPr/>
          </p:nvSpPr>
          <p:spPr>
            <a:xfrm>
              <a:off x="4432491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24"/>
            <p:cNvSpPr/>
            <p:nvPr/>
          </p:nvSpPr>
          <p:spPr>
            <a:xfrm>
              <a:off x="4432491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24"/>
            <p:cNvSpPr/>
            <p:nvPr/>
          </p:nvSpPr>
          <p:spPr>
            <a:xfrm>
              <a:off x="4431509" y="2554200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24"/>
            <p:cNvSpPr/>
            <p:nvPr/>
          </p:nvSpPr>
          <p:spPr>
            <a:xfrm>
              <a:off x="4431509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24"/>
            <p:cNvSpPr/>
            <p:nvPr/>
          </p:nvSpPr>
          <p:spPr>
            <a:xfrm>
              <a:off x="4370272" y="2548368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9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24"/>
            <p:cNvSpPr/>
            <p:nvPr/>
          </p:nvSpPr>
          <p:spPr>
            <a:xfrm>
              <a:off x="4213759" y="2527956"/>
              <a:ext cx="44753" cy="31155"/>
            </a:xfrm>
            <a:custGeom>
              <a:rect b="b" l="l" r="r" t="t"/>
              <a:pathLst>
                <a:path extrusionOk="0" h="1015" w="1458">
                  <a:moveTo>
                    <a:pt x="1458" y="1"/>
                  </a:moveTo>
                  <a:lnTo>
                    <a:pt x="1" y="856"/>
                  </a:lnTo>
                  <a:lnTo>
                    <a:pt x="1" y="1014"/>
                  </a:lnTo>
                  <a:lnTo>
                    <a:pt x="1458" y="159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24"/>
            <p:cNvSpPr/>
            <p:nvPr/>
          </p:nvSpPr>
          <p:spPr>
            <a:xfrm>
              <a:off x="4213759" y="2546435"/>
              <a:ext cx="12677" cy="12677"/>
            </a:xfrm>
            <a:custGeom>
              <a:rect b="b" l="l" r="r" t="t"/>
              <a:pathLst>
                <a:path extrusionOk="0" h="413" w="413">
                  <a:moveTo>
                    <a:pt x="413" y="0"/>
                  </a:moveTo>
                  <a:lnTo>
                    <a:pt x="1" y="254"/>
                  </a:lnTo>
                  <a:lnTo>
                    <a:pt x="1" y="412"/>
                  </a:lnTo>
                  <a:lnTo>
                    <a:pt x="413" y="190"/>
                  </a:lnTo>
                  <a:lnTo>
                    <a:pt x="413" y="0"/>
                  </a:lnTo>
                  <a:close/>
                </a:path>
              </a:pathLst>
            </a:custGeom>
            <a:solidFill>
              <a:srgbClr val="E7E8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24"/>
            <p:cNvSpPr/>
            <p:nvPr/>
          </p:nvSpPr>
          <p:spPr>
            <a:xfrm>
              <a:off x="4468466" y="2549351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5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285" y="159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24"/>
            <p:cNvSpPr/>
            <p:nvPr/>
          </p:nvSpPr>
          <p:spPr>
            <a:xfrm>
              <a:off x="4453886" y="2548368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24"/>
            <p:cNvSpPr/>
            <p:nvPr/>
          </p:nvSpPr>
          <p:spPr>
            <a:xfrm>
              <a:off x="4278893" y="2507544"/>
              <a:ext cx="81679" cy="52519"/>
            </a:xfrm>
            <a:custGeom>
              <a:rect b="b" l="l" r="r" t="t"/>
              <a:pathLst>
                <a:path extrusionOk="0" h="1711" w="2661">
                  <a:moveTo>
                    <a:pt x="1" y="1"/>
                  </a:moveTo>
                  <a:lnTo>
                    <a:pt x="1" y="159"/>
                  </a:lnTo>
                  <a:lnTo>
                    <a:pt x="2661" y="1711"/>
                  </a:lnTo>
                  <a:lnTo>
                    <a:pt x="2661" y="15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24"/>
            <p:cNvSpPr/>
            <p:nvPr/>
          </p:nvSpPr>
          <p:spPr>
            <a:xfrm>
              <a:off x="4452903" y="2540602"/>
              <a:ext cx="25293" cy="14611"/>
            </a:xfrm>
            <a:custGeom>
              <a:rect b="b" l="l" r="r" t="t"/>
              <a:pathLst>
                <a:path extrusionOk="0" h="476" w="824">
                  <a:moveTo>
                    <a:pt x="349" y="0"/>
                  </a:moveTo>
                  <a:lnTo>
                    <a:pt x="32" y="190"/>
                  </a:lnTo>
                  <a:cubicBezTo>
                    <a:pt x="1" y="190"/>
                    <a:pt x="1" y="222"/>
                    <a:pt x="32" y="254"/>
                  </a:cubicBezTo>
                  <a:lnTo>
                    <a:pt x="412" y="475"/>
                  </a:lnTo>
                  <a:lnTo>
                    <a:pt x="507" y="475"/>
                  </a:lnTo>
                  <a:lnTo>
                    <a:pt x="792" y="285"/>
                  </a:lnTo>
                  <a:cubicBezTo>
                    <a:pt x="824" y="254"/>
                    <a:pt x="824" y="254"/>
                    <a:pt x="792" y="222"/>
                  </a:cubicBezTo>
                  <a:lnTo>
                    <a:pt x="412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24"/>
            <p:cNvSpPr/>
            <p:nvPr/>
          </p:nvSpPr>
          <p:spPr>
            <a:xfrm>
              <a:off x="4453886" y="2540602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7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444" y="412"/>
                  </a:lnTo>
                  <a:lnTo>
                    <a:pt x="760" y="22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24"/>
            <p:cNvSpPr/>
            <p:nvPr/>
          </p:nvSpPr>
          <p:spPr>
            <a:xfrm>
              <a:off x="4467484" y="2555183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24"/>
            <p:cNvSpPr/>
            <p:nvPr/>
          </p:nvSpPr>
          <p:spPr>
            <a:xfrm>
              <a:off x="4467484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24"/>
            <p:cNvSpPr/>
            <p:nvPr/>
          </p:nvSpPr>
          <p:spPr>
            <a:xfrm>
              <a:off x="4466501" y="2555183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24"/>
            <p:cNvSpPr/>
            <p:nvPr/>
          </p:nvSpPr>
          <p:spPr>
            <a:xfrm>
              <a:off x="4466501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24"/>
            <p:cNvSpPr/>
            <p:nvPr/>
          </p:nvSpPr>
          <p:spPr>
            <a:xfrm>
              <a:off x="4466501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24"/>
            <p:cNvSpPr/>
            <p:nvPr/>
          </p:nvSpPr>
          <p:spPr>
            <a:xfrm>
              <a:off x="4466501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24"/>
            <p:cNvSpPr/>
            <p:nvPr/>
          </p:nvSpPr>
          <p:spPr>
            <a:xfrm>
              <a:off x="4466501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24"/>
            <p:cNvSpPr/>
            <p:nvPr/>
          </p:nvSpPr>
          <p:spPr>
            <a:xfrm>
              <a:off x="4465550" y="2555183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24"/>
            <p:cNvSpPr/>
            <p:nvPr/>
          </p:nvSpPr>
          <p:spPr>
            <a:xfrm>
              <a:off x="4465550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24"/>
            <p:cNvSpPr/>
            <p:nvPr/>
          </p:nvSpPr>
          <p:spPr>
            <a:xfrm>
              <a:off x="4465550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24"/>
            <p:cNvSpPr/>
            <p:nvPr/>
          </p:nvSpPr>
          <p:spPr>
            <a:xfrm>
              <a:off x="4465550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24"/>
            <p:cNvSpPr/>
            <p:nvPr/>
          </p:nvSpPr>
          <p:spPr>
            <a:xfrm>
              <a:off x="4403331" y="2549351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24"/>
            <p:cNvSpPr/>
            <p:nvPr/>
          </p:nvSpPr>
          <p:spPr>
            <a:xfrm>
              <a:off x="4370272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24"/>
            <p:cNvSpPr/>
            <p:nvPr/>
          </p:nvSpPr>
          <p:spPr>
            <a:xfrm>
              <a:off x="4370272" y="255420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24"/>
            <p:cNvSpPr/>
            <p:nvPr/>
          </p:nvSpPr>
          <p:spPr>
            <a:xfrm>
              <a:off x="4370272" y="255420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24"/>
            <p:cNvSpPr/>
            <p:nvPr/>
          </p:nvSpPr>
          <p:spPr>
            <a:xfrm>
              <a:off x="4369290" y="255420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1"/>
                  </a:moveTo>
                  <a:lnTo>
                    <a:pt x="1" y="32"/>
                  </a:lnTo>
                  <a:lnTo>
                    <a:pt x="1" y="191"/>
                  </a:lnTo>
                  <a:lnTo>
                    <a:pt x="33" y="19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24"/>
            <p:cNvSpPr/>
            <p:nvPr/>
          </p:nvSpPr>
          <p:spPr>
            <a:xfrm>
              <a:off x="4369290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24"/>
            <p:cNvSpPr/>
            <p:nvPr/>
          </p:nvSpPr>
          <p:spPr>
            <a:xfrm>
              <a:off x="4369290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24"/>
            <p:cNvSpPr/>
            <p:nvPr/>
          </p:nvSpPr>
          <p:spPr>
            <a:xfrm>
              <a:off x="4369290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24"/>
            <p:cNvSpPr/>
            <p:nvPr/>
          </p:nvSpPr>
          <p:spPr>
            <a:xfrm>
              <a:off x="4369290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24"/>
            <p:cNvSpPr/>
            <p:nvPr/>
          </p:nvSpPr>
          <p:spPr>
            <a:xfrm>
              <a:off x="4501494" y="2553249"/>
              <a:ext cx="4911" cy="7797"/>
            </a:xfrm>
            <a:custGeom>
              <a:rect b="b" l="l" r="r" t="t"/>
              <a:pathLst>
                <a:path extrusionOk="0" h="254" w="160">
                  <a:moveTo>
                    <a:pt x="159" y="0"/>
                  </a:moveTo>
                  <a:lnTo>
                    <a:pt x="1" y="63"/>
                  </a:lnTo>
                  <a:lnTo>
                    <a:pt x="1" y="253"/>
                  </a:lnTo>
                  <a:lnTo>
                    <a:pt x="159" y="158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24"/>
            <p:cNvSpPr/>
            <p:nvPr/>
          </p:nvSpPr>
          <p:spPr>
            <a:xfrm>
              <a:off x="4486913" y="2548368"/>
              <a:ext cx="12677" cy="12677"/>
            </a:xfrm>
            <a:custGeom>
              <a:rect b="b" l="l" r="r" t="t"/>
              <a:pathLst>
                <a:path extrusionOk="0" h="413" w="413">
                  <a:moveTo>
                    <a:pt x="1" y="1"/>
                  </a:moveTo>
                  <a:lnTo>
                    <a:pt x="1" y="159"/>
                  </a:lnTo>
                  <a:lnTo>
                    <a:pt x="413" y="412"/>
                  </a:lnTo>
                  <a:lnTo>
                    <a:pt x="413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24"/>
            <p:cNvSpPr/>
            <p:nvPr/>
          </p:nvSpPr>
          <p:spPr>
            <a:xfrm>
              <a:off x="4382919" y="2548368"/>
              <a:ext cx="11695" cy="12677"/>
            </a:xfrm>
            <a:custGeom>
              <a:rect b="b" l="l" r="r" t="t"/>
              <a:pathLst>
                <a:path extrusionOk="0" h="413" w="381">
                  <a:moveTo>
                    <a:pt x="0" y="1"/>
                  </a:moveTo>
                  <a:lnTo>
                    <a:pt x="0" y="191"/>
                  </a:lnTo>
                  <a:lnTo>
                    <a:pt x="380" y="412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24"/>
            <p:cNvSpPr/>
            <p:nvPr/>
          </p:nvSpPr>
          <p:spPr>
            <a:xfrm>
              <a:off x="4437341" y="2550333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8" y="0"/>
                  </a:moveTo>
                  <a:lnTo>
                    <a:pt x="1" y="190"/>
                  </a:lnTo>
                  <a:lnTo>
                    <a:pt x="1" y="348"/>
                  </a:lnTo>
                  <a:lnTo>
                    <a:pt x="318" y="158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24"/>
            <p:cNvSpPr/>
            <p:nvPr/>
          </p:nvSpPr>
          <p:spPr>
            <a:xfrm>
              <a:off x="4360542" y="2554200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3" y="191"/>
                  </a:lnTo>
                  <a:lnTo>
                    <a:pt x="33" y="32"/>
                  </a:lnTo>
                  <a:cubicBezTo>
                    <a:pt x="33" y="32"/>
                    <a:pt x="33" y="32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24"/>
            <p:cNvSpPr/>
            <p:nvPr/>
          </p:nvSpPr>
          <p:spPr>
            <a:xfrm>
              <a:off x="4500542" y="2555183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cubicBezTo>
                    <a:pt x="32" y="32"/>
                    <a:pt x="32" y="32"/>
                    <a:pt x="0" y="32"/>
                  </a:cubicBez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24"/>
            <p:cNvSpPr/>
            <p:nvPr/>
          </p:nvSpPr>
          <p:spPr>
            <a:xfrm>
              <a:off x="4500542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24"/>
            <p:cNvSpPr/>
            <p:nvPr/>
          </p:nvSpPr>
          <p:spPr>
            <a:xfrm>
              <a:off x="4500542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24"/>
            <p:cNvSpPr/>
            <p:nvPr/>
          </p:nvSpPr>
          <p:spPr>
            <a:xfrm>
              <a:off x="4500542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24"/>
            <p:cNvSpPr/>
            <p:nvPr/>
          </p:nvSpPr>
          <p:spPr>
            <a:xfrm>
              <a:off x="4500542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24"/>
            <p:cNvSpPr/>
            <p:nvPr/>
          </p:nvSpPr>
          <p:spPr>
            <a:xfrm>
              <a:off x="4500542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24"/>
            <p:cNvSpPr/>
            <p:nvPr/>
          </p:nvSpPr>
          <p:spPr>
            <a:xfrm>
              <a:off x="4499560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24"/>
            <p:cNvSpPr/>
            <p:nvPr/>
          </p:nvSpPr>
          <p:spPr>
            <a:xfrm>
              <a:off x="4499560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24"/>
            <p:cNvSpPr/>
            <p:nvPr/>
          </p:nvSpPr>
          <p:spPr>
            <a:xfrm>
              <a:off x="4499560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24"/>
            <p:cNvSpPr/>
            <p:nvPr/>
          </p:nvSpPr>
          <p:spPr>
            <a:xfrm>
              <a:off x="4499560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24"/>
            <p:cNvSpPr/>
            <p:nvPr/>
          </p:nvSpPr>
          <p:spPr>
            <a:xfrm>
              <a:off x="4499560" y="255518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32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24"/>
            <p:cNvSpPr/>
            <p:nvPr/>
          </p:nvSpPr>
          <p:spPr>
            <a:xfrm>
              <a:off x="4403331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24"/>
            <p:cNvSpPr/>
            <p:nvPr/>
          </p:nvSpPr>
          <p:spPr>
            <a:xfrm>
              <a:off x="4403331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24"/>
            <p:cNvSpPr/>
            <p:nvPr/>
          </p:nvSpPr>
          <p:spPr>
            <a:xfrm>
              <a:off x="4403331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24"/>
            <p:cNvSpPr/>
            <p:nvPr/>
          </p:nvSpPr>
          <p:spPr>
            <a:xfrm>
              <a:off x="4403331" y="255518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24"/>
            <p:cNvSpPr/>
            <p:nvPr/>
          </p:nvSpPr>
          <p:spPr>
            <a:xfrm>
              <a:off x="4403331" y="255518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24"/>
            <p:cNvSpPr/>
            <p:nvPr/>
          </p:nvSpPr>
          <p:spPr>
            <a:xfrm>
              <a:off x="4403331" y="255518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24"/>
            <p:cNvSpPr/>
            <p:nvPr/>
          </p:nvSpPr>
          <p:spPr>
            <a:xfrm>
              <a:off x="4403331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24"/>
            <p:cNvSpPr/>
            <p:nvPr/>
          </p:nvSpPr>
          <p:spPr>
            <a:xfrm>
              <a:off x="4403331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24"/>
            <p:cNvSpPr/>
            <p:nvPr/>
          </p:nvSpPr>
          <p:spPr>
            <a:xfrm>
              <a:off x="4213759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6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24"/>
            <p:cNvSpPr/>
            <p:nvPr/>
          </p:nvSpPr>
          <p:spPr>
            <a:xfrm>
              <a:off x="4213759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24"/>
            <p:cNvSpPr/>
            <p:nvPr/>
          </p:nvSpPr>
          <p:spPr>
            <a:xfrm>
              <a:off x="4212807" y="2554200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E5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24"/>
            <p:cNvSpPr/>
            <p:nvPr/>
          </p:nvSpPr>
          <p:spPr>
            <a:xfrm>
              <a:off x="4212807" y="255420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2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4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24"/>
            <p:cNvSpPr/>
            <p:nvPr/>
          </p:nvSpPr>
          <p:spPr>
            <a:xfrm>
              <a:off x="4212807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24"/>
            <p:cNvSpPr/>
            <p:nvPr/>
          </p:nvSpPr>
          <p:spPr>
            <a:xfrm>
              <a:off x="4212807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2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24"/>
            <p:cNvSpPr/>
            <p:nvPr/>
          </p:nvSpPr>
          <p:spPr>
            <a:xfrm>
              <a:off x="4212807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24"/>
            <p:cNvSpPr/>
            <p:nvPr/>
          </p:nvSpPr>
          <p:spPr>
            <a:xfrm>
              <a:off x="4212807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24"/>
            <p:cNvSpPr/>
            <p:nvPr/>
          </p:nvSpPr>
          <p:spPr>
            <a:xfrm>
              <a:off x="4213759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4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24"/>
            <p:cNvSpPr/>
            <p:nvPr/>
          </p:nvSpPr>
          <p:spPr>
            <a:xfrm>
              <a:off x="4213759" y="2554200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E3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24"/>
            <p:cNvSpPr/>
            <p:nvPr/>
          </p:nvSpPr>
          <p:spPr>
            <a:xfrm>
              <a:off x="4212807" y="2554200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1E2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24"/>
            <p:cNvSpPr/>
            <p:nvPr/>
          </p:nvSpPr>
          <p:spPr>
            <a:xfrm>
              <a:off x="4212807" y="2554200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2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0E0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24"/>
            <p:cNvSpPr/>
            <p:nvPr/>
          </p:nvSpPr>
          <p:spPr>
            <a:xfrm>
              <a:off x="4212807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D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24"/>
            <p:cNvSpPr/>
            <p:nvPr/>
          </p:nvSpPr>
          <p:spPr>
            <a:xfrm>
              <a:off x="4212807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0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24"/>
            <p:cNvSpPr/>
            <p:nvPr/>
          </p:nvSpPr>
          <p:spPr>
            <a:xfrm>
              <a:off x="4212807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DE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7" name="Google Shape;3917;p24"/>
            <p:cNvSpPr/>
            <p:nvPr/>
          </p:nvSpPr>
          <p:spPr>
            <a:xfrm>
              <a:off x="4212807" y="255518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DD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24"/>
            <p:cNvSpPr/>
            <p:nvPr/>
          </p:nvSpPr>
          <p:spPr>
            <a:xfrm>
              <a:off x="4369290" y="2555183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33" y="190"/>
                    <a:pt x="33" y="190"/>
                  </a:cubicBezTo>
                  <a:lnTo>
                    <a:pt x="33" y="32"/>
                  </a:lnTo>
                  <a:cubicBezTo>
                    <a:pt x="33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24"/>
            <p:cNvSpPr/>
            <p:nvPr/>
          </p:nvSpPr>
          <p:spPr>
            <a:xfrm>
              <a:off x="4415977" y="2549351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24"/>
            <p:cNvSpPr/>
            <p:nvPr/>
          </p:nvSpPr>
          <p:spPr>
            <a:xfrm>
              <a:off x="4471382" y="2551284"/>
              <a:ext cx="8779" cy="10743"/>
            </a:xfrm>
            <a:custGeom>
              <a:rect b="b" l="l" r="r" t="t"/>
              <a:pathLst>
                <a:path extrusionOk="0" h="350" w="286">
                  <a:moveTo>
                    <a:pt x="285" y="1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285" y="159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24"/>
            <p:cNvSpPr/>
            <p:nvPr/>
          </p:nvSpPr>
          <p:spPr>
            <a:xfrm>
              <a:off x="4394583" y="255518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59"/>
                  </a:cubicBezTo>
                  <a:lnTo>
                    <a:pt x="0" y="0"/>
                  </a:ln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24"/>
            <p:cNvSpPr/>
            <p:nvPr/>
          </p:nvSpPr>
          <p:spPr>
            <a:xfrm>
              <a:off x="4437341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24"/>
            <p:cNvSpPr/>
            <p:nvPr/>
          </p:nvSpPr>
          <p:spPr>
            <a:xfrm>
              <a:off x="4437341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24"/>
            <p:cNvSpPr/>
            <p:nvPr/>
          </p:nvSpPr>
          <p:spPr>
            <a:xfrm>
              <a:off x="4437341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24"/>
            <p:cNvSpPr/>
            <p:nvPr/>
          </p:nvSpPr>
          <p:spPr>
            <a:xfrm>
              <a:off x="4437341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24"/>
            <p:cNvSpPr/>
            <p:nvPr/>
          </p:nvSpPr>
          <p:spPr>
            <a:xfrm>
              <a:off x="4437341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24"/>
            <p:cNvSpPr/>
            <p:nvPr/>
          </p:nvSpPr>
          <p:spPr>
            <a:xfrm>
              <a:off x="4436389" y="255616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lnTo>
                    <a:pt x="0" y="190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24"/>
            <p:cNvSpPr/>
            <p:nvPr/>
          </p:nvSpPr>
          <p:spPr>
            <a:xfrm>
              <a:off x="4436389" y="255616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24"/>
            <p:cNvSpPr/>
            <p:nvPr/>
          </p:nvSpPr>
          <p:spPr>
            <a:xfrm>
              <a:off x="4436389" y="255616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24"/>
            <p:cNvSpPr/>
            <p:nvPr/>
          </p:nvSpPr>
          <p:spPr>
            <a:xfrm>
              <a:off x="4361524" y="255518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24"/>
            <p:cNvSpPr/>
            <p:nvPr/>
          </p:nvSpPr>
          <p:spPr>
            <a:xfrm>
              <a:off x="4361524" y="255518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24"/>
            <p:cNvSpPr/>
            <p:nvPr/>
          </p:nvSpPr>
          <p:spPr>
            <a:xfrm>
              <a:off x="4361524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24"/>
            <p:cNvSpPr/>
            <p:nvPr/>
          </p:nvSpPr>
          <p:spPr>
            <a:xfrm>
              <a:off x="4361524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24"/>
            <p:cNvSpPr/>
            <p:nvPr/>
          </p:nvSpPr>
          <p:spPr>
            <a:xfrm>
              <a:off x="4361524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24"/>
            <p:cNvSpPr/>
            <p:nvPr/>
          </p:nvSpPr>
          <p:spPr>
            <a:xfrm>
              <a:off x="4360542" y="2556165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24"/>
            <p:cNvSpPr/>
            <p:nvPr/>
          </p:nvSpPr>
          <p:spPr>
            <a:xfrm>
              <a:off x="4360542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24"/>
            <p:cNvSpPr/>
            <p:nvPr/>
          </p:nvSpPr>
          <p:spPr>
            <a:xfrm>
              <a:off x="4360542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24"/>
            <p:cNvSpPr/>
            <p:nvPr/>
          </p:nvSpPr>
          <p:spPr>
            <a:xfrm>
              <a:off x="4403331" y="2556165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32" y="190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24"/>
            <p:cNvSpPr/>
            <p:nvPr/>
          </p:nvSpPr>
          <p:spPr>
            <a:xfrm>
              <a:off x="4449987" y="2550333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8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24"/>
            <p:cNvSpPr/>
            <p:nvPr/>
          </p:nvSpPr>
          <p:spPr>
            <a:xfrm>
              <a:off x="4427641" y="255616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8"/>
                  </a:lnTo>
                  <a:cubicBezTo>
                    <a:pt x="32" y="158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32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24"/>
            <p:cNvSpPr/>
            <p:nvPr/>
          </p:nvSpPr>
          <p:spPr>
            <a:xfrm>
              <a:off x="4471382" y="255616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24"/>
            <p:cNvSpPr/>
            <p:nvPr/>
          </p:nvSpPr>
          <p:spPr>
            <a:xfrm>
              <a:off x="4470400" y="2556165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0"/>
                  </a:moveTo>
                  <a:cubicBezTo>
                    <a:pt x="32" y="0"/>
                    <a:pt x="1" y="0"/>
                    <a:pt x="1" y="32"/>
                  </a:cubicBez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24"/>
            <p:cNvSpPr/>
            <p:nvPr/>
          </p:nvSpPr>
          <p:spPr>
            <a:xfrm>
              <a:off x="4470400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24"/>
            <p:cNvSpPr/>
            <p:nvPr/>
          </p:nvSpPr>
          <p:spPr>
            <a:xfrm>
              <a:off x="4470400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24"/>
            <p:cNvSpPr/>
            <p:nvPr/>
          </p:nvSpPr>
          <p:spPr>
            <a:xfrm>
              <a:off x="4470400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24"/>
            <p:cNvSpPr/>
            <p:nvPr/>
          </p:nvSpPr>
          <p:spPr>
            <a:xfrm>
              <a:off x="4470400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24"/>
            <p:cNvSpPr/>
            <p:nvPr/>
          </p:nvSpPr>
          <p:spPr>
            <a:xfrm>
              <a:off x="4470400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24"/>
            <p:cNvSpPr/>
            <p:nvPr/>
          </p:nvSpPr>
          <p:spPr>
            <a:xfrm>
              <a:off x="4470400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24"/>
            <p:cNvSpPr/>
            <p:nvPr/>
          </p:nvSpPr>
          <p:spPr>
            <a:xfrm>
              <a:off x="4394583" y="255616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24"/>
            <p:cNvSpPr/>
            <p:nvPr/>
          </p:nvSpPr>
          <p:spPr>
            <a:xfrm>
              <a:off x="4394583" y="255616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8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24"/>
            <p:cNvSpPr/>
            <p:nvPr/>
          </p:nvSpPr>
          <p:spPr>
            <a:xfrm>
              <a:off x="4394583" y="255616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24"/>
            <p:cNvSpPr/>
            <p:nvPr/>
          </p:nvSpPr>
          <p:spPr>
            <a:xfrm>
              <a:off x="4394583" y="255616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24"/>
            <p:cNvSpPr/>
            <p:nvPr/>
          </p:nvSpPr>
          <p:spPr>
            <a:xfrm>
              <a:off x="4394583" y="255616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24"/>
            <p:cNvSpPr/>
            <p:nvPr/>
          </p:nvSpPr>
          <p:spPr>
            <a:xfrm>
              <a:off x="4394583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24"/>
            <p:cNvSpPr/>
            <p:nvPr/>
          </p:nvSpPr>
          <p:spPr>
            <a:xfrm>
              <a:off x="4394583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24"/>
            <p:cNvSpPr/>
            <p:nvPr/>
          </p:nvSpPr>
          <p:spPr>
            <a:xfrm>
              <a:off x="4394583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24"/>
            <p:cNvSpPr/>
            <p:nvPr/>
          </p:nvSpPr>
          <p:spPr>
            <a:xfrm>
              <a:off x="4504410" y="2554200"/>
              <a:ext cx="4911" cy="8779"/>
            </a:xfrm>
            <a:custGeom>
              <a:rect b="b" l="l" r="r" t="t"/>
              <a:pathLst>
                <a:path extrusionOk="0" h="286" w="160">
                  <a:moveTo>
                    <a:pt x="159" y="1"/>
                  </a:moveTo>
                  <a:lnTo>
                    <a:pt x="1" y="96"/>
                  </a:lnTo>
                  <a:lnTo>
                    <a:pt x="1" y="286"/>
                  </a:lnTo>
                  <a:lnTo>
                    <a:pt x="159" y="191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24"/>
            <p:cNvSpPr/>
            <p:nvPr/>
          </p:nvSpPr>
          <p:spPr>
            <a:xfrm>
              <a:off x="4436389" y="255616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32"/>
                  </a:lnTo>
                  <a:cubicBezTo>
                    <a:pt x="32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24"/>
            <p:cNvSpPr/>
            <p:nvPr/>
          </p:nvSpPr>
          <p:spPr>
            <a:xfrm>
              <a:off x="4212807" y="2555183"/>
              <a:ext cx="982" cy="6845"/>
            </a:xfrm>
            <a:custGeom>
              <a:rect b="b" l="l" r="r" t="t"/>
              <a:pathLst>
                <a:path extrusionOk="0" h="223" w="32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0" y="222"/>
                    <a:pt x="32" y="222"/>
                  </a:cubicBezTo>
                  <a:lnTo>
                    <a:pt x="32" y="64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DDD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24"/>
            <p:cNvSpPr/>
            <p:nvPr/>
          </p:nvSpPr>
          <p:spPr>
            <a:xfrm>
              <a:off x="4212807" y="2555183"/>
              <a:ext cx="982" cy="6845"/>
            </a:xfrm>
            <a:custGeom>
              <a:rect b="b" l="l" r="r" t="t"/>
              <a:pathLst>
                <a:path extrusionOk="0" h="223" w="32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0" y="222"/>
                    <a:pt x="32" y="222"/>
                  </a:cubicBezTo>
                  <a:lnTo>
                    <a:pt x="32" y="64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DCDB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24"/>
            <p:cNvSpPr/>
            <p:nvPr/>
          </p:nvSpPr>
          <p:spPr>
            <a:xfrm>
              <a:off x="4483046" y="2551284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24"/>
            <p:cNvSpPr/>
            <p:nvPr/>
          </p:nvSpPr>
          <p:spPr>
            <a:xfrm>
              <a:off x="4461651" y="255711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1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24"/>
            <p:cNvSpPr/>
            <p:nvPr/>
          </p:nvSpPr>
          <p:spPr>
            <a:xfrm>
              <a:off x="4504410" y="255711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24"/>
            <p:cNvSpPr/>
            <p:nvPr/>
          </p:nvSpPr>
          <p:spPr>
            <a:xfrm>
              <a:off x="4504410" y="255711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24"/>
            <p:cNvSpPr/>
            <p:nvPr/>
          </p:nvSpPr>
          <p:spPr>
            <a:xfrm>
              <a:off x="4504410" y="255711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24"/>
            <p:cNvSpPr/>
            <p:nvPr/>
          </p:nvSpPr>
          <p:spPr>
            <a:xfrm>
              <a:off x="4503458" y="255809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24"/>
            <p:cNvSpPr/>
            <p:nvPr/>
          </p:nvSpPr>
          <p:spPr>
            <a:xfrm>
              <a:off x="4503458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24"/>
            <p:cNvSpPr/>
            <p:nvPr/>
          </p:nvSpPr>
          <p:spPr>
            <a:xfrm>
              <a:off x="4503458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24"/>
            <p:cNvSpPr/>
            <p:nvPr/>
          </p:nvSpPr>
          <p:spPr>
            <a:xfrm>
              <a:off x="4503458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24"/>
            <p:cNvSpPr/>
            <p:nvPr/>
          </p:nvSpPr>
          <p:spPr>
            <a:xfrm>
              <a:off x="4503458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24"/>
            <p:cNvSpPr/>
            <p:nvPr/>
          </p:nvSpPr>
          <p:spPr>
            <a:xfrm>
              <a:off x="4428593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24"/>
            <p:cNvSpPr/>
            <p:nvPr/>
          </p:nvSpPr>
          <p:spPr>
            <a:xfrm>
              <a:off x="4428593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24"/>
            <p:cNvSpPr/>
            <p:nvPr/>
          </p:nvSpPr>
          <p:spPr>
            <a:xfrm>
              <a:off x="4428593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24"/>
            <p:cNvSpPr/>
            <p:nvPr/>
          </p:nvSpPr>
          <p:spPr>
            <a:xfrm>
              <a:off x="4428593" y="2557116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24"/>
            <p:cNvSpPr/>
            <p:nvPr/>
          </p:nvSpPr>
          <p:spPr>
            <a:xfrm>
              <a:off x="4428593" y="255711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24"/>
            <p:cNvSpPr/>
            <p:nvPr/>
          </p:nvSpPr>
          <p:spPr>
            <a:xfrm>
              <a:off x="4428593" y="255711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24"/>
            <p:cNvSpPr/>
            <p:nvPr/>
          </p:nvSpPr>
          <p:spPr>
            <a:xfrm>
              <a:off x="4427641" y="2557116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1"/>
                  </a:moveTo>
                  <a:lnTo>
                    <a:pt x="0" y="32"/>
                  </a:ln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24"/>
            <p:cNvSpPr/>
            <p:nvPr/>
          </p:nvSpPr>
          <p:spPr>
            <a:xfrm>
              <a:off x="4427641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24"/>
            <p:cNvSpPr/>
            <p:nvPr/>
          </p:nvSpPr>
          <p:spPr>
            <a:xfrm>
              <a:off x="4470400" y="2557116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59"/>
                  </a:lnTo>
                  <a:cubicBezTo>
                    <a:pt x="1" y="191"/>
                    <a:pt x="1" y="191"/>
                    <a:pt x="32" y="191"/>
                  </a:cubicBezTo>
                  <a:lnTo>
                    <a:pt x="32" y="32"/>
                  </a:lnTo>
                  <a:cubicBezTo>
                    <a:pt x="1" y="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24"/>
            <p:cNvSpPr/>
            <p:nvPr/>
          </p:nvSpPr>
          <p:spPr>
            <a:xfrm>
              <a:off x="4366374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24"/>
            <p:cNvSpPr/>
            <p:nvPr/>
          </p:nvSpPr>
          <p:spPr>
            <a:xfrm>
              <a:off x="4366374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24"/>
            <p:cNvSpPr/>
            <p:nvPr/>
          </p:nvSpPr>
          <p:spPr>
            <a:xfrm>
              <a:off x="4365423" y="255809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24"/>
            <p:cNvSpPr/>
            <p:nvPr/>
          </p:nvSpPr>
          <p:spPr>
            <a:xfrm>
              <a:off x="4365423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24"/>
            <p:cNvSpPr/>
            <p:nvPr/>
          </p:nvSpPr>
          <p:spPr>
            <a:xfrm>
              <a:off x="4365423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24"/>
            <p:cNvSpPr/>
            <p:nvPr/>
          </p:nvSpPr>
          <p:spPr>
            <a:xfrm>
              <a:off x="4365423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24"/>
            <p:cNvSpPr/>
            <p:nvPr/>
          </p:nvSpPr>
          <p:spPr>
            <a:xfrm>
              <a:off x="4364440" y="255809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24"/>
            <p:cNvSpPr/>
            <p:nvPr/>
          </p:nvSpPr>
          <p:spPr>
            <a:xfrm>
              <a:off x="4364440" y="255809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24"/>
            <p:cNvSpPr/>
            <p:nvPr/>
          </p:nvSpPr>
          <p:spPr>
            <a:xfrm>
              <a:off x="4364440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24"/>
            <p:cNvSpPr/>
            <p:nvPr/>
          </p:nvSpPr>
          <p:spPr>
            <a:xfrm>
              <a:off x="4364440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24"/>
            <p:cNvSpPr/>
            <p:nvPr/>
          </p:nvSpPr>
          <p:spPr>
            <a:xfrm>
              <a:off x="4363458" y="255809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24"/>
            <p:cNvSpPr/>
            <p:nvPr/>
          </p:nvSpPr>
          <p:spPr>
            <a:xfrm>
              <a:off x="4494710" y="2557116"/>
              <a:ext cx="982" cy="6845"/>
            </a:xfrm>
            <a:custGeom>
              <a:rect b="b" l="l" r="r" t="t"/>
              <a:pathLst>
                <a:path extrusionOk="0" h="223" w="32">
                  <a:moveTo>
                    <a:pt x="0" y="1"/>
                  </a:moveTo>
                  <a:lnTo>
                    <a:pt x="0" y="191"/>
                  </a:lnTo>
                  <a:cubicBezTo>
                    <a:pt x="32" y="191"/>
                    <a:pt x="32" y="191"/>
                    <a:pt x="32" y="222"/>
                  </a:cubicBezTo>
                  <a:lnTo>
                    <a:pt x="32" y="32"/>
                  </a:lnTo>
                  <a:cubicBezTo>
                    <a:pt x="32" y="32"/>
                    <a:pt x="32" y="32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24"/>
            <p:cNvSpPr/>
            <p:nvPr/>
          </p:nvSpPr>
          <p:spPr>
            <a:xfrm>
              <a:off x="4503458" y="2558099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24"/>
            <p:cNvSpPr/>
            <p:nvPr/>
          </p:nvSpPr>
          <p:spPr>
            <a:xfrm>
              <a:off x="4461651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24"/>
            <p:cNvSpPr/>
            <p:nvPr/>
          </p:nvSpPr>
          <p:spPr>
            <a:xfrm>
              <a:off x="4461651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24"/>
            <p:cNvSpPr/>
            <p:nvPr/>
          </p:nvSpPr>
          <p:spPr>
            <a:xfrm>
              <a:off x="4461651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24"/>
            <p:cNvSpPr/>
            <p:nvPr/>
          </p:nvSpPr>
          <p:spPr>
            <a:xfrm>
              <a:off x="4461651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24"/>
            <p:cNvSpPr/>
            <p:nvPr/>
          </p:nvSpPr>
          <p:spPr>
            <a:xfrm>
              <a:off x="4461651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24"/>
            <p:cNvSpPr/>
            <p:nvPr/>
          </p:nvSpPr>
          <p:spPr>
            <a:xfrm>
              <a:off x="4461651" y="255809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24"/>
            <p:cNvSpPr/>
            <p:nvPr/>
          </p:nvSpPr>
          <p:spPr>
            <a:xfrm>
              <a:off x="4461651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24"/>
            <p:cNvSpPr/>
            <p:nvPr/>
          </p:nvSpPr>
          <p:spPr>
            <a:xfrm>
              <a:off x="4461651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24"/>
            <p:cNvSpPr/>
            <p:nvPr/>
          </p:nvSpPr>
          <p:spPr>
            <a:xfrm>
              <a:off x="4399433" y="255908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24"/>
            <p:cNvSpPr/>
            <p:nvPr/>
          </p:nvSpPr>
          <p:spPr>
            <a:xfrm>
              <a:off x="4399433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32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24"/>
            <p:cNvSpPr/>
            <p:nvPr/>
          </p:nvSpPr>
          <p:spPr>
            <a:xfrm>
              <a:off x="4399433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24"/>
            <p:cNvSpPr/>
            <p:nvPr/>
          </p:nvSpPr>
          <p:spPr>
            <a:xfrm>
              <a:off x="4399433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24"/>
            <p:cNvSpPr/>
            <p:nvPr/>
          </p:nvSpPr>
          <p:spPr>
            <a:xfrm>
              <a:off x="4398481" y="2558099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24"/>
            <p:cNvSpPr/>
            <p:nvPr/>
          </p:nvSpPr>
          <p:spPr>
            <a:xfrm>
              <a:off x="4398481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24"/>
            <p:cNvSpPr/>
            <p:nvPr/>
          </p:nvSpPr>
          <p:spPr>
            <a:xfrm>
              <a:off x="4398481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24"/>
            <p:cNvSpPr/>
            <p:nvPr/>
          </p:nvSpPr>
          <p:spPr>
            <a:xfrm>
              <a:off x="4398481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24"/>
            <p:cNvSpPr/>
            <p:nvPr/>
          </p:nvSpPr>
          <p:spPr>
            <a:xfrm>
              <a:off x="4398481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24"/>
            <p:cNvSpPr/>
            <p:nvPr/>
          </p:nvSpPr>
          <p:spPr>
            <a:xfrm>
              <a:off x="4397499" y="255809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24"/>
            <p:cNvSpPr/>
            <p:nvPr/>
          </p:nvSpPr>
          <p:spPr>
            <a:xfrm>
              <a:off x="4397499" y="255908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24"/>
            <p:cNvSpPr/>
            <p:nvPr/>
          </p:nvSpPr>
          <p:spPr>
            <a:xfrm>
              <a:off x="4495662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24"/>
            <p:cNvSpPr/>
            <p:nvPr/>
          </p:nvSpPr>
          <p:spPr>
            <a:xfrm>
              <a:off x="4495662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24"/>
            <p:cNvSpPr/>
            <p:nvPr/>
          </p:nvSpPr>
          <p:spPr>
            <a:xfrm>
              <a:off x="4495662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24"/>
            <p:cNvSpPr/>
            <p:nvPr/>
          </p:nvSpPr>
          <p:spPr>
            <a:xfrm>
              <a:off x="4495662" y="255908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24"/>
            <p:cNvSpPr/>
            <p:nvPr/>
          </p:nvSpPr>
          <p:spPr>
            <a:xfrm>
              <a:off x="4495662" y="255908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24"/>
            <p:cNvSpPr/>
            <p:nvPr/>
          </p:nvSpPr>
          <p:spPr>
            <a:xfrm>
              <a:off x="4495662" y="255908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24"/>
            <p:cNvSpPr/>
            <p:nvPr/>
          </p:nvSpPr>
          <p:spPr>
            <a:xfrm>
              <a:off x="4494710" y="255908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24"/>
            <p:cNvSpPr/>
            <p:nvPr/>
          </p:nvSpPr>
          <p:spPr>
            <a:xfrm>
              <a:off x="4494710" y="255908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24"/>
            <p:cNvSpPr/>
            <p:nvPr/>
          </p:nvSpPr>
          <p:spPr>
            <a:xfrm>
              <a:off x="4286690" y="2417147"/>
              <a:ext cx="247893" cy="147796"/>
            </a:xfrm>
            <a:custGeom>
              <a:rect b="b" l="l" r="r" t="t"/>
              <a:pathLst>
                <a:path extrusionOk="0" h="4815" w="8076">
                  <a:moveTo>
                    <a:pt x="32" y="0"/>
                  </a:moveTo>
                  <a:lnTo>
                    <a:pt x="0" y="159"/>
                  </a:lnTo>
                  <a:lnTo>
                    <a:pt x="8076" y="4814"/>
                  </a:lnTo>
                  <a:lnTo>
                    <a:pt x="8076" y="4656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1E0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24"/>
            <p:cNvSpPr/>
            <p:nvPr/>
          </p:nvSpPr>
          <p:spPr>
            <a:xfrm>
              <a:off x="4433473" y="255908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24"/>
            <p:cNvSpPr/>
            <p:nvPr/>
          </p:nvSpPr>
          <p:spPr>
            <a:xfrm>
              <a:off x="4433473" y="255908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24"/>
            <p:cNvSpPr/>
            <p:nvPr/>
          </p:nvSpPr>
          <p:spPr>
            <a:xfrm>
              <a:off x="4432491" y="255908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24"/>
            <p:cNvSpPr/>
            <p:nvPr/>
          </p:nvSpPr>
          <p:spPr>
            <a:xfrm>
              <a:off x="4432491" y="255908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24"/>
            <p:cNvSpPr/>
            <p:nvPr/>
          </p:nvSpPr>
          <p:spPr>
            <a:xfrm>
              <a:off x="4432491" y="255908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24"/>
            <p:cNvSpPr/>
            <p:nvPr/>
          </p:nvSpPr>
          <p:spPr>
            <a:xfrm>
              <a:off x="4432491" y="255908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24"/>
            <p:cNvSpPr/>
            <p:nvPr/>
          </p:nvSpPr>
          <p:spPr>
            <a:xfrm>
              <a:off x="4432491" y="255908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24"/>
            <p:cNvSpPr/>
            <p:nvPr/>
          </p:nvSpPr>
          <p:spPr>
            <a:xfrm>
              <a:off x="4431509" y="255908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24"/>
            <p:cNvSpPr/>
            <p:nvPr/>
          </p:nvSpPr>
          <p:spPr>
            <a:xfrm>
              <a:off x="4431509" y="255908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24"/>
            <p:cNvSpPr/>
            <p:nvPr/>
          </p:nvSpPr>
          <p:spPr>
            <a:xfrm>
              <a:off x="4431509" y="255908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24"/>
            <p:cNvSpPr/>
            <p:nvPr/>
          </p:nvSpPr>
          <p:spPr>
            <a:xfrm>
              <a:off x="4430557" y="2559081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cubicBezTo>
                    <a:pt x="32" y="0"/>
                    <a:pt x="0" y="0"/>
                    <a:pt x="0" y="32"/>
                  </a:cubicBez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24"/>
            <p:cNvSpPr/>
            <p:nvPr/>
          </p:nvSpPr>
          <p:spPr>
            <a:xfrm>
              <a:off x="4562761" y="2556165"/>
              <a:ext cx="1964" cy="8779"/>
            </a:xfrm>
            <a:custGeom>
              <a:rect b="b" l="l" r="r" t="t"/>
              <a:pathLst>
                <a:path extrusionOk="0" h="286" w="64">
                  <a:moveTo>
                    <a:pt x="63" y="0"/>
                  </a:moveTo>
                  <a:cubicBezTo>
                    <a:pt x="63" y="63"/>
                    <a:pt x="32" y="95"/>
                    <a:pt x="0" y="127"/>
                  </a:cubicBezTo>
                  <a:lnTo>
                    <a:pt x="0" y="285"/>
                  </a:lnTo>
                  <a:cubicBezTo>
                    <a:pt x="32" y="253"/>
                    <a:pt x="63" y="222"/>
                    <a:pt x="63" y="158"/>
                  </a:cubicBezTo>
                  <a:lnTo>
                    <a:pt x="63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24"/>
            <p:cNvSpPr/>
            <p:nvPr/>
          </p:nvSpPr>
          <p:spPr>
            <a:xfrm>
              <a:off x="4564695" y="255616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8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24"/>
            <p:cNvSpPr/>
            <p:nvPr/>
          </p:nvSpPr>
          <p:spPr>
            <a:xfrm>
              <a:off x="4564695" y="255616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24"/>
            <p:cNvSpPr/>
            <p:nvPr/>
          </p:nvSpPr>
          <p:spPr>
            <a:xfrm>
              <a:off x="4564695" y="255711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24"/>
            <p:cNvSpPr/>
            <p:nvPr/>
          </p:nvSpPr>
          <p:spPr>
            <a:xfrm>
              <a:off x="4564695" y="2557116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2"/>
                  </a:lnTo>
                  <a:cubicBezTo>
                    <a:pt x="0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24"/>
            <p:cNvSpPr/>
            <p:nvPr/>
          </p:nvSpPr>
          <p:spPr>
            <a:xfrm>
              <a:off x="4564695" y="255809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90"/>
                    <a:pt x="0" y="190"/>
                  </a:cubicBezTo>
                  <a:lnTo>
                    <a:pt x="0" y="32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24"/>
            <p:cNvSpPr/>
            <p:nvPr/>
          </p:nvSpPr>
          <p:spPr>
            <a:xfrm>
              <a:off x="4563712" y="255908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24"/>
            <p:cNvSpPr/>
            <p:nvPr/>
          </p:nvSpPr>
          <p:spPr>
            <a:xfrm>
              <a:off x="4562761" y="2559081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cubicBezTo>
                    <a:pt x="32" y="32"/>
                    <a:pt x="0" y="32"/>
                    <a:pt x="0" y="32"/>
                  </a:cubicBezTo>
                  <a:lnTo>
                    <a:pt x="0" y="190"/>
                  </a:lnTo>
                  <a:cubicBezTo>
                    <a:pt x="0" y="190"/>
                    <a:pt x="32" y="190"/>
                    <a:pt x="32" y="158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24"/>
            <p:cNvSpPr/>
            <p:nvPr/>
          </p:nvSpPr>
          <p:spPr>
            <a:xfrm>
              <a:off x="4562761" y="256003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24"/>
            <p:cNvSpPr/>
            <p:nvPr/>
          </p:nvSpPr>
          <p:spPr>
            <a:xfrm>
              <a:off x="4467484" y="256003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24"/>
            <p:cNvSpPr/>
            <p:nvPr/>
          </p:nvSpPr>
          <p:spPr>
            <a:xfrm>
              <a:off x="4466501" y="256003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24"/>
            <p:cNvSpPr/>
            <p:nvPr/>
          </p:nvSpPr>
          <p:spPr>
            <a:xfrm>
              <a:off x="4466501" y="256003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24"/>
            <p:cNvSpPr/>
            <p:nvPr/>
          </p:nvSpPr>
          <p:spPr>
            <a:xfrm>
              <a:off x="4466501" y="256003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24"/>
            <p:cNvSpPr/>
            <p:nvPr/>
          </p:nvSpPr>
          <p:spPr>
            <a:xfrm>
              <a:off x="4466501" y="256003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24"/>
            <p:cNvSpPr/>
            <p:nvPr/>
          </p:nvSpPr>
          <p:spPr>
            <a:xfrm>
              <a:off x="4465550" y="2560032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24"/>
            <p:cNvSpPr/>
            <p:nvPr/>
          </p:nvSpPr>
          <p:spPr>
            <a:xfrm>
              <a:off x="4465550" y="256003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24"/>
            <p:cNvSpPr/>
            <p:nvPr/>
          </p:nvSpPr>
          <p:spPr>
            <a:xfrm>
              <a:off x="4465550" y="256003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24"/>
            <p:cNvSpPr/>
            <p:nvPr/>
          </p:nvSpPr>
          <p:spPr>
            <a:xfrm>
              <a:off x="4465550" y="2560032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24"/>
            <p:cNvSpPr/>
            <p:nvPr/>
          </p:nvSpPr>
          <p:spPr>
            <a:xfrm>
              <a:off x="4464568" y="2560032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24"/>
            <p:cNvSpPr/>
            <p:nvPr/>
          </p:nvSpPr>
          <p:spPr>
            <a:xfrm>
              <a:off x="4464568" y="2560032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24"/>
            <p:cNvSpPr/>
            <p:nvPr/>
          </p:nvSpPr>
          <p:spPr>
            <a:xfrm>
              <a:off x="4500542" y="256101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24"/>
            <p:cNvSpPr/>
            <p:nvPr/>
          </p:nvSpPr>
          <p:spPr>
            <a:xfrm>
              <a:off x="4500542" y="256101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24"/>
            <p:cNvSpPr/>
            <p:nvPr/>
          </p:nvSpPr>
          <p:spPr>
            <a:xfrm>
              <a:off x="4500542" y="256101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24"/>
            <p:cNvSpPr/>
            <p:nvPr/>
          </p:nvSpPr>
          <p:spPr>
            <a:xfrm>
              <a:off x="4499560" y="2561015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24"/>
            <p:cNvSpPr/>
            <p:nvPr/>
          </p:nvSpPr>
          <p:spPr>
            <a:xfrm>
              <a:off x="4499560" y="256101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24"/>
            <p:cNvSpPr/>
            <p:nvPr/>
          </p:nvSpPr>
          <p:spPr>
            <a:xfrm>
              <a:off x="4499560" y="256101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24"/>
            <p:cNvSpPr/>
            <p:nvPr/>
          </p:nvSpPr>
          <p:spPr>
            <a:xfrm>
              <a:off x="4499560" y="256101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24"/>
            <p:cNvSpPr/>
            <p:nvPr/>
          </p:nvSpPr>
          <p:spPr>
            <a:xfrm>
              <a:off x="4499560" y="256101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24"/>
            <p:cNvSpPr/>
            <p:nvPr/>
          </p:nvSpPr>
          <p:spPr>
            <a:xfrm>
              <a:off x="4498578" y="2561015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24"/>
            <p:cNvSpPr/>
            <p:nvPr/>
          </p:nvSpPr>
          <p:spPr>
            <a:xfrm>
              <a:off x="4498578" y="256101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24"/>
            <p:cNvSpPr/>
            <p:nvPr/>
          </p:nvSpPr>
          <p:spPr>
            <a:xfrm>
              <a:off x="4497626" y="2561015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24"/>
            <p:cNvSpPr/>
            <p:nvPr/>
          </p:nvSpPr>
          <p:spPr>
            <a:xfrm>
              <a:off x="4534552" y="2560032"/>
              <a:ext cx="1013" cy="6845"/>
            </a:xfrm>
            <a:custGeom>
              <a:rect b="b" l="l" r="r" t="t"/>
              <a:pathLst>
                <a:path extrusionOk="0" h="223" w="33">
                  <a:moveTo>
                    <a:pt x="1" y="1"/>
                  </a:moveTo>
                  <a:lnTo>
                    <a:pt x="1" y="159"/>
                  </a:lnTo>
                  <a:cubicBezTo>
                    <a:pt x="32" y="159"/>
                    <a:pt x="32" y="191"/>
                    <a:pt x="32" y="222"/>
                  </a:cubicBezTo>
                  <a:lnTo>
                    <a:pt x="32" y="64"/>
                  </a:ln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0DF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24"/>
            <p:cNvSpPr/>
            <p:nvPr/>
          </p:nvSpPr>
          <p:spPr>
            <a:xfrm>
              <a:off x="4511224" y="2554200"/>
              <a:ext cx="12677" cy="12677"/>
            </a:xfrm>
            <a:custGeom>
              <a:rect b="b" l="l" r="r" t="t"/>
              <a:pathLst>
                <a:path extrusionOk="0" h="413" w="413">
                  <a:moveTo>
                    <a:pt x="1" y="1"/>
                  </a:moveTo>
                  <a:lnTo>
                    <a:pt x="1" y="191"/>
                  </a:lnTo>
                  <a:lnTo>
                    <a:pt x="412" y="412"/>
                  </a:lnTo>
                  <a:lnTo>
                    <a:pt x="412" y="2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24"/>
            <p:cNvSpPr/>
            <p:nvPr/>
          </p:nvSpPr>
          <p:spPr>
            <a:xfrm>
              <a:off x="4523870" y="256199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24"/>
            <p:cNvSpPr/>
            <p:nvPr/>
          </p:nvSpPr>
          <p:spPr>
            <a:xfrm>
              <a:off x="4350843" y="2556165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0"/>
                  </a:moveTo>
                  <a:lnTo>
                    <a:pt x="0" y="190"/>
                  </a:lnTo>
                  <a:lnTo>
                    <a:pt x="0" y="348"/>
                  </a:lnTo>
                  <a:lnTo>
                    <a:pt x="317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24"/>
            <p:cNvSpPr/>
            <p:nvPr/>
          </p:nvSpPr>
          <p:spPr>
            <a:xfrm>
              <a:off x="4266278" y="2514358"/>
              <a:ext cx="81679" cy="52519"/>
            </a:xfrm>
            <a:custGeom>
              <a:rect b="b" l="l" r="r" t="t"/>
              <a:pathLst>
                <a:path extrusionOk="0" h="1711" w="2661">
                  <a:moveTo>
                    <a:pt x="0" y="0"/>
                  </a:moveTo>
                  <a:lnTo>
                    <a:pt x="0" y="190"/>
                  </a:lnTo>
                  <a:lnTo>
                    <a:pt x="2660" y="1710"/>
                  </a:lnTo>
                  <a:lnTo>
                    <a:pt x="2660" y="1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24"/>
            <p:cNvSpPr/>
            <p:nvPr/>
          </p:nvSpPr>
          <p:spPr>
            <a:xfrm>
              <a:off x="4350843" y="256199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24"/>
            <p:cNvSpPr/>
            <p:nvPr/>
          </p:nvSpPr>
          <p:spPr>
            <a:xfrm>
              <a:off x="4349860" y="2561997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24"/>
            <p:cNvSpPr/>
            <p:nvPr/>
          </p:nvSpPr>
          <p:spPr>
            <a:xfrm>
              <a:off x="4349860" y="256199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24"/>
            <p:cNvSpPr/>
            <p:nvPr/>
          </p:nvSpPr>
          <p:spPr>
            <a:xfrm>
              <a:off x="4349860" y="256199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24"/>
            <p:cNvSpPr/>
            <p:nvPr/>
          </p:nvSpPr>
          <p:spPr>
            <a:xfrm>
              <a:off x="4349860" y="256199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24"/>
            <p:cNvSpPr/>
            <p:nvPr/>
          </p:nvSpPr>
          <p:spPr>
            <a:xfrm>
              <a:off x="4348878" y="2561997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24"/>
            <p:cNvSpPr/>
            <p:nvPr/>
          </p:nvSpPr>
          <p:spPr>
            <a:xfrm>
              <a:off x="4348878" y="2561997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24"/>
            <p:cNvSpPr/>
            <p:nvPr/>
          </p:nvSpPr>
          <p:spPr>
            <a:xfrm>
              <a:off x="4348878" y="256199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24"/>
            <p:cNvSpPr/>
            <p:nvPr/>
          </p:nvSpPr>
          <p:spPr>
            <a:xfrm>
              <a:off x="4348878" y="256199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24"/>
            <p:cNvSpPr/>
            <p:nvPr/>
          </p:nvSpPr>
          <p:spPr>
            <a:xfrm>
              <a:off x="4348878" y="256199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24"/>
            <p:cNvSpPr/>
            <p:nvPr/>
          </p:nvSpPr>
          <p:spPr>
            <a:xfrm>
              <a:off x="4347927" y="2561997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24"/>
            <p:cNvSpPr/>
            <p:nvPr/>
          </p:nvSpPr>
          <p:spPr>
            <a:xfrm>
              <a:off x="4523870" y="256199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24"/>
            <p:cNvSpPr/>
            <p:nvPr/>
          </p:nvSpPr>
          <p:spPr>
            <a:xfrm>
              <a:off x="4523870" y="256199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24"/>
            <p:cNvSpPr/>
            <p:nvPr/>
          </p:nvSpPr>
          <p:spPr>
            <a:xfrm>
              <a:off x="4523870" y="256199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24"/>
            <p:cNvSpPr/>
            <p:nvPr/>
          </p:nvSpPr>
          <p:spPr>
            <a:xfrm>
              <a:off x="4523870" y="256294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24"/>
            <p:cNvSpPr/>
            <p:nvPr/>
          </p:nvSpPr>
          <p:spPr>
            <a:xfrm>
              <a:off x="4523870" y="256294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24"/>
            <p:cNvSpPr/>
            <p:nvPr/>
          </p:nvSpPr>
          <p:spPr>
            <a:xfrm>
              <a:off x="4523870" y="256294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24"/>
            <p:cNvSpPr/>
            <p:nvPr/>
          </p:nvSpPr>
          <p:spPr>
            <a:xfrm>
              <a:off x="4523870" y="256294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24"/>
            <p:cNvSpPr/>
            <p:nvPr/>
          </p:nvSpPr>
          <p:spPr>
            <a:xfrm>
              <a:off x="4523870" y="256294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24"/>
            <p:cNvSpPr/>
            <p:nvPr/>
          </p:nvSpPr>
          <p:spPr>
            <a:xfrm>
              <a:off x="4384853" y="2557116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24"/>
            <p:cNvSpPr/>
            <p:nvPr/>
          </p:nvSpPr>
          <p:spPr>
            <a:xfrm>
              <a:off x="4370272" y="2556165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8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24"/>
            <p:cNvSpPr/>
            <p:nvPr/>
          </p:nvSpPr>
          <p:spPr>
            <a:xfrm>
              <a:off x="4535534" y="256199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24"/>
            <p:cNvSpPr/>
            <p:nvPr/>
          </p:nvSpPr>
          <p:spPr>
            <a:xfrm>
              <a:off x="4535534" y="256199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24"/>
            <p:cNvSpPr/>
            <p:nvPr/>
          </p:nvSpPr>
          <p:spPr>
            <a:xfrm>
              <a:off x="4535534" y="256199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24"/>
            <p:cNvSpPr/>
            <p:nvPr/>
          </p:nvSpPr>
          <p:spPr>
            <a:xfrm>
              <a:off x="4535534" y="256199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24"/>
            <p:cNvSpPr/>
            <p:nvPr/>
          </p:nvSpPr>
          <p:spPr>
            <a:xfrm>
              <a:off x="4535534" y="256199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8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24"/>
            <p:cNvSpPr/>
            <p:nvPr/>
          </p:nvSpPr>
          <p:spPr>
            <a:xfrm>
              <a:off x="4534552" y="256294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24"/>
            <p:cNvSpPr/>
            <p:nvPr/>
          </p:nvSpPr>
          <p:spPr>
            <a:xfrm>
              <a:off x="4534552" y="256294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24"/>
            <p:cNvSpPr/>
            <p:nvPr/>
          </p:nvSpPr>
          <p:spPr>
            <a:xfrm>
              <a:off x="4534552" y="256294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24"/>
            <p:cNvSpPr/>
            <p:nvPr/>
          </p:nvSpPr>
          <p:spPr>
            <a:xfrm>
              <a:off x="4383901" y="256294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24"/>
            <p:cNvSpPr/>
            <p:nvPr/>
          </p:nvSpPr>
          <p:spPr>
            <a:xfrm>
              <a:off x="4383901" y="2562948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24"/>
            <p:cNvSpPr/>
            <p:nvPr/>
          </p:nvSpPr>
          <p:spPr>
            <a:xfrm>
              <a:off x="4383901" y="2562948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24"/>
            <p:cNvSpPr/>
            <p:nvPr/>
          </p:nvSpPr>
          <p:spPr>
            <a:xfrm>
              <a:off x="4382919" y="256294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24"/>
            <p:cNvSpPr/>
            <p:nvPr/>
          </p:nvSpPr>
          <p:spPr>
            <a:xfrm>
              <a:off x="4382919" y="2562948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24"/>
            <p:cNvSpPr/>
            <p:nvPr/>
          </p:nvSpPr>
          <p:spPr>
            <a:xfrm>
              <a:off x="4382919" y="256294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24"/>
            <p:cNvSpPr/>
            <p:nvPr/>
          </p:nvSpPr>
          <p:spPr>
            <a:xfrm>
              <a:off x="4382919" y="256294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24"/>
            <p:cNvSpPr/>
            <p:nvPr/>
          </p:nvSpPr>
          <p:spPr>
            <a:xfrm>
              <a:off x="4382919" y="256294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24"/>
            <p:cNvSpPr/>
            <p:nvPr/>
          </p:nvSpPr>
          <p:spPr>
            <a:xfrm>
              <a:off x="4381937" y="2562948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24"/>
            <p:cNvSpPr/>
            <p:nvPr/>
          </p:nvSpPr>
          <p:spPr>
            <a:xfrm>
              <a:off x="4381937" y="256294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24"/>
            <p:cNvSpPr/>
            <p:nvPr/>
          </p:nvSpPr>
          <p:spPr>
            <a:xfrm>
              <a:off x="4381937" y="2562948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24"/>
            <p:cNvSpPr/>
            <p:nvPr/>
          </p:nvSpPr>
          <p:spPr>
            <a:xfrm>
              <a:off x="4369290" y="2548368"/>
              <a:ext cx="25323" cy="14611"/>
            </a:xfrm>
            <a:custGeom>
              <a:rect b="b" l="l" r="r" t="t"/>
              <a:pathLst>
                <a:path extrusionOk="0" h="476" w="825">
                  <a:moveTo>
                    <a:pt x="349" y="1"/>
                  </a:moveTo>
                  <a:lnTo>
                    <a:pt x="33" y="191"/>
                  </a:lnTo>
                  <a:cubicBezTo>
                    <a:pt x="1" y="191"/>
                    <a:pt x="1" y="222"/>
                    <a:pt x="33" y="254"/>
                  </a:cubicBezTo>
                  <a:lnTo>
                    <a:pt x="413" y="476"/>
                  </a:lnTo>
                  <a:lnTo>
                    <a:pt x="508" y="476"/>
                  </a:lnTo>
                  <a:lnTo>
                    <a:pt x="824" y="286"/>
                  </a:lnTo>
                  <a:cubicBezTo>
                    <a:pt x="824" y="254"/>
                    <a:pt x="824" y="254"/>
                    <a:pt x="824" y="222"/>
                  </a:cubicBezTo>
                  <a:lnTo>
                    <a:pt x="444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24"/>
            <p:cNvSpPr/>
            <p:nvPr/>
          </p:nvSpPr>
          <p:spPr>
            <a:xfrm>
              <a:off x="4370272" y="2548368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7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24"/>
            <p:cNvSpPr/>
            <p:nvPr/>
          </p:nvSpPr>
          <p:spPr>
            <a:xfrm>
              <a:off x="4417911" y="2558099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24"/>
            <p:cNvSpPr/>
            <p:nvPr/>
          </p:nvSpPr>
          <p:spPr>
            <a:xfrm>
              <a:off x="4403331" y="2556165"/>
              <a:ext cx="12677" cy="12646"/>
            </a:xfrm>
            <a:custGeom>
              <a:rect b="b" l="l" r="r" t="t"/>
              <a:pathLst>
                <a:path extrusionOk="0" h="412" w="413">
                  <a:moveTo>
                    <a:pt x="32" y="0"/>
                  </a:moveTo>
                  <a:lnTo>
                    <a:pt x="0" y="190"/>
                  </a:lnTo>
                  <a:lnTo>
                    <a:pt x="412" y="412"/>
                  </a:lnTo>
                  <a:lnTo>
                    <a:pt x="412" y="22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24"/>
            <p:cNvSpPr/>
            <p:nvPr/>
          </p:nvSpPr>
          <p:spPr>
            <a:xfrm>
              <a:off x="4353759" y="2558099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24"/>
            <p:cNvSpPr/>
            <p:nvPr/>
          </p:nvSpPr>
          <p:spPr>
            <a:xfrm>
              <a:off x="4403331" y="2549351"/>
              <a:ext cx="25293" cy="14365"/>
            </a:xfrm>
            <a:custGeom>
              <a:rect b="b" l="l" r="r" t="t"/>
              <a:pathLst>
                <a:path extrusionOk="0" h="468" w="824">
                  <a:moveTo>
                    <a:pt x="317" y="0"/>
                  </a:moveTo>
                  <a:lnTo>
                    <a:pt x="32" y="190"/>
                  </a:lnTo>
                  <a:cubicBezTo>
                    <a:pt x="0" y="190"/>
                    <a:pt x="0" y="222"/>
                    <a:pt x="32" y="222"/>
                  </a:cubicBezTo>
                  <a:lnTo>
                    <a:pt x="412" y="444"/>
                  </a:lnTo>
                  <a:cubicBezTo>
                    <a:pt x="412" y="460"/>
                    <a:pt x="428" y="468"/>
                    <a:pt x="444" y="468"/>
                  </a:cubicBezTo>
                  <a:cubicBezTo>
                    <a:pt x="460" y="468"/>
                    <a:pt x="475" y="460"/>
                    <a:pt x="475" y="444"/>
                  </a:cubicBezTo>
                  <a:lnTo>
                    <a:pt x="792" y="285"/>
                  </a:lnTo>
                  <a:cubicBezTo>
                    <a:pt x="824" y="254"/>
                    <a:pt x="824" y="222"/>
                    <a:pt x="792" y="222"/>
                  </a:cubicBezTo>
                  <a:lnTo>
                    <a:pt x="412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24"/>
            <p:cNvSpPr/>
            <p:nvPr/>
          </p:nvSpPr>
          <p:spPr>
            <a:xfrm>
              <a:off x="4404313" y="2549351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7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443" y="412"/>
                  </a:lnTo>
                  <a:lnTo>
                    <a:pt x="760" y="22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24"/>
            <p:cNvSpPr/>
            <p:nvPr/>
          </p:nvSpPr>
          <p:spPr>
            <a:xfrm>
              <a:off x="4417911" y="256294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2"/>
                  </a:lnTo>
                  <a:cubicBezTo>
                    <a:pt x="0" y="32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24"/>
            <p:cNvSpPr/>
            <p:nvPr/>
          </p:nvSpPr>
          <p:spPr>
            <a:xfrm>
              <a:off x="4417911" y="256393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24"/>
            <p:cNvSpPr/>
            <p:nvPr/>
          </p:nvSpPr>
          <p:spPr>
            <a:xfrm>
              <a:off x="4416929" y="256393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24"/>
            <p:cNvSpPr/>
            <p:nvPr/>
          </p:nvSpPr>
          <p:spPr>
            <a:xfrm>
              <a:off x="4416929" y="256393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24"/>
            <p:cNvSpPr/>
            <p:nvPr/>
          </p:nvSpPr>
          <p:spPr>
            <a:xfrm>
              <a:off x="4416929" y="256393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24"/>
            <p:cNvSpPr/>
            <p:nvPr/>
          </p:nvSpPr>
          <p:spPr>
            <a:xfrm>
              <a:off x="4416929" y="256393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24"/>
            <p:cNvSpPr/>
            <p:nvPr/>
          </p:nvSpPr>
          <p:spPr>
            <a:xfrm>
              <a:off x="4415977" y="256393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24"/>
            <p:cNvSpPr/>
            <p:nvPr/>
          </p:nvSpPr>
          <p:spPr>
            <a:xfrm>
              <a:off x="4415977" y="256393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24"/>
            <p:cNvSpPr/>
            <p:nvPr/>
          </p:nvSpPr>
          <p:spPr>
            <a:xfrm>
              <a:off x="4415977" y="256393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24"/>
            <p:cNvSpPr/>
            <p:nvPr/>
          </p:nvSpPr>
          <p:spPr>
            <a:xfrm>
              <a:off x="4415977" y="256393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24"/>
            <p:cNvSpPr/>
            <p:nvPr/>
          </p:nvSpPr>
          <p:spPr>
            <a:xfrm>
              <a:off x="4415977" y="2562948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24"/>
            <p:cNvSpPr/>
            <p:nvPr/>
          </p:nvSpPr>
          <p:spPr>
            <a:xfrm>
              <a:off x="4451921" y="2558099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8" y="0"/>
                  </a:moveTo>
                  <a:lnTo>
                    <a:pt x="1" y="190"/>
                  </a:lnTo>
                  <a:lnTo>
                    <a:pt x="1" y="349"/>
                  </a:lnTo>
                  <a:lnTo>
                    <a:pt x="318" y="19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24"/>
            <p:cNvSpPr/>
            <p:nvPr/>
          </p:nvSpPr>
          <p:spPr>
            <a:xfrm>
              <a:off x="4437341" y="2557116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24"/>
            <p:cNvSpPr/>
            <p:nvPr/>
          </p:nvSpPr>
          <p:spPr>
            <a:xfrm>
              <a:off x="4436389" y="2549596"/>
              <a:ext cx="26275" cy="15102"/>
            </a:xfrm>
            <a:custGeom>
              <a:rect b="b" l="l" r="r" t="t"/>
              <a:pathLst>
                <a:path extrusionOk="0" h="492" w="856">
                  <a:moveTo>
                    <a:pt x="396" y="0"/>
                  </a:moveTo>
                  <a:cubicBezTo>
                    <a:pt x="380" y="0"/>
                    <a:pt x="364" y="8"/>
                    <a:pt x="349" y="24"/>
                  </a:cubicBezTo>
                  <a:lnTo>
                    <a:pt x="32" y="214"/>
                  </a:lnTo>
                  <a:cubicBezTo>
                    <a:pt x="0" y="214"/>
                    <a:pt x="0" y="246"/>
                    <a:pt x="32" y="246"/>
                  </a:cubicBezTo>
                  <a:lnTo>
                    <a:pt x="412" y="467"/>
                  </a:lnTo>
                  <a:cubicBezTo>
                    <a:pt x="428" y="483"/>
                    <a:pt x="444" y="491"/>
                    <a:pt x="459" y="491"/>
                  </a:cubicBezTo>
                  <a:cubicBezTo>
                    <a:pt x="475" y="491"/>
                    <a:pt x="491" y="483"/>
                    <a:pt x="507" y="467"/>
                  </a:cubicBezTo>
                  <a:lnTo>
                    <a:pt x="824" y="277"/>
                  </a:lnTo>
                  <a:cubicBezTo>
                    <a:pt x="855" y="277"/>
                    <a:pt x="855" y="246"/>
                    <a:pt x="824" y="246"/>
                  </a:cubicBezTo>
                  <a:lnTo>
                    <a:pt x="444" y="24"/>
                  </a:lnTo>
                  <a:cubicBezTo>
                    <a:pt x="428" y="8"/>
                    <a:pt x="412" y="0"/>
                    <a:pt x="396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24"/>
            <p:cNvSpPr/>
            <p:nvPr/>
          </p:nvSpPr>
          <p:spPr>
            <a:xfrm>
              <a:off x="4437341" y="2549351"/>
              <a:ext cx="24341" cy="13629"/>
            </a:xfrm>
            <a:custGeom>
              <a:rect b="b" l="l" r="r" t="t"/>
              <a:pathLst>
                <a:path extrusionOk="0" h="444" w="793">
                  <a:moveTo>
                    <a:pt x="349" y="0"/>
                  </a:moveTo>
                  <a:cubicBezTo>
                    <a:pt x="349" y="0"/>
                    <a:pt x="349" y="32"/>
                    <a:pt x="318" y="32"/>
                  </a:cubicBezTo>
                  <a:lnTo>
                    <a:pt x="1" y="222"/>
                  </a:lnTo>
                  <a:lnTo>
                    <a:pt x="32" y="222"/>
                  </a:lnTo>
                  <a:lnTo>
                    <a:pt x="413" y="444"/>
                  </a:lnTo>
                  <a:lnTo>
                    <a:pt x="476" y="444"/>
                  </a:lnTo>
                  <a:lnTo>
                    <a:pt x="793" y="254"/>
                  </a:lnTo>
                  <a:lnTo>
                    <a:pt x="761" y="254"/>
                  </a:lnTo>
                  <a:lnTo>
                    <a:pt x="381" y="32"/>
                  </a:lnTo>
                  <a:cubicBezTo>
                    <a:pt x="381" y="32"/>
                    <a:pt x="381" y="0"/>
                    <a:pt x="349" y="0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24"/>
            <p:cNvSpPr/>
            <p:nvPr/>
          </p:nvSpPr>
          <p:spPr>
            <a:xfrm>
              <a:off x="4451921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24"/>
            <p:cNvSpPr/>
            <p:nvPr/>
          </p:nvSpPr>
          <p:spPr>
            <a:xfrm>
              <a:off x="4450970" y="2563931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24"/>
            <p:cNvSpPr/>
            <p:nvPr/>
          </p:nvSpPr>
          <p:spPr>
            <a:xfrm>
              <a:off x="4450970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24"/>
            <p:cNvSpPr/>
            <p:nvPr/>
          </p:nvSpPr>
          <p:spPr>
            <a:xfrm>
              <a:off x="4450970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cubicBezTo>
                    <a:pt x="0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24"/>
            <p:cNvSpPr/>
            <p:nvPr/>
          </p:nvSpPr>
          <p:spPr>
            <a:xfrm>
              <a:off x="4449987" y="2564913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24"/>
            <p:cNvSpPr/>
            <p:nvPr/>
          </p:nvSpPr>
          <p:spPr>
            <a:xfrm>
              <a:off x="4449987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cubicBezTo>
                    <a:pt x="1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24"/>
            <p:cNvSpPr/>
            <p:nvPr/>
          </p:nvSpPr>
          <p:spPr>
            <a:xfrm>
              <a:off x="4449987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24"/>
            <p:cNvSpPr/>
            <p:nvPr/>
          </p:nvSpPr>
          <p:spPr>
            <a:xfrm>
              <a:off x="4449987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24"/>
            <p:cNvSpPr/>
            <p:nvPr/>
          </p:nvSpPr>
          <p:spPr>
            <a:xfrm>
              <a:off x="4449987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24"/>
            <p:cNvSpPr/>
            <p:nvPr/>
          </p:nvSpPr>
          <p:spPr>
            <a:xfrm>
              <a:off x="4449005" y="256393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3" y="19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24"/>
            <p:cNvSpPr/>
            <p:nvPr/>
          </p:nvSpPr>
          <p:spPr>
            <a:xfrm>
              <a:off x="4449005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24"/>
            <p:cNvSpPr/>
            <p:nvPr/>
          </p:nvSpPr>
          <p:spPr>
            <a:xfrm>
              <a:off x="4387769" y="2559081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58"/>
                  </a:lnTo>
                  <a:lnTo>
                    <a:pt x="1" y="348"/>
                  </a:lnTo>
                  <a:lnTo>
                    <a:pt x="317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24"/>
            <p:cNvSpPr/>
            <p:nvPr/>
          </p:nvSpPr>
          <p:spPr>
            <a:xfrm>
              <a:off x="4485962" y="2559081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5" y="0"/>
                  </a:moveTo>
                  <a:lnTo>
                    <a:pt x="0" y="190"/>
                  </a:lnTo>
                  <a:lnTo>
                    <a:pt x="0" y="348"/>
                  </a:lnTo>
                  <a:lnTo>
                    <a:pt x="285" y="158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24"/>
            <p:cNvSpPr/>
            <p:nvPr/>
          </p:nvSpPr>
          <p:spPr>
            <a:xfrm>
              <a:off x="4353759" y="256393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24"/>
            <p:cNvSpPr/>
            <p:nvPr/>
          </p:nvSpPr>
          <p:spPr>
            <a:xfrm>
              <a:off x="4353759" y="256393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24"/>
            <p:cNvSpPr/>
            <p:nvPr/>
          </p:nvSpPr>
          <p:spPr>
            <a:xfrm>
              <a:off x="4353759" y="256393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24"/>
            <p:cNvSpPr/>
            <p:nvPr/>
          </p:nvSpPr>
          <p:spPr>
            <a:xfrm>
              <a:off x="4353759" y="256393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24"/>
            <p:cNvSpPr/>
            <p:nvPr/>
          </p:nvSpPr>
          <p:spPr>
            <a:xfrm>
              <a:off x="4353759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24"/>
            <p:cNvSpPr/>
            <p:nvPr/>
          </p:nvSpPr>
          <p:spPr>
            <a:xfrm>
              <a:off x="4353759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24"/>
            <p:cNvSpPr/>
            <p:nvPr/>
          </p:nvSpPr>
          <p:spPr>
            <a:xfrm>
              <a:off x="4353759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24"/>
            <p:cNvSpPr/>
            <p:nvPr/>
          </p:nvSpPr>
          <p:spPr>
            <a:xfrm>
              <a:off x="4353759" y="256491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24"/>
            <p:cNvSpPr/>
            <p:nvPr/>
          </p:nvSpPr>
          <p:spPr>
            <a:xfrm>
              <a:off x="4471382" y="2558099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24"/>
            <p:cNvSpPr/>
            <p:nvPr/>
          </p:nvSpPr>
          <p:spPr>
            <a:xfrm>
              <a:off x="4366374" y="2558099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9"/>
                  </a:lnTo>
                  <a:lnTo>
                    <a:pt x="381" y="380"/>
                  </a:lnTo>
                  <a:lnTo>
                    <a:pt x="381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24"/>
            <p:cNvSpPr/>
            <p:nvPr/>
          </p:nvSpPr>
          <p:spPr>
            <a:xfrm>
              <a:off x="4484980" y="2564913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24"/>
            <p:cNvSpPr/>
            <p:nvPr/>
          </p:nvSpPr>
          <p:spPr>
            <a:xfrm>
              <a:off x="4484980" y="256491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24"/>
            <p:cNvSpPr/>
            <p:nvPr/>
          </p:nvSpPr>
          <p:spPr>
            <a:xfrm>
              <a:off x="4483997" y="2564913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3" y="15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24"/>
            <p:cNvSpPr/>
            <p:nvPr/>
          </p:nvSpPr>
          <p:spPr>
            <a:xfrm>
              <a:off x="4483997" y="256491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24"/>
            <p:cNvSpPr/>
            <p:nvPr/>
          </p:nvSpPr>
          <p:spPr>
            <a:xfrm>
              <a:off x="4483997" y="25649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24"/>
            <p:cNvSpPr/>
            <p:nvPr/>
          </p:nvSpPr>
          <p:spPr>
            <a:xfrm>
              <a:off x="4483997" y="25649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24"/>
            <p:cNvSpPr/>
            <p:nvPr/>
          </p:nvSpPr>
          <p:spPr>
            <a:xfrm>
              <a:off x="4483997" y="256491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24"/>
            <p:cNvSpPr/>
            <p:nvPr/>
          </p:nvSpPr>
          <p:spPr>
            <a:xfrm>
              <a:off x="4483046" y="2564913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24"/>
            <p:cNvSpPr/>
            <p:nvPr/>
          </p:nvSpPr>
          <p:spPr>
            <a:xfrm>
              <a:off x="4483046" y="256491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24"/>
            <p:cNvSpPr/>
            <p:nvPr/>
          </p:nvSpPr>
          <p:spPr>
            <a:xfrm>
              <a:off x="4483046" y="256491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24"/>
            <p:cNvSpPr/>
            <p:nvPr/>
          </p:nvSpPr>
          <p:spPr>
            <a:xfrm>
              <a:off x="4483046" y="256491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24"/>
            <p:cNvSpPr/>
            <p:nvPr/>
          </p:nvSpPr>
          <p:spPr>
            <a:xfrm>
              <a:off x="4420827" y="2559081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90"/>
                  </a:lnTo>
                  <a:lnTo>
                    <a:pt x="0" y="348"/>
                  </a:lnTo>
                  <a:lnTo>
                    <a:pt x="317" y="19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24"/>
            <p:cNvSpPr/>
            <p:nvPr/>
          </p:nvSpPr>
          <p:spPr>
            <a:xfrm>
              <a:off x="4387769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24"/>
            <p:cNvSpPr/>
            <p:nvPr/>
          </p:nvSpPr>
          <p:spPr>
            <a:xfrm>
              <a:off x="4387769" y="256393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32"/>
                  </a:lnTo>
                  <a:cubicBezTo>
                    <a:pt x="1" y="32"/>
                    <a:pt x="1" y="32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24"/>
            <p:cNvSpPr/>
            <p:nvPr/>
          </p:nvSpPr>
          <p:spPr>
            <a:xfrm>
              <a:off x="4386817" y="2564913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32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24"/>
            <p:cNvSpPr/>
            <p:nvPr/>
          </p:nvSpPr>
          <p:spPr>
            <a:xfrm>
              <a:off x="4386817" y="2564913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24"/>
            <p:cNvSpPr/>
            <p:nvPr/>
          </p:nvSpPr>
          <p:spPr>
            <a:xfrm>
              <a:off x="4386817" y="256491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24"/>
            <p:cNvSpPr/>
            <p:nvPr/>
          </p:nvSpPr>
          <p:spPr>
            <a:xfrm>
              <a:off x="4386817" y="256491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24"/>
            <p:cNvSpPr/>
            <p:nvPr/>
          </p:nvSpPr>
          <p:spPr>
            <a:xfrm>
              <a:off x="4386817" y="25649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8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24"/>
            <p:cNvSpPr/>
            <p:nvPr/>
          </p:nvSpPr>
          <p:spPr>
            <a:xfrm>
              <a:off x="4386817" y="25649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24"/>
            <p:cNvSpPr/>
            <p:nvPr/>
          </p:nvSpPr>
          <p:spPr>
            <a:xfrm>
              <a:off x="4353759" y="2563931"/>
              <a:ext cx="31" cy="6845"/>
            </a:xfrm>
            <a:custGeom>
              <a:rect b="b" l="l" r="r" t="t"/>
              <a:pathLst>
                <a:path extrusionOk="0" h="223" w="1">
                  <a:moveTo>
                    <a:pt x="0" y="32"/>
                  </a:moveTo>
                  <a:lnTo>
                    <a:pt x="0" y="222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24"/>
            <p:cNvSpPr/>
            <p:nvPr/>
          </p:nvSpPr>
          <p:spPr>
            <a:xfrm>
              <a:off x="4519020" y="2562948"/>
              <a:ext cx="4881" cy="7827"/>
            </a:xfrm>
            <a:custGeom>
              <a:rect b="b" l="l" r="r" t="t"/>
              <a:pathLst>
                <a:path extrusionOk="0" h="255" w="159">
                  <a:moveTo>
                    <a:pt x="158" y="1"/>
                  </a:moveTo>
                  <a:lnTo>
                    <a:pt x="0" y="96"/>
                  </a:lnTo>
                  <a:lnTo>
                    <a:pt x="0" y="254"/>
                  </a:lnTo>
                  <a:lnTo>
                    <a:pt x="158" y="159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24"/>
            <p:cNvSpPr/>
            <p:nvPr/>
          </p:nvSpPr>
          <p:spPr>
            <a:xfrm>
              <a:off x="4504410" y="2559081"/>
              <a:ext cx="12677" cy="11695"/>
            </a:xfrm>
            <a:custGeom>
              <a:rect b="b" l="l" r="r" t="t"/>
              <a:pathLst>
                <a:path extrusionOk="0" h="381" w="413">
                  <a:moveTo>
                    <a:pt x="1" y="0"/>
                  </a:moveTo>
                  <a:lnTo>
                    <a:pt x="1" y="158"/>
                  </a:lnTo>
                  <a:lnTo>
                    <a:pt x="413" y="380"/>
                  </a:lnTo>
                  <a:lnTo>
                    <a:pt x="413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24"/>
            <p:cNvSpPr/>
            <p:nvPr/>
          </p:nvSpPr>
          <p:spPr>
            <a:xfrm>
              <a:off x="4400415" y="2559081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8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24"/>
            <p:cNvSpPr/>
            <p:nvPr/>
          </p:nvSpPr>
          <p:spPr>
            <a:xfrm>
              <a:off x="4454837" y="2560032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8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8" y="159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24"/>
            <p:cNvSpPr/>
            <p:nvPr/>
          </p:nvSpPr>
          <p:spPr>
            <a:xfrm>
              <a:off x="4378038" y="2564913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33" y="190"/>
                    <a:pt x="33" y="190"/>
                  </a:cubicBezTo>
                  <a:lnTo>
                    <a:pt x="33" y="32"/>
                  </a:lnTo>
                  <a:cubicBezTo>
                    <a:pt x="33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24"/>
            <p:cNvSpPr/>
            <p:nvPr/>
          </p:nvSpPr>
          <p:spPr>
            <a:xfrm>
              <a:off x="4518038" y="2565864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24"/>
            <p:cNvSpPr/>
            <p:nvPr/>
          </p:nvSpPr>
          <p:spPr>
            <a:xfrm>
              <a:off x="4518038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24"/>
            <p:cNvSpPr/>
            <p:nvPr/>
          </p:nvSpPr>
          <p:spPr>
            <a:xfrm>
              <a:off x="4518038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24"/>
            <p:cNvSpPr/>
            <p:nvPr/>
          </p:nvSpPr>
          <p:spPr>
            <a:xfrm>
              <a:off x="4518038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24"/>
            <p:cNvSpPr/>
            <p:nvPr/>
          </p:nvSpPr>
          <p:spPr>
            <a:xfrm>
              <a:off x="4518038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24"/>
            <p:cNvSpPr/>
            <p:nvPr/>
          </p:nvSpPr>
          <p:spPr>
            <a:xfrm>
              <a:off x="4518038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24"/>
            <p:cNvSpPr/>
            <p:nvPr/>
          </p:nvSpPr>
          <p:spPr>
            <a:xfrm>
              <a:off x="4517056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24"/>
            <p:cNvSpPr/>
            <p:nvPr/>
          </p:nvSpPr>
          <p:spPr>
            <a:xfrm>
              <a:off x="4517056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24"/>
            <p:cNvSpPr/>
            <p:nvPr/>
          </p:nvSpPr>
          <p:spPr>
            <a:xfrm>
              <a:off x="4517056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24"/>
            <p:cNvSpPr/>
            <p:nvPr/>
          </p:nvSpPr>
          <p:spPr>
            <a:xfrm>
              <a:off x="4517056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24"/>
            <p:cNvSpPr/>
            <p:nvPr/>
          </p:nvSpPr>
          <p:spPr>
            <a:xfrm>
              <a:off x="4517056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24"/>
            <p:cNvSpPr/>
            <p:nvPr/>
          </p:nvSpPr>
          <p:spPr>
            <a:xfrm>
              <a:off x="4420827" y="256491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24"/>
            <p:cNvSpPr/>
            <p:nvPr/>
          </p:nvSpPr>
          <p:spPr>
            <a:xfrm>
              <a:off x="4420827" y="25649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90"/>
                    <a:pt x="0" y="19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24"/>
            <p:cNvSpPr/>
            <p:nvPr/>
          </p:nvSpPr>
          <p:spPr>
            <a:xfrm>
              <a:off x="4420827" y="25649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24"/>
            <p:cNvSpPr/>
            <p:nvPr/>
          </p:nvSpPr>
          <p:spPr>
            <a:xfrm>
              <a:off x="4420827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24"/>
            <p:cNvSpPr/>
            <p:nvPr/>
          </p:nvSpPr>
          <p:spPr>
            <a:xfrm>
              <a:off x="4420827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24"/>
            <p:cNvSpPr/>
            <p:nvPr/>
          </p:nvSpPr>
          <p:spPr>
            <a:xfrm>
              <a:off x="4420827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24"/>
            <p:cNvSpPr/>
            <p:nvPr/>
          </p:nvSpPr>
          <p:spPr>
            <a:xfrm>
              <a:off x="4420827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24"/>
            <p:cNvSpPr/>
            <p:nvPr/>
          </p:nvSpPr>
          <p:spPr>
            <a:xfrm>
              <a:off x="4420827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24"/>
            <p:cNvSpPr/>
            <p:nvPr/>
          </p:nvSpPr>
          <p:spPr>
            <a:xfrm>
              <a:off x="4386817" y="2564913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8"/>
                  </a:lnTo>
                  <a:cubicBezTo>
                    <a:pt x="0" y="190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24"/>
            <p:cNvSpPr/>
            <p:nvPr/>
          </p:nvSpPr>
          <p:spPr>
            <a:xfrm>
              <a:off x="4433473" y="2559081"/>
              <a:ext cx="11695" cy="12646"/>
            </a:xfrm>
            <a:custGeom>
              <a:rect b="b" l="l" r="r" t="t"/>
              <a:pathLst>
                <a:path extrusionOk="0" h="412" w="381">
                  <a:moveTo>
                    <a:pt x="0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24"/>
            <p:cNvSpPr/>
            <p:nvPr/>
          </p:nvSpPr>
          <p:spPr>
            <a:xfrm>
              <a:off x="4488878" y="2561015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5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285" y="159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24"/>
            <p:cNvSpPr/>
            <p:nvPr/>
          </p:nvSpPr>
          <p:spPr>
            <a:xfrm>
              <a:off x="4412079" y="256586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24"/>
            <p:cNvSpPr/>
            <p:nvPr/>
          </p:nvSpPr>
          <p:spPr>
            <a:xfrm>
              <a:off x="4454837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24"/>
            <p:cNvSpPr/>
            <p:nvPr/>
          </p:nvSpPr>
          <p:spPr>
            <a:xfrm>
              <a:off x="4454837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24"/>
            <p:cNvSpPr/>
            <p:nvPr/>
          </p:nvSpPr>
          <p:spPr>
            <a:xfrm>
              <a:off x="4454837" y="256586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24"/>
            <p:cNvSpPr/>
            <p:nvPr/>
          </p:nvSpPr>
          <p:spPr>
            <a:xfrm>
              <a:off x="4454837" y="256586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24"/>
            <p:cNvSpPr/>
            <p:nvPr/>
          </p:nvSpPr>
          <p:spPr>
            <a:xfrm>
              <a:off x="4454837" y="256586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24"/>
            <p:cNvSpPr/>
            <p:nvPr/>
          </p:nvSpPr>
          <p:spPr>
            <a:xfrm>
              <a:off x="4453886" y="2566847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24"/>
            <p:cNvSpPr/>
            <p:nvPr/>
          </p:nvSpPr>
          <p:spPr>
            <a:xfrm>
              <a:off x="4453886" y="256684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24"/>
            <p:cNvSpPr/>
            <p:nvPr/>
          </p:nvSpPr>
          <p:spPr>
            <a:xfrm>
              <a:off x="4453886" y="256684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24"/>
            <p:cNvSpPr/>
            <p:nvPr/>
          </p:nvSpPr>
          <p:spPr>
            <a:xfrm>
              <a:off x="4379021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24"/>
            <p:cNvSpPr/>
            <p:nvPr/>
          </p:nvSpPr>
          <p:spPr>
            <a:xfrm>
              <a:off x="4379021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24"/>
            <p:cNvSpPr/>
            <p:nvPr/>
          </p:nvSpPr>
          <p:spPr>
            <a:xfrm>
              <a:off x="4379021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24"/>
            <p:cNvSpPr/>
            <p:nvPr/>
          </p:nvSpPr>
          <p:spPr>
            <a:xfrm>
              <a:off x="4379021" y="2565864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24"/>
            <p:cNvSpPr/>
            <p:nvPr/>
          </p:nvSpPr>
          <p:spPr>
            <a:xfrm>
              <a:off x="4378038" y="256586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33" y="159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24"/>
            <p:cNvSpPr/>
            <p:nvPr/>
          </p:nvSpPr>
          <p:spPr>
            <a:xfrm>
              <a:off x="4378038" y="256586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24"/>
            <p:cNvSpPr/>
            <p:nvPr/>
          </p:nvSpPr>
          <p:spPr>
            <a:xfrm>
              <a:off x="4378038" y="256586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24"/>
            <p:cNvSpPr/>
            <p:nvPr/>
          </p:nvSpPr>
          <p:spPr>
            <a:xfrm>
              <a:off x="4378038" y="256684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24"/>
            <p:cNvSpPr/>
            <p:nvPr/>
          </p:nvSpPr>
          <p:spPr>
            <a:xfrm>
              <a:off x="4420827" y="2565864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24"/>
            <p:cNvSpPr/>
            <p:nvPr/>
          </p:nvSpPr>
          <p:spPr>
            <a:xfrm>
              <a:off x="4445138" y="256586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32"/>
                  </a:lnTo>
                  <a:cubicBezTo>
                    <a:pt x="32" y="32"/>
                    <a:pt x="32" y="32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24"/>
            <p:cNvSpPr/>
            <p:nvPr/>
          </p:nvSpPr>
          <p:spPr>
            <a:xfrm>
              <a:off x="4488878" y="256684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24"/>
            <p:cNvSpPr/>
            <p:nvPr/>
          </p:nvSpPr>
          <p:spPr>
            <a:xfrm>
              <a:off x="4487896" y="2566847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24"/>
            <p:cNvSpPr/>
            <p:nvPr/>
          </p:nvSpPr>
          <p:spPr>
            <a:xfrm>
              <a:off x="4487896" y="256684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24"/>
            <p:cNvSpPr/>
            <p:nvPr/>
          </p:nvSpPr>
          <p:spPr>
            <a:xfrm>
              <a:off x="4487896" y="256684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24"/>
            <p:cNvSpPr/>
            <p:nvPr/>
          </p:nvSpPr>
          <p:spPr>
            <a:xfrm>
              <a:off x="4487896" y="256684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24"/>
            <p:cNvSpPr/>
            <p:nvPr/>
          </p:nvSpPr>
          <p:spPr>
            <a:xfrm>
              <a:off x="4487896" y="256684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24"/>
            <p:cNvSpPr/>
            <p:nvPr/>
          </p:nvSpPr>
          <p:spPr>
            <a:xfrm>
              <a:off x="4487896" y="256684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24"/>
            <p:cNvSpPr/>
            <p:nvPr/>
          </p:nvSpPr>
          <p:spPr>
            <a:xfrm>
              <a:off x="4487896" y="256782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24"/>
            <p:cNvSpPr/>
            <p:nvPr/>
          </p:nvSpPr>
          <p:spPr>
            <a:xfrm>
              <a:off x="4412079" y="256684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24"/>
            <p:cNvSpPr/>
            <p:nvPr/>
          </p:nvSpPr>
          <p:spPr>
            <a:xfrm>
              <a:off x="4412079" y="256684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24"/>
            <p:cNvSpPr/>
            <p:nvPr/>
          </p:nvSpPr>
          <p:spPr>
            <a:xfrm>
              <a:off x="4412079" y="256684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24"/>
            <p:cNvSpPr/>
            <p:nvPr/>
          </p:nvSpPr>
          <p:spPr>
            <a:xfrm>
              <a:off x="4412079" y="256684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24"/>
            <p:cNvSpPr/>
            <p:nvPr/>
          </p:nvSpPr>
          <p:spPr>
            <a:xfrm>
              <a:off x="4412079" y="256684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24"/>
            <p:cNvSpPr/>
            <p:nvPr/>
          </p:nvSpPr>
          <p:spPr>
            <a:xfrm>
              <a:off x="4412079" y="256684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24"/>
            <p:cNvSpPr/>
            <p:nvPr/>
          </p:nvSpPr>
          <p:spPr>
            <a:xfrm>
              <a:off x="4412079" y="256684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24"/>
            <p:cNvSpPr/>
            <p:nvPr/>
          </p:nvSpPr>
          <p:spPr>
            <a:xfrm>
              <a:off x="4412079" y="256684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24"/>
            <p:cNvSpPr/>
            <p:nvPr/>
          </p:nvSpPr>
          <p:spPr>
            <a:xfrm>
              <a:off x="4453886" y="2566847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24"/>
            <p:cNvSpPr/>
            <p:nvPr/>
          </p:nvSpPr>
          <p:spPr>
            <a:xfrm>
              <a:off x="4500542" y="2561015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24"/>
            <p:cNvSpPr/>
            <p:nvPr/>
          </p:nvSpPr>
          <p:spPr>
            <a:xfrm>
              <a:off x="4446089" y="256684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24"/>
            <p:cNvSpPr/>
            <p:nvPr/>
          </p:nvSpPr>
          <p:spPr>
            <a:xfrm>
              <a:off x="4446089" y="256684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24"/>
            <p:cNvSpPr/>
            <p:nvPr/>
          </p:nvSpPr>
          <p:spPr>
            <a:xfrm>
              <a:off x="4446089" y="256684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24"/>
            <p:cNvSpPr/>
            <p:nvPr/>
          </p:nvSpPr>
          <p:spPr>
            <a:xfrm>
              <a:off x="4446089" y="256684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24"/>
            <p:cNvSpPr/>
            <p:nvPr/>
          </p:nvSpPr>
          <p:spPr>
            <a:xfrm>
              <a:off x="4446089" y="256782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24"/>
            <p:cNvSpPr/>
            <p:nvPr/>
          </p:nvSpPr>
          <p:spPr>
            <a:xfrm>
              <a:off x="4446089" y="256782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24"/>
            <p:cNvSpPr/>
            <p:nvPr/>
          </p:nvSpPr>
          <p:spPr>
            <a:xfrm>
              <a:off x="4445138" y="256782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24"/>
            <p:cNvSpPr/>
            <p:nvPr/>
          </p:nvSpPr>
          <p:spPr>
            <a:xfrm>
              <a:off x="4445138" y="256782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24"/>
            <p:cNvSpPr/>
            <p:nvPr/>
          </p:nvSpPr>
          <p:spPr>
            <a:xfrm>
              <a:off x="4487896" y="2566847"/>
              <a:ext cx="1013" cy="6845"/>
            </a:xfrm>
            <a:custGeom>
              <a:rect b="b" l="l" r="r" t="t"/>
              <a:pathLst>
                <a:path extrusionOk="0" h="223" w="33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32" y="222"/>
                  </a:cubicBezTo>
                  <a:lnTo>
                    <a:pt x="32" y="32"/>
                  </a:lnTo>
                  <a:cubicBezTo>
                    <a:pt x="1" y="32"/>
                    <a:pt x="1" y="32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24"/>
            <p:cNvSpPr/>
            <p:nvPr/>
          </p:nvSpPr>
          <p:spPr>
            <a:xfrm>
              <a:off x="4512206" y="2567829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8"/>
                  </a:lnTo>
                  <a:cubicBezTo>
                    <a:pt x="32" y="158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32" y="0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24"/>
            <p:cNvSpPr/>
            <p:nvPr/>
          </p:nvSpPr>
          <p:spPr>
            <a:xfrm>
              <a:off x="4383901" y="2567829"/>
              <a:ext cx="0" cy="5863"/>
            </a:xfrm>
            <a:custGeom>
              <a:rect b="b" l="l" r="r" t="t"/>
              <a:pathLst>
                <a:path extrusionOk="0" h="191" w="0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24"/>
            <p:cNvSpPr/>
            <p:nvPr/>
          </p:nvSpPr>
          <p:spPr>
            <a:xfrm>
              <a:off x="4383901" y="2567829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24"/>
            <p:cNvSpPr/>
            <p:nvPr/>
          </p:nvSpPr>
          <p:spPr>
            <a:xfrm>
              <a:off x="4382919" y="256782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24"/>
            <p:cNvSpPr/>
            <p:nvPr/>
          </p:nvSpPr>
          <p:spPr>
            <a:xfrm>
              <a:off x="4382919" y="256782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24"/>
            <p:cNvSpPr/>
            <p:nvPr/>
          </p:nvSpPr>
          <p:spPr>
            <a:xfrm>
              <a:off x="4382919" y="256782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24"/>
            <p:cNvSpPr/>
            <p:nvPr/>
          </p:nvSpPr>
          <p:spPr>
            <a:xfrm>
              <a:off x="4382919" y="256782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24"/>
            <p:cNvSpPr/>
            <p:nvPr/>
          </p:nvSpPr>
          <p:spPr>
            <a:xfrm>
              <a:off x="4381937" y="256782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24"/>
            <p:cNvSpPr/>
            <p:nvPr/>
          </p:nvSpPr>
          <p:spPr>
            <a:xfrm>
              <a:off x="4381937" y="256782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24"/>
            <p:cNvSpPr/>
            <p:nvPr/>
          </p:nvSpPr>
          <p:spPr>
            <a:xfrm>
              <a:off x="4381937" y="256782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24"/>
            <p:cNvSpPr/>
            <p:nvPr/>
          </p:nvSpPr>
          <p:spPr>
            <a:xfrm>
              <a:off x="4381937" y="256782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24"/>
            <p:cNvSpPr/>
            <p:nvPr/>
          </p:nvSpPr>
          <p:spPr>
            <a:xfrm>
              <a:off x="4380985" y="2567829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cubicBezTo>
                    <a:pt x="0" y="158"/>
                    <a:pt x="0" y="158"/>
                    <a:pt x="32" y="158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24"/>
            <p:cNvSpPr/>
            <p:nvPr/>
          </p:nvSpPr>
          <p:spPr>
            <a:xfrm>
              <a:off x="4416929" y="256878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24"/>
            <p:cNvSpPr/>
            <p:nvPr/>
          </p:nvSpPr>
          <p:spPr>
            <a:xfrm>
              <a:off x="4416929" y="256878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24"/>
            <p:cNvSpPr/>
            <p:nvPr/>
          </p:nvSpPr>
          <p:spPr>
            <a:xfrm>
              <a:off x="4416929" y="256878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24"/>
            <p:cNvSpPr/>
            <p:nvPr/>
          </p:nvSpPr>
          <p:spPr>
            <a:xfrm>
              <a:off x="4416929" y="256878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24"/>
            <p:cNvSpPr/>
            <p:nvPr/>
          </p:nvSpPr>
          <p:spPr>
            <a:xfrm>
              <a:off x="4415977" y="2568781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24"/>
            <p:cNvSpPr/>
            <p:nvPr/>
          </p:nvSpPr>
          <p:spPr>
            <a:xfrm>
              <a:off x="4415977" y="256878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24"/>
            <p:cNvSpPr/>
            <p:nvPr/>
          </p:nvSpPr>
          <p:spPr>
            <a:xfrm>
              <a:off x="4415977" y="256878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24"/>
            <p:cNvSpPr/>
            <p:nvPr/>
          </p:nvSpPr>
          <p:spPr>
            <a:xfrm>
              <a:off x="4415977" y="256878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24"/>
            <p:cNvSpPr/>
            <p:nvPr/>
          </p:nvSpPr>
          <p:spPr>
            <a:xfrm>
              <a:off x="4415977" y="256878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24"/>
            <p:cNvSpPr/>
            <p:nvPr/>
          </p:nvSpPr>
          <p:spPr>
            <a:xfrm>
              <a:off x="4414995" y="256878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24"/>
            <p:cNvSpPr/>
            <p:nvPr/>
          </p:nvSpPr>
          <p:spPr>
            <a:xfrm>
              <a:off x="4414995" y="256878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24"/>
            <p:cNvSpPr/>
            <p:nvPr/>
          </p:nvSpPr>
          <p:spPr>
            <a:xfrm>
              <a:off x="4513188" y="2568781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24"/>
            <p:cNvSpPr/>
            <p:nvPr/>
          </p:nvSpPr>
          <p:spPr>
            <a:xfrm>
              <a:off x="4513188" y="2568781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24"/>
            <p:cNvSpPr/>
            <p:nvPr/>
          </p:nvSpPr>
          <p:spPr>
            <a:xfrm>
              <a:off x="4513188" y="2568781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24"/>
            <p:cNvSpPr/>
            <p:nvPr/>
          </p:nvSpPr>
          <p:spPr>
            <a:xfrm>
              <a:off x="4513188" y="2568781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24"/>
            <p:cNvSpPr/>
            <p:nvPr/>
          </p:nvSpPr>
          <p:spPr>
            <a:xfrm>
              <a:off x="4513188" y="2568781"/>
              <a:ext cx="0" cy="4911"/>
            </a:xfrm>
            <a:custGeom>
              <a:rect b="b" l="l" r="r" t="t"/>
              <a:pathLst>
                <a:path extrusionOk="0" h="160" w="0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24"/>
            <p:cNvSpPr/>
            <p:nvPr/>
          </p:nvSpPr>
          <p:spPr>
            <a:xfrm>
              <a:off x="4513188" y="2568781"/>
              <a:ext cx="0" cy="5863"/>
            </a:xfrm>
            <a:custGeom>
              <a:rect b="b" l="l" r="r" t="t"/>
              <a:pathLst>
                <a:path extrusionOk="0" h="191" w="0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24"/>
            <p:cNvSpPr/>
            <p:nvPr/>
          </p:nvSpPr>
          <p:spPr>
            <a:xfrm>
              <a:off x="4512206" y="2568781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1"/>
                  </a:moveTo>
                  <a:lnTo>
                    <a:pt x="0" y="32"/>
                  </a:lnTo>
                  <a:lnTo>
                    <a:pt x="0" y="191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24"/>
            <p:cNvSpPr/>
            <p:nvPr/>
          </p:nvSpPr>
          <p:spPr>
            <a:xfrm>
              <a:off x="4512206" y="256976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24"/>
            <p:cNvSpPr/>
            <p:nvPr/>
          </p:nvSpPr>
          <p:spPr>
            <a:xfrm>
              <a:off x="4454837" y="2567829"/>
              <a:ext cx="4911" cy="7797"/>
            </a:xfrm>
            <a:custGeom>
              <a:rect b="b" l="l" r="r" t="t"/>
              <a:pathLst>
                <a:path extrusionOk="0" h="254" w="160">
                  <a:moveTo>
                    <a:pt x="1" y="0"/>
                  </a:moveTo>
                  <a:lnTo>
                    <a:pt x="1" y="158"/>
                  </a:lnTo>
                  <a:lnTo>
                    <a:pt x="159" y="253"/>
                  </a:lnTo>
                  <a:lnTo>
                    <a:pt x="159" y="6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24"/>
            <p:cNvSpPr/>
            <p:nvPr/>
          </p:nvSpPr>
          <p:spPr>
            <a:xfrm>
              <a:off x="4226405" y="2546435"/>
              <a:ext cx="40855" cy="29191"/>
            </a:xfrm>
            <a:custGeom>
              <a:rect b="b" l="l" r="r" t="t"/>
              <a:pathLst>
                <a:path extrusionOk="0" h="951" w="1331">
                  <a:moveTo>
                    <a:pt x="1" y="0"/>
                  </a:moveTo>
                  <a:lnTo>
                    <a:pt x="1" y="190"/>
                  </a:lnTo>
                  <a:lnTo>
                    <a:pt x="1331" y="950"/>
                  </a:lnTo>
                  <a:lnTo>
                    <a:pt x="1331" y="7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DDC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24"/>
            <p:cNvSpPr/>
            <p:nvPr/>
          </p:nvSpPr>
          <p:spPr>
            <a:xfrm>
              <a:off x="4267229" y="2570745"/>
              <a:ext cx="1995" cy="5863"/>
            </a:xfrm>
            <a:custGeom>
              <a:rect b="b" l="l" r="r" t="t"/>
              <a:pathLst>
                <a:path extrusionOk="0" h="191" w="65">
                  <a:moveTo>
                    <a:pt x="1" y="0"/>
                  </a:moveTo>
                  <a:lnTo>
                    <a:pt x="1" y="158"/>
                  </a:lnTo>
                  <a:lnTo>
                    <a:pt x="64" y="190"/>
                  </a:lnTo>
                  <a:lnTo>
                    <a:pt x="64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DDC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24"/>
            <p:cNvSpPr/>
            <p:nvPr/>
          </p:nvSpPr>
          <p:spPr>
            <a:xfrm>
              <a:off x="4368339" y="2566847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0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24"/>
            <p:cNvSpPr/>
            <p:nvPr/>
          </p:nvSpPr>
          <p:spPr>
            <a:xfrm>
              <a:off x="4353759" y="2564913"/>
              <a:ext cx="11695" cy="12646"/>
            </a:xfrm>
            <a:custGeom>
              <a:rect b="b" l="l" r="r" t="t"/>
              <a:pathLst>
                <a:path extrusionOk="0" h="412" w="381">
                  <a:moveTo>
                    <a:pt x="0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24"/>
            <p:cNvSpPr/>
            <p:nvPr/>
          </p:nvSpPr>
          <p:spPr>
            <a:xfrm>
              <a:off x="4353759" y="2557362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64" y="1"/>
                  </a:moveTo>
                  <a:cubicBezTo>
                    <a:pt x="349" y="1"/>
                    <a:pt x="333" y="9"/>
                    <a:pt x="317" y="24"/>
                  </a:cubicBezTo>
                  <a:lnTo>
                    <a:pt x="0" y="214"/>
                  </a:lnTo>
                  <a:cubicBezTo>
                    <a:pt x="0" y="214"/>
                    <a:pt x="0" y="246"/>
                    <a:pt x="0" y="246"/>
                  </a:cubicBezTo>
                  <a:lnTo>
                    <a:pt x="380" y="468"/>
                  </a:lnTo>
                  <a:cubicBezTo>
                    <a:pt x="396" y="484"/>
                    <a:pt x="412" y="492"/>
                    <a:pt x="428" y="492"/>
                  </a:cubicBezTo>
                  <a:cubicBezTo>
                    <a:pt x="444" y="492"/>
                    <a:pt x="459" y="484"/>
                    <a:pt x="475" y="468"/>
                  </a:cubicBezTo>
                  <a:lnTo>
                    <a:pt x="792" y="309"/>
                  </a:lnTo>
                  <a:cubicBezTo>
                    <a:pt x="824" y="278"/>
                    <a:pt x="824" y="246"/>
                    <a:pt x="792" y="246"/>
                  </a:cubicBezTo>
                  <a:lnTo>
                    <a:pt x="412" y="24"/>
                  </a:lnTo>
                  <a:cubicBezTo>
                    <a:pt x="396" y="9"/>
                    <a:pt x="380" y="1"/>
                    <a:pt x="364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24"/>
            <p:cNvSpPr/>
            <p:nvPr/>
          </p:nvSpPr>
          <p:spPr>
            <a:xfrm>
              <a:off x="4354710" y="2557116"/>
              <a:ext cx="23359" cy="13659"/>
            </a:xfrm>
            <a:custGeom>
              <a:rect b="b" l="l" r="r" t="t"/>
              <a:pathLst>
                <a:path extrusionOk="0" h="445" w="761">
                  <a:moveTo>
                    <a:pt x="349" y="1"/>
                  </a:moveTo>
                  <a:cubicBezTo>
                    <a:pt x="318" y="1"/>
                    <a:pt x="318" y="32"/>
                    <a:pt x="318" y="32"/>
                  </a:cubicBezTo>
                  <a:lnTo>
                    <a:pt x="1" y="222"/>
                  </a:lnTo>
                  <a:lnTo>
                    <a:pt x="381" y="444"/>
                  </a:lnTo>
                  <a:lnTo>
                    <a:pt x="444" y="444"/>
                  </a:lnTo>
                  <a:lnTo>
                    <a:pt x="761" y="254"/>
                  </a:lnTo>
                  <a:lnTo>
                    <a:pt x="381" y="32"/>
                  </a:lnTo>
                  <a:cubicBezTo>
                    <a:pt x="349" y="32"/>
                    <a:pt x="349" y="1"/>
                    <a:pt x="349" y="1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24"/>
            <p:cNvSpPr/>
            <p:nvPr/>
          </p:nvSpPr>
          <p:spPr>
            <a:xfrm>
              <a:off x="4368339" y="257169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2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24"/>
            <p:cNvSpPr/>
            <p:nvPr/>
          </p:nvSpPr>
          <p:spPr>
            <a:xfrm>
              <a:off x="4367356" y="2571697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1"/>
                  </a:moveTo>
                  <a:cubicBezTo>
                    <a:pt x="32" y="32"/>
                    <a:pt x="32" y="32"/>
                    <a:pt x="1" y="32"/>
                  </a:cubicBez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24"/>
            <p:cNvSpPr/>
            <p:nvPr/>
          </p:nvSpPr>
          <p:spPr>
            <a:xfrm>
              <a:off x="4367356" y="25726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24"/>
            <p:cNvSpPr/>
            <p:nvPr/>
          </p:nvSpPr>
          <p:spPr>
            <a:xfrm>
              <a:off x="4367356" y="25726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24"/>
            <p:cNvSpPr/>
            <p:nvPr/>
          </p:nvSpPr>
          <p:spPr>
            <a:xfrm>
              <a:off x="4367356" y="25726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24"/>
            <p:cNvSpPr/>
            <p:nvPr/>
          </p:nvSpPr>
          <p:spPr>
            <a:xfrm>
              <a:off x="4366374" y="257267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24"/>
            <p:cNvSpPr/>
            <p:nvPr/>
          </p:nvSpPr>
          <p:spPr>
            <a:xfrm>
              <a:off x="4366374" y="257267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24"/>
            <p:cNvSpPr/>
            <p:nvPr/>
          </p:nvSpPr>
          <p:spPr>
            <a:xfrm>
              <a:off x="4366374" y="25726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24"/>
            <p:cNvSpPr/>
            <p:nvPr/>
          </p:nvSpPr>
          <p:spPr>
            <a:xfrm>
              <a:off x="4366374" y="25726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24"/>
            <p:cNvSpPr/>
            <p:nvPr/>
          </p:nvSpPr>
          <p:spPr>
            <a:xfrm>
              <a:off x="4366374" y="257169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24"/>
            <p:cNvSpPr/>
            <p:nvPr/>
          </p:nvSpPr>
          <p:spPr>
            <a:xfrm>
              <a:off x="4365423" y="2571697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24"/>
            <p:cNvSpPr/>
            <p:nvPr/>
          </p:nvSpPr>
          <p:spPr>
            <a:xfrm>
              <a:off x="4402349" y="2566847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90"/>
                  </a:lnTo>
                  <a:lnTo>
                    <a:pt x="1" y="349"/>
                  </a:lnTo>
                  <a:lnTo>
                    <a:pt x="317" y="19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24"/>
            <p:cNvSpPr/>
            <p:nvPr/>
          </p:nvSpPr>
          <p:spPr>
            <a:xfrm>
              <a:off x="4387769" y="2565864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1"/>
                  </a:moveTo>
                  <a:lnTo>
                    <a:pt x="1" y="159"/>
                  </a:lnTo>
                  <a:lnTo>
                    <a:pt x="381" y="381"/>
                  </a:lnTo>
                  <a:lnTo>
                    <a:pt x="381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24"/>
            <p:cNvSpPr/>
            <p:nvPr/>
          </p:nvSpPr>
          <p:spPr>
            <a:xfrm>
              <a:off x="4401397" y="2572679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cubicBezTo>
                    <a:pt x="32" y="159"/>
                    <a:pt x="32" y="159"/>
                    <a:pt x="32" y="159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24"/>
            <p:cNvSpPr/>
            <p:nvPr/>
          </p:nvSpPr>
          <p:spPr>
            <a:xfrm>
              <a:off x="4401397" y="257267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24"/>
            <p:cNvSpPr/>
            <p:nvPr/>
          </p:nvSpPr>
          <p:spPr>
            <a:xfrm>
              <a:off x="4401397" y="257267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24"/>
            <p:cNvSpPr/>
            <p:nvPr/>
          </p:nvSpPr>
          <p:spPr>
            <a:xfrm>
              <a:off x="4400415" y="257267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24"/>
            <p:cNvSpPr/>
            <p:nvPr/>
          </p:nvSpPr>
          <p:spPr>
            <a:xfrm>
              <a:off x="4400415" y="257267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24"/>
            <p:cNvSpPr/>
            <p:nvPr/>
          </p:nvSpPr>
          <p:spPr>
            <a:xfrm>
              <a:off x="4400415" y="257267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24"/>
            <p:cNvSpPr/>
            <p:nvPr/>
          </p:nvSpPr>
          <p:spPr>
            <a:xfrm>
              <a:off x="4400415" y="257267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24"/>
            <p:cNvSpPr/>
            <p:nvPr/>
          </p:nvSpPr>
          <p:spPr>
            <a:xfrm>
              <a:off x="4400415" y="257267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24"/>
            <p:cNvSpPr/>
            <p:nvPr/>
          </p:nvSpPr>
          <p:spPr>
            <a:xfrm>
              <a:off x="4399433" y="257267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24"/>
            <p:cNvSpPr/>
            <p:nvPr/>
          </p:nvSpPr>
          <p:spPr>
            <a:xfrm>
              <a:off x="4399433" y="257267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24"/>
            <p:cNvSpPr/>
            <p:nvPr/>
          </p:nvSpPr>
          <p:spPr>
            <a:xfrm>
              <a:off x="4399433" y="257267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24"/>
            <p:cNvSpPr/>
            <p:nvPr/>
          </p:nvSpPr>
          <p:spPr>
            <a:xfrm>
              <a:off x="4435407" y="2567829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90"/>
                  </a:lnTo>
                  <a:lnTo>
                    <a:pt x="0" y="348"/>
                  </a:lnTo>
                  <a:lnTo>
                    <a:pt x="317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24"/>
            <p:cNvSpPr/>
            <p:nvPr/>
          </p:nvSpPr>
          <p:spPr>
            <a:xfrm>
              <a:off x="4420827" y="2566847"/>
              <a:ext cx="12677" cy="11695"/>
            </a:xfrm>
            <a:custGeom>
              <a:rect b="b" l="l" r="r" t="t"/>
              <a:pathLst>
                <a:path extrusionOk="0" h="381" w="413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412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24"/>
            <p:cNvSpPr/>
            <p:nvPr/>
          </p:nvSpPr>
          <p:spPr>
            <a:xfrm>
              <a:off x="4371255" y="2567829"/>
              <a:ext cx="9730" cy="10713"/>
            </a:xfrm>
            <a:custGeom>
              <a:rect b="b" l="l" r="r" t="t"/>
              <a:pathLst>
                <a:path extrusionOk="0" h="349" w="317">
                  <a:moveTo>
                    <a:pt x="317" y="0"/>
                  </a:moveTo>
                  <a:lnTo>
                    <a:pt x="0" y="190"/>
                  </a:lnTo>
                  <a:lnTo>
                    <a:pt x="0" y="348"/>
                  </a:lnTo>
                  <a:lnTo>
                    <a:pt x="317" y="19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24"/>
            <p:cNvSpPr/>
            <p:nvPr/>
          </p:nvSpPr>
          <p:spPr>
            <a:xfrm>
              <a:off x="4420827" y="2559326"/>
              <a:ext cx="25293" cy="14365"/>
            </a:xfrm>
            <a:custGeom>
              <a:rect b="b" l="l" r="r" t="t"/>
              <a:pathLst>
                <a:path extrusionOk="0" h="468" w="824">
                  <a:moveTo>
                    <a:pt x="365" y="0"/>
                  </a:moveTo>
                  <a:cubicBezTo>
                    <a:pt x="349" y="0"/>
                    <a:pt x="333" y="8"/>
                    <a:pt x="317" y="24"/>
                  </a:cubicBezTo>
                  <a:lnTo>
                    <a:pt x="0" y="182"/>
                  </a:lnTo>
                  <a:cubicBezTo>
                    <a:pt x="0" y="214"/>
                    <a:pt x="0" y="214"/>
                    <a:pt x="0" y="245"/>
                  </a:cubicBezTo>
                  <a:lnTo>
                    <a:pt x="380" y="467"/>
                  </a:lnTo>
                  <a:lnTo>
                    <a:pt x="475" y="467"/>
                  </a:lnTo>
                  <a:lnTo>
                    <a:pt x="792" y="277"/>
                  </a:lnTo>
                  <a:cubicBezTo>
                    <a:pt x="824" y="277"/>
                    <a:pt x="824" y="245"/>
                    <a:pt x="792" y="214"/>
                  </a:cubicBezTo>
                  <a:lnTo>
                    <a:pt x="412" y="24"/>
                  </a:lnTo>
                  <a:cubicBezTo>
                    <a:pt x="396" y="8"/>
                    <a:pt x="380" y="0"/>
                    <a:pt x="365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24"/>
            <p:cNvSpPr/>
            <p:nvPr/>
          </p:nvSpPr>
          <p:spPr>
            <a:xfrm>
              <a:off x="4421809" y="2559081"/>
              <a:ext cx="23359" cy="12646"/>
            </a:xfrm>
            <a:custGeom>
              <a:rect b="b" l="l" r="r" t="t"/>
              <a:pathLst>
                <a:path extrusionOk="0" h="412" w="761">
                  <a:moveTo>
                    <a:pt x="317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443" y="412"/>
                  </a:lnTo>
                  <a:lnTo>
                    <a:pt x="760" y="22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24"/>
            <p:cNvSpPr/>
            <p:nvPr/>
          </p:nvSpPr>
          <p:spPr>
            <a:xfrm>
              <a:off x="4435407" y="257366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24"/>
            <p:cNvSpPr/>
            <p:nvPr/>
          </p:nvSpPr>
          <p:spPr>
            <a:xfrm>
              <a:off x="4435407" y="257366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24"/>
            <p:cNvSpPr/>
            <p:nvPr/>
          </p:nvSpPr>
          <p:spPr>
            <a:xfrm>
              <a:off x="4434425" y="257366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24"/>
            <p:cNvSpPr/>
            <p:nvPr/>
          </p:nvSpPr>
          <p:spPr>
            <a:xfrm>
              <a:off x="4434425" y="257366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24"/>
            <p:cNvSpPr/>
            <p:nvPr/>
          </p:nvSpPr>
          <p:spPr>
            <a:xfrm>
              <a:off x="4434425" y="257366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24"/>
            <p:cNvSpPr/>
            <p:nvPr/>
          </p:nvSpPr>
          <p:spPr>
            <a:xfrm>
              <a:off x="4434425" y="257366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24"/>
            <p:cNvSpPr/>
            <p:nvPr/>
          </p:nvSpPr>
          <p:spPr>
            <a:xfrm>
              <a:off x="4433473" y="257366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24"/>
            <p:cNvSpPr/>
            <p:nvPr/>
          </p:nvSpPr>
          <p:spPr>
            <a:xfrm>
              <a:off x="4433473" y="257366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24"/>
            <p:cNvSpPr/>
            <p:nvPr/>
          </p:nvSpPr>
          <p:spPr>
            <a:xfrm>
              <a:off x="4433473" y="257366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24"/>
            <p:cNvSpPr/>
            <p:nvPr/>
          </p:nvSpPr>
          <p:spPr>
            <a:xfrm>
              <a:off x="4433473" y="257366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24"/>
            <p:cNvSpPr/>
            <p:nvPr/>
          </p:nvSpPr>
          <p:spPr>
            <a:xfrm>
              <a:off x="4433473" y="257366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24"/>
            <p:cNvSpPr/>
            <p:nvPr/>
          </p:nvSpPr>
          <p:spPr>
            <a:xfrm>
              <a:off x="4263362" y="2527956"/>
              <a:ext cx="79715" cy="51568"/>
            </a:xfrm>
            <a:custGeom>
              <a:rect b="b" l="l" r="r" t="t"/>
              <a:pathLst>
                <a:path extrusionOk="0" h="1680" w="2597">
                  <a:moveTo>
                    <a:pt x="0" y="1"/>
                  </a:moveTo>
                  <a:lnTo>
                    <a:pt x="0" y="159"/>
                  </a:lnTo>
                  <a:lnTo>
                    <a:pt x="2597" y="1679"/>
                  </a:lnTo>
                  <a:lnTo>
                    <a:pt x="2597" y="148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1E0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24"/>
            <p:cNvSpPr/>
            <p:nvPr/>
          </p:nvSpPr>
          <p:spPr>
            <a:xfrm>
              <a:off x="4405265" y="2568781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91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24"/>
            <p:cNvSpPr/>
            <p:nvPr/>
          </p:nvSpPr>
          <p:spPr>
            <a:xfrm>
              <a:off x="4371255" y="257366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24"/>
            <p:cNvSpPr/>
            <p:nvPr/>
          </p:nvSpPr>
          <p:spPr>
            <a:xfrm>
              <a:off x="4371255" y="257366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24"/>
            <p:cNvSpPr/>
            <p:nvPr/>
          </p:nvSpPr>
          <p:spPr>
            <a:xfrm>
              <a:off x="4371255" y="257366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24"/>
            <p:cNvSpPr/>
            <p:nvPr/>
          </p:nvSpPr>
          <p:spPr>
            <a:xfrm>
              <a:off x="4371255" y="257366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24"/>
            <p:cNvSpPr/>
            <p:nvPr/>
          </p:nvSpPr>
          <p:spPr>
            <a:xfrm>
              <a:off x="4371255" y="257461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24"/>
            <p:cNvSpPr/>
            <p:nvPr/>
          </p:nvSpPr>
          <p:spPr>
            <a:xfrm>
              <a:off x="4371255" y="257461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24"/>
            <p:cNvSpPr/>
            <p:nvPr/>
          </p:nvSpPr>
          <p:spPr>
            <a:xfrm>
              <a:off x="4371255" y="257461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24"/>
            <p:cNvSpPr/>
            <p:nvPr/>
          </p:nvSpPr>
          <p:spPr>
            <a:xfrm>
              <a:off x="4371255" y="257461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24"/>
            <p:cNvSpPr/>
            <p:nvPr/>
          </p:nvSpPr>
          <p:spPr>
            <a:xfrm>
              <a:off x="4503458" y="2569763"/>
              <a:ext cx="8779" cy="10713"/>
            </a:xfrm>
            <a:custGeom>
              <a:rect b="b" l="l" r="r" t="t"/>
              <a:pathLst>
                <a:path extrusionOk="0" h="349" w="286">
                  <a:moveTo>
                    <a:pt x="285" y="0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285" y="159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24"/>
            <p:cNvSpPr/>
            <p:nvPr/>
          </p:nvSpPr>
          <p:spPr>
            <a:xfrm>
              <a:off x="4488878" y="2567829"/>
              <a:ext cx="11695" cy="12646"/>
            </a:xfrm>
            <a:custGeom>
              <a:rect b="b" l="l" r="r" t="t"/>
              <a:pathLst>
                <a:path extrusionOk="0" h="412" w="381">
                  <a:moveTo>
                    <a:pt x="0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24"/>
            <p:cNvSpPr/>
            <p:nvPr/>
          </p:nvSpPr>
          <p:spPr>
            <a:xfrm>
              <a:off x="4383901" y="2567829"/>
              <a:ext cx="11695" cy="12646"/>
            </a:xfrm>
            <a:custGeom>
              <a:rect b="b" l="l" r="r" t="t"/>
              <a:pathLst>
                <a:path extrusionOk="0" h="412" w="381">
                  <a:moveTo>
                    <a:pt x="0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24"/>
            <p:cNvSpPr/>
            <p:nvPr/>
          </p:nvSpPr>
          <p:spPr>
            <a:xfrm>
              <a:off x="4502476" y="2574613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1"/>
                  </a:moveTo>
                  <a:cubicBezTo>
                    <a:pt x="1" y="1"/>
                    <a:pt x="1" y="1"/>
                    <a:pt x="1" y="32"/>
                  </a:cubicBez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24"/>
            <p:cNvSpPr/>
            <p:nvPr/>
          </p:nvSpPr>
          <p:spPr>
            <a:xfrm>
              <a:off x="4502476" y="25746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32"/>
                  </a:lnTo>
                  <a:cubicBezTo>
                    <a:pt x="1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24"/>
            <p:cNvSpPr/>
            <p:nvPr/>
          </p:nvSpPr>
          <p:spPr>
            <a:xfrm>
              <a:off x="4501494" y="2575595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24"/>
            <p:cNvSpPr/>
            <p:nvPr/>
          </p:nvSpPr>
          <p:spPr>
            <a:xfrm>
              <a:off x="4501494" y="257559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24"/>
            <p:cNvSpPr/>
            <p:nvPr/>
          </p:nvSpPr>
          <p:spPr>
            <a:xfrm>
              <a:off x="4501494" y="257559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24"/>
            <p:cNvSpPr/>
            <p:nvPr/>
          </p:nvSpPr>
          <p:spPr>
            <a:xfrm>
              <a:off x="4501494" y="257559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24"/>
            <p:cNvSpPr/>
            <p:nvPr/>
          </p:nvSpPr>
          <p:spPr>
            <a:xfrm>
              <a:off x="4501494" y="257559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24"/>
            <p:cNvSpPr/>
            <p:nvPr/>
          </p:nvSpPr>
          <p:spPr>
            <a:xfrm>
              <a:off x="4500542" y="2575595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24"/>
            <p:cNvSpPr/>
            <p:nvPr/>
          </p:nvSpPr>
          <p:spPr>
            <a:xfrm>
              <a:off x="4500542" y="257559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24"/>
            <p:cNvSpPr/>
            <p:nvPr/>
          </p:nvSpPr>
          <p:spPr>
            <a:xfrm>
              <a:off x="4500542" y="25746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32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24"/>
            <p:cNvSpPr/>
            <p:nvPr/>
          </p:nvSpPr>
          <p:spPr>
            <a:xfrm>
              <a:off x="4500542" y="25746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24"/>
            <p:cNvSpPr/>
            <p:nvPr/>
          </p:nvSpPr>
          <p:spPr>
            <a:xfrm>
              <a:off x="4487896" y="2560278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81" y="1"/>
                  </a:moveTo>
                  <a:cubicBezTo>
                    <a:pt x="365" y="1"/>
                    <a:pt x="349" y="9"/>
                    <a:pt x="349" y="24"/>
                  </a:cubicBezTo>
                  <a:lnTo>
                    <a:pt x="32" y="214"/>
                  </a:lnTo>
                  <a:cubicBezTo>
                    <a:pt x="1" y="214"/>
                    <a:pt x="1" y="246"/>
                    <a:pt x="32" y="246"/>
                  </a:cubicBezTo>
                  <a:lnTo>
                    <a:pt x="412" y="468"/>
                  </a:lnTo>
                  <a:cubicBezTo>
                    <a:pt x="412" y="484"/>
                    <a:pt x="428" y="492"/>
                    <a:pt x="448" y="492"/>
                  </a:cubicBezTo>
                  <a:cubicBezTo>
                    <a:pt x="468" y="492"/>
                    <a:pt x="491" y="484"/>
                    <a:pt x="507" y="468"/>
                  </a:cubicBezTo>
                  <a:lnTo>
                    <a:pt x="792" y="309"/>
                  </a:lnTo>
                  <a:cubicBezTo>
                    <a:pt x="824" y="278"/>
                    <a:pt x="824" y="246"/>
                    <a:pt x="792" y="246"/>
                  </a:cubicBezTo>
                  <a:lnTo>
                    <a:pt x="412" y="24"/>
                  </a:lnTo>
                  <a:cubicBezTo>
                    <a:pt x="412" y="9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24"/>
            <p:cNvSpPr/>
            <p:nvPr/>
          </p:nvSpPr>
          <p:spPr>
            <a:xfrm>
              <a:off x="4488878" y="2560032"/>
              <a:ext cx="23359" cy="13659"/>
            </a:xfrm>
            <a:custGeom>
              <a:rect b="b" l="l" r="r" t="t"/>
              <a:pathLst>
                <a:path extrusionOk="0" h="445" w="761">
                  <a:moveTo>
                    <a:pt x="349" y="1"/>
                  </a:moveTo>
                  <a:cubicBezTo>
                    <a:pt x="349" y="1"/>
                    <a:pt x="317" y="32"/>
                    <a:pt x="317" y="32"/>
                  </a:cubicBezTo>
                  <a:lnTo>
                    <a:pt x="0" y="222"/>
                  </a:lnTo>
                  <a:lnTo>
                    <a:pt x="380" y="444"/>
                  </a:lnTo>
                  <a:lnTo>
                    <a:pt x="444" y="444"/>
                  </a:lnTo>
                  <a:lnTo>
                    <a:pt x="760" y="254"/>
                  </a:lnTo>
                  <a:lnTo>
                    <a:pt x="380" y="32"/>
                  </a:lnTo>
                  <a:cubicBezTo>
                    <a:pt x="380" y="32"/>
                    <a:pt x="349" y="1"/>
                    <a:pt x="349" y="1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24"/>
            <p:cNvSpPr/>
            <p:nvPr/>
          </p:nvSpPr>
          <p:spPr>
            <a:xfrm>
              <a:off x="4405265" y="257461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24"/>
            <p:cNvSpPr/>
            <p:nvPr/>
          </p:nvSpPr>
          <p:spPr>
            <a:xfrm>
              <a:off x="4405265" y="257461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24"/>
            <p:cNvSpPr/>
            <p:nvPr/>
          </p:nvSpPr>
          <p:spPr>
            <a:xfrm>
              <a:off x="4404313" y="2574613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24"/>
            <p:cNvSpPr/>
            <p:nvPr/>
          </p:nvSpPr>
          <p:spPr>
            <a:xfrm>
              <a:off x="4404313" y="25746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24"/>
            <p:cNvSpPr/>
            <p:nvPr/>
          </p:nvSpPr>
          <p:spPr>
            <a:xfrm>
              <a:off x="4404313" y="25746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24"/>
            <p:cNvSpPr/>
            <p:nvPr/>
          </p:nvSpPr>
          <p:spPr>
            <a:xfrm>
              <a:off x="4404313" y="25746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24"/>
            <p:cNvSpPr/>
            <p:nvPr/>
          </p:nvSpPr>
          <p:spPr>
            <a:xfrm>
              <a:off x="4404313" y="257559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24"/>
            <p:cNvSpPr/>
            <p:nvPr/>
          </p:nvSpPr>
          <p:spPr>
            <a:xfrm>
              <a:off x="4404313" y="257559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24"/>
            <p:cNvSpPr/>
            <p:nvPr/>
          </p:nvSpPr>
          <p:spPr>
            <a:xfrm>
              <a:off x="4371255" y="257461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24"/>
            <p:cNvSpPr/>
            <p:nvPr/>
          </p:nvSpPr>
          <p:spPr>
            <a:xfrm>
              <a:off x="4417911" y="2568781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24"/>
            <p:cNvSpPr/>
            <p:nvPr/>
          </p:nvSpPr>
          <p:spPr>
            <a:xfrm>
              <a:off x="4343046" y="2573661"/>
              <a:ext cx="1013" cy="6814"/>
            </a:xfrm>
            <a:custGeom>
              <a:rect b="b" l="l" r="r" t="t"/>
              <a:pathLst>
                <a:path extrusionOk="0" h="222" w="33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33" y="222"/>
                    <a:pt x="33" y="222"/>
                  </a:cubicBezTo>
                  <a:lnTo>
                    <a:pt x="33" y="63"/>
                  </a:lnTo>
                  <a:cubicBezTo>
                    <a:pt x="33" y="32"/>
                    <a:pt x="1" y="32"/>
                    <a:pt x="1" y="0"/>
                  </a:cubicBezTo>
                  <a:close/>
                </a:path>
              </a:pathLst>
            </a:custGeom>
            <a:solidFill>
              <a:srgbClr val="E0DF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24"/>
            <p:cNvSpPr/>
            <p:nvPr/>
          </p:nvSpPr>
          <p:spPr>
            <a:xfrm>
              <a:off x="4395565" y="2574613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32"/>
                  </a:lnTo>
                  <a:cubicBezTo>
                    <a:pt x="32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24"/>
            <p:cNvSpPr/>
            <p:nvPr/>
          </p:nvSpPr>
          <p:spPr>
            <a:xfrm>
              <a:off x="4404313" y="257559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32" y="159"/>
                    <a:pt x="32" y="190"/>
                  </a:cubicBezTo>
                  <a:lnTo>
                    <a:pt x="32" y="32"/>
                  </a:lnTo>
                  <a:cubicBezTo>
                    <a:pt x="3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24"/>
            <p:cNvSpPr/>
            <p:nvPr/>
          </p:nvSpPr>
          <p:spPr>
            <a:xfrm>
              <a:off x="4429575" y="257559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0"/>
                  </a:lnTo>
                  <a:cubicBezTo>
                    <a:pt x="0" y="190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24"/>
            <p:cNvSpPr/>
            <p:nvPr/>
          </p:nvSpPr>
          <p:spPr>
            <a:xfrm>
              <a:off x="4396517" y="257559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24"/>
            <p:cNvSpPr/>
            <p:nvPr/>
          </p:nvSpPr>
          <p:spPr>
            <a:xfrm>
              <a:off x="4396517" y="257559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24"/>
            <p:cNvSpPr/>
            <p:nvPr/>
          </p:nvSpPr>
          <p:spPr>
            <a:xfrm>
              <a:off x="4396517" y="257559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24"/>
            <p:cNvSpPr/>
            <p:nvPr/>
          </p:nvSpPr>
          <p:spPr>
            <a:xfrm>
              <a:off x="4396517" y="257559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24"/>
            <p:cNvSpPr/>
            <p:nvPr/>
          </p:nvSpPr>
          <p:spPr>
            <a:xfrm>
              <a:off x="4395565" y="2576577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32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24"/>
            <p:cNvSpPr/>
            <p:nvPr/>
          </p:nvSpPr>
          <p:spPr>
            <a:xfrm>
              <a:off x="4395565" y="2576577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24"/>
            <p:cNvSpPr/>
            <p:nvPr/>
          </p:nvSpPr>
          <p:spPr>
            <a:xfrm>
              <a:off x="4395565" y="257657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24"/>
            <p:cNvSpPr/>
            <p:nvPr/>
          </p:nvSpPr>
          <p:spPr>
            <a:xfrm>
              <a:off x="4395565" y="257657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24"/>
            <p:cNvSpPr/>
            <p:nvPr/>
          </p:nvSpPr>
          <p:spPr>
            <a:xfrm>
              <a:off x="4467484" y="2560032"/>
              <a:ext cx="29191" cy="22407"/>
            </a:xfrm>
            <a:custGeom>
              <a:rect b="b" l="l" r="r" t="t"/>
              <a:pathLst>
                <a:path extrusionOk="0" h="730" w="951">
                  <a:moveTo>
                    <a:pt x="1" y="1"/>
                  </a:moveTo>
                  <a:lnTo>
                    <a:pt x="1" y="159"/>
                  </a:lnTo>
                  <a:lnTo>
                    <a:pt x="951" y="729"/>
                  </a:lnTo>
                  <a:lnTo>
                    <a:pt x="951" y="5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24"/>
            <p:cNvSpPr/>
            <p:nvPr/>
          </p:nvSpPr>
          <p:spPr>
            <a:xfrm>
              <a:off x="4344028" y="257559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EDD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24"/>
            <p:cNvSpPr/>
            <p:nvPr/>
          </p:nvSpPr>
          <p:spPr>
            <a:xfrm>
              <a:off x="4344028" y="257559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EDE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24"/>
            <p:cNvSpPr/>
            <p:nvPr/>
          </p:nvSpPr>
          <p:spPr>
            <a:xfrm>
              <a:off x="4344028" y="257559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1E0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24"/>
            <p:cNvSpPr/>
            <p:nvPr/>
          </p:nvSpPr>
          <p:spPr>
            <a:xfrm>
              <a:off x="4343046" y="2575595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3" y="0"/>
                  </a:moveTo>
                  <a:cubicBezTo>
                    <a:pt x="33" y="0"/>
                    <a:pt x="1" y="0"/>
                    <a:pt x="1" y="32"/>
                  </a:cubicBezTo>
                  <a:lnTo>
                    <a:pt x="1" y="190"/>
                  </a:lnTo>
                  <a:cubicBezTo>
                    <a:pt x="33" y="190"/>
                    <a:pt x="33" y="190"/>
                    <a:pt x="33" y="159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rgbClr val="DFD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24"/>
            <p:cNvSpPr/>
            <p:nvPr/>
          </p:nvSpPr>
          <p:spPr>
            <a:xfrm>
              <a:off x="4343046" y="257657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58"/>
                    <a:pt x="1" y="158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0E0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24"/>
            <p:cNvSpPr/>
            <p:nvPr/>
          </p:nvSpPr>
          <p:spPr>
            <a:xfrm>
              <a:off x="4343046" y="257657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1E2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24"/>
            <p:cNvSpPr/>
            <p:nvPr/>
          </p:nvSpPr>
          <p:spPr>
            <a:xfrm>
              <a:off x="4343046" y="257657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8"/>
                  </a:lnTo>
                  <a:cubicBezTo>
                    <a:pt x="1" y="158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3E3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24"/>
            <p:cNvSpPr/>
            <p:nvPr/>
          </p:nvSpPr>
          <p:spPr>
            <a:xfrm>
              <a:off x="4343046" y="257657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4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24"/>
            <p:cNvSpPr/>
            <p:nvPr/>
          </p:nvSpPr>
          <p:spPr>
            <a:xfrm>
              <a:off x="4429575" y="257657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24"/>
            <p:cNvSpPr/>
            <p:nvPr/>
          </p:nvSpPr>
          <p:spPr>
            <a:xfrm>
              <a:off x="4429575" y="257657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24"/>
            <p:cNvSpPr/>
            <p:nvPr/>
          </p:nvSpPr>
          <p:spPr>
            <a:xfrm>
              <a:off x="4429575" y="257657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24"/>
            <p:cNvSpPr/>
            <p:nvPr/>
          </p:nvSpPr>
          <p:spPr>
            <a:xfrm>
              <a:off x="4429575" y="257657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8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24"/>
            <p:cNvSpPr/>
            <p:nvPr/>
          </p:nvSpPr>
          <p:spPr>
            <a:xfrm>
              <a:off x="4429575" y="257657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24"/>
            <p:cNvSpPr/>
            <p:nvPr/>
          </p:nvSpPr>
          <p:spPr>
            <a:xfrm>
              <a:off x="4429575" y="257657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24"/>
            <p:cNvSpPr/>
            <p:nvPr/>
          </p:nvSpPr>
          <p:spPr>
            <a:xfrm>
              <a:off x="4429575" y="257752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24"/>
            <p:cNvSpPr/>
            <p:nvPr/>
          </p:nvSpPr>
          <p:spPr>
            <a:xfrm>
              <a:off x="4429575" y="257752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24"/>
            <p:cNvSpPr/>
            <p:nvPr/>
          </p:nvSpPr>
          <p:spPr>
            <a:xfrm>
              <a:off x="4496644" y="257752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24"/>
            <p:cNvSpPr/>
            <p:nvPr/>
          </p:nvSpPr>
          <p:spPr>
            <a:xfrm>
              <a:off x="4401397" y="257851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24"/>
            <p:cNvSpPr/>
            <p:nvPr/>
          </p:nvSpPr>
          <p:spPr>
            <a:xfrm>
              <a:off x="4401397" y="257752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24"/>
            <p:cNvSpPr/>
            <p:nvPr/>
          </p:nvSpPr>
          <p:spPr>
            <a:xfrm>
              <a:off x="4400415" y="2578081"/>
              <a:ext cx="1013" cy="5310"/>
            </a:xfrm>
            <a:custGeom>
              <a:rect b="b" l="l" r="r" t="t"/>
              <a:pathLst>
                <a:path extrusionOk="0" h="173" w="33">
                  <a:moveTo>
                    <a:pt x="2" y="0"/>
                  </a:moveTo>
                  <a:cubicBezTo>
                    <a:pt x="0" y="0"/>
                    <a:pt x="0" y="4"/>
                    <a:pt x="0" y="14"/>
                  </a:cubicBezTo>
                  <a:lnTo>
                    <a:pt x="0" y="173"/>
                  </a:lnTo>
                  <a:lnTo>
                    <a:pt x="32" y="173"/>
                  </a:lnTo>
                  <a:lnTo>
                    <a:pt x="32" y="14"/>
                  </a:lnTo>
                  <a:cubicBezTo>
                    <a:pt x="11" y="14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24"/>
            <p:cNvSpPr/>
            <p:nvPr/>
          </p:nvSpPr>
          <p:spPr>
            <a:xfrm>
              <a:off x="4400415" y="257752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24"/>
            <p:cNvSpPr/>
            <p:nvPr/>
          </p:nvSpPr>
          <p:spPr>
            <a:xfrm>
              <a:off x="4400415" y="257752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24"/>
            <p:cNvSpPr/>
            <p:nvPr/>
          </p:nvSpPr>
          <p:spPr>
            <a:xfrm>
              <a:off x="4400415" y="257752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24"/>
            <p:cNvSpPr/>
            <p:nvPr/>
          </p:nvSpPr>
          <p:spPr>
            <a:xfrm>
              <a:off x="4399433" y="257752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24"/>
            <p:cNvSpPr/>
            <p:nvPr/>
          </p:nvSpPr>
          <p:spPr>
            <a:xfrm>
              <a:off x="4399433" y="257752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24"/>
            <p:cNvSpPr/>
            <p:nvPr/>
          </p:nvSpPr>
          <p:spPr>
            <a:xfrm>
              <a:off x="4399433" y="257752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24"/>
            <p:cNvSpPr/>
            <p:nvPr/>
          </p:nvSpPr>
          <p:spPr>
            <a:xfrm>
              <a:off x="4399433" y="257752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cubicBezTo>
                    <a:pt x="1" y="191"/>
                    <a:pt x="1" y="191"/>
                    <a:pt x="1" y="191"/>
                  </a:cubicBezTo>
                  <a:lnTo>
                    <a:pt x="1" y="32"/>
                  </a:lnTo>
                  <a:cubicBezTo>
                    <a:pt x="1" y="3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24"/>
            <p:cNvSpPr/>
            <p:nvPr/>
          </p:nvSpPr>
          <p:spPr>
            <a:xfrm>
              <a:off x="4398481" y="257851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24"/>
            <p:cNvSpPr/>
            <p:nvPr/>
          </p:nvSpPr>
          <p:spPr>
            <a:xfrm>
              <a:off x="4496644" y="257752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24"/>
            <p:cNvSpPr/>
            <p:nvPr/>
          </p:nvSpPr>
          <p:spPr>
            <a:xfrm>
              <a:off x="4496644" y="257752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24"/>
            <p:cNvSpPr/>
            <p:nvPr/>
          </p:nvSpPr>
          <p:spPr>
            <a:xfrm>
              <a:off x="4496644" y="257851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24"/>
            <p:cNvSpPr/>
            <p:nvPr/>
          </p:nvSpPr>
          <p:spPr>
            <a:xfrm>
              <a:off x="4496644" y="257851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24"/>
            <p:cNvSpPr/>
            <p:nvPr/>
          </p:nvSpPr>
          <p:spPr>
            <a:xfrm>
              <a:off x="4496644" y="257851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24"/>
            <p:cNvSpPr/>
            <p:nvPr/>
          </p:nvSpPr>
          <p:spPr>
            <a:xfrm>
              <a:off x="4496644" y="257851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24"/>
            <p:cNvSpPr/>
            <p:nvPr/>
          </p:nvSpPr>
          <p:spPr>
            <a:xfrm>
              <a:off x="4496644" y="257851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24"/>
            <p:cNvSpPr/>
            <p:nvPr/>
          </p:nvSpPr>
          <p:spPr>
            <a:xfrm>
              <a:off x="4496644" y="257851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24"/>
            <p:cNvSpPr/>
            <p:nvPr/>
          </p:nvSpPr>
          <p:spPr>
            <a:xfrm>
              <a:off x="4445138" y="2569763"/>
              <a:ext cx="14611" cy="14611"/>
            </a:xfrm>
            <a:custGeom>
              <a:rect b="b" l="l" r="r" t="t"/>
              <a:pathLst>
                <a:path extrusionOk="0" h="476" w="476">
                  <a:moveTo>
                    <a:pt x="475" y="0"/>
                  </a:moveTo>
                  <a:lnTo>
                    <a:pt x="0" y="285"/>
                  </a:lnTo>
                  <a:lnTo>
                    <a:pt x="0" y="475"/>
                  </a:lnTo>
                  <a:lnTo>
                    <a:pt x="475" y="190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24"/>
            <p:cNvSpPr/>
            <p:nvPr/>
          </p:nvSpPr>
          <p:spPr>
            <a:xfrm>
              <a:off x="4434425" y="257851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24"/>
            <p:cNvSpPr/>
            <p:nvPr/>
          </p:nvSpPr>
          <p:spPr>
            <a:xfrm>
              <a:off x="4434425" y="257851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24"/>
            <p:cNvSpPr/>
            <p:nvPr/>
          </p:nvSpPr>
          <p:spPr>
            <a:xfrm>
              <a:off x="4434425" y="257851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24"/>
            <p:cNvSpPr/>
            <p:nvPr/>
          </p:nvSpPr>
          <p:spPr>
            <a:xfrm>
              <a:off x="4434425" y="257851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24"/>
            <p:cNvSpPr/>
            <p:nvPr/>
          </p:nvSpPr>
          <p:spPr>
            <a:xfrm>
              <a:off x="4433473" y="257851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24"/>
            <p:cNvSpPr/>
            <p:nvPr/>
          </p:nvSpPr>
          <p:spPr>
            <a:xfrm>
              <a:off x="4433473" y="257851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24"/>
            <p:cNvSpPr/>
            <p:nvPr/>
          </p:nvSpPr>
          <p:spPr>
            <a:xfrm>
              <a:off x="4433473" y="257851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24"/>
            <p:cNvSpPr/>
            <p:nvPr/>
          </p:nvSpPr>
          <p:spPr>
            <a:xfrm>
              <a:off x="4433473" y="257851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24"/>
            <p:cNvSpPr/>
            <p:nvPr/>
          </p:nvSpPr>
          <p:spPr>
            <a:xfrm>
              <a:off x="4433473" y="257851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24"/>
            <p:cNvSpPr/>
            <p:nvPr/>
          </p:nvSpPr>
          <p:spPr>
            <a:xfrm>
              <a:off x="4432491" y="257851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cubicBezTo>
                    <a:pt x="0" y="159"/>
                    <a:pt x="0" y="159"/>
                    <a:pt x="32" y="159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24"/>
            <p:cNvSpPr/>
            <p:nvPr/>
          </p:nvSpPr>
          <p:spPr>
            <a:xfrm>
              <a:off x="4432491" y="257851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24"/>
            <p:cNvSpPr/>
            <p:nvPr/>
          </p:nvSpPr>
          <p:spPr>
            <a:xfrm>
              <a:off x="4445138" y="257851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24"/>
            <p:cNvSpPr/>
            <p:nvPr/>
          </p:nvSpPr>
          <p:spPr>
            <a:xfrm>
              <a:off x="4445138" y="257851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24"/>
            <p:cNvSpPr/>
            <p:nvPr/>
          </p:nvSpPr>
          <p:spPr>
            <a:xfrm>
              <a:off x="4444155" y="257851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0"/>
                  </a:moveTo>
                  <a:lnTo>
                    <a:pt x="0" y="32"/>
                  </a:ln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24"/>
            <p:cNvSpPr/>
            <p:nvPr/>
          </p:nvSpPr>
          <p:spPr>
            <a:xfrm>
              <a:off x="4444155" y="257949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24"/>
            <p:cNvSpPr/>
            <p:nvPr/>
          </p:nvSpPr>
          <p:spPr>
            <a:xfrm>
              <a:off x="4444155" y="257949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24"/>
            <p:cNvSpPr/>
            <p:nvPr/>
          </p:nvSpPr>
          <p:spPr>
            <a:xfrm>
              <a:off x="4444155" y="257949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24"/>
            <p:cNvSpPr/>
            <p:nvPr/>
          </p:nvSpPr>
          <p:spPr>
            <a:xfrm>
              <a:off x="4444155" y="257949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24"/>
            <p:cNvSpPr/>
            <p:nvPr/>
          </p:nvSpPr>
          <p:spPr>
            <a:xfrm>
              <a:off x="4444155" y="257949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24"/>
            <p:cNvSpPr/>
            <p:nvPr/>
          </p:nvSpPr>
          <p:spPr>
            <a:xfrm>
              <a:off x="4252649" y="2570745"/>
              <a:ext cx="14611" cy="13629"/>
            </a:xfrm>
            <a:custGeom>
              <a:rect b="b" l="l" r="r" t="t"/>
              <a:pathLst>
                <a:path extrusionOk="0" h="444" w="476">
                  <a:moveTo>
                    <a:pt x="476" y="0"/>
                  </a:moveTo>
                  <a:lnTo>
                    <a:pt x="1" y="285"/>
                  </a:lnTo>
                  <a:lnTo>
                    <a:pt x="1" y="443"/>
                  </a:lnTo>
                  <a:lnTo>
                    <a:pt x="476" y="158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E8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24"/>
            <p:cNvSpPr/>
            <p:nvPr/>
          </p:nvSpPr>
          <p:spPr>
            <a:xfrm>
              <a:off x="4444155" y="2579493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58"/>
                  </a:lnTo>
                  <a:cubicBezTo>
                    <a:pt x="0" y="190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0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24"/>
            <p:cNvSpPr/>
            <p:nvPr/>
          </p:nvSpPr>
          <p:spPr>
            <a:xfrm>
              <a:off x="4252649" y="2570745"/>
              <a:ext cx="16575" cy="9730"/>
            </a:xfrm>
            <a:custGeom>
              <a:rect b="b" l="l" r="r" t="t"/>
              <a:pathLst>
                <a:path extrusionOk="0" h="317" w="540">
                  <a:moveTo>
                    <a:pt x="476" y="0"/>
                  </a:moveTo>
                  <a:lnTo>
                    <a:pt x="1" y="285"/>
                  </a:lnTo>
                  <a:lnTo>
                    <a:pt x="64" y="317"/>
                  </a:lnTo>
                  <a:lnTo>
                    <a:pt x="539" y="32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24"/>
            <p:cNvSpPr/>
            <p:nvPr/>
          </p:nvSpPr>
          <p:spPr>
            <a:xfrm>
              <a:off x="4254614" y="2571697"/>
              <a:ext cx="14611" cy="13659"/>
            </a:xfrm>
            <a:custGeom>
              <a:rect b="b" l="l" r="r" t="t"/>
              <a:pathLst>
                <a:path extrusionOk="0" h="445" w="476">
                  <a:moveTo>
                    <a:pt x="475" y="1"/>
                  </a:moveTo>
                  <a:lnTo>
                    <a:pt x="0" y="286"/>
                  </a:lnTo>
                  <a:lnTo>
                    <a:pt x="0" y="444"/>
                  </a:lnTo>
                  <a:lnTo>
                    <a:pt x="475" y="159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E7E8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24"/>
            <p:cNvSpPr/>
            <p:nvPr/>
          </p:nvSpPr>
          <p:spPr>
            <a:xfrm>
              <a:off x="4213759" y="2557116"/>
              <a:ext cx="79746" cy="50585"/>
            </a:xfrm>
            <a:custGeom>
              <a:rect b="b" l="l" r="r" t="t"/>
              <a:pathLst>
                <a:path extrusionOk="0" h="1648" w="2598">
                  <a:moveTo>
                    <a:pt x="1" y="1"/>
                  </a:moveTo>
                  <a:lnTo>
                    <a:pt x="1" y="159"/>
                  </a:lnTo>
                  <a:lnTo>
                    <a:pt x="2598" y="1648"/>
                  </a:lnTo>
                  <a:lnTo>
                    <a:pt x="2598" y="14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DDC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24"/>
            <p:cNvSpPr/>
            <p:nvPr/>
          </p:nvSpPr>
          <p:spPr>
            <a:xfrm>
              <a:off x="4213759" y="2557116"/>
              <a:ext cx="79746" cy="50585"/>
            </a:xfrm>
            <a:custGeom>
              <a:rect b="b" l="l" r="r" t="t"/>
              <a:pathLst>
                <a:path extrusionOk="0" h="1648" w="2598">
                  <a:moveTo>
                    <a:pt x="1" y="1"/>
                  </a:moveTo>
                  <a:lnTo>
                    <a:pt x="1" y="159"/>
                  </a:lnTo>
                  <a:lnTo>
                    <a:pt x="2598" y="1648"/>
                  </a:lnTo>
                  <a:lnTo>
                    <a:pt x="2598" y="14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BD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24"/>
            <p:cNvSpPr/>
            <p:nvPr/>
          </p:nvSpPr>
          <p:spPr>
            <a:xfrm>
              <a:off x="4252649" y="2579493"/>
              <a:ext cx="1995" cy="5863"/>
            </a:xfrm>
            <a:custGeom>
              <a:rect b="b" l="l" r="r" t="t"/>
              <a:pathLst>
                <a:path extrusionOk="0" h="191" w="65">
                  <a:moveTo>
                    <a:pt x="1" y="0"/>
                  </a:moveTo>
                  <a:lnTo>
                    <a:pt x="1" y="158"/>
                  </a:lnTo>
                  <a:lnTo>
                    <a:pt x="64" y="190"/>
                  </a:lnTo>
                  <a:lnTo>
                    <a:pt x="64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DDC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24"/>
            <p:cNvSpPr/>
            <p:nvPr/>
          </p:nvSpPr>
          <p:spPr>
            <a:xfrm>
              <a:off x="4385835" y="2576577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90"/>
                  </a:lnTo>
                  <a:lnTo>
                    <a:pt x="0" y="348"/>
                  </a:lnTo>
                  <a:lnTo>
                    <a:pt x="317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24"/>
            <p:cNvSpPr/>
            <p:nvPr/>
          </p:nvSpPr>
          <p:spPr>
            <a:xfrm>
              <a:off x="4371255" y="2575595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24"/>
            <p:cNvSpPr/>
            <p:nvPr/>
          </p:nvSpPr>
          <p:spPr>
            <a:xfrm>
              <a:off x="4371255" y="2567829"/>
              <a:ext cx="25293" cy="14611"/>
            </a:xfrm>
            <a:custGeom>
              <a:rect b="b" l="l" r="r" t="t"/>
              <a:pathLst>
                <a:path extrusionOk="0" h="476" w="824">
                  <a:moveTo>
                    <a:pt x="317" y="0"/>
                  </a:moveTo>
                  <a:lnTo>
                    <a:pt x="0" y="190"/>
                  </a:lnTo>
                  <a:cubicBezTo>
                    <a:pt x="0" y="190"/>
                    <a:pt x="0" y="222"/>
                    <a:pt x="0" y="253"/>
                  </a:cubicBezTo>
                  <a:lnTo>
                    <a:pt x="380" y="475"/>
                  </a:lnTo>
                  <a:lnTo>
                    <a:pt x="475" y="475"/>
                  </a:lnTo>
                  <a:lnTo>
                    <a:pt x="792" y="285"/>
                  </a:lnTo>
                  <a:cubicBezTo>
                    <a:pt x="824" y="285"/>
                    <a:pt x="824" y="253"/>
                    <a:pt x="792" y="222"/>
                  </a:cubicBezTo>
                  <a:lnTo>
                    <a:pt x="412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24"/>
            <p:cNvSpPr/>
            <p:nvPr/>
          </p:nvSpPr>
          <p:spPr>
            <a:xfrm>
              <a:off x="4372206" y="2567829"/>
              <a:ext cx="23390" cy="12646"/>
            </a:xfrm>
            <a:custGeom>
              <a:rect b="b" l="l" r="r" t="t"/>
              <a:pathLst>
                <a:path extrusionOk="0" h="412" w="762">
                  <a:moveTo>
                    <a:pt x="318" y="0"/>
                  </a:moveTo>
                  <a:lnTo>
                    <a:pt x="1" y="190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1" name="Google Shape;4441;p24"/>
            <p:cNvSpPr/>
            <p:nvPr/>
          </p:nvSpPr>
          <p:spPr>
            <a:xfrm>
              <a:off x="4385835" y="258240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2" name="Google Shape;4442;p24"/>
            <p:cNvSpPr/>
            <p:nvPr/>
          </p:nvSpPr>
          <p:spPr>
            <a:xfrm>
              <a:off x="4384853" y="2582409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24"/>
            <p:cNvSpPr/>
            <p:nvPr/>
          </p:nvSpPr>
          <p:spPr>
            <a:xfrm>
              <a:off x="4384853" y="258240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4" name="Google Shape;4444;p24"/>
            <p:cNvSpPr/>
            <p:nvPr/>
          </p:nvSpPr>
          <p:spPr>
            <a:xfrm>
              <a:off x="4384853" y="258240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5" name="Google Shape;4445;p24"/>
            <p:cNvSpPr/>
            <p:nvPr/>
          </p:nvSpPr>
          <p:spPr>
            <a:xfrm>
              <a:off x="4384853" y="258240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8"/>
                  </a:lnTo>
                  <a:lnTo>
                    <a:pt x="1" y="15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6" name="Google Shape;4446;p24"/>
            <p:cNvSpPr/>
            <p:nvPr/>
          </p:nvSpPr>
          <p:spPr>
            <a:xfrm>
              <a:off x="4383901" y="258240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7" name="Google Shape;4447;p24"/>
            <p:cNvSpPr/>
            <p:nvPr/>
          </p:nvSpPr>
          <p:spPr>
            <a:xfrm>
              <a:off x="4383901" y="258240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8" name="Google Shape;4448;p24"/>
            <p:cNvSpPr/>
            <p:nvPr/>
          </p:nvSpPr>
          <p:spPr>
            <a:xfrm>
              <a:off x="4383901" y="2582409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9" name="Google Shape;4449;p24"/>
            <p:cNvSpPr/>
            <p:nvPr/>
          </p:nvSpPr>
          <p:spPr>
            <a:xfrm>
              <a:off x="4383901" y="2582409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8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0" name="Google Shape;4450;p24"/>
            <p:cNvSpPr/>
            <p:nvPr/>
          </p:nvSpPr>
          <p:spPr>
            <a:xfrm>
              <a:off x="4383901" y="2582409"/>
              <a:ext cx="0" cy="4881"/>
            </a:xfrm>
            <a:custGeom>
              <a:rect b="b" l="l" r="r" t="t"/>
              <a:pathLst>
                <a:path extrusionOk="0" h="159" w="0">
                  <a:moveTo>
                    <a:pt x="0" y="0"/>
                  </a:moveTo>
                  <a:lnTo>
                    <a:pt x="0" y="158"/>
                  </a:lnTo>
                  <a:cubicBezTo>
                    <a:pt x="0" y="158"/>
                    <a:pt x="0" y="158"/>
                    <a:pt x="0" y="15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1" name="Google Shape;4451;p24"/>
            <p:cNvSpPr/>
            <p:nvPr/>
          </p:nvSpPr>
          <p:spPr>
            <a:xfrm>
              <a:off x="4382919" y="2582409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8"/>
                  </a:lnTo>
                  <a:lnTo>
                    <a:pt x="32" y="15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2" name="Google Shape;4452;p24"/>
            <p:cNvSpPr/>
            <p:nvPr/>
          </p:nvSpPr>
          <p:spPr>
            <a:xfrm>
              <a:off x="4419845" y="2577529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1" y="159"/>
                  </a:lnTo>
                  <a:lnTo>
                    <a:pt x="1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3" name="Google Shape;4453;p24"/>
            <p:cNvSpPr/>
            <p:nvPr/>
          </p:nvSpPr>
          <p:spPr>
            <a:xfrm>
              <a:off x="4405265" y="2576577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158"/>
                  </a:lnTo>
                  <a:lnTo>
                    <a:pt x="381" y="380"/>
                  </a:lnTo>
                  <a:lnTo>
                    <a:pt x="381" y="1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4" name="Google Shape;4454;p24"/>
            <p:cNvSpPr/>
            <p:nvPr/>
          </p:nvSpPr>
          <p:spPr>
            <a:xfrm>
              <a:off x="4418893" y="2582409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cubicBezTo>
                    <a:pt x="32" y="32"/>
                    <a:pt x="32" y="32"/>
                    <a:pt x="0" y="32"/>
                  </a:cubicBez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5" name="Google Shape;4455;p24"/>
            <p:cNvSpPr/>
            <p:nvPr/>
          </p:nvSpPr>
          <p:spPr>
            <a:xfrm>
              <a:off x="4418893" y="258336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6" name="Google Shape;4456;p24"/>
            <p:cNvSpPr/>
            <p:nvPr/>
          </p:nvSpPr>
          <p:spPr>
            <a:xfrm>
              <a:off x="4418893" y="258336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7" name="Google Shape;4457;p24"/>
            <p:cNvSpPr/>
            <p:nvPr/>
          </p:nvSpPr>
          <p:spPr>
            <a:xfrm>
              <a:off x="4417911" y="258336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8" name="Google Shape;4458;p24"/>
            <p:cNvSpPr/>
            <p:nvPr/>
          </p:nvSpPr>
          <p:spPr>
            <a:xfrm>
              <a:off x="4417911" y="258336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9" name="Google Shape;4459;p24"/>
            <p:cNvSpPr/>
            <p:nvPr/>
          </p:nvSpPr>
          <p:spPr>
            <a:xfrm>
              <a:off x="4417911" y="258336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0" name="Google Shape;4460;p24"/>
            <p:cNvSpPr/>
            <p:nvPr/>
          </p:nvSpPr>
          <p:spPr>
            <a:xfrm>
              <a:off x="4417911" y="258336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1" name="Google Shape;4461;p24"/>
            <p:cNvSpPr/>
            <p:nvPr/>
          </p:nvSpPr>
          <p:spPr>
            <a:xfrm>
              <a:off x="4417911" y="258336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2" name="Google Shape;4462;p24"/>
            <p:cNvSpPr/>
            <p:nvPr/>
          </p:nvSpPr>
          <p:spPr>
            <a:xfrm>
              <a:off x="4416929" y="258336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3" name="Google Shape;4463;p24"/>
            <p:cNvSpPr/>
            <p:nvPr/>
          </p:nvSpPr>
          <p:spPr>
            <a:xfrm>
              <a:off x="4416929" y="258336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4" name="Google Shape;4464;p24"/>
            <p:cNvSpPr/>
            <p:nvPr/>
          </p:nvSpPr>
          <p:spPr>
            <a:xfrm>
              <a:off x="4416929" y="258240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5" name="Google Shape;4465;p24"/>
            <p:cNvSpPr/>
            <p:nvPr/>
          </p:nvSpPr>
          <p:spPr>
            <a:xfrm>
              <a:off x="4404313" y="2568781"/>
              <a:ext cx="25293" cy="14365"/>
            </a:xfrm>
            <a:custGeom>
              <a:rect b="b" l="l" r="r" t="t"/>
              <a:pathLst>
                <a:path extrusionOk="0" h="468" w="824">
                  <a:moveTo>
                    <a:pt x="348" y="1"/>
                  </a:moveTo>
                  <a:lnTo>
                    <a:pt x="32" y="191"/>
                  </a:lnTo>
                  <a:cubicBezTo>
                    <a:pt x="0" y="191"/>
                    <a:pt x="0" y="222"/>
                    <a:pt x="32" y="222"/>
                  </a:cubicBezTo>
                  <a:lnTo>
                    <a:pt x="412" y="444"/>
                  </a:lnTo>
                  <a:cubicBezTo>
                    <a:pt x="428" y="460"/>
                    <a:pt x="443" y="468"/>
                    <a:pt x="459" y="468"/>
                  </a:cubicBezTo>
                  <a:cubicBezTo>
                    <a:pt x="475" y="468"/>
                    <a:pt x="491" y="460"/>
                    <a:pt x="507" y="444"/>
                  </a:cubicBezTo>
                  <a:lnTo>
                    <a:pt x="823" y="286"/>
                  </a:lnTo>
                  <a:cubicBezTo>
                    <a:pt x="823" y="254"/>
                    <a:pt x="823" y="254"/>
                    <a:pt x="823" y="222"/>
                  </a:cubicBezTo>
                  <a:lnTo>
                    <a:pt x="443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6" name="Google Shape;4466;p24"/>
            <p:cNvSpPr/>
            <p:nvPr/>
          </p:nvSpPr>
          <p:spPr>
            <a:xfrm>
              <a:off x="4405265" y="2568781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7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7" name="Google Shape;4467;p24"/>
            <p:cNvSpPr/>
            <p:nvPr/>
          </p:nvSpPr>
          <p:spPr>
            <a:xfrm>
              <a:off x="4388751" y="2578511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8" name="Google Shape;4468;p24"/>
            <p:cNvSpPr/>
            <p:nvPr/>
          </p:nvSpPr>
          <p:spPr>
            <a:xfrm>
              <a:off x="4422761" y="2578511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1" y="190"/>
                  </a:lnTo>
                  <a:lnTo>
                    <a:pt x="1" y="349"/>
                  </a:lnTo>
                  <a:lnTo>
                    <a:pt x="317" y="19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9" name="Google Shape;4469;p24"/>
            <p:cNvSpPr/>
            <p:nvPr/>
          </p:nvSpPr>
          <p:spPr>
            <a:xfrm>
              <a:off x="4388751" y="258336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0" name="Google Shape;4470;p24"/>
            <p:cNvSpPr/>
            <p:nvPr/>
          </p:nvSpPr>
          <p:spPr>
            <a:xfrm>
              <a:off x="4388751" y="258336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2"/>
                  </a:lnTo>
                  <a:cubicBezTo>
                    <a:pt x="0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1" name="Google Shape;4471;p24"/>
            <p:cNvSpPr/>
            <p:nvPr/>
          </p:nvSpPr>
          <p:spPr>
            <a:xfrm>
              <a:off x="4388751" y="25843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2" name="Google Shape;4472;p24"/>
            <p:cNvSpPr/>
            <p:nvPr/>
          </p:nvSpPr>
          <p:spPr>
            <a:xfrm>
              <a:off x="4388751" y="25843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3" name="Google Shape;4473;p24"/>
            <p:cNvSpPr/>
            <p:nvPr/>
          </p:nvSpPr>
          <p:spPr>
            <a:xfrm>
              <a:off x="4388751" y="25843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4" name="Google Shape;4474;p24"/>
            <p:cNvSpPr/>
            <p:nvPr/>
          </p:nvSpPr>
          <p:spPr>
            <a:xfrm>
              <a:off x="4388751" y="25843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5" name="Google Shape;4475;p24"/>
            <p:cNvSpPr/>
            <p:nvPr/>
          </p:nvSpPr>
          <p:spPr>
            <a:xfrm>
              <a:off x="4388751" y="258434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6" name="Google Shape;4476;p24"/>
            <p:cNvSpPr/>
            <p:nvPr/>
          </p:nvSpPr>
          <p:spPr>
            <a:xfrm>
              <a:off x="4388751" y="258434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7" name="Google Shape;4477;p24"/>
            <p:cNvSpPr/>
            <p:nvPr/>
          </p:nvSpPr>
          <p:spPr>
            <a:xfrm>
              <a:off x="4401397" y="2578511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8" name="Google Shape;4478;p24"/>
            <p:cNvSpPr/>
            <p:nvPr/>
          </p:nvSpPr>
          <p:spPr>
            <a:xfrm>
              <a:off x="4422761" y="258434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9" name="Google Shape;4479;p24"/>
            <p:cNvSpPr/>
            <p:nvPr/>
          </p:nvSpPr>
          <p:spPr>
            <a:xfrm>
              <a:off x="4422761" y="258434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1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0" name="Google Shape;4480;p24"/>
            <p:cNvSpPr/>
            <p:nvPr/>
          </p:nvSpPr>
          <p:spPr>
            <a:xfrm>
              <a:off x="4421809" y="2584343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0"/>
                  </a:moveTo>
                  <a:lnTo>
                    <a:pt x="0" y="32"/>
                  </a:lnTo>
                  <a:lnTo>
                    <a:pt x="0" y="191"/>
                  </a:lnTo>
                  <a:lnTo>
                    <a:pt x="32" y="191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1" name="Google Shape;4481;p24"/>
            <p:cNvSpPr/>
            <p:nvPr/>
          </p:nvSpPr>
          <p:spPr>
            <a:xfrm>
              <a:off x="4421809" y="258532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2" name="Google Shape;4482;p24"/>
            <p:cNvSpPr/>
            <p:nvPr/>
          </p:nvSpPr>
          <p:spPr>
            <a:xfrm>
              <a:off x="4421809" y="258532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3" name="Google Shape;4483;p24"/>
            <p:cNvSpPr/>
            <p:nvPr/>
          </p:nvSpPr>
          <p:spPr>
            <a:xfrm>
              <a:off x="4421809" y="258532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4" name="Google Shape;4484;p24"/>
            <p:cNvSpPr/>
            <p:nvPr/>
          </p:nvSpPr>
          <p:spPr>
            <a:xfrm>
              <a:off x="4421809" y="258532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5" name="Google Shape;4485;p24"/>
            <p:cNvSpPr/>
            <p:nvPr/>
          </p:nvSpPr>
          <p:spPr>
            <a:xfrm>
              <a:off x="4421809" y="258532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6" name="Google Shape;4486;p24"/>
            <p:cNvSpPr/>
            <p:nvPr/>
          </p:nvSpPr>
          <p:spPr>
            <a:xfrm>
              <a:off x="4388751" y="258434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0"/>
                  </a:ln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7" name="Google Shape;4487;p24"/>
            <p:cNvSpPr/>
            <p:nvPr/>
          </p:nvSpPr>
          <p:spPr>
            <a:xfrm>
              <a:off x="4413061" y="258532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32" y="159"/>
                    <a:pt x="32" y="190"/>
                  </a:cubicBezTo>
                  <a:lnTo>
                    <a:pt x="32" y="32"/>
                  </a:lnTo>
                  <a:cubicBezTo>
                    <a:pt x="3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8" name="Google Shape;4488;p24"/>
            <p:cNvSpPr/>
            <p:nvPr/>
          </p:nvSpPr>
          <p:spPr>
            <a:xfrm>
              <a:off x="4421809" y="258532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32" y="190"/>
                    <a:pt x="32" y="190"/>
                  </a:cubicBezTo>
                  <a:lnTo>
                    <a:pt x="32" y="32"/>
                  </a:lnTo>
                  <a:cubicBezTo>
                    <a:pt x="0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9" name="Google Shape;4489;p24"/>
            <p:cNvSpPr/>
            <p:nvPr/>
          </p:nvSpPr>
          <p:spPr>
            <a:xfrm>
              <a:off x="4414013" y="258627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0" name="Google Shape;4490;p24"/>
            <p:cNvSpPr/>
            <p:nvPr/>
          </p:nvSpPr>
          <p:spPr>
            <a:xfrm>
              <a:off x="4414013" y="258627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1" name="Google Shape;4491;p24"/>
            <p:cNvSpPr/>
            <p:nvPr/>
          </p:nvSpPr>
          <p:spPr>
            <a:xfrm>
              <a:off x="4414013" y="258627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2" name="Google Shape;4492;p24"/>
            <p:cNvSpPr/>
            <p:nvPr/>
          </p:nvSpPr>
          <p:spPr>
            <a:xfrm>
              <a:off x="4414013" y="258627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3" name="Google Shape;4493;p24"/>
            <p:cNvSpPr/>
            <p:nvPr/>
          </p:nvSpPr>
          <p:spPr>
            <a:xfrm>
              <a:off x="4413061" y="2586277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4" name="Google Shape;4494;p24"/>
            <p:cNvSpPr/>
            <p:nvPr/>
          </p:nvSpPr>
          <p:spPr>
            <a:xfrm>
              <a:off x="4413061" y="2586277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5" name="Google Shape;4495;p24"/>
            <p:cNvSpPr/>
            <p:nvPr/>
          </p:nvSpPr>
          <p:spPr>
            <a:xfrm>
              <a:off x="4413061" y="258627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6" name="Google Shape;4496;p24"/>
            <p:cNvSpPr/>
            <p:nvPr/>
          </p:nvSpPr>
          <p:spPr>
            <a:xfrm>
              <a:off x="4413061" y="258627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7" name="Google Shape;4497;p24"/>
            <p:cNvSpPr/>
            <p:nvPr/>
          </p:nvSpPr>
          <p:spPr>
            <a:xfrm>
              <a:off x="4418893" y="258824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8" name="Google Shape;4498;p24"/>
            <p:cNvSpPr/>
            <p:nvPr/>
          </p:nvSpPr>
          <p:spPr>
            <a:xfrm>
              <a:off x="4417911" y="258824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9" name="Google Shape;4499;p24"/>
            <p:cNvSpPr/>
            <p:nvPr/>
          </p:nvSpPr>
          <p:spPr>
            <a:xfrm>
              <a:off x="4417911" y="258824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0" name="Google Shape;4500;p24"/>
            <p:cNvSpPr/>
            <p:nvPr/>
          </p:nvSpPr>
          <p:spPr>
            <a:xfrm>
              <a:off x="4417911" y="258824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1" name="Google Shape;4501;p24"/>
            <p:cNvSpPr/>
            <p:nvPr/>
          </p:nvSpPr>
          <p:spPr>
            <a:xfrm>
              <a:off x="4417911" y="258824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2" name="Google Shape;4502;p24"/>
            <p:cNvSpPr/>
            <p:nvPr/>
          </p:nvSpPr>
          <p:spPr>
            <a:xfrm>
              <a:off x="4417911" y="258824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3" name="Google Shape;4503;p24"/>
            <p:cNvSpPr/>
            <p:nvPr/>
          </p:nvSpPr>
          <p:spPr>
            <a:xfrm>
              <a:off x="4416929" y="258824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4" name="Google Shape;4504;p24"/>
            <p:cNvSpPr/>
            <p:nvPr/>
          </p:nvSpPr>
          <p:spPr>
            <a:xfrm>
              <a:off x="4416929" y="258824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5" name="Google Shape;4505;p24"/>
            <p:cNvSpPr/>
            <p:nvPr/>
          </p:nvSpPr>
          <p:spPr>
            <a:xfrm>
              <a:off x="4416929" y="258824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6" name="Google Shape;4506;p24"/>
            <p:cNvSpPr/>
            <p:nvPr/>
          </p:nvSpPr>
          <p:spPr>
            <a:xfrm>
              <a:off x="4416929" y="258824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7" name="Google Shape;4507;p24"/>
            <p:cNvSpPr/>
            <p:nvPr/>
          </p:nvSpPr>
          <p:spPr>
            <a:xfrm>
              <a:off x="4415977" y="258824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8" name="Google Shape;4508;p24"/>
            <p:cNvSpPr/>
            <p:nvPr/>
          </p:nvSpPr>
          <p:spPr>
            <a:xfrm>
              <a:off x="4403331" y="2586277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9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9" name="Google Shape;4509;p24"/>
            <p:cNvSpPr/>
            <p:nvPr/>
          </p:nvSpPr>
          <p:spPr>
            <a:xfrm>
              <a:off x="4388751" y="2585325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0" name="Google Shape;4510;p24"/>
            <p:cNvSpPr/>
            <p:nvPr/>
          </p:nvSpPr>
          <p:spPr>
            <a:xfrm>
              <a:off x="4388751" y="2577774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65" y="1"/>
                  </a:moveTo>
                  <a:cubicBezTo>
                    <a:pt x="349" y="1"/>
                    <a:pt x="333" y="9"/>
                    <a:pt x="317" y="24"/>
                  </a:cubicBezTo>
                  <a:lnTo>
                    <a:pt x="0" y="214"/>
                  </a:lnTo>
                  <a:cubicBezTo>
                    <a:pt x="0" y="214"/>
                    <a:pt x="0" y="246"/>
                    <a:pt x="0" y="246"/>
                  </a:cubicBezTo>
                  <a:lnTo>
                    <a:pt x="380" y="468"/>
                  </a:lnTo>
                  <a:cubicBezTo>
                    <a:pt x="396" y="484"/>
                    <a:pt x="412" y="492"/>
                    <a:pt x="428" y="492"/>
                  </a:cubicBezTo>
                  <a:cubicBezTo>
                    <a:pt x="444" y="492"/>
                    <a:pt x="460" y="484"/>
                    <a:pt x="475" y="468"/>
                  </a:cubicBezTo>
                  <a:lnTo>
                    <a:pt x="792" y="278"/>
                  </a:lnTo>
                  <a:cubicBezTo>
                    <a:pt x="824" y="278"/>
                    <a:pt x="824" y="246"/>
                    <a:pt x="792" y="246"/>
                  </a:cubicBezTo>
                  <a:lnTo>
                    <a:pt x="412" y="24"/>
                  </a:lnTo>
                  <a:cubicBezTo>
                    <a:pt x="396" y="9"/>
                    <a:pt x="380" y="1"/>
                    <a:pt x="365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1" name="Google Shape;4511;p24"/>
            <p:cNvSpPr/>
            <p:nvPr/>
          </p:nvSpPr>
          <p:spPr>
            <a:xfrm>
              <a:off x="4389733" y="2577529"/>
              <a:ext cx="23359" cy="13659"/>
            </a:xfrm>
            <a:custGeom>
              <a:rect b="b" l="l" r="r" t="t"/>
              <a:pathLst>
                <a:path extrusionOk="0" h="445" w="761">
                  <a:moveTo>
                    <a:pt x="348" y="1"/>
                  </a:moveTo>
                  <a:cubicBezTo>
                    <a:pt x="317" y="1"/>
                    <a:pt x="317" y="32"/>
                    <a:pt x="317" y="32"/>
                  </a:cubicBezTo>
                  <a:lnTo>
                    <a:pt x="0" y="191"/>
                  </a:lnTo>
                  <a:cubicBezTo>
                    <a:pt x="0" y="191"/>
                    <a:pt x="0" y="222"/>
                    <a:pt x="0" y="222"/>
                  </a:cubicBezTo>
                  <a:lnTo>
                    <a:pt x="380" y="413"/>
                  </a:lnTo>
                  <a:cubicBezTo>
                    <a:pt x="380" y="444"/>
                    <a:pt x="380" y="444"/>
                    <a:pt x="412" y="444"/>
                  </a:cubicBezTo>
                  <a:lnTo>
                    <a:pt x="443" y="444"/>
                  </a:lnTo>
                  <a:lnTo>
                    <a:pt x="760" y="254"/>
                  </a:lnTo>
                  <a:lnTo>
                    <a:pt x="380" y="32"/>
                  </a:lnTo>
                  <a:cubicBezTo>
                    <a:pt x="348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2" name="Google Shape;4512;p24"/>
            <p:cNvSpPr/>
            <p:nvPr/>
          </p:nvSpPr>
          <p:spPr>
            <a:xfrm>
              <a:off x="4403331" y="259210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3" name="Google Shape;4513;p24"/>
            <p:cNvSpPr/>
            <p:nvPr/>
          </p:nvSpPr>
          <p:spPr>
            <a:xfrm>
              <a:off x="4402349" y="259210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1"/>
                  </a:moveTo>
                  <a:lnTo>
                    <a:pt x="1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4" name="Google Shape;4514;p24"/>
            <p:cNvSpPr/>
            <p:nvPr/>
          </p:nvSpPr>
          <p:spPr>
            <a:xfrm>
              <a:off x="4402349" y="259210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5" name="Google Shape;4515;p24"/>
            <p:cNvSpPr/>
            <p:nvPr/>
          </p:nvSpPr>
          <p:spPr>
            <a:xfrm>
              <a:off x="4402349" y="259210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6" name="Google Shape;4516;p24"/>
            <p:cNvSpPr/>
            <p:nvPr/>
          </p:nvSpPr>
          <p:spPr>
            <a:xfrm>
              <a:off x="4402349" y="259210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91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7" name="Google Shape;4517;p24"/>
            <p:cNvSpPr/>
            <p:nvPr/>
          </p:nvSpPr>
          <p:spPr>
            <a:xfrm>
              <a:off x="4401397" y="2592109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8" name="Google Shape;4518;p24"/>
            <p:cNvSpPr/>
            <p:nvPr/>
          </p:nvSpPr>
          <p:spPr>
            <a:xfrm>
              <a:off x="4401397" y="2592109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9" name="Google Shape;4519;p24"/>
            <p:cNvSpPr/>
            <p:nvPr/>
          </p:nvSpPr>
          <p:spPr>
            <a:xfrm>
              <a:off x="4401397" y="259210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0" name="Google Shape;4520;p24"/>
            <p:cNvSpPr/>
            <p:nvPr/>
          </p:nvSpPr>
          <p:spPr>
            <a:xfrm>
              <a:off x="4401397" y="259210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1" name="Google Shape;4521;p24"/>
            <p:cNvSpPr/>
            <p:nvPr/>
          </p:nvSpPr>
          <p:spPr>
            <a:xfrm>
              <a:off x="4401397" y="259210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2" name="Google Shape;4522;p24"/>
            <p:cNvSpPr/>
            <p:nvPr/>
          </p:nvSpPr>
          <p:spPr>
            <a:xfrm>
              <a:off x="4400415" y="2592109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3" name="Google Shape;4523;p24"/>
            <p:cNvSpPr/>
            <p:nvPr/>
          </p:nvSpPr>
          <p:spPr>
            <a:xfrm>
              <a:off x="4470400" y="2578511"/>
              <a:ext cx="26275" cy="20443"/>
            </a:xfrm>
            <a:custGeom>
              <a:rect b="b" l="l" r="r" t="t"/>
              <a:pathLst>
                <a:path extrusionOk="0" h="666" w="856">
                  <a:moveTo>
                    <a:pt x="856" y="0"/>
                  </a:moveTo>
                  <a:lnTo>
                    <a:pt x="1" y="507"/>
                  </a:lnTo>
                  <a:lnTo>
                    <a:pt x="1" y="666"/>
                  </a:lnTo>
                  <a:lnTo>
                    <a:pt x="856" y="159"/>
                  </a:lnTo>
                  <a:lnTo>
                    <a:pt x="856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4" name="Google Shape;4524;p24"/>
            <p:cNvSpPr/>
            <p:nvPr/>
          </p:nvSpPr>
          <p:spPr>
            <a:xfrm>
              <a:off x="4445138" y="2580445"/>
              <a:ext cx="23359" cy="18509"/>
            </a:xfrm>
            <a:custGeom>
              <a:rect b="b" l="l" r="r" t="t"/>
              <a:pathLst>
                <a:path extrusionOk="0" h="603" w="761">
                  <a:moveTo>
                    <a:pt x="0" y="1"/>
                  </a:moveTo>
                  <a:lnTo>
                    <a:pt x="0" y="159"/>
                  </a:lnTo>
                  <a:lnTo>
                    <a:pt x="729" y="603"/>
                  </a:lnTo>
                  <a:lnTo>
                    <a:pt x="760" y="4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5" name="Google Shape;4525;p24"/>
            <p:cNvSpPr/>
            <p:nvPr/>
          </p:nvSpPr>
          <p:spPr>
            <a:xfrm>
              <a:off x="4406247" y="2588241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90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6" name="Google Shape;4526;p24"/>
            <p:cNvSpPr/>
            <p:nvPr/>
          </p:nvSpPr>
          <p:spPr>
            <a:xfrm>
              <a:off x="4470400" y="259407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7" name="Google Shape;4527;p24"/>
            <p:cNvSpPr/>
            <p:nvPr/>
          </p:nvSpPr>
          <p:spPr>
            <a:xfrm>
              <a:off x="4470400" y="259407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8" name="Google Shape;4528;p24"/>
            <p:cNvSpPr/>
            <p:nvPr/>
          </p:nvSpPr>
          <p:spPr>
            <a:xfrm>
              <a:off x="4469417" y="2594073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3" y="15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9" name="Google Shape;4529;p24"/>
            <p:cNvSpPr/>
            <p:nvPr/>
          </p:nvSpPr>
          <p:spPr>
            <a:xfrm>
              <a:off x="4469417" y="259407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0" name="Google Shape;4530;p24"/>
            <p:cNvSpPr/>
            <p:nvPr/>
          </p:nvSpPr>
          <p:spPr>
            <a:xfrm>
              <a:off x="4469417" y="259407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1" name="Google Shape;4531;p24"/>
            <p:cNvSpPr/>
            <p:nvPr/>
          </p:nvSpPr>
          <p:spPr>
            <a:xfrm>
              <a:off x="4469417" y="259407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2" name="Google Shape;4532;p24"/>
            <p:cNvSpPr/>
            <p:nvPr/>
          </p:nvSpPr>
          <p:spPr>
            <a:xfrm>
              <a:off x="4468466" y="2594073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3" name="Google Shape;4533;p24"/>
            <p:cNvSpPr/>
            <p:nvPr/>
          </p:nvSpPr>
          <p:spPr>
            <a:xfrm>
              <a:off x="4468466" y="259407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4" name="Google Shape;4534;p24"/>
            <p:cNvSpPr/>
            <p:nvPr/>
          </p:nvSpPr>
          <p:spPr>
            <a:xfrm>
              <a:off x="4468466" y="259407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5" name="Google Shape;4535;p24"/>
            <p:cNvSpPr/>
            <p:nvPr/>
          </p:nvSpPr>
          <p:spPr>
            <a:xfrm>
              <a:off x="4468466" y="259407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6" name="Google Shape;4536;p24"/>
            <p:cNvSpPr/>
            <p:nvPr/>
          </p:nvSpPr>
          <p:spPr>
            <a:xfrm>
              <a:off x="4468466" y="259407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7" name="Google Shape;4537;p24"/>
            <p:cNvSpPr/>
            <p:nvPr/>
          </p:nvSpPr>
          <p:spPr>
            <a:xfrm>
              <a:off x="4444155" y="2560032"/>
              <a:ext cx="53501" cy="33826"/>
            </a:xfrm>
            <a:custGeom>
              <a:rect b="b" l="l" r="r" t="t"/>
              <a:pathLst>
                <a:path extrusionOk="0" h="1102" w="1743">
                  <a:moveTo>
                    <a:pt x="666" y="1"/>
                  </a:moveTo>
                  <a:lnTo>
                    <a:pt x="349" y="191"/>
                  </a:lnTo>
                  <a:cubicBezTo>
                    <a:pt x="317" y="191"/>
                    <a:pt x="317" y="222"/>
                    <a:pt x="349" y="254"/>
                  </a:cubicBezTo>
                  <a:lnTo>
                    <a:pt x="507" y="349"/>
                  </a:lnTo>
                  <a:lnTo>
                    <a:pt x="32" y="602"/>
                  </a:lnTo>
                  <a:cubicBezTo>
                    <a:pt x="0" y="634"/>
                    <a:pt x="0" y="634"/>
                    <a:pt x="32" y="666"/>
                  </a:cubicBezTo>
                  <a:lnTo>
                    <a:pt x="761" y="1078"/>
                  </a:lnTo>
                  <a:cubicBezTo>
                    <a:pt x="776" y="1093"/>
                    <a:pt x="800" y="1101"/>
                    <a:pt x="820" y="1101"/>
                  </a:cubicBezTo>
                  <a:cubicBezTo>
                    <a:pt x="840" y="1101"/>
                    <a:pt x="856" y="1093"/>
                    <a:pt x="856" y="1078"/>
                  </a:cubicBezTo>
                  <a:lnTo>
                    <a:pt x="1711" y="602"/>
                  </a:lnTo>
                  <a:cubicBezTo>
                    <a:pt x="1742" y="602"/>
                    <a:pt x="1742" y="571"/>
                    <a:pt x="1711" y="571"/>
                  </a:cubicBezTo>
                  <a:lnTo>
                    <a:pt x="761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8" name="Google Shape;4538;p24"/>
            <p:cNvSpPr/>
            <p:nvPr/>
          </p:nvSpPr>
          <p:spPr>
            <a:xfrm>
              <a:off x="4445138" y="2560032"/>
              <a:ext cx="50555" cy="32107"/>
            </a:xfrm>
            <a:custGeom>
              <a:rect b="b" l="l" r="r" t="t"/>
              <a:pathLst>
                <a:path extrusionOk="0" h="1046" w="1647">
                  <a:moveTo>
                    <a:pt x="634" y="1"/>
                  </a:moveTo>
                  <a:lnTo>
                    <a:pt x="317" y="191"/>
                  </a:lnTo>
                  <a:lnTo>
                    <a:pt x="475" y="286"/>
                  </a:lnTo>
                  <a:lnTo>
                    <a:pt x="507" y="286"/>
                  </a:lnTo>
                  <a:cubicBezTo>
                    <a:pt x="507" y="317"/>
                    <a:pt x="507" y="317"/>
                    <a:pt x="475" y="317"/>
                  </a:cubicBezTo>
                  <a:lnTo>
                    <a:pt x="0" y="602"/>
                  </a:lnTo>
                  <a:lnTo>
                    <a:pt x="760" y="1046"/>
                  </a:lnTo>
                  <a:lnTo>
                    <a:pt x="824" y="1046"/>
                  </a:lnTo>
                  <a:lnTo>
                    <a:pt x="1647" y="539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9" name="Google Shape;4539;p24"/>
            <p:cNvSpPr/>
            <p:nvPr/>
          </p:nvSpPr>
          <p:spPr>
            <a:xfrm>
              <a:off x="4406247" y="259407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0" name="Google Shape;4540;p24"/>
            <p:cNvSpPr/>
            <p:nvPr/>
          </p:nvSpPr>
          <p:spPr>
            <a:xfrm>
              <a:off x="4406247" y="259407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1" name="Google Shape;4541;p24"/>
            <p:cNvSpPr/>
            <p:nvPr/>
          </p:nvSpPr>
          <p:spPr>
            <a:xfrm>
              <a:off x="4406247" y="2594073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2" name="Google Shape;4542;p24"/>
            <p:cNvSpPr/>
            <p:nvPr/>
          </p:nvSpPr>
          <p:spPr>
            <a:xfrm>
              <a:off x="4406247" y="259407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3" name="Google Shape;4543;p24"/>
            <p:cNvSpPr/>
            <p:nvPr/>
          </p:nvSpPr>
          <p:spPr>
            <a:xfrm>
              <a:off x="4406247" y="259407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24"/>
            <p:cNvSpPr/>
            <p:nvPr/>
          </p:nvSpPr>
          <p:spPr>
            <a:xfrm>
              <a:off x="4406247" y="259407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24"/>
            <p:cNvSpPr/>
            <p:nvPr/>
          </p:nvSpPr>
          <p:spPr>
            <a:xfrm>
              <a:off x="4406247" y="259407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24"/>
            <p:cNvSpPr/>
            <p:nvPr/>
          </p:nvSpPr>
          <p:spPr>
            <a:xfrm>
              <a:off x="4406247" y="259502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7" name="Google Shape;4547;p24"/>
            <p:cNvSpPr/>
            <p:nvPr/>
          </p:nvSpPr>
          <p:spPr>
            <a:xfrm>
              <a:off x="4406247" y="2595025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8" name="Google Shape;4548;p24"/>
            <p:cNvSpPr/>
            <p:nvPr/>
          </p:nvSpPr>
          <p:spPr>
            <a:xfrm>
              <a:off x="4422761" y="2586277"/>
              <a:ext cx="29191" cy="21425"/>
            </a:xfrm>
            <a:custGeom>
              <a:rect b="b" l="l" r="r" t="t"/>
              <a:pathLst>
                <a:path extrusionOk="0" h="698" w="951">
                  <a:moveTo>
                    <a:pt x="1" y="1"/>
                  </a:moveTo>
                  <a:lnTo>
                    <a:pt x="1" y="159"/>
                  </a:lnTo>
                  <a:lnTo>
                    <a:pt x="951" y="698"/>
                  </a:lnTo>
                  <a:lnTo>
                    <a:pt x="951" y="5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9" name="Google Shape;4549;p24"/>
            <p:cNvSpPr/>
            <p:nvPr/>
          </p:nvSpPr>
          <p:spPr>
            <a:xfrm>
              <a:off x="4418893" y="2588241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0" name="Google Shape;4550;p24"/>
            <p:cNvSpPr/>
            <p:nvPr/>
          </p:nvSpPr>
          <p:spPr>
            <a:xfrm>
              <a:off x="4406247" y="259502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3"/>
                  </a:moveTo>
                  <a:lnTo>
                    <a:pt x="0" y="191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33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1" name="Google Shape;4551;p24"/>
            <p:cNvSpPr/>
            <p:nvPr/>
          </p:nvSpPr>
          <p:spPr>
            <a:xfrm>
              <a:off x="4435407" y="2578511"/>
              <a:ext cx="29191" cy="22377"/>
            </a:xfrm>
            <a:custGeom>
              <a:rect b="b" l="l" r="r" t="t"/>
              <a:pathLst>
                <a:path extrusionOk="0" h="729" w="951">
                  <a:moveTo>
                    <a:pt x="0" y="0"/>
                  </a:moveTo>
                  <a:lnTo>
                    <a:pt x="0" y="190"/>
                  </a:lnTo>
                  <a:lnTo>
                    <a:pt x="951" y="729"/>
                  </a:lnTo>
                  <a:lnTo>
                    <a:pt x="951" y="5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2" name="Google Shape;4552;p24"/>
            <p:cNvSpPr/>
            <p:nvPr/>
          </p:nvSpPr>
          <p:spPr>
            <a:xfrm>
              <a:off x="4430557" y="2595025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32" y="191"/>
                    <a:pt x="32" y="191"/>
                  </a:cubicBezTo>
                  <a:lnTo>
                    <a:pt x="32" y="33"/>
                  </a:lnTo>
                  <a:cubicBezTo>
                    <a:pt x="32" y="3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3" name="Google Shape;4553;p24"/>
            <p:cNvSpPr/>
            <p:nvPr/>
          </p:nvSpPr>
          <p:spPr>
            <a:xfrm>
              <a:off x="4269194" y="2571697"/>
              <a:ext cx="40855" cy="29191"/>
            </a:xfrm>
            <a:custGeom>
              <a:rect b="b" l="l" r="r" t="t"/>
              <a:pathLst>
                <a:path extrusionOk="0" h="951" w="1331">
                  <a:moveTo>
                    <a:pt x="0" y="1"/>
                  </a:moveTo>
                  <a:lnTo>
                    <a:pt x="0" y="159"/>
                  </a:lnTo>
                  <a:lnTo>
                    <a:pt x="1330" y="951"/>
                  </a:lnTo>
                  <a:lnTo>
                    <a:pt x="1330" y="7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DDC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4" name="Google Shape;4554;p24"/>
            <p:cNvSpPr/>
            <p:nvPr/>
          </p:nvSpPr>
          <p:spPr>
            <a:xfrm>
              <a:off x="4310018" y="2576577"/>
              <a:ext cx="33059" cy="24310"/>
            </a:xfrm>
            <a:custGeom>
              <a:rect b="b" l="l" r="r" t="t"/>
              <a:pathLst>
                <a:path extrusionOk="0" h="792" w="1077">
                  <a:moveTo>
                    <a:pt x="1077" y="0"/>
                  </a:moveTo>
                  <a:lnTo>
                    <a:pt x="0" y="634"/>
                  </a:lnTo>
                  <a:lnTo>
                    <a:pt x="0" y="792"/>
                  </a:lnTo>
                  <a:lnTo>
                    <a:pt x="1077" y="190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E7E8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5" name="Google Shape;4555;p24"/>
            <p:cNvSpPr/>
            <p:nvPr/>
          </p:nvSpPr>
          <p:spPr>
            <a:xfrm>
              <a:off x="4464568" y="259600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32"/>
                  </a:moveTo>
                  <a:lnTo>
                    <a:pt x="1" y="191"/>
                  </a:lnTo>
                  <a:cubicBezTo>
                    <a:pt x="1" y="191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32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6" name="Google Shape;4556;p24"/>
            <p:cNvSpPr/>
            <p:nvPr/>
          </p:nvSpPr>
          <p:spPr>
            <a:xfrm>
              <a:off x="4431509" y="259600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7" name="Google Shape;4557;p24"/>
            <p:cNvSpPr/>
            <p:nvPr/>
          </p:nvSpPr>
          <p:spPr>
            <a:xfrm>
              <a:off x="4431509" y="259600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8" name="Google Shape;4558;p24"/>
            <p:cNvSpPr/>
            <p:nvPr/>
          </p:nvSpPr>
          <p:spPr>
            <a:xfrm>
              <a:off x="4431509" y="2596007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9" name="Google Shape;4559;p24"/>
            <p:cNvSpPr/>
            <p:nvPr/>
          </p:nvSpPr>
          <p:spPr>
            <a:xfrm>
              <a:off x="4431509" y="259600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lnTo>
                    <a:pt x="1" y="19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0" name="Google Shape;4560;p24"/>
            <p:cNvSpPr/>
            <p:nvPr/>
          </p:nvSpPr>
          <p:spPr>
            <a:xfrm>
              <a:off x="4430557" y="2596007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1" name="Google Shape;4561;p24"/>
            <p:cNvSpPr/>
            <p:nvPr/>
          </p:nvSpPr>
          <p:spPr>
            <a:xfrm>
              <a:off x="4430557" y="259600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2" name="Google Shape;4562;p24"/>
            <p:cNvSpPr/>
            <p:nvPr/>
          </p:nvSpPr>
          <p:spPr>
            <a:xfrm>
              <a:off x="4430557" y="25969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3" name="Google Shape;4563;p24"/>
            <p:cNvSpPr/>
            <p:nvPr/>
          </p:nvSpPr>
          <p:spPr>
            <a:xfrm>
              <a:off x="4430557" y="25969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4" name="Google Shape;4564;p24"/>
            <p:cNvSpPr/>
            <p:nvPr/>
          </p:nvSpPr>
          <p:spPr>
            <a:xfrm>
              <a:off x="4464568" y="25969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5" name="Google Shape;4565;p24"/>
            <p:cNvSpPr/>
            <p:nvPr/>
          </p:nvSpPr>
          <p:spPr>
            <a:xfrm>
              <a:off x="4464568" y="25969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6" name="Google Shape;4566;p24"/>
            <p:cNvSpPr/>
            <p:nvPr/>
          </p:nvSpPr>
          <p:spPr>
            <a:xfrm>
              <a:off x="4464568" y="25969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7" name="Google Shape;4567;p24"/>
            <p:cNvSpPr/>
            <p:nvPr/>
          </p:nvSpPr>
          <p:spPr>
            <a:xfrm>
              <a:off x="4464568" y="25969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8" name="Google Shape;4568;p24"/>
            <p:cNvSpPr/>
            <p:nvPr/>
          </p:nvSpPr>
          <p:spPr>
            <a:xfrm>
              <a:off x="4464568" y="2596989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9" name="Google Shape;4569;p24"/>
            <p:cNvSpPr/>
            <p:nvPr/>
          </p:nvSpPr>
          <p:spPr>
            <a:xfrm>
              <a:off x="4464568" y="259698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59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0" name="Google Shape;4570;p24"/>
            <p:cNvSpPr/>
            <p:nvPr/>
          </p:nvSpPr>
          <p:spPr>
            <a:xfrm>
              <a:off x="4464568" y="259698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1" name="Google Shape;4571;p24"/>
            <p:cNvSpPr/>
            <p:nvPr/>
          </p:nvSpPr>
          <p:spPr>
            <a:xfrm>
              <a:off x="4464568" y="259698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2" name="Google Shape;4572;p24"/>
            <p:cNvSpPr/>
            <p:nvPr/>
          </p:nvSpPr>
          <p:spPr>
            <a:xfrm>
              <a:off x="4436389" y="259794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3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33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3" name="Google Shape;4573;p24"/>
            <p:cNvSpPr/>
            <p:nvPr/>
          </p:nvSpPr>
          <p:spPr>
            <a:xfrm>
              <a:off x="4435407" y="259794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4" name="Google Shape;4574;p24"/>
            <p:cNvSpPr/>
            <p:nvPr/>
          </p:nvSpPr>
          <p:spPr>
            <a:xfrm>
              <a:off x="4435407" y="259794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5" name="Google Shape;4575;p24"/>
            <p:cNvSpPr/>
            <p:nvPr/>
          </p:nvSpPr>
          <p:spPr>
            <a:xfrm>
              <a:off x="4435407" y="25979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6" name="Google Shape;4576;p24"/>
            <p:cNvSpPr/>
            <p:nvPr/>
          </p:nvSpPr>
          <p:spPr>
            <a:xfrm>
              <a:off x="4435407" y="25979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7" name="Google Shape;4577;p24"/>
            <p:cNvSpPr/>
            <p:nvPr/>
          </p:nvSpPr>
          <p:spPr>
            <a:xfrm>
              <a:off x="4435407" y="25979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8" name="Google Shape;4578;p24"/>
            <p:cNvSpPr/>
            <p:nvPr/>
          </p:nvSpPr>
          <p:spPr>
            <a:xfrm>
              <a:off x="4434425" y="259794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9" name="Google Shape;4579;p24"/>
            <p:cNvSpPr/>
            <p:nvPr/>
          </p:nvSpPr>
          <p:spPr>
            <a:xfrm>
              <a:off x="4434425" y="25979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0" name="Google Shape;4580;p24"/>
            <p:cNvSpPr/>
            <p:nvPr/>
          </p:nvSpPr>
          <p:spPr>
            <a:xfrm>
              <a:off x="4434425" y="259794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1" name="Google Shape;4581;p24"/>
            <p:cNvSpPr/>
            <p:nvPr/>
          </p:nvSpPr>
          <p:spPr>
            <a:xfrm>
              <a:off x="4434425" y="259794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9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2" name="Google Shape;4582;p24"/>
            <p:cNvSpPr/>
            <p:nvPr/>
          </p:nvSpPr>
          <p:spPr>
            <a:xfrm>
              <a:off x="4433473" y="2597941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32" y="1"/>
                  </a:moveTo>
                  <a:cubicBezTo>
                    <a:pt x="0" y="1"/>
                    <a:pt x="0" y="1"/>
                    <a:pt x="0" y="33"/>
                  </a:cubicBezTo>
                  <a:lnTo>
                    <a:pt x="0" y="191"/>
                  </a:lnTo>
                  <a:lnTo>
                    <a:pt x="32" y="19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3" name="Google Shape;4583;p24"/>
            <p:cNvSpPr/>
            <p:nvPr/>
          </p:nvSpPr>
          <p:spPr>
            <a:xfrm>
              <a:off x="4420827" y="2596989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0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4" name="Google Shape;4584;p24"/>
            <p:cNvSpPr/>
            <p:nvPr/>
          </p:nvSpPr>
          <p:spPr>
            <a:xfrm>
              <a:off x="4406247" y="2596007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1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5" name="Google Shape;4585;p24"/>
            <p:cNvSpPr/>
            <p:nvPr/>
          </p:nvSpPr>
          <p:spPr>
            <a:xfrm>
              <a:off x="4420827" y="2601839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91"/>
                  </a:cubicBezTo>
                  <a:lnTo>
                    <a:pt x="0" y="32"/>
                  </a:lnTo>
                  <a:cubicBezTo>
                    <a:pt x="0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6" name="Google Shape;4586;p24"/>
            <p:cNvSpPr/>
            <p:nvPr/>
          </p:nvSpPr>
          <p:spPr>
            <a:xfrm>
              <a:off x="4419845" y="2602821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0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7" name="Google Shape;4587;p24"/>
            <p:cNvSpPr/>
            <p:nvPr/>
          </p:nvSpPr>
          <p:spPr>
            <a:xfrm>
              <a:off x="4419845" y="26028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8" name="Google Shape;4588;p24"/>
            <p:cNvSpPr/>
            <p:nvPr/>
          </p:nvSpPr>
          <p:spPr>
            <a:xfrm>
              <a:off x="4419845" y="26028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9" name="Google Shape;4589;p24"/>
            <p:cNvSpPr/>
            <p:nvPr/>
          </p:nvSpPr>
          <p:spPr>
            <a:xfrm>
              <a:off x="4419845" y="26028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24"/>
            <p:cNvSpPr/>
            <p:nvPr/>
          </p:nvSpPr>
          <p:spPr>
            <a:xfrm>
              <a:off x="4418893" y="260282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24"/>
            <p:cNvSpPr/>
            <p:nvPr/>
          </p:nvSpPr>
          <p:spPr>
            <a:xfrm>
              <a:off x="4418893" y="2602821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0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2" name="Google Shape;4592;p24"/>
            <p:cNvSpPr/>
            <p:nvPr/>
          </p:nvSpPr>
          <p:spPr>
            <a:xfrm>
              <a:off x="4418893" y="26028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3" name="Google Shape;4593;p24"/>
            <p:cNvSpPr/>
            <p:nvPr/>
          </p:nvSpPr>
          <p:spPr>
            <a:xfrm>
              <a:off x="4418893" y="26028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24"/>
            <p:cNvSpPr/>
            <p:nvPr/>
          </p:nvSpPr>
          <p:spPr>
            <a:xfrm>
              <a:off x="4418893" y="26028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0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5" name="Google Shape;4595;p24"/>
            <p:cNvSpPr/>
            <p:nvPr/>
          </p:nvSpPr>
          <p:spPr>
            <a:xfrm>
              <a:off x="4417911" y="2601839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1"/>
                  </a:moveTo>
                  <a:lnTo>
                    <a:pt x="0" y="191"/>
                  </a:lnTo>
                  <a:lnTo>
                    <a:pt x="32" y="191"/>
                  </a:lnTo>
                  <a:lnTo>
                    <a:pt x="32" y="32"/>
                  </a:lnTo>
                  <a:cubicBezTo>
                    <a:pt x="32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6" name="Google Shape;4596;p24"/>
            <p:cNvSpPr/>
            <p:nvPr/>
          </p:nvSpPr>
          <p:spPr>
            <a:xfrm>
              <a:off x="4406247" y="2588241"/>
              <a:ext cx="25293" cy="14365"/>
            </a:xfrm>
            <a:custGeom>
              <a:rect b="b" l="l" r="r" t="t"/>
              <a:pathLst>
                <a:path extrusionOk="0" h="468" w="824">
                  <a:moveTo>
                    <a:pt x="317" y="0"/>
                  </a:moveTo>
                  <a:lnTo>
                    <a:pt x="0" y="190"/>
                  </a:lnTo>
                  <a:cubicBezTo>
                    <a:pt x="0" y="190"/>
                    <a:pt x="0" y="222"/>
                    <a:pt x="0" y="222"/>
                  </a:cubicBezTo>
                  <a:lnTo>
                    <a:pt x="380" y="444"/>
                  </a:lnTo>
                  <a:cubicBezTo>
                    <a:pt x="396" y="459"/>
                    <a:pt x="412" y="467"/>
                    <a:pt x="428" y="467"/>
                  </a:cubicBezTo>
                  <a:cubicBezTo>
                    <a:pt x="444" y="467"/>
                    <a:pt x="460" y="459"/>
                    <a:pt x="475" y="444"/>
                  </a:cubicBezTo>
                  <a:lnTo>
                    <a:pt x="792" y="285"/>
                  </a:lnTo>
                  <a:cubicBezTo>
                    <a:pt x="824" y="254"/>
                    <a:pt x="824" y="254"/>
                    <a:pt x="792" y="222"/>
                  </a:cubicBezTo>
                  <a:lnTo>
                    <a:pt x="412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24"/>
            <p:cNvSpPr/>
            <p:nvPr/>
          </p:nvSpPr>
          <p:spPr>
            <a:xfrm>
              <a:off x="4407229" y="2588241"/>
              <a:ext cx="23359" cy="12646"/>
            </a:xfrm>
            <a:custGeom>
              <a:rect b="b" l="l" r="r" t="t"/>
              <a:pathLst>
                <a:path extrusionOk="0" h="412" w="761">
                  <a:moveTo>
                    <a:pt x="317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443" y="412"/>
                  </a:lnTo>
                  <a:lnTo>
                    <a:pt x="760" y="22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8" name="Google Shape;4598;p24"/>
            <p:cNvSpPr/>
            <p:nvPr/>
          </p:nvSpPr>
          <p:spPr>
            <a:xfrm>
              <a:off x="4454837" y="2596989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8" y="0"/>
                  </a:moveTo>
                  <a:lnTo>
                    <a:pt x="1" y="190"/>
                  </a:lnTo>
                  <a:lnTo>
                    <a:pt x="1" y="349"/>
                  </a:lnTo>
                  <a:lnTo>
                    <a:pt x="318" y="19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9" name="Google Shape;4599;p24"/>
            <p:cNvSpPr/>
            <p:nvPr/>
          </p:nvSpPr>
          <p:spPr>
            <a:xfrm>
              <a:off x="4298354" y="2596007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380" y="1"/>
                  </a:moveTo>
                  <a:lnTo>
                    <a:pt x="0" y="222"/>
                  </a:lnTo>
                  <a:lnTo>
                    <a:pt x="0" y="381"/>
                  </a:lnTo>
                  <a:lnTo>
                    <a:pt x="380" y="159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E8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0" name="Google Shape;4600;p24"/>
            <p:cNvSpPr/>
            <p:nvPr/>
          </p:nvSpPr>
          <p:spPr>
            <a:xfrm>
              <a:off x="4421809" y="2578511"/>
              <a:ext cx="42789" cy="25047"/>
            </a:xfrm>
            <a:custGeom>
              <a:rect b="b" l="l" r="r" t="t"/>
              <a:pathLst>
                <a:path extrusionOk="0" h="816" w="1394">
                  <a:moveTo>
                    <a:pt x="348" y="0"/>
                  </a:moveTo>
                  <a:lnTo>
                    <a:pt x="32" y="190"/>
                  </a:lnTo>
                  <a:cubicBezTo>
                    <a:pt x="0" y="222"/>
                    <a:pt x="0" y="222"/>
                    <a:pt x="32" y="254"/>
                  </a:cubicBezTo>
                  <a:lnTo>
                    <a:pt x="982" y="792"/>
                  </a:lnTo>
                  <a:cubicBezTo>
                    <a:pt x="998" y="808"/>
                    <a:pt x="1014" y="816"/>
                    <a:pt x="1029" y="816"/>
                  </a:cubicBezTo>
                  <a:cubicBezTo>
                    <a:pt x="1045" y="816"/>
                    <a:pt x="1061" y="808"/>
                    <a:pt x="1077" y="792"/>
                  </a:cubicBezTo>
                  <a:lnTo>
                    <a:pt x="1394" y="602"/>
                  </a:lnTo>
                  <a:cubicBezTo>
                    <a:pt x="1394" y="602"/>
                    <a:pt x="1394" y="571"/>
                    <a:pt x="1394" y="571"/>
                  </a:cubicBezTo>
                  <a:lnTo>
                    <a:pt x="443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1" name="Google Shape;4601;p24"/>
            <p:cNvSpPr/>
            <p:nvPr/>
          </p:nvSpPr>
          <p:spPr>
            <a:xfrm>
              <a:off x="4422761" y="2578511"/>
              <a:ext cx="40855" cy="23359"/>
            </a:xfrm>
            <a:custGeom>
              <a:rect b="b" l="l" r="r" t="t"/>
              <a:pathLst>
                <a:path extrusionOk="0" h="761" w="1331">
                  <a:moveTo>
                    <a:pt x="317" y="0"/>
                  </a:moveTo>
                  <a:lnTo>
                    <a:pt x="1" y="190"/>
                  </a:lnTo>
                  <a:lnTo>
                    <a:pt x="951" y="761"/>
                  </a:lnTo>
                  <a:lnTo>
                    <a:pt x="1014" y="761"/>
                  </a:lnTo>
                  <a:lnTo>
                    <a:pt x="1331" y="57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24"/>
            <p:cNvSpPr/>
            <p:nvPr/>
          </p:nvSpPr>
          <p:spPr>
            <a:xfrm>
              <a:off x="4453886" y="2602821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cubicBezTo>
                    <a:pt x="32" y="190"/>
                    <a:pt x="32" y="190"/>
                    <a:pt x="32" y="159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24"/>
            <p:cNvSpPr/>
            <p:nvPr/>
          </p:nvSpPr>
          <p:spPr>
            <a:xfrm>
              <a:off x="4453886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32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24"/>
            <p:cNvSpPr/>
            <p:nvPr/>
          </p:nvSpPr>
          <p:spPr>
            <a:xfrm>
              <a:off x="4453886" y="26037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5" name="Google Shape;4605;p24"/>
            <p:cNvSpPr/>
            <p:nvPr/>
          </p:nvSpPr>
          <p:spPr>
            <a:xfrm>
              <a:off x="4452903" y="2603773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6" name="Google Shape;4606;p24"/>
            <p:cNvSpPr/>
            <p:nvPr/>
          </p:nvSpPr>
          <p:spPr>
            <a:xfrm>
              <a:off x="4452903" y="26037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7" name="Google Shape;4607;p24"/>
            <p:cNvSpPr/>
            <p:nvPr/>
          </p:nvSpPr>
          <p:spPr>
            <a:xfrm>
              <a:off x="4452903" y="26037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8" name="Google Shape;4608;p24"/>
            <p:cNvSpPr/>
            <p:nvPr/>
          </p:nvSpPr>
          <p:spPr>
            <a:xfrm>
              <a:off x="4452903" y="26037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24"/>
            <p:cNvSpPr/>
            <p:nvPr/>
          </p:nvSpPr>
          <p:spPr>
            <a:xfrm>
              <a:off x="4452903" y="2603773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0" name="Google Shape;4610;p24"/>
            <p:cNvSpPr/>
            <p:nvPr/>
          </p:nvSpPr>
          <p:spPr>
            <a:xfrm>
              <a:off x="4451921" y="260282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3" y="19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1" name="Google Shape;4611;p24"/>
            <p:cNvSpPr/>
            <p:nvPr/>
          </p:nvSpPr>
          <p:spPr>
            <a:xfrm>
              <a:off x="4451921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90"/>
                    <a:pt x="1" y="19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2" name="Google Shape;4612;p24"/>
            <p:cNvSpPr/>
            <p:nvPr/>
          </p:nvSpPr>
          <p:spPr>
            <a:xfrm>
              <a:off x="4451921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3" name="Google Shape;4613;p24"/>
            <p:cNvSpPr/>
            <p:nvPr/>
          </p:nvSpPr>
          <p:spPr>
            <a:xfrm>
              <a:off x="4212807" y="2546435"/>
              <a:ext cx="97242" cy="57123"/>
            </a:xfrm>
            <a:custGeom>
              <a:rect b="b" l="l" r="r" t="t"/>
              <a:pathLst>
                <a:path extrusionOk="0" h="1861" w="3168">
                  <a:moveTo>
                    <a:pt x="444" y="0"/>
                  </a:moveTo>
                  <a:lnTo>
                    <a:pt x="32" y="254"/>
                  </a:lnTo>
                  <a:cubicBezTo>
                    <a:pt x="0" y="254"/>
                    <a:pt x="0" y="317"/>
                    <a:pt x="32" y="349"/>
                  </a:cubicBezTo>
                  <a:lnTo>
                    <a:pt x="1301" y="1076"/>
                  </a:lnTo>
                  <a:lnTo>
                    <a:pt x="1774" y="792"/>
                  </a:lnTo>
                  <a:lnTo>
                    <a:pt x="444" y="0"/>
                  </a:lnTo>
                  <a:close/>
                  <a:moveTo>
                    <a:pt x="1301" y="1076"/>
                  </a:moveTo>
                  <a:lnTo>
                    <a:pt x="1299" y="1077"/>
                  </a:lnTo>
                  <a:lnTo>
                    <a:pt x="1330" y="1093"/>
                  </a:lnTo>
                  <a:lnTo>
                    <a:pt x="1301" y="1076"/>
                  </a:lnTo>
                  <a:close/>
                  <a:moveTo>
                    <a:pt x="1837" y="824"/>
                  </a:moveTo>
                  <a:lnTo>
                    <a:pt x="1362" y="1109"/>
                  </a:lnTo>
                  <a:lnTo>
                    <a:pt x="1330" y="1093"/>
                  </a:lnTo>
                  <a:lnTo>
                    <a:pt x="2629" y="1837"/>
                  </a:lnTo>
                  <a:cubicBezTo>
                    <a:pt x="2645" y="1853"/>
                    <a:pt x="2676" y="1861"/>
                    <a:pt x="2708" y="1861"/>
                  </a:cubicBezTo>
                  <a:cubicBezTo>
                    <a:pt x="2740" y="1861"/>
                    <a:pt x="2771" y="1853"/>
                    <a:pt x="2787" y="1837"/>
                  </a:cubicBezTo>
                  <a:lnTo>
                    <a:pt x="3167" y="1616"/>
                  </a:lnTo>
                  <a:lnTo>
                    <a:pt x="1837" y="824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4" name="Google Shape;4614;p24"/>
            <p:cNvSpPr/>
            <p:nvPr/>
          </p:nvSpPr>
          <p:spPr>
            <a:xfrm>
              <a:off x="4213759" y="2527219"/>
              <a:ext cx="130300" cy="67836"/>
            </a:xfrm>
            <a:custGeom>
              <a:rect b="b" l="l" r="r" t="t"/>
              <a:pathLst>
                <a:path extrusionOk="0" h="2210" w="4245">
                  <a:moveTo>
                    <a:pt x="413" y="626"/>
                  </a:moveTo>
                  <a:lnTo>
                    <a:pt x="1" y="880"/>
                  </a:lnTo>
                  <a:lnTo>
                    <a:pt x="423" y="632"/>
                  </a:lnTo>
                  <a:lnTo>
                    <a:pt x="423" y="632"/>
                  </a:lnTo>
                  <a:lnTo>
                    <a:pt x="413" y="626"/>
                  </a:lnTo>
                  <a:close/>
                  <a:moveTo>
                    <a:pt x="1525" y="1"/>
                  </a:moveTo>
                  <a:cubicBezTo>
                    <a:pt x="1497" y="1"/>
                    <a:pt x="1474" y="9"/>
                    <a:pt x="1458" y="25"/>
                  </a:cubicBezTo>
                  <a:lnTo>
                    <a:pt x="423" y="632"/>
                  </a:lnTo>
                  <a:lnTo>
                    <a:pt x="423" y="632"/>
                  </a:lnTo>
                  <a:lnTo>
                    <a:pt x="1743" y="1418"/>
                  </a:lnTo>
                  <a:lnTo>
                    <a:pt x="1806" y="1450"/>
                  </a:lnTo>
                  <a:lnTo>
                    <a:pt x="3136" y="2210"/>
                  </a:lnTo>
                  <a:lnTo>
                    <a:pt x="4213" y="1608"/>
                  </a:lnTo>
                  <a:cubicBezTo>
                    <a:pt x="4245" y="1576"/>
                    <a:pt x="4245" y="1545"/>
                    <a:pt x="4213" y="1513"/>
                  </a:cubicBezTo>
                  <a:lnTo>
                    <a:pt x="1616" y="25"/>
                  </a:lnTo>
                  <a:cubicBezTo>
                    <a:pt x="1584" y="9"/>
                    <a:pt x="1553" y="1"/>
                    <a:pt x="1525" y="1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5" name="Google Shape;4615;p24"/>
            <p:cNvSpPr/>
            <p:nvPr/>
          </p:nvSpPr>
          <p:spPr>
            <a:xfrm>
              <a:off x="4297372" y="260282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4E4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6" name="Google Shape;4616;p24"/>
            <p:cNvSpPr/>
            <p:nvPr/>
          </p:nvSpPr>
          <p:spPr>
            <a:xfrm>
              <a:off x="4297372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E3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7" name="Google Shape;4617;p24"/>
            <p:cNvSpPr/>
            <p:nvPr/>
          </p:nvSpPr>
          <p:spPr>
            <a:xfrm>
              <a:off x="4296390" y="260282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0"/>
                  </a:moveTo>
                  <a:cubicBezTo>
                    <a:pt x="1" y="0"/>
                    <a:pt x="1" y="0"/>
                    <a:pt x="1" y="32"/>
                  </a:cubicBez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1E2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8" name="Google Shape;4618;p24"/>
            <p:cNvSpPr/>
            <p:nvPr/>
          </p:nvSpPr>
          <p:spPr>
            <a:xfrm>
              <a:off x="4296390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0E0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9" name="Google Shape;4619;p24"/>
            <p:cNvSpPr/>
            <p:nvPr/>
          </p:nvSpPr>
          <p:spPr>
            <a:xfrm>
              <a:off x="4295438" y="2602821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ubicBezTo>
                    <a:pt x="32" y="0"/>
                    <a:pt x="18" y="14"/>
                    <a:pt x="8" y="14"/>
                  </a:cubicBezTo>
                  <a:cubicBezTo>
                    <a:pt x="4" y="14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DFDF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0" name="Google Shape;4620;p24"/>
            <p:cNvSpPr/>
            <p:nvPr/>
          </p:nvSpPr>
          <p:spPr>
            <a:xfrm>
              <a:off x="4295438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1E0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1" name="Google Shape;4621;p24"/>
            <p:cNvSpPr/>
            <p:nvPr/>
          </p:nvSpPr>
          <p:spPr>
            <a:xfrm>
              <a:off x="4295438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DE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2" name="Google Shape;4622;p24"/>
            <p:cNvSpPr/>
            <p:nvPr/>
          </p:nvSpPr>
          <p:spPr>
            <a:xfrm>
              <a:off x="4294456" y="260282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DEDD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24"/>
            <p:cNvSpPr/>
            <p:nvPr/>
          </p:nvSpPr>
          <p:spPr>
            <a:xfrm>
              <a:off x="4294456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CDB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24"/>
            <p:cNvSpPr/>
            <p:nvPr/>
          </p:nvSpPr>
          <p:spPr>
            <a:xfrm>
              <a:off x="4293474" y="260282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59"/>
                  </a:lnTo>
                  <a:cubicBezTo>
                    <a:pt x="32" y="159"/>
                    <a:pt x="32" y="190"/>
                    <a:pt x="32" y="190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DBDA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24"/>
            <p:cNvSpPr/>
            <p:nvPr/>
          </p:nvSpPr>
          <p:spPr>
            <a:xfrm>
              <a:off x="4293474" y="26028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CDB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24"/>
            <p:cNvSpPr/>
            <p:nvPr/>
          </p:nvSpPr>
          <p:spPr>
            <a:xfrm>
              <a:off x="4297372" y="260282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5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3E3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24"/>
            <p:cNvSpPr/>
            <p:nvPr/>
          </p:nvSpPr>
          <p:spPr>
            <a:xfrm>
              <a:off x="4297372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59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4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24"/>
            <p:cNvSpPr/>
            <p:nvPr/>
          </p:nvSpPr>
          <p:spPr>
            <a:xfrm>
              <a:off x="4296390" y="260282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0"/>
                  </a:moveTo>
                  <a:cubicBezTo>
                    <a:pt x="1" y="0"/>
                    <a:pt x="1" y="0"/>
                    <a:pt x="1" y="32"/>
                  </a:cubicBezTo>
                  <a:lnTo>
                    <a:pt x="1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24"/>
            <p:cNvSpPr/>
            <p:nvPr/>
          </p:nvSpPr>
          <p:spPr>
            <a:xfrm>
              <a:off x="4296390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0" name="Google Shape;4630;p24"/>
            <p:cNvSpPr/>
            <p:nvPr/>
          </p:nvSpPr>
          <p:spPr>
            <a:xfrm>
              <a:off x="4295438" y="2602821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ubicBezTo>
                    <a:pt x="32" y="0"/>
                    <a:pt x="18" y="14"/>
                    <a:pt x="8" y="14"/>
                  </a:cubicBezTo>
                  <a:cubicBezTo>
                    <a:pt x="4" y="14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E3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1" name="Google Shape;4631;p24"/>
            <p:cNvSpPr/>
            <p:nvPr/>
          </p:nvSpPr>
          <p:spPr>
            <a:xfrm>
              <a:off x="4295438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1E0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2" name="Google Shape;4632;p24"/>
            <p:cNvSpPr/>
            <p:nvPr/>
          </p:nvSpPr>
          <p:spPr>
            <a:xfrm>
              <a:off x="4295438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lnTo>
                    <a:pt x="0" y="1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DF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3" name="Google Shape;4633;p24"/>
            <p:cNvSpPr/>
            <p:nvPr/>
          </p:nvSpPr>
          <p:spPr>
            <a:xfrm>
              <a:off x="4294456" y="260282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DFDC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4" name="Google Shape;4634;p24"/>
            <p:cNvSpPr/>
            <p:nvPr/>
          </p:nvSpPr>
          <p:spPr>
            <a:xfrm>
              <a:off x="4294456" y="2602821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0"/>
                  </a:moveTo>
                  <a:lnTo>
                    <a:pt x="0" y="190"/>
                  </a:lnTo>
                  <a:cubicBezTo>
                    <a:pt x="0" y="190"/>
                    <a:pt x="0" y="190"/>
                    <a:pt x="0" y="19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DD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5" name="Google Shape;4635;p24"/>
            <p:cNvSpPr/>
            <p:nvPr/>
          </p:nvSpPr>
          <p:spPr>
            <a:xfrm>
              <a:off x="4293474" y="2602821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59"/>
                  </a:lnTo>
                  <a:cubicBezTo>
                    <a:pt x="32" y="159"/>
                    <a:pt x="32" y="190"/>
                    <a:pt x="32" y="190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DDDB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6" name="Google Shape;4636;p24"/>
            <p:cNvSpPr/>
            <p:nvPr/>
          </p:nvSpPr>
          <p:spPr>
            <a:xfrm>
              <a:off x="4293474" y="2602821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0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DD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7" name="Google Shape;4637;p24"/>
            <p:cNvSpPr/>
            <p:nvPr/>
          </p:nvSpPr>
          <p:spPr>
            <a:xfrm>
              <a:off x="4423743" y="2598923"/>
              <a:ext cx="9761" cy="10713"/>
            </a:xfrm>
            <a:custGeom>
              <a:rect b="b" l="l" r="r" t="t"/>
              <a:pathLst>
                <a:path extrusionOk="0" h="349" w="318">
                  <a:moveTo>
                    <a:pt x="317" y="1"/>
                  </a:moveTo>
                  <a:lnTo>
                    <a:pt x="0" y="159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8" name="Google Shape;4638;p24"/>
            <p:cNvSpPr/>
            <p:nvPr/>
          </p:nvSpPr>
          <p:spPr>
            <a:xfrm>
              <a:off x="4423743" y="260377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9" name="Google Shape;4639;p24"/>
            <p:cNvSpPr/>
            <p:nvPr/>
          </p:nvSpPr>
          <p:spPr>
            <a:xfrm>
              <a:off x="4423743" y="260377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91"/>
                    <a:pt x="0" y="191"/>
                  </a:cubicBezTo>
                  <a:lnTo>
                    <a:pt x="0" y="33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0" name="Google Shape;4640;p24"/>
            <p:cNvSpPr/>
            <p:nvPr/>
          </p:nvSpPr>
          <p:spPr>
            <a:xfrm>
              <a:off x="4423743" y="2603773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1"/>
                  </a:moveTo>
                  <a:lnTo>
                    <a:pt x="0" y="191"/>
                  </a:lnTo>
                  <a:lnTo>
                    <a:pt x="0" y="191"/>
                  </a:lnTo>
                  <a:lnTo>
                    <a:pt x="0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1" name="Google Shape;4641;p24"/>
            <p:cNvSpPr/>
            <p:nvPr/>
          </p:nvSpPr>
          <p:spPr>
            <a:xfrm>
              <a:off x="4423743" y="260475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2" name="Google Shape;4642;p24"/>
            <p:cNvSpPr/>
            <p:nvPr/>
          </p:nvSpPr>
          <p:spPr>
            <a:xfrm>
              <a:off x="4423743" y="260475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3" name="Google Shape;4643;p24"/>
            <p:cNvSpPr/>
            <p:nvPr/>
          </p:nvSpPr>
          <p:spPr>
            <a:xfrm>
              <a:off x="4423743" y="260475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4" name="Google Shape;4644;p24"/>
            <p:cNvSpPr/>
            <p:nvPr/>
          </p:nvSpPr>
          <p:spPr>
            <a:xfrm>
              <a:off x="4423743" y="260475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5" name="Google Shape;4645;p24"/>
            <p:cNvSpPr/>
            <p:nvPr/>
          </p:nvSpPr>
          <p:spPr>
            <a:xfrm>
              <a:off x="4423743" y="260475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6" name="Google Shape;4646;p24"/>
            <p:cNvSpPr/>
            <p:nvPr/>
          </p:nvSpPr>
          <p:spPr>
            <a:xfrm>
              <a:off x="4436389" y="2598923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1"/>
                  </a:moveTo>
                  <a:lnTo>
                    <a:pt x="0" y="159"/>
                  </a:lnTo>
                  <a:lnTo>
                    <a:pt x="380" y="381"/>
                  </a:lnTo>
                  <a:lnTo>
                    <a:pt x="380" y="1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7" name="Google Shape;4647;p24"/>
            <p:cNvSpPr/>
            <p:nvPr/>
          </p:nvSpPr>
          <p:spPr>
            <a:xfrm>
              <a:off x="4423743" y="2604755"/>
              <a:ext cx="31" cy="5863"/>
            </a:xfrm>
            <a:custGeom>
              <a:rect b="b" l="l" r="r" t="t"/>
              <a:pathLst>
                <a:path extrusionOk="0" h="191" w="1">
                  <a:moveTo>
                    <a:pt x="0" y="32"/>
                  </a:moveTo>
                  <a:lnTo>
                    <a:pt x="0" y="191"/>
                  </a:lnTo>
                  <a:cubicBezTo>
                    <a:pt x="0" y="191"/>
                    <a:pt x="0" y="191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8" name="Google Shape;4648;p24"/>
            <p:cNvSpPr/>
            <p:nvPr/>
          </p:nvSpPr>
          <p:spPr>
            <a:xfrm>
              <a:off x="4448054" y="2604755"/>
              <a:ext cx="982" cy="6845"/>
            </a:xfrm>
            <a:custGeom>
              <a:rect b="b" l="l" r="r" t="t"/>
              <a:pathLst>
                <a:path extrusionOk="0" h="223" w="32">
                  <a:moveTo>
                    <a:pt x="0" y="1"/>
                  </a:moveTo>
                  <a:lnTo>
                    <a:pt x="0" y="191"/>
                  </a:lnTo>
                  <a:cubicBezTo>
                    <a:pt x="0" y="191"/>
                    <a:pt x="32" y="191"/>
                    <a:pt x="32" y="222"/>
                  </a:cubicBezTo>
                  <a:lnTo>
                    <a:pt x="32" y="32"/>
                  </a:lnTo>
                  <a:cubicBezTo>
                    <a:pt x="32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9" name="Google Shape;4649;p24"/>
            <p:cNvSpPr/>
            <p:nvPr/>
          </p:nvSpPr>
          <p:spPr>
            <a:xfrm>
              <a:off x="4449005" y="26057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0" name="Google Shape;4650;p24"/>
            <p:cNvSpPr/>
            <p:nvPr/>
          </p:nvSpPr>
          <p:spPr>
            <a:xfrm>
              <a:off x="4449005" y="26057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1" name="Google Shape;4651;p24"/>
            <p:cNvSpPr/>
            <p:nvPr/>
          </p:nvSpPr>
          <p:spPr>
            <a:xfrm>
              <a:off x="4449005" y="2605737"/>
              <a:ext cx="31" cy="5863"/>
            </a:xfrm>
            <a:custGeom>
              <a:rect b="b" l="l" r="r" t="t"/>
              <a:pathLst>
                <a:path extrusionOk="0" h="191" w="1">
                  <a:moveTo>
                    <a:pt x="1" y="0"/>
                  </a:moveTo>
                  <a:lnTo>
                    <a:pt x="1" y="190"/>
                  </a:lnTo>
                  <a:lnTo>
                    <a:pt x="1" y="190"/>
                  </a:lnTo>
                  <a:lnTo>
                    <a:pt x="1" y="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2" name="Google Shape;4652;p24"/>
            <p:cNvSpPr/>
            <p:nvPr/>
          </p:nvSpPr>
          <p:spPr>
            <a:xfrm>
              <a:off x="4449005" y="26066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3" name="Google Shape;4653;p24"/>
            <p:cNvSpPr/>
            <p:nvPr/>
          </p:nvSpPr>
          <p:spPr>
            <a:xfrm>
              <a:off x="4448054" y="2606689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4" name="Google Shape;4654;p24"/>
            <p:cNvSpPr/>
            <p:nvPr/>
          </p:nvSpPr>
          <p:spPr>
            <a:xfrm>
              <a:off x="4448054" y="26066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5" name="Google Shape;4655;p24"/>
            <p:cNvSpPr/>
            <p:nvPr/>
          </p:nvSpPr>
          <p:spPr>
            <a:xfrm>
              <a:off x="4448054" y="26066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6" name="Google Shape;4656;p24"/>
            <p:cNvSpPr/>
            <p:nvPr/>
          </p:nvSpPr>
          <p:spPr>
            <a:xfrm>
              <a:off x="4448054" y="2606689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7" name="Google Shape;4657;p24"/>
            <p:cNvSpPr/>
            <p:nvPr/>
          </p:nvSpPr>
          <p:spPr>
            <a:xfrm>
              <a:off x="4438323" y="2606689"/>
              <a:ext cx="9761" cy="10743"/>
            </a:xfrm>
            <a:custGeom>
              <a:rect b="b" l="l" r="r" t="t"/>
              <a:pathLst>
                <a:path extrusionOk="0" h="350" w="318">
                  <a:moveTo>
                    <a:pt x="317" y="1"/>
                  </a:moveTo>
                  <a:lnTo>
                    <a:pt x="0" y="191"/>
                  </a:lnTo>
                  <a:lnTo>
                    <a:pt x="0" y="349"/>
                  </a:lnTo>
                  <a:lnTo>
                    <a:pt x="317" y="1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A39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8" name="Google Shape;4658;p24"/>
            <p:cNvSpPr/>
            <p:nvPr/>
          </p:nvSpPr>
          <p:spPr>
            <a:xfrm>
              <a:off x="4423743" y="2605737"/>
              <a:ext cx="11695" cy="11695"/>
            </a:xfrm>
            <a:custGeom>
              <a:rect b="b" l="l" r="r" t="t"/>
              <a:pathLst>
                <a:path extrusionOk="0" h="381" w="381">
                  <a:moveTo>
                    <a:pt x="0" y="0"/>
                  </a:moveTo>
                  <a:lnTo>
                    <a:pt x="0" y="159"/>
                  </a:lnTo>
                  <a:lnTo>
                    <a:pt x="380" y="380"/>
                  </a:lnTo>
                  <a:lnTo>
                    <a:pt x="38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9" name="Google Shape;4659;p24"/>
            <p:cNvSpPr/>
            <p:nvPr/>
          </p:nvSpPr>
          <p:spPr>
            <a:xfrm>
              <a:off x="4438323" y="26125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737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0" name="Google Shape;4660;p24"/>
            <p:cNvSpPr/>
            <p:nvPr/>
          </p:nvSpPr>
          <p:spPr>
            <a:xfrm>
              <a:off x="4437341" y="261252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7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1" name="Google Shape;4661;p24"/>
            <p:cNvSpPr/>
            <p:nvPr/>
          </p:nvSpPr>
          <p:spPr>
            <a:xfrm>
              <a:off x="4437341" y="26125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6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2" name="Google Shape;4662;p24"/>
            <p:cNvSpPr/>
            <p:nvPr/>
          </p:nvSpPr>
          <p:spPr>
            <a:xfrm>
              <a:off x="4437341" y="26125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535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3" name="Google Shape;4663;p24"/>
            <p:cNvSpPr/>
            <p:nvPr/>
          </p:nvSpPr>
          <p:spPr>
            <a:xfrm>
              <a:off x="4437341" y="26125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1" y="1"/>
                  </a:moveTo>
                  <a:lnTo>
                    <a:pt x="1" y="159"/>
                  </a:lnTo>
                  <a:lnTo>
                    <a:pt x="1" y="15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4" name="Google Shape;4664;p24"/>
            <p:cNvSpPr/>
            <p:nvPr/>
          </p:nvSpPr>
          <p:spPr>
            <a:xfrm>
              <a:off x="4436389" y="2612521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3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5" name="Google Shape;4665;p24"/>
            <p:cNvSpPr/>
            <p:nvPr/>
          </p:nvSpPr>
          <p:spPr>
            <a:xfrm>
              <a:off x="4436389" y="26125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3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6" name="Google Shape;4666;p24"/>
            <p:cNvSpPr/>
            <p:nvPr/>
          </p:nvSpPr>
          <p:spPr>
            <a:xfrm>
              <a:off x="4436389" y="26125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7" name="Google Shape;4667;p24"/>
            <p:cNvSpPr/>
            <p:nvPr/>
          </p:nvSpPr>
          <p:spPr>
            <a:xfrm>
              <a:off x="4436389" y="26125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3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8" name="Google Shape;4668;p24"/>
            <p:cNvSpPr/>
            <p:nvPr/>
          </p:nvSpPr>
          <p:spPr>
            <a:xfrm>
              <a:off x="4436389" y="2612521"/>
              <a:ext cx="31" cy="4911"/>
            </a:xfrm>
            <a:custGeom>
              <a:rect b="b" l="l" r="r" t="t"/>
              <a:pathLst>
                <a:path extrusionOk="0" h="160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133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9" name="Google Shape;4669;p24"/>
            <p:cNvSpPr/>
            <p:nvPr/>
          </p:nvSpPr>
          <p:spPr>
            <a:xfrm>
              <a:off x="4435407" y="2612521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02E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0" name="Google Shape;4670;p24"/>
            <p:cNvSpPr/>
            <p:nvPr/>
          </p:nvSpPr>
          <p:spPr>
            <a:xfrm>
              <a:off x="4423743" y="2597941"/>
              <a:ext cx="25293" cy="14611"/>
            </a:xfrm>
            <a:custGeom>
              <a:rect b="b" l="l" r="r" t="t"/>
              <a:pathLst>
                <a:path extrusionOk="0" h="476" w="824">
                  <a:moveTo>
                    <a:pt x="317" y="1"/>
                  </a:moveTo>
                  <a:lnTo>
                    <a:pt x="0" y="191"/>
                  </a:lnTo>
                  <a:cubicBezTo>
                    <a:pt x="0" y="223"/>
                    <a:pt x="0" y="223"/>
                    <a:pt x="0" y="254"/>
                  </a:cubicBezTo>
                  <a:lnTo>
                    <a:pt x="380" y="476"/>
                  </a:lnTo>
                  <a:lnTo>
                    <a:pt x="475" y="476"/>
                  </a:lnTo>
                  <a:lnTo>
                    <a:pt x="792" y="286"/>
                  </a:lnTo>
                  <a:cubicBezTo>
                    <a:pt x="824" y="286"/>
                    <a:pt x="824" y="254"/>
                    <a:pt x="792" y="223"/>
                  </a:cubicBezTo>
                  <a:lnTo>
                    <a:pt x="412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1" name="Google Shape;4671;p24"/>
            <p:cNvSpPr/>
            <p:nvPr/>
          </p:nvSpPr>
          <p:spPr>
            <a:xfrm>
              <a:off x="4424725" y="2597941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7" y="1"/>
                  </a:moveTo>
                  <a:lnTo>
                    <a:pt x="0" y="191"/>
                  </a:lnTo>
                  <a:lnTo>
                    <a:pt x="380" y="413"/>
                  </a:lnTo>
                  <a:lnTo>
                    <a:pt x="443" y="413"/>
                  </a:lnTo>
                  <a:lnTo>
                    <a:pt x="760" y="22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2" name="Google Shape;4672;p24"/>
            <p:cNvSpPr/>
            <p:nvPr/>
          </p:nvSpPr>
          <p:spPr>
            <a:xfrm>
              <a:off x="4438323" y="2562948"/>
              <a:ext cx="96260" cy="61267"/>
            </a:xfrm>
            <a:custGeom>
              <a:rect b="b" l="l" r="r" t="t"/>
              <a:pathLst>
                <a:path extrusionOk="0" h="1996" w="3136">
                  <a:moveTo>
                    <a:pt x="3136" y="1"/>
                  </a:moveTo>
                  <a:lnTo>
                    <a:pt x="0" y="1838"/>
                  </a:lnTo>
                  <a:lnTo>
                    <a:pt x="0" y="1996"/>
                  </a:lnTo>
                  <a:lnTo>
                    <a:pt x="3136" y="19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EFF0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3" name="Google Shape;4673;p24"/>
            <p:cNvSpPr/>
            <p:nvPr/>
          </p:nvSpPr>
          <p:spPr>
            <a:xfrm>
              <a:off x="4185581" y="2476450"/>
              <a:ext cx="246941" cy="147766"/>
            </a:xfrm>
            <a:custGeom>
              <a:rect b="b" l="l" r="r" t="t"/>
              <a:pathLst>
                <a:path extrusionOk="0" h="4814" w="8045">
                  <a:moveTo>
                    <a:pt x="1" y="0"/>
                  </a:moveTo>
                  <a:lnTo>
                    <a:pt x="1" y="159"/>
                  </a:lnTo>
                  <a:lnTo>
                    <a:pt x="8044" y="4814"/>
                  </a:lnTo>
                  <a:lnTo>
                    <a:pt x="8044" y="46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4" name="Google Shape;4674;p24"/>
            <p:cNvSpPr/>
            <p:nvPr/>
          </p:nvSpPr>
          <p:spPr>
            <a:xfrm>
              <a:off x="4437341" y="2619335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CEC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5" name="Google Shape;4675;p24"/>
            <p:cNvSpPr/>
            <p:nvPr/>
          </p:nvSpPr>
          <p:spPr>
            <a:xfrm>
              <a:off x="4437341" y="26193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AEB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6" name="Google Shape;4676;p24"/>
            <p:cNvSpPr/>
            <p:nvPr/>
          </p:nvSpPr>
          <p:spPr>
            <a:xfrm>
              <a:off x="4436389" y="2619335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9E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7" name="Google Shape;4677;p24"/>
            <p:cNvSpPr/>
            <p:nvPr/>
          </p:nvSpPr>
          <p:spPr>
            <a:xfrm>
              <a:off x="4436389" y="26193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8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8" name="Google Shape;4678;p24"/>
            <p:cNvSpPr/>
            <p:nvPr/>
          </p:nvSpPr>
          <p:spPr>
            <a:xfrm>
              <a:off x="4435407" y="2619335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6E7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9" name="Google Shape;4679;p24"/>
            <p:cNvSpPr/>
            <p:nvPr/>
          </p:nvSpPr>
          <p:spPr>
            <a:xfrm>
              <a:off x="4435407" y="26193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0" name="Google Shape;4680;p24"/>
            <p:cNvSpPr/>
            <p:nvPr/>
          </p:nvSpPr>
          <p:spPr>
            <a:xfrm>
              <a:off x="4434425" y="2619335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E4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1" name="Google Shape;4681;p24"/>
            <p:cNvSpPr/>
            <p:nvPr/>
          </p:nvSpPr>
          <p:spPr>
            <a:xfrm>
              <a:off x="4434425" y="26193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1" y="1"/>
                  </a:moveTo>
                  <a:lnTo>
                    <a:pt x="1" y="159"/>
                  </a:lnTo>
                  <a:cubicBezTo>
                    <a:pt x="1" y="159"/>
                    <a:pt x="1" y="159"/>
                    <a:pt x="1" y="159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4E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2" name="Google Shape;4682;p24"/>
            <p:cNvSpPr/>
            <p:nvPr/>
          </p:nvSpPr>
          <p:spPr>
            <a:xfrm>
              <a:off x="4433473" y="2619335"/>
              <a:ext cx="982" cy="4881"/>
            </a:xfrm>
            <a:custGeom>
              <a:rect b="b" l="l" r="r" t="t"/>
              <a:pathLst>
                <a:path extrusionOk="0" h="159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2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3" name="Google Shape;4683;p24"/>
            <p:cNvSpPr/>
            <p:nvPr/>
          </p:nvSpPr>
          <p:spPr>
            <a:xfrm>
              <a:off x="4433473" y="2619335"/>
              <a:ext cx="31" cy="4881"/>
            </a:xfrm>
            <a:custGeom>
              <a:rect b="b" l="l" r="r" t="t"/>
              <a:pathLst>
                <a:path extrusionOk="0" h="159" w="1">
                  <a:moveTo>
                    <a:pt x="0" y="1"/>
                  </a:moveTo>
                  <a:lnTo>
                    <a:pt x="0" y="159"/>
                  </a:lnTo>
                  <a:cubicBezTo>
                    <a:pt x="0" y="159"/>
                    <a:pt x="0" y="159"/>
                    <a:pt x="0" y="159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1E1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4" name="Google Shape;4684;p24"/>
            <p:cNvSpPr/>
            <p:nvPr/>
          </p:nvSpPr>
          <p:spPr>
            <a:xfrm>
              <a:off x="4432491" y="2619335"/>
              <a:ext cx="1013" cy="4881"/>
            </a:xfrm>
            <a:custGeom>
              <a:rect b="b" l="l" r="r" t="t"/>
              <a:pathLst>
                <a:path extrusionOk="0" h="159" w="33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2E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5" name="Google Shape;4685;p24"/>
            <p:cNvSpPr/>
            <p:nvPr/>
          </p:nvSpPr>
          <p:spPr>
            <a:xfrm>
              <a:off x="4108782" y="2399160"/>
              <a:ext cx="456926" cy="263455"/>
            </a:xfrm>
            <a:custGeom>
              <a:rect b="b" l="l" r="r" t="t"/>
              <a:pathLst>
                <a:path extrusionOk="0" h="8583" w="14886">
                  <a:moveTo>
                    <a:pt x="4945" y="4173"/>
                  </a:moveTo>
                  <a:cubicBezTo>
                    <a:pt x="4973" y="4173"/>
                    <a:pt x="5004" y="4181"/>
                    <a:pt x="5036" y="4197"/>
                  </a:cubicBezTo>
                  <a:lnTo>
                    <a:pt x="7633" y="5685"/>
                  </a:lnTo>
                  <a:cubicBezTo>
                    <a:pt x="7665" y="5717"/>
                    <a:pt x="7665" y="5780"/>
                    <a:pt x="7633" y="5780"/>
                  </a:cubicBezTo>
                  <a:lnTo>
                    <a:pt x="6556" y="6414"/>
                  </a:lnTo>
                  <a:lnTo>
                    <a:pt x="6176" y="6635"/>
                  </a:lnTo>
                  <a:cubicBezTo>
                    <a:pt x="6160" y="6651"/>
                    <a:pt x="6129" y="6659"/>
                    <a:pt x="6097" y="6659"/>
                  </a:cubicBezTo>
                  <a:cubicBezTo>
                    <a:pt x="6065" y="6659"/>
                    <a:pt x="6034" y="6651"/>
                    <a:pt x="6018" y="6635"/>
                  </a:cubicBezTo>
                  <a:lnTo>
                    <a:pt x="3421" y="5147"/>
                  </a:lnTo>
                  <a:cubicBezTo>
                    <a:pt x="3389" y="5115"/>
                    <a:pt x="3389" y="5052"/>
                    <a:pt x="3421" y="5052"/>
                  </a:cubicBezTo>
                  <a:lnTo>
                    <a:pt x="4878" y="4197"/>
                  </a:lnTo>
                  <a:cubicBezTo>
                    <a:pt x="4894" y="4181"/>
                    <a:pt x="4917" y="4173"/>
                    <a:pt x="4945" y="4173"/>
                  </a:cubicBezTo>
                  <a:close/>
                  <a:moveTo>
                    <a:pt x="5713" y="563"/>
                  </a:moveTo>
                  <a:cubicBezTo>
                    <a:pt x="5749" y="563"/>
                    <a:pt x="5780" y="571"/>
                    <a:pt x="5796" y="586"/>
                  </a:cubicBezTo>
                  <a:lnTo>
                    <a:pt x="13872" y="5242"/>
                  </a:lnTo>
                  <a:cubicBezTo>
                    <a:pt x="13935" y="5273"/>
                    <a:pt x="13935" y="5305"/>
                    <a:pt x="13872" y="5337"/>
                  </a:cubicBezTo>
                  <a:lnTo>
                    <a:pt x="10736" y="7174"/>
                  </a:lnTo>
                  <a:cubicBezTo>
                    <a:pt x="10705" y="7174"/>
                    <a:pt x="10610" y="7174"/>
                    <a:pt x="10546" y="7142"/>
                  </a:cubicBezTo>
                  <a:lnTo>
                    <a:pt x="2503" y="2518"/>
                  </a:lnTo>
                  <a:cubicBezTo>
                    <a:pt x="2439" y="2487"/>
                    <a:pt x="2439" y="2423"/>
                    <a:pt x="2503" y="2392"/>
                  </a:cubicBezTo>
                  <a:lnTo>
                    <a:pt x="5606" y="586"/>
                  </a:lnTo>
                  <a:cubicBezTo>
                    <a:pt x="5638" y="571"/>
                    <a:pt x="5677" y="563"/>
                    <a:pt x="5713" y="563"/>
                  </a:cubicBezTo>
                  <a:close/>
                  <a:moveTo>
                    <a:pt x="6018" y="1"/>
                  </a:moveTo>
                  <a:cubicBezTo>
                    <a:pt x="5939" y="1"/>
                    <a:pt x="5859" y="16"/>
                    <a:pt x="5796" y="48"/>
                  </a:cubicBezTo>
                  <a:lnTo>
                    <a:pt x="127" y="3342"/>
                  </a:lnTo>
                  <a:cubicBezTo>
                    <a:pt x="1" y="3405"/>
                    <a:pt x="1" y="3532"/>
                    <a:pt x="127" y="3595"/>
                  </a:cubicBezTo>
                  <a:lnTo>
                    <a:pt x="8678" y="8535"/>
                  </a:lnTo>
                  <a:cubicBezTo>
                    <a:pt x="8741" y="8567"/>
                    <a:pt x="8821" y="8583"/>
                    <a:pt x="8900" y="8583"/>
                  </a:cubicBezTo>
                  <a:cubicBezTo>
                    <a:pt x="8979" y="8583"/>
                    <a:pt x="9058" y="8567"/>
                    <a:pt x="9121" y="8535"/>
                  </a:cubicBezTo>
                  <a:lnTo>
                    <a:pt x="14790" y="5242"/>
                  </a:lnTo>
                  <a:cubicBezTo>
                    <a:pt x="14885" y="5178"/>
                    <a:pt x="14885" y="5052"/>
                    <a:pt x="14790" y="4988"/>
                  </a:cubicBezTo>
                  <a:lnTo>
                    <a:pt x="12573" y="3722"/>
                  </a:lnTo>
                  <a:lnTo>
                    <a:pt x="12447" y="3817"/>
                  </a:lnTo>
                  <a:lnTo>
                    <a:pt x="8266" y="1410"/>
                  </a:lnTo>
                  <a:lnTo>
                    <a:pt x="8425" y="1315"/>
                  </a:lnTo>
                  <a:lnTo>
                    <a:pt x="6239" y="48"/>
                  </a:lnTo>
                  <a:cubicBezTo>
                    <a:pt x="6176" y="16"/>
                    <a:pt x="6097" y="1"/>
                    <a:pt x="6018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6" name="Google Shape;4686;p24"/>
            <p:cNvSpPr/>
            <p:nvPr/>
          </p:nvSpPr>
          <p:spPr>
            <a:xfrm>
              <a:off x="4417911" y="2520190"/>
              <a:ext cx="25293" cy="14611"/>
            </a:xfrm>
            <a:custGeom>
              <a:rect b="b" l="l" r="r" t="t"/>
              <a:pathLst>
                <a:path extrusionOk="0" h="476" w="824">
                  <a:moveTo>
                    <a:pt x="349" y="0"/>
                  </a:moveTo>
                  <a:lnTo>
                    <a:pt x="32" y="190"/>
                  </a:lnTo>
                  <a:cubicBezTo>
                    <a:pt x="0" y="190"/>
                    <a:pt x="0" y="222"/>
                    <a:pt x="32" y="254"/>
                  </a:cubicBezTo>
                  <a:lnTo>
                    <a:pt x="412" y="475"/>
                  </a:lnTo>
                  <a:lnTo>
                    <a:pt x="507" y="475"/>
                  </a:lnTo>
                  <a:lnTo>
                    <a:pt x="792" y="285"/>
                  </a:lnTo>
                  <a:cubicBezTo>
                    <a:pt x="824" y="285"/>
                    <a:pt x="824" y="254"/>
                    <a:pt x="792" y="222"/>
                  </a:cubicBezTo>
                  <a:lnTo>
                    <a:pt x="412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7" name="Google Shape;4687;p24"/>
            <p:cNvSpPr/>
            <p:nvPr/>
          </p:nvSpPr>
          <p:spPr>
            <a:xfrm>
              <a:off x="4418893" y="2520190"/>
              <a:ext cx="23359" cy="12677"/>
            </a:xfrm>
            <a:custGeom>
              <a:rect b="b" l="l" r="r" t="t"/>
              <a:pathLst>
                <a:path extrusionOk="0" h="413" w="761">
                  <a:moveTo>
                    <a:pt x="317" y="0"/>
                  </a:moveTo>
                  <a:lnTo>
                    <a:pt x="0" y="190"/>
                  </a:lnTo>
                  <a:lnTo>
                    <a:pt x="380" y="412"/>
                  </a:lnTo>
                  <a:lnTo>
                    <a:pt x="443" y="412"/>
                  </a:lnTo>
                  <a:lnTo>
                    <a:pt x="760" y="22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8" name="Google Shape;4688;p24"/>
            <p:cNvSpPr/>
            <p:nvPr/>
          </p:nvSpPr>
          <p:spPr>
            <a:xfrm>
              <a:off x="4470400" y="2550548"/>
              <a:ext cx="25293" cy="14396"/>
            </a:xfrm>
            <a:custGeom>
              <a:rect b="b" l="l" r="r" t="t"/>
              <a:pathLst>
                <a:path extrusionOk="0" h="469" w="824">
                  <a:moveTo>
                    <a:pt x="381" y="1"/>
                  </a:moveTo>
                  <a:cubicBezTo>
                    <a:pt x="365" y="1"/>
                    <a:pt x="349" y="9"/>
                    <a:pt x="349" y="25"/>
                  </a:cubicBezTo>
                  <a:lnTo>
                    <a:pt x="32" y="183"/>
                  </a:lnTo>
                  <a:cubicBezTo>
                    <a:pt x="1" y="215"/>
                    <a:pt x="1" y="215"/>
                    <a:pt x="32" y="246"/>
                  </a:cubicBezTo>
                  <a:lnTo>
                    <a:pt x="412" y="468"/>
                  </a:lnTo>
                  <a:lnTo>
                    <a:pt x="507" y="468"/>
                  </a:lnTo>
                  <a:lnTo>
                    <a:pt x="792" y="278"/>
                  </a:lnTo>
                  <a:cubicBezTo>
                    <a:pt x="824" y="278"/>
                    <a:pt x="824" y="246"/>
                    <a:pt x="792" y="246"/>
                  </a:cubicBezTo>
                  <a:lnTo>
                    <a:pt x="412" y="25"/>
                  </a:lnTo>
                  <a:cubicBezTo>
                    <a:pt x="412" y="9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9" name="Google Shape;4689;p24"/>
            <p:cNvSpPr/>
            <p:nvPr/>
          </p:nvSpPr>
          <p:spPr>
            <a:xfrm>
              <a:off x="4471382" y="2550333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17" y="0"/>
                  </a:moveTo>
                  <a:lnTo>
                    <a:pt x="0" y="190"/>
                  </a:lnTo>
                  <a:lnTo>
                    <a:pt x="380" y="412"/>
                  </a:lnTo>
                  <a:cubicBezTo>
                    <a:pt x="380" y="412"/>
                    <a:pt x="412" y="443"/>
                    <a:pt x="412" y="443"/>
                  </a:cubicBezTo>
                  <a:cubicBezTo>
                    <a:pt x="444" y="443"/>
                    <a:pt x="444" y="412"/>
                    <a:pt x="444" y="412"/>
                  </a:cubicBezTo>
                  <a:lnTo>
                    <a:pt x="760" y="253"/>
                  </a:lnTo>
                  <a:cubicBezTo>
                    <a:pt x="760" y="253"/>
                    <a:pt x="760" y="222"/>
                    <a:pt x="760" y="222"/>
                  </a:cubicBezTo>
                  <a:lnTo>
                    <a:pt x="380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0" name="Google Shape;4690;p24"/>
            <p:cNvSpPr/>
            <p:nvPr/>
          </p:nvSpPr>
          <p:spPr>
            <a:xfrm>
              <a:off x="4183647" y="2416165"/>
              <a:ext cx="351918" cy="203201"/>
            </a:xfrm>
            <a:custGeom>
              <a:rect b="b" l="l" r="r" t="t"/>
              <a:pathLst>
                <a:path extrusionOk="0" h="6620" w="11465">
                  <a:moveTo>
                    <a:pt x="3262" y="222"/>
                  </a:moveTo>
                  <a:lnTo>
                    <a:pt x="3674" y="476"/>
                  </a:lnTo>
                  <a:cubicBezTo>
                    <a:pt x="3674" y="476"/>
                    <a:pt x="3674" y="507"/>
                    <a:pt x="3674" y="507"/>
                  </a:cubicBezTo>
                  <a:lnTo>
                    <a:pt x="3515" y="602"/>
                  </a:lnTo>
                  <a:lnTo>
                    <a:pt x="3452" y="602"/>
                  </a:lnTo>
                  <a:lnTo>
                    <a:pt x="3040" y="349"/>
                  </a:lnTo>
                  <a:cubicBezTo>
                    <a:pt x="3009" y="349"/>
                    <a:pt x="3009" y="349"/>
                    <a:pt x="3040" y="317"/>
                  </a:cubicBezTo>
                  <a:lnTo>
                    <a:pt x="3199" y="222"/>
                  </a:lnTo>
                  <a:close/>
                  <a:moveTo>
                    <a:pt x="2886" y="420"/>
                  </a:moveTo>
                  <a:cubicBezTo>
                    <a:pt x="2906" y="420"/>
                    <a:pt x="2930" y="428"/>
                    <a:pt x="2945" y="444"/>
                  </a:cubicBezTo>
                  <a:lnTo>
                    <a:pt x="3325" y="666"/>
                  </a:lnTo>
                  <a:cubicBezTo>
                    <a:pt x="3325" y="666"/>
                    <a:pt x="3325" y="697"/>
                    <a:pt x="3325" y="729"/>
                  </a:cubicBezTo>
                  <a:lnTo>
                    <a:pt x="3009" y="888"/>
                  </a:lnTo>
                  <a:cubicBezTo>
                    <a:pt x="2993" y="903"/>
                    <a:pt x="2977" y="911"/>
                    <a:pt x="2961" y="911"/>
                  </a:cubicBezTo>
                  <a:cubicBezTo>
                    <a:pt x="2945" y="911"/>
                    <a:pt x="2930" y="903"/>
                    <a:pt x="2914" y="888"/>
                  </a:cubicBezTo>
                  <a:lnTo>
                    <a:pt x="2534" y="666"/>
                  </a:lnTo>
                  <a:cubicBezTo>
                    <a:pt x="2502" y="666"/>
                    <a:pt x="2502" y="634"/>
                    <a:pt x="2534" y="634"/>
                  </a:cubicBezTo>
                  <a:lnTo>
                    <a:pt x="2850" y="444"/>
                  </a:lnTo>
                  <a:cubicBezTo>
                    <a:pt x="2850" y="428"/>
                    <a:pt x="2866" y="420"/>
                    <a:pt x="2886" y="420"/>
                  </a:cubicBezTo>
                  <a:close/>
                  <a:moveTo>
                    <a:pt x="3800" y="547"/>
                  </a:moveTo>
                  <a:cubicBezTo>
                    <a:pt x="3808" y="547"/>
                    <a:pt x="3816" y="555"/>
                    <a:pt x="3832" y="571"/>
                  </a:cubicBezTo>
                  <a:lnTo>
                    <a:pt x="4244" y="792"/>
                  </a:lnTo>
                  <a:cubicBezTo>
                    <a:pt x="4244" y="792"/>
                    <a:pt x="4244" y="824"/>
                    <a:pt x="4244" y="824"/>
                  </a:cubicBezTo>
                  <a:lnTo>
                    <a:pt x="4085" y="919"/>
                  </a:lnTo>
                  <a:cubicBezTo>
                    <a:pt x="4070" y="935"/>
                    <a:pt x="4054" y="943"/>
                    <a:pt x="4042" y="943"/>
                  </a:cubicBezTo>
                  <a:cubicBezTo>
                    <a:pt x="4030" y="943"/>
                    <a:pt x="4022" y="935"/>
                    <a:pt x="4022" y="919"/>
                  </a:cubicBezTo>
                  <a:lnTo>
                    <a:pt x="3610" y="697"/>
                  </a:lnTo>
                  <a:cubicBezTo>
                    <a:pt x="3579" y="666"/>
                    <a:pt x="3579" y="666"/>
                    <a:pt x="3610" y="666"/>
                  </a:cubicBezTo>
                  <a:lnTo>
                    <a:pt x="3769" y="571"/>
                  </a:lnTo>
                  <a:cubicBezTo>
                    <a:pt x="3785" y="555"/>
                    <a:pt x="3793" y="547"/>
                    <a:pt x="3800" y="547"/>
                  </a:cubicBezTo>
                  <a:close/>
                  <a:moveTo>
                    <a:pt x="3515" y="761"/>
                  </a:moveTo>
                  <a:lnTo>
                    <a:pt x="3895" y="983"/>
                  </a:lnTo>
                  <a:cubicBezTo>
                    <a:pt x="3895" y="1014"/>
                    <a:pt x="3895" y="1014"/>
                    <a:pt x="3895" y="1046"/>
                  </a:cubicBezTo>
                  <a:lnTo>
                    <a:pt x="3579" y="1236"/>
                  </a:lnTo>
                  <a:lnTo>
                    <a:pt x="3484" y="1236"/>
                  </a:lnTo>
                  <a:lnTo>
                    <a:pt x="3104" y="1014"/>
                  </a:lnTo>
                  <a:cubicBezTo>
                    <a:pt x="3072" y="983"/>
                    <a:pt x="3072" y="951"/>
                    <a:pt x="3104" y="951"/>
                  </a:cubicBezTo>
                  <a:lnTo>
                    <a:pt x="3420" y="761"/>
                  </a:lnTo>
                  <a:close/>
                  <a:moveTo>
                    <a:pt x="4402" y="888"/>
                  </a:moveTo>
                  <a:lnTo>
                    <a:pt x="4814" y="1141"/>
                  </a:lnTo>
                  <a:cubicBezTo>
                    <a:pt x="4814" y="1141"/>
                    <a:pt x="4814" y="1141"/>
                    <a:pt x="4814" y="1173"/>
                  </a:cubicBezTo>
                  <a:lnTo>
                    <a:pt x="4656" y="1268"/>
                  </a:lnTo>
                  <a:lnTo>
                    <a:pt x="4592" y="1268"/>
                  </a:lnTo>
                  <a:lnTo>
                    <a:pt x="4181" y="1014"/>
                  </a:lnTo>
                  <a:cubicBezTo>
                    <a:pt x="4149" y="1014"/>
                    <a:pt x="4149" y="983"/>
                    <a:pt x="4181" y="983"/>
                  </a:cubicBezTo>
                  <a:lnTo>
                    <a:pt x="4339" y="888"/>
                  </a:lnTo>
                  <a:close/>
                  <a:moveTo>
                    <a:pt x="1869" y="1046"/>
                  </a:moveTo>
                  <a:lnTo>
                    <a:pt x="2249" y="1268"/>
                  </a:lnTo>
                  <a:cubicBezTo>
                    <a:pt x="2280" y="1299"/>
                    <a:pt x="2280" y="1299"/>
                    <a:pt x="2249" y="1331"/>
                  </a:cubicBezTo>
                  <a:lnTo>
                    <a:pt x="1932" y="1521"/>
                  </a:lnTo>
                  <a:lnTo>
                    <a:pt x="1869" y="1521"/>
                  </a:lnTo>
                  <a:lnTo>
                    <a:pt x="1489" y="1299"/>
                  </a:lnTo>
                  <a:cubicBezTo>
                    <a:pt x="1457" y="1268"/>
                    <a:pt x="1457" y="1236"/>
                    <a:pt x="1489" y="1236"/>
                  </a:cubicBezTo>
                  <a:lnTo>
                    <a:pt x="1774" y="1046"/>
                  </a:lnTo>
                  <a:close/>
                  <a:moveTo>
                    <a:pt x="2356" y="737"/>
                  </a:moveTo>
                  <a:cubicBezTo>
                    <a:pt x="2375" y="737"/>
                    <a:pt x="2391" y="745"/>
                    <a:pt x="2407" y="761"/>
                  </a:cubicBezTo>
                  <a:lnTo>
                    <a:pt x="3357" y="1299"/>
                  </a:lnTo>
                  <a:cubicBezTo>
                    <a:pt x="3389" y="1299"/>
                    <a:pt x="3389" y="1331"/>
                    <a:pt x="3357" y="1363"/>
                  </a:cubicBezTo>
                  <a:lnTo>
                    <a:pt x="3040" y="1521"/>
                  </a:lnTo>
                  <a:cubicBezTo>
                    <a:pt x="3025" y="1537"/>
                    <a:pt x="3009" y="1545"/>
                    <a:pt x="2993" y="1545"/>
                  </a:cubicBezTo>
                  <a:cubicBezTo>
                    <a:pt x="2977" y="1545"/>
                    <a:pt x="2961" y="1537"/>
                    <a:pt x="2945" y="1521"/>
                  </a:cubicBezTo>
                  <a:lnTo>
                    <a:pt x="2027" y="983"/>
                  </a:lnTo>
                  <a:cubicBezTo>
                    <a:pt x="1995" y="983"/>
                    <a:pt x="1995" y="951"/>
                    <a:pt x="2027" y="919"/>
                  </a:cubicBezTo>
                  <a:lnTo>
                    <a:pt x="2280" y="761"/>
                  </a:lnTo>
                  <a:cubicBezTo>
                    <a:pt x="2312" y="745"/>
                    <a:pt x="2336" y="737"/>
                    <a:pt x="2356" y="737"/>
                  </a:cubicBezTo>
                  <a:close/>
                  <a:moveTo>
                    <a:pt x="4026" y="1085"/>
                  </a:moveTo>
                  <a:cubicBezTo>
                    <a:pt x="4046" y="1085"/>
                    <a:pt x="4070" y="1093"/>
                    <a:pt x="4085" y="1109"/>
                  </a:cubicBezTo>
                  <a:lnTo>
                    <a:pt x="4466" y="1331"/>
                  </a:lnTo>
                  <a:cubicBezTo>
                    <a:pt x="4466" y="1331"/>
                    <a:pt x="4466" y="1363"/>
                    <a:pt x="4466" y="1363"/>
                  </a:cubicBezTo>
                  <a:lnTo>
                    <a:pt x="4149" y="1553"/>
                  </a:lnTo>
                  <a:cubicBezTo>
                    <a:pt x="4133" y="1568"/>
                    <a:pt x="4117" y="1576"/>
                    <a:pt x="4101" y="1576"/>
                  </a:cubicBezTo>
                  <a:cubicBezTo>
                    <a:pt x="4085" y="1576"/>
                    <a:pt x="4070" y="1568"/>
                    <a:pt x="4054" y="1553"/>
                  </a:cubicBezTo>
                  <a:lnTo>
                    <a:pt x="3674" y="1331"/>
                  </a:lnTo>
                  <a:cubicBezTo>
                    <a:pt x="3642" y="1331"/>
                    <a:pt x="3642" y="1299"/>
                    <a:pt x="3674" y="1268"/>
                  </a:cubicBezTo>
                  <a:lnTo>
                    <a:pt x="3990" y="1109"/>
                  </a:lnTo>
                  <a:cubicBezTo>
                    <a:pt x="3990" y="1093"/>
                    <a:pt x="4006" y="1085"/>
                    <a:pt x="4026" y="1085"/>
                  </a:cubicBezTo>
                  <a:close/>
                  <a:moveTo>
                    <a:pt x="4929" y="1212"/>
                  </a:moveTo>
                  <a:cubicBezTo>
                    <a:pt x="4941" y="1212"/>
                    <a:pt x="4956" y="1220"/>
                    <a:pt x="4972" y="1236"/>
                  </a:cubicBezTo>
                  <a:lnTo>
                    <a:pt x="5384" y="1458"/>
                  </a:lnTo>
                  <a:cubicBezTo>
                    <a:pt x="5384" y="1458"/>
                    <a:pt x="5384" y="1489"/>
                    <a:pt x="5384" y="1489"/>
                  </a:cubicBezTo>
                  <a:lnTo>
                    <a:pt x="5226" y="1584"/>
                  </a:lnTo>
                  <a:lnTo>
                    <a:pt x="5162" y="1584"/>
                  </a:lnTo>
                  <a:lnTo>
                    <a:pt x="4751" y="1363"/>
                  </a:lnTo>
                  <a:cubicBezTo>
                    <a:pt x="4719" y="1331"/>
                    <a:pt x="4719" y="1331"/>
                    <a:pt x="4751" y="1299"/>
                  </a:cubicBezTo>
                  <a:lnTo>
                    <a:pt x="4909" y="1236"/>
                  </a:lnTo>
                  <a:cubicBezTo>
                    <a:pt x="4909" y="1220"/>
                    <a:pt x="4917" y="1212"/>
                    <a:pt x="4929" y="1212"/>
                  </a:cubicBezTo>
                  <a:close/>
                  <a:moveTo>
                    <a:pt x="1314" y="1339"/>
                  </a:moveTo>
                  <a:cubicBezTo>
                    <a:pt x="1330" y="1339"/>
                    <a:pt x="1346" y="1347"/>
                    <a:pt x="1362" y="1363"/>
                  </a:cubicBezTo>
                  <a:lnTo>
                    <a:pt x="1742" y="1584"/>
                  </a:lnTo>
                  <a:cubicBezTo>
                    <a:pt x="1774" y="1584"/>
                    <a:pt x="1774" y="1616"/>
                    <a:pt x="1742" y="1616"/>
                  </a:cubicBezTo>
                  <a:lnTo>
                    <a:pt x="1425" y="1806"/>
                  </a:lnTo>
                  <a:cubicBezTo>
                    <a:pt x="1409" y="1822"/>
                    <a:pt x="1394" y="1830"/>
                    <a:pt x="1378" y="1830"/>
                  </a:cubicBezTo>
                  <a:cubicBezTo>
                    <a:pt x="1362" y="1830"/>
                    <a:pt x="1346" y="1822"/>
                    <a:pt x="1330" y="1806"/>
                  </a:cubicBezTo>
                  <a:lnTo>
                    <a:pt x="950" y="1584"/>
                  </a:lnTo>
                  <a:cubicBezTo>
                    <a:pt x="919" y="1584"/>
                    <a:pt x="919" y="1553"/>
                    <a:pt x="950" y="1553"/>
                  </a:cubicBezTo>
                  <a:lnTo>
                    <a:pt x="1267" y="1363"/>
                  </a:lnTo>
                  <a:cubicBezTo>
                    <a:pt x="1283" y="1347"/>
                    <a:pt x="1299" y="1339"/>
                    <a:pt x="1314" y="1339"/>
                  </a:cubicBezTo>
                  <a:close/>
                  <a:moveTo>
                    <a:pt x="2403" y="1370"/>
                  </a:moveTo>
                  <a:cubicBezTo>
                    <a:pt x="2423" y="1370"/>
                    <a:pt x="2439" y="1378"/>
                    <a:pt x="2439" y="1394"/>
                  </a:cubicBezTo>
                  <a:lnTo>
                    <a:pt x="2819" y="1616"/>
                  </a:lnTo>
                  <a:cubicBezTo>
                    <a:pt x="2850" y="1616"/>
                    <a:pt x="2850" y="1648"/>
                    <a:pt x="2819" y="1648"/>
                  </a:cubicBezTo>
                  <a:lnTo>
                    <a:pt x="2502" y="1838"/>
                  </a:lnTo>
                  <a:lnTo>
                    <a:pt x="2407" y="1838"/>
                  </a:lnTo>
                  <a:lnTo>
                    <a:pt x="2059" y="1616"/>
                  </a:lnTo>
                  <a:cubicBezTo>
                    <a:pt x="2027" y="1584"/>
                    <a:pt x="2027" y="1584"/>
                    <a:pt x="2059" y="1553"/>
                  </a:cubicBezTo>
                  <a:lnTo>
                    <a:pt x="2344" y="1394"/>
                  </a:lnTo>
                  <a:cubicBezTo>
                    <a:pt x="2360" y="1378"/>
                    <a:pt x="2383" y="1370"/>
                    <a:pt x="2403" y="1370"/>
                  </a:cubicBezTo>
                  <a:close/>
                  <a:moveTo>
                    <a:pt x="3547" y="1394"/>
                  </a:moveTo>
                  <a:lnTo>
                    <a:pt x="3927" y="1616"/>
                  </a:lnTo>
                  <a:cubicBezTo>
                    <a:pt x="3959" y="1648"/>
                    <a:pt x="3959" y="1679"/>
                    <a:pt x="3927" y="1679"/>
                  </a:cubicBezTo>
                  <a:lnTo>
                    <a:pt x="3610" y="1869"/>
                  </a:lnTo>
                  <a:lnTo>
                    <a:pt x="3515" y="1869"/>
                  </a:lnTo>
                  <a:lnTo>
                    <a:pt x="3135" y="1648"/>
                  </a:lnTo>
                  <a:cubicBezTo>
                    <a:pt x="3104" y="1616"/>
                    <a:pt x="3104" y="1584"/>
                    <a:pt x="3135" y="1584"/>
                  </a:cubicBezTo>
                  <a:lnTo>
                    <a:pt x="3452" y="1394"/>
                  </a:lnTo>
                  <a:close/>
                  <a:moveTo>
                    <a:pt x="4656" y="1426"/>
                  </a:moveTo>
                  <a:lnTo>
                    <a:pt x="5036" y="1648"/>
                  </a:lnTo>
                  <a:cubicBezTo>
                    <a:pt x="5036" y="1679"/>
                    <a:pt x="5036" y="1679"/>
                    <a:pt x="5036" y="1711"/>
                  </a:cubicBezTo>
                  <a:lnTo>
                    <a:pt x="4719" y="1869"/>
                  </a:lnTo>
                  <a:cubicBezTo>
                    <a:pt x="4703" y="1885"/>
                    <a:pt x="4687" y="1893"/>
                    <a:pt x="4671" y="1893"/>
                  </a:cubicBezTo>
                  <a:cubicBezTo>
                    <a:pt x="4656" y="1893"/>
                    <a:pt x="4640" y="1885"/>
                    <a:pt x="4624" y="1869"/>
                  </a:cubicBezTo>
                  <a:lnTo>
                    <a:pt x="4244" y="1648"/>
                  </a:lnTo>
                  <a:cubicBezTo>
                    <a:pt x="4212" y="1648"/>
                    <a:pt x="4212" y="1616"/>
                    <a:pt x="4244" y="1616"/>
                  </a:cubicBezTo>
                  <a:lnTo>
                    <a:pt x="4561" y="1426"/>
                  </a:lnTo>
                  <a:close/>
                  <a:moveTo>
                    <a:pt x="5542" y="1553"/>
                  </a:moveTo>
                  <a:lnTo>
                    <a:pt x="5954" y="1774"/>
                  </a:lnTo>
                  <a:cubicBezTo>
                    <a:pt x="5954" y="1806"/>
                    <a:pt x="5954" y="1806"/>
                    <a:pt x="5954" y="1838"/>
                  </a:cubicBezTo>
                  <a:lnTo>
                    <a:pt x="5796" y="1901"/>
                  </a:lnTo>
                  <a:cubicBezTo>
                    <a:pt x="5780" y="1917"/>
                    <a:pt x="5764" y="1925"/>
                    <a:pt x="5752" y="1925"/>
                  </a:cubicBezTo>
                  <a:cubicBezTo>
                    <a:pt x="5740" y="1925"/>
                    <a:pt x="5732" y="1917"/>
                    <a:pt x="5732" y="1901"/>
                  </a:cubicBezTo>
                  <a:lnTo>
                    <a:pt x="5321" y="1679"/>
                  </a:lnTo>
                  <a:cubicBezTo>
                    <a:pt x="5289" y="1679"/>
                    <a:pt x="5289" y="1648"/>
                    <a:pt x="5321" y="1648"/>
                  </a:cubicBezTo>
                  <a:lnTo>
                    <a:pt x="5479" y="1553"/>
                  </a:lnTo>
                  <a:close/>
                  <a:moveTo>
                    <a:pt x="824" y="1648"/>
                  </a:moveTo>
                  <a:lnTo>
                    <a:pt x="1204" y="1869"/>
                  </a:lnTo>
                  <a:cubicBezTo>
                    <a:pt x="1235" y="1901"/>
                    <a:pt x="1235" y="1933"/>
                    <a:pt x="1204" y="1933"/>
                  </a:cubicBezTo>
                  <a:lnTo>
                    <a:pt x="887" y="2123"/>
                  </a:lnTo>
                  <a:lnTo>
                    <a:pt x="792" y="2123"/>
                  </a:lnTo>
                  <a:lnTo>
                    <a:pt x="412" y="1901"/>
                  </a:lnTo>
                  <a:cubicBezTo>
                    <a:pt x="412" y="1869"/>
                    <a:pt x="412" y="1869"/>
                    <a:pt x="412" y="1838"/>
                  </a:cubicBezTo>
                  <a:lnTo>
                    <a:pt x="729" y="1648"/>
                  </a:lnTo>
                  <a:close/>
                  <a:moveTo>
                    <a:pt x="1932" y="1679"/>
                  </a:moveTo>
                  <a:lnTo>
                    <a:pt x="2312" y="1901"/>
                  </a:lnTo>
                  <a:cubicBezTo>
                    <a:pt x="2344" y="1933"/>
                    <a:pt x="2344" y="1933"/>
                    <a:pt x="2312" y="1964"/>
                  </a:cubicBezTo>
                  <a:lnTo>
                    <a:pt x="1995" y="2154"/>
                  </a:lnTo>
                  <a:lnTo>
                    <a:pt x="1900" y="2154"/>
                  </a:lnTo>
                  <a:lnTo>
                    <a:pt x="1520" y="1933"/>
                  </a:lnTo>
                  <a:cubicBezTo>
                    <a:pt x="1489" y="1901"/>
                    <a:pt x="1489" y="1869"/>
                    <a:pt x="1520" y="1869"/>
                  </a:cubicBezTo>
                  <a:lnTo>
                    <a:pt x="1837" y="1679"/>
                  </a:lnTo>
                  <a:close/>
                  <a:moveTo>
                    <a:pt x="2973" y="1687"/>
                  </a:moveTo>
                  <a:cubicBezTo>
                    <a:pt x="2993" y="1687"/>
                    <a:pt x="3009" y="1695"/>
                    <a:pt x="3009" y="1711"/>
                  </a:cubicBezTo>
                  <a:lnTo>
                    <a:pt x="3389" y="1933"/>
                  </a:lnTo>
                  <a:cubicBezTo>
                    <a:pt x="3420" y="1933"/>
                    <a:pt x="3420" y="1964"/>
                    <a:pt x="3389" y="1996"/>
                  </a:cubicBezTo>
                  <a:lnTo>
                    <a:pt x="3072" y="2154"/>
                  </a:lnTo>
                  <a:cubicBezTo>
                    <a:pt x="3072" y="2170"/>
                    <a:pt x="3056" y="2178"/>
                    <a:pt x="3036" y="2178"/>
                  </a:cubicBezTo>
                  <a:cubicBezTo>
                    <a:pt x="3017" y="2178"/>
                    <a:pt x="2993" y="2170"/>
                    <a:pt x="2977" y="2154"/>
                  </a:cubicBezTo>
                  <a:lnTo>
                    <a:pt x="2629" y="1933"/>
                  </a:lnTo>
                  <a:cubicBezTo>
                    <a:pt x="2597" y="1933"/>
                    <a:pt x="2597" y="1901"/>
                    <a:pt x="2629" y="1901"/>
                  </a:cubicBezTo>
                  <a:lnTo>
                    <a:pt x="2914" y="1711"/>
                  </a:lnTo>
                  <a:cubicBezTo>
                    <a:pt x="2930" y="1695"/>
                    <a:pt x="2953" y="1687"/>
                    <a:pt x="2973" y="1687"/>
                  </a:cubicBezTo>
                  <a:close/>
                  <a:moveTo>
                    <a:pt x="4070" y="1719"/>
                  </a:moveTo>
                  <a:cubicBezTo>
                    <a:pt x="4085" y="1719"/>
                    <a:pt x="4101" y="1727"/>
                    <a:pt x="4117" y="1743"/>
                  </a:cubicBezTo>
                  <a:lnTo>
                    <a:pt x="4497" y="1964"/>
                  </a:lnTo>
                  <a:cubicBezTo>
                    <a:pt x="4529" y="1964"/>
                    <a:pt x="4529" y="1996"/>
                    <a:pt x="4497" y="1996"/>
                  </a:cubicBezTo>
                  <a:lnTo>
                    <a:pt x="4181" y="2186"/>
                  </a:lnTo>
                  <a:cubicBezTo>
                    <a:pt x="4165" y="2202"/>
                    <a:pt x="4149" y="2210"/>
                    <a:pt x="4133" y="2210"/>
                  </a:cubicBezTo>
                  <a:cubicBezTo>
                    <a:pt x="4117" y="2210"/>
                    <a:pt x="4101" y="2202"/>
                    <a:pt x="4085" y="2186"/>
                  </a:cubicBezTo>
                  <a:lnTo>
                    <a:pt x="3705" y="1964"/>
                  </a:lnTo>
                  <a:cubicBezTo>
                    <a:pt x="3674" y="1964"/>
                    <a:pt x="3674" y="1933"/>
                    <a:pt x="3705" y="1901"/>
                  </a:cubicBezTo>
                  <a:lnTo>
                    <a:pt x="4022" y="1743"/>
                  </a:lnTo>
                  <a:cubicBezTo>
                    <a:pt x="4038" y="1727"/>
                    <a:pt x="4054" y="1719"/>
                    <a:pt x="4070" y="1719"/>
                  </a:cubicBezTo>
                  <a:close/>
                  <a:moveTo>
                    <a:pt x="5162" y="1750"/>
                  </a:moveTo>
                  <a:cubicBezTo>
                    <a:pt x="5178" y="1750"/>
                    <a:pt x="5194" y="1758"/>
                    <a:pt x="5194" y="1774"/>
                  </a:cubicBezTo>
                  <a:lnTo>
                    <a:pt x="5574" y="1964"/>
                  </a:lnTo>
                  <a:cubicBezTo>
                    <a:pt x="5606" y="1996"/>
                    <a:pt x="5606" y="2028"/>
                    <a:pt x="5574" y="2028"/>
                  </a:cubicBezTo>
                  <a:lnTo>
                    <a:pt x="5289" y="2218"/>
                  </a:lnTo>
                  <a:lnTo>
                    <a:pt x="5194" y="2218"/>
                  </a:lnTo>
                  <a:lnTo>
                    <a:pt x="4814" y="1996"/>
                  </a:lnTo>
                  <a:cubicBezTo>
                    <a:pt x="4782" y="1964"/>
                    <a:pt x="4782" y="1964"/>
                    <a:pt x="4814" y="1933"/>
                  </a:cubicBezTo>
                  <a:lnTo>
                    <a:pt x="5131" y="1774"/>
                  </a:lnTo>
                  <a:cubicBezTo>
                    <a:pt x="5131" y="1758"/>
                    <a:pt x="5146" y="1750"/>
                    <a:pt x="5162" y="1750"/>
                  </a:cubicBezTo>
                  <a:close/>
                  <a:moveTo>
                    <a:pt x="6112" y="1869"/>
                  </a:moveTo>
                  <a:lnTo>
                    <a:pt x="6524" y="2123"/>
                  </a:lnTo>
                  <a:cubicBezTo>
                    <a:pt x="6524" y="2123"/>
                    <a:pt x="6524" y="2154"/>
                    <a:pt x="6524" y="2154"/>
                  </a:cubicBezTo>
                  <a:lnTo>
                    <a:pt x="6366" y="2249"/>
                  </a:lnTo>
                  <a:lnTo>
                    <a:pt x="6302" y="2249"/>
                  </a:lnTo>
                  <a:lnTo>
                    <a:pt x="5891" y="1996"/>
                  </a:lnTo>
                  <a:cubicBezTo>
                    <a:pt x="5859" y="1996"/>
                    <a:pt x="5859" y="1964"/>
                    <a:pt x="5891" y="1964"/>
                  </a:cubicBezTo>
                  <a:lnTo>
                    <a:pt x="6049" y="1869"/>
                  </a:lnTo>
                  <a:close/>
                  <a:moveTo>
                    <a:pt x="1346" y="1972"/>
                  </a:moveTo>
                  <a:cubicBezTo>
                    <a:pt x="1362" y="1972"/>
                    <a:pt x="1378" y="1980"/>
                    <a:pt x="1394" y="1996"/>
                  </a:cubicBezTo>
                  <a:lnTo>
                    <a:pt x="1774" y="2218"/>
                  </a:lnTo>
                  <a:cubicBezTo>
                    <a:pt x="1805" y="2218"/>
                    <a:pt x="1805" y="2249"/>
                    <a:pt x="1774" y="2249"/>
                  </a:cubicBezTo>
                  <a:lnTo>
                    <a:pt x="1457" y="2439"/>
                  </a:lnTo>
                  <a:cubicBezTo>
                    <a:pt x="1457" y="2455"/>
                    <a:pt x="1441" y="2463"/>
                    <a:pt x="1421" y="2463"/>
                  </a:cubicBezTo>
                  <a:cubicBezTo>
                    <a:pt x="1402" y="2463"/>
                    <a:pt x="1378" y="2455"/>
                    <a:pt x="1362" y="2439"/>
                  </a:cubicBezTo>
                  <a:lnTo>
                    <a:pt x="982" y="2218"/>
                  </a:lnTo>
                  <a:cubicBezTo>
                    <a:pt x="982" y="2218"/>
                    <a:pt x="982" y="2186"/>
                    <a:pt x="982" y="2186"/>
                  </a:cubicBezTo>
                  <a:lnTo>
                    <a:pt x="1299" y="1996"/>
                  </a:lnTo>
                  <a:cubicBezTo>
                    <a:pt x="1314" y="1980"/>
                    <a:pt x="1330" y="1972"/>
                    <a:pt x="1346" y="1972"/>
                  </a:cubicBezTo>
                  <a:close/>
                  <a:moveTo>
                    <a:pt x="2455" y="2004"/>
                  </a:moveTo>
                  <a:cubicBezTo>
                    <a:pt x="2470" y="2004"/>
                    <a:pt x="2486" y="2012"/>
                    <a:pt x="2502" y="2028"/>
                  </a:cubicBezTo>
                  <a:lnTo>
                    <a:pt x="2882" y="2249"/>
                  </a:lnTo>
                  <a:cubicBezTo>
                    <a:pt x="2882" y="2249"/>
                    <a:pt x="2882" y="2281"/>
                    <a:pt x="2882" y="2281"/>
                  </a:cubicBezTo>
                  <a:lnTo>
                    <a:pt x="2565" y="2471"/>
                  </a:lnTo>
                  <a:lnTo>
                    <a:pt x="2470" y="2471"/>
                  </a:lnTo>
                  <a:lnTo>
                    <a:pt x="2090" y="2249"/>
                  </a:lnTo>
                  <a:cubicBezTo>
                    <a:pt x="2059" y="2249"/>
                    <a:pt x="2059" y="2218"/>
                    <a:pt x="2090" y="2186"/>
                  </a:cubicBezTo>
                  <a:lnTo>
                    <a:pt x="2407" y="2028"/>
                  </a:lnTo>
                  <a:cubicBezTo>
                    <a:pt x="2423" y="2012"/>
                    <a:pt x="2439" y="2004"/>
                    <a:pt x="2455" y="2004"/>
                  </a:cubicBezTo>
                  <a:close/>
                  <a:moveTo>
                    <a:pt x="3579" y="2028"/>
                  </a:moveTo>
                  <a:lnTo>
                    <a:pt x="3959" y="2249"/>
                  </a:lnTo>
                  <a:cubicBezTo>
                    <a:pt x="3990" y="2281"/>
                    <a:pt x="3990" y="2313"/>
                    <a:pt x="3959" y="2313"/>
                  </a:cubicBezTo>
                  <a:lnTo>
                    <a:pt x="3642" y="2503"/>
                  </a:lnTo>
                  <a:lnTo>
                    <a:pt x="3547" y="2503"/>
                  </a:lnTo>
                  <a:lnTo>
                    <a:pt x="3199" y="2281"/>
                  </a:lnTo>
                  <a:cubicBezTo>
                    <a:pt x="3167" y="2249"/>
                    <a:pt x="3167" y="2218"/>
                    <a:pt x="3199" y="2218"/>
                  </a:cubicBezTo>
                  <a:lnTo>
                    <a:pt x="3484" y="2028"/>
                  </a:lnTo>
                  <a:close/>
                  <a:moveTo>
                    <a:pt x="4687" y="2059"/>
                  </a:moveTo>
                  <a:lnTo>
                    <a:pt x="5067" y="2281"/>
                  </a:lnTo>
                  <a:cubicBezTo>
                    <a:pt x="5099" y="2313"/>
                    <a:pt x="5099" y="2313"/>
                    <a:pt x="5067" y="2344"/>
                  </a:cubicBezTo>
                  <a:lnTo>
                    <a:pt x="4751" y="2503"/>
                  </a:lnTo>
                  <a:cubicBezTo>
                    <a:pt x="4735" y="2518"/>
                    <a:pt x="4719" y="2526"/>
                    <a:pt x="4703" y="2526"/>
                  </a:cubicBezTo>
                  <a:cubicBezTo>
                    <a:pt x="4687" y="2526"/>
                    <a:pt x="4671" y="2518"/>
                    <a:pt x="4656" y="2503"/>
                  </a:cubicBezTo>
                  <a:lnTo>
                    <a:pt x="4276" y="2313"/>
                  </a:lnTo>
                  <a:cubicBezTo>
                    <a:pt x="4244" y="2281"/>
                    <a:pt x="4244" y="2249"/>
                    <a:pt x="4276" y="2249"/>
                  </a:cubicBezTo>
                  <a:lnTo>
                    <a:pt x="4592" y="2059"/>
                  </a:lnTo>
                  <a:close/>
                  <a:moveTo>
                    <a:pt x="5732" y="2067"/>
                  </a:moveTo>
                  <a:cubicBezTo>
                    <a:pt x="5748" y="2067"/>
                    <a:pt x="5764" y="2075"/>
                    <a:pt x="5764" y="2091"/>
                  </a:cubicBezTo>
                  <a:lnTo>
                    <a:pt x="6144" y="2313"/>
                  </a:lnTo>
                  <a:cubicBezTo>
                    <a:pt x="6176" y="2313"/>
                    <a:pt x="6176" y="2344"/>
                    <a:pt x="6144" y="2344"/>
                  </a:cubicBezTo>
                  <a:lnTo>
                    <a:pt x="5859" y="2534"/>
                  </a:lnTo>
                  <a:cubicBezTo>
                    <a:pt x="5843" y="2550"/>
                    <a:pt x="5819" y="2558"/>
                    <a:pt x="5800" y="2558"/>
                  </a:cubicBezTo>
                  <a:cubicBezTo>
                    <a:pt x="5780" y="2558"/>
                    <a:pt x="5764" y="2550"/>
                    <a:pt x="5764" y="2534"/>
                  </a:cubicBezTo>
                  <a:lnTo>
                    <a:pt x="5384" y="2313"/>
                  </a:lnTo>
                  <a:cubicBezTo>
                    <a:pt x="5352" y="2313"/>
                    <a:pt x="5352" y="2281"/>
                    <a:pt x="5384" y="2281"/>
                  </a:cubicBezTo>
                  <a:lnTo>
                    <a:pt x="5701" y="2091"/>
                  </a:lnTo>
                  <a:cubicBezTo>
                    <a:pt x="5701" y="2075"/>
                    <a:pt x="5716" y="2067"/>
                    <a:pt x="5732" y="2067"/>
                  </a:cubicBezTo>
                  <a:close/>
                  <a:moveTo>
                    <a:pt x="6639" y="2194"/>
                  </a:moveTo>
                  <a:cubicBezTo>
                    <a:pt x="6651" y="2194"/>
                    <a:pt x="6667" y="2202"/>
                    <a:pt x="6682" y="2218"/>
                  </a:cubicBezTo>
                  <a:lnTo>
                    <a:pt x="7094" y="2439"/>
                  </a:lnTo>
                  <a:cubicBezTo>
                    <a:pt x="7094" y="2439"/>
                    <a:pt x="7094" y="2471"/>
                    <a:pt x="7094" y="2471"/>
                  </a:cubicBezTo>
                  <a:lnTo>
                    <a:pt x="6936" y="2566"/>
                  </a:lnTo>
                  <a:cubicBezTo>
                    <a:pt x="6920" y="2582"/>
                    <a:pt x="6904" y="2590"/>
                    <a:pt x="6892" y="2590"/>
                  </a:cubicBezTo>
                  <a:cubicBezTo>
                    <a:pt x="6880" y="2590"/>
                    <a:pt x="6872" y="2582"/>
                    <a:pt x="6872" y="2566"/>
                  </a:cubicBezTo>
                  <a:lnTo>
                    <a:pt x="6461" y="2344"/>
                  </a:lnTo>
                  <a:cubicBezTo>
                    <a:pt x="6429" y="2313"/>
                    <a:pt x="6429" y="2313"/>
                    <a:pt x="6461" y="2313"/>
                  </a:cubicBezTo>
                  <a:lnTo>
                    <a:pt x="6619" y="2218"/>
                  </a:lnTo>
                  <a:cubicBezTo>
                    <a:pt x="6619" y="2202"/>
                    <a:pt x="6627" y="2194"/>
                    <a:pt x="6639" y="2194"/>
                  </a:cubicBezTo>
                  <a:close/>
                  <a:moveTo>
                    <a:pt x="1964" y="2313"/>
                  </a:moveTo>
                  <a:lnTo>
                    <a:pt x="2344" y="2534"/>
                  </a:lnTo>
                  <a:cubicBezTo>
                    <a:pt x="2375" y="2566"/>
                    <a:pt x="2375" y="2566"/>
                    <a:pt x="2344" y="2598"/>
                  </a:cubicBezTo>
                  <a:lnTo>
                    <a:pt x="2027" y="2788"/>
                  </a:lnTo>
                  <a:lnTo>
                    <a:pt x="1932" y="2788"/>
                  </a:lnTo>
                  <a:lnTo>
                    <a:pt x="1552" y="2566"/>
                  </a:lnTo>
                  <a:cubicBezTo>
                    <a:pt x="1552" y="2534"/>
                    <a:pt x="1552" y="2503"/>
                    <a:pt x="1552" y="2503"/>
                  </a:cubicBezTo>
                  <a:lnTo>
                    <a:pt x="1869" y="2313"/>
                  </a:lnTo>
                  <a:close/>
                  <a:moveTo>
                    <a:pt x="3025" y="2321"/>
                  </a:moveTo>
                  <a:cubicBezTo>
                    <a:pt x="3040" y="2321"/>
                    <a:pt x="3056" y="2328"/>
                    <a:pt x="3072" y="2344"/>
                  </a:cubicBezTo>
                  <a:lnTo>
                    <a:pt x="3452" y="2566"/>
                  </a:lnTo>
                  <a:cubicBezTo>
                    <a:pt x="3452" y="2566"/>
                    <a:pt x="3452" y="2598"/>
                    <a:pt x="3452" y="2629"/>
                  </a:cubicBezTo>
                  <a:lnTo>
                    <a:pt x="3135" y="2788"/>
                  </a:lnTo>
                  <a:cubicBezTo>
                    <a:pt x="3120" y="2803"/>
                    <a:pt x="3104" y="2811"/>
                    <a:pt x="3088" y="2811"/>
                  </a:cubicBezTo>
                  <a:cubicBezTo>
                    <a:pt x="3072" y="2811"/>
                    <a:pt x="3056" y="2803"/>
                    <a:pt x="3040" y="2788"/>
                  </a:cubicBezTo>
                  <a:lnTo>
                    <a:pt x="2660" y="2566"/>
                  </a:lnTo>
                  <a:cubicBezTo>
                    <a:pt x="2629" y="2566"/>
                    <a:pt x="2629" y="2534"/>
                    <a:pt x="2660" y="2534"/>
                  </a:cubicBezTo>
                  <a:lnTo>
                    <a:pt x="2977" y="2344"/>
                  </a:lnTo>
                  <a:cubicBezTo>
                    <a:pt x="2993" y="2328"/>
                    <a:pt x="3009" y="2321"/>
                    <a:pt x="3025" y="2321"/>
                  </a:cubicBezTo>
                  <a:close/>
                  <a:moveTo>
                    <a:pt x="4113" y="2352"/>
                  </a:moveTo>
                  <a:cubicBezTo>
                    <a:pt x="4133" y="2352"/>
                    <a:pt x="4149" y="2360"/>
                    <a:pt x="4149" y="2376"/>
                  </a:cubicBezTo>
                  <a:lnTo>
                    <a:pt x="4529" y="2598"/>
                  </a:lnTo>
                  <a:cubicBezTo>
                    <a:pt x="4561" y="2598"/>
                    <a:pt x="4561" y="2629"/>
                    <a:pt x="4529" y="2629"/>
                  </a:cubicBezTo>
                  <a:lnTo>
                    <a:pt x="4212" y="2819"/>
                  </a:lnTo>
                  <a:lnTo>
                    <a:pt x="4149" y="2819"/>
                  </a:lnTo>
                  <a:lnTo>
                    <a:pt x="3769" y="2598"/>
                  </a:lnTo>
                  <a:cubicBezTo>
                    <a:pt x="3737" y="2598"/>
                    <a:pt x="3737" y="2566"/>
                    <a:pt x="3769" y="2534"/>
                  </a:cubicBezTo>
                  <a:lnTo>
                    <a:pt x="4054" y="2376"/>
                  </a:lnTo>
                  <a:cubicBezTo>
                    <a:pt x="4070" y="2360"/>
                    <a:pt x="4093" y="2352"/>
                    <a:pt x="4113" y="2352"/>
                  </a:cubicBezTo>
                  <a:close/>
                  <a:moveTo>
                    <a:pt x="5257" y="2376"/>
                  </a:moveTo>
                  <a:lnTo>
                    <a:pt x="5637" y="2598"/>
                  </a:lnTo>
                  <a:cubicBezTo>
                    <a:pt x="5669" y="2629"/>
                    <a:pt x="5669" y="2661"/>
                    <a:pt x="5637" y="2661"/>
                  </a:cubicBezTo>
                  <a:lnTo>
                    <a:pt x="5321" y="2851"/>
                  </a:lnTo>
                  <a:lnTo>
                    <a:pt x="5226" y="2851"/>
                  </a:lnTo>
                  <a:lnTo>
                    <a:pt x="4846" y="2629"/>
                  </a:lnTo>
                  <a:cubicBezTo>
                    <a:pt x="4814" y="2598"/>
                    <a:pt x="4814" y="2598"/>
                    <a:pt x="4846" y="2566"/>
                  </a:cubicBezTo>
                  <a:lnTo>
                    <a:pt x="5162" y="2376"/>
                  </a:lnTo>
                  <a:close/>
                  <a:moveTo>
                    <a:pt x="6334" y="2408"/>
                  </a:moveTo>
                  <a:lnTo>
                    <a:pt x="6714" y="2629"/>
                  </a:lnTo>
                  <a:cubicBezTo>
                    <a:pt x="6746" y="2661"/>
                    <a:pt x="6746" y="2661"/>
                    <a:pt x="6714" y="2693"/>
                  </a:cubicBezTo>
                  <a:lnTo>
                    <a:pt x="6429" y="2883"/>
                  </a:lnTo>
                  <a:lnTo>
                    <a:pt x="6334" y="2883"/>
                  </a:lnTo>
                  <a:lnTo>
                    <a:pt x="5954" y="2661"/>
                  </a:lnTo>
                  <a:cubicBezTo>
                    <a:pt x="5922" y="2629"/>
                    <a:pt x="5922" y="2598"/>
                    <a:pt x="5954" y="2598"/>
                  </a:cubicBezTo>
                  <a:lnTo>
                    <a:pt x="6271" y="2408"/>
                  </a:lnTo>
                  <a:close/>
                  <a:moveTo>
                    <a:pt x="7252" y="2534"/>
                  </a:moveTo>
                  <a:lnTo>
                    <a:pt x="7664" y="2756"/>
                  </a:lnTo>
                  <a:cubicBezTo>
                    <a:pt x="7664" y="2788"/>
                    <a:pt x="7664" y="2788"/>
                    <a:pt x="7664" y="2819"/>
                  </a:cubicBezTo>
                  <a:lnTo>
                    <a:pt x="7506" y="2914"/>
                  </a:lnTo>
                  <a:lnTo>
                    <a:pt x="7442" y="2914"/>
                  </a:lnTo>
                  <a:lnTo>
                    <a:pt x="7031" y="2661"/>
                  </a:lnTo>
                  <a:cubicBezTo>
                    <a:pt x="6999" y="2661"/>
                    <a:pt x="6999" y="2629"/>
                    <a:pt x="7031" y="2629"/>
                  </a:cubicBezTo>
                  <a:lnTo>
                    <a:pt x="7189" y="2534"/>
                  </a:lnTo>
                  <a:close/>
                  <a:moveTo>
                    <a:pt x="2486" y="2637"/>
                  </a:moveTo>
                  <a:cubicBezTo>
                    <a:pt x="2502" y="2637"/>
                    <a:pt x="2518" y="2645"/>
                    <a:pt x="2534" y="2661"/>
                  </a:cubicBezTo>
                  <a:lnTo>
                    <a:pt x="2914" y="2883"/>
                  </a:lnTo>
                  <a:cubicBezTo>
                    <a:pt x="2945" y="2883"/>
                    <a:pt x="2945" y="2914"/>
                    <a:pt x="2914" y="2914"/>
                  </a:cubicBezTo>
                  <a:lnTo>
                    <a:pt x="2597" y="3104"/>
                  </a:lnTo>
                  <a:lnTo>
                    <a:pt x="2502" y="3104"/>
                  </a:lnTo>
                  <a:lnTo>
                    <a:pt x="2122" y="2883"/>
                  </a:lnTo>
                  <a:cubicBezTo>
                    <a:pt x="2122" y="2851"/>
                    <a:pt x="2122" y="2851"/>
                    <a:pt x="2122" y="2819"/>
                  </a:cubicBezTo>
                  <a:lnTo>
                    <a:pt x="2439" y="2661"/>
                  </a:lnTo>
                  <a:cubicBezTo>
                    <a:pt x="2455" y="2645"/>
                    <a:pt x="2470" y="2637"/>
                    <a:pt x="2486" y="2637"/>
                  </a:cubicBezTo>
                  <a:close/>
                  <a:moveTo>
                    <a:pt x="3642" y="2661"/>
                  </a:moveTo>
                  <a:lnTo>
                    <a:pt x="4022" y="2883"/>
                  </a:lnTo>
                  <a:cubicBezTo>
                    <a:pt x="4022" y="2914"/>
                    <a:pt x="4022" y="2946"/>
                    <a:pt x="4022" y="2946"/>
                  </a:cubicBezTo>
                  <a:lnTo>
                    <a:pt x="3705" y="3136"/>
                  </a:lnTo>
                  <a:lnTo>
                    <a:pt x="3610" y="3136"/>
                  </a:lnTo>
                  <a:lnTo>
                    <a:pt x="3230" y="2914"/>
                  </a:lnTo>
                  <a:cubicBezTo>
                    <a:pt x="3199" y="2883"/>
                    <a:pt x="3199" y="2883"/>
                    <a:pt x="3230" y="2851"/>
                  </a:cubicBezTo>
                  <a:lnTo>
                    <a:pt x="3547" y="2661"/>
                  </a:lnTo>
                  <a:close/>
                  <a:moveTo>
                    <a:pt x="4719" y="2693"/>
                  </a:moveTo>
                  <a:lnTo>
                    <a:pt x="5099" y="2914"/>
                  </a:lnTo>
                  <a:cubicBezTo>
                    <a:pt x="5131" y="2946"/>
                    <a:pt x="5131" y="2946"/>
                    <a:pt x="5099" y="2978"/>
                  </a:cubicBezTo>
                  <a:lnTo>
                    <a:pt x="4782" y="3136"/>
                  </a:lnTo>
                  <a:cubicBezTo>
                    <a:pt x="4782" y="3152"/>
                    <a:pt x="4766" y="3160"/>
                    <a:pt x="4751" y="3160"/>
                  </a:cubicBezTo>
                  <a:cubicBezTo>
                    <a:pt x="4735" y="3160"/>
                    <a:pt x="4719" y="3152"/>
                    <a:pt x="4719" y="3136"/>
                  </a:cubicBezTo>
                  <a:lnTo>
                    <a:pt x="4339" y="2914"/>
                  </a:lnTo>
                  <a:cubicBezTo>
                    <a:pt x="4307" y="2914"/>
                    <a:pt x="4307" y="2883"/>
                    <a:pt x="4339" y="2883"/>
                  </a:cubicBezTo>
                  <a:lnTo>
                    <a:pt x="4624" y="2693"/>
                  </a:lnTo>
                  <a:close/>
                  <a:moveTo>
                    <a:pt x="5780" y="2701"/>
                  </a:moveTo>
                  <a:cubicBezTo>
                    <a:pt x="5796" y="2701"/>
                    <a:pt x="5811" y="2708"/>
                    <a:pt x="5827" y="2724"/>
                  </a:cubicBezTo>
                  <a:lnTo>
                    <a:pt x="6207" y="2946"/>
                  </a:lnTo>
                  <a:cubicBezTo>
                    <a:pt x="6239" y="2946"/>
                    <a:pt x="6239" y="2978"/>
                    <a:pt x="6207" y="3009"/>
                  </a:cubicBezTo>
                  <a:lnTo>
                    <a:pt x="5891" y="3168"/>
                  </a:lnTo>
                  <a:cubicBezTo>
                    <a:pt x="5875" y="3183"/>
                    <a:pt x="5859" y="3191"/>
                    <a:pt x="5843" y="3191"/>
                  </a:cubicBezTo>
                  <a:cubicBezTo>
                    <a:pt x="5827" y="3191"/>
                    <a:pt x="5811" y="3183"/>
                    <a:pt x="5796" y="3168"/>
                  </a:cubicBezTo>
                  <a:lnTo>
                    <a:pt x="5416" y="2946"/>
                  </a:lnTo>
                  <a:cubicBezTo>
                    <a:pt x="5384" y="2946"/>
                    <a:pt x="5384" y="2914"/>
                    <a:pt x="5416" y="2914"/>
                  </a:cubicBezTo>
                  <a:lnTo>
                    <a:pt x="5732" y="2724"/>
                  </a:lnTo>
                  <a:cubicBezTo>
                    <a:pt x="5748" y="2708"/>
                    <a:pt x="5764" y="2701"/>
                    <a:pt x="5780" y="2701"/>
                  </a:cubicBezTo>
                  <a:close/>
                  <a:moveTo>
                    <a:pt x="6872" y="2732"/>
                  </a:moveTo>
                  <a:cubicBezTo>
                    <a:pt x="6888" y="2732"/>
                    <a:pt x="6904" y="2740"/>
                    <a:pt x="6904" y="2756"/>
                  </a:cubicBezTo>
                  <a:lnTo>
                    <a:pt x="7284" y="2978"/>
                  </a:lnTo>
                  <a:cubicBezTo>
                    <a:pt x="7316" y="2978"/>
                    <a:pt x="7316" y="3009"/>
                    <a:pt x="7284" y="3009"/>
                  </a:cubicBezTo>
                  <a:lnTo>
                    <a:pt x="6999" y="3199"/>
                  </a:lnTo>
                  <a:cubicBezTo>
                    <a:pt x="6983" y="3215"/>
                    <a:pt x="6959" y="3223"/>
                    <a:pt x="6940" y="3223"/>
                  </a:cubicBezTo>
                  <a:cubicBezTo>
                    <a:pt x="6920" y="3223"/>
                    <a:pt x="6904" y="3215"/>
                    <a:pt x="6904" y="3199"/>
                  </a:cubicBezTo>
                  <a:lnTo>
                    <a:pt x="6524" y="2978"/>
                  </a:lnTo>
                  <a:cubicBezTo>
                    <a:pt x="6492" y="2978"/>
                    <a:pt x="6492" y="2946"/>
                    <a:pt x="6524" y="2914"/>
                  </a:cubicBezTo>
                  <a:lnTo>
                    <a:pt x="6841" y="2756"/>
                  </a:lnTo>
                  <a:cubicBezTo>
                    <a:pt x="6841" y="2740"/>
                    <a:pt x="6857" y="2732"/>
                    <a:pt x="6872" y="2732"/>
                  </a:cubicBezTo>
                  <a:close/>
                  <a:moveTo>
                    <a:pt x="7822" y="2851"/>
                  </a:moveTo>
                  <a:lnTo>
                    <a:pt x="8234" y="3104"/>
                  </a:lnTo>
                  <a:cubicBezTo>
                    <a:pt x="8234" y="3104"/>
                    <a:pt x="8234" y="3136"/>
                    <a:pt x="8234" y="3136"/>
                  </a:cubicBezTo>
                  <a:lnTo>
                    <a:pt x="8076" y="3231"/>
                  </a:lnTo>
                  <a:lnTo>
                    <a:pt x="8012" y="3231"/>
                  </a:lnTo>
                  <a:lnTo>
                    <a:pt x="7601" y="2978"/>
                  </a:lnTo>
                  <a:cubicBezTo>
                    <a:pt x="7569" y="2978"/>
                    <a:pt x="7569" y="2978"/>
                    <a:pt x="7601" y="2946"/>
                  </a:cubicBezTo>
                  <a:lnTo>
                    <a:pt x="7759" y="2851"/>
                  </a:lnTo>
                  <a:close/>
                  <a:moveTo>
                    <a:pt x="4165" y="2986"/>
                  </a:moveTo>
                  <a:cubicBezTo>
                    <a:pt x="4181" y="2986"/>
                    <a:pt x="4196" y="2993"/>
                    <a:pt x="4212" y="3009"/>
                  </a:cubicBezTo>
                  <a:lnTo>
                    <a:pt x="4592" y="3231"/>
                  </a:lnTo>
                  <a:cubicBezTo>
                    <a:pt x="4592" y="3231"/>
                    <a:pt x="4592" y="3263"/>
                    <a:pt x="4592" y="3263"/>
                  </a:cubicBezTo>
                  <a:lnTo>
                    <a:pt x="4276" y="3453"/>
                  </a:lnTo>
                  <a:cubicBezTo>
                    <a:pt x="4260" y="3469"/>
                    <a:pt x="4244" y="3476"/>
                    <a:pt x="4228" y="3476"/>
                  </a:cubicBezTo>
                  <a:cubicBezTo>
                    <a:pt x="4212" y="3476"/>
                    <a:pt x="4196" y="3469"/>
                    <a:pt x="4181" y="3453"/>
                  </a:cubicBezTo>
                  <a:lnTo>
                    <a:pt x="3800" y="3231"/>
                  </a:lnTo>
                  <a:cubicBezTo>
                    <a:pt x="3769" y="3231"/>
                    <a:pt x="3769" y="3199"/>
                    <a:pt x="3800" y="3199"/>
                  </a:cubicBezTo>
                  <a:lnTo>
                    <a:pt x="4117" y="3009"/>
                  </a:lnTo>
                  <a:cubicBezTo>
                    <a:pt x="4133" y="2993"/>
                    <a:pt x="4149" y="2986"/>
                    <a:pt x="4165" y="2986"/>
                  </a:cubicBezTo>
                  <a:close/>
                  <a:moveTo>
                    <a:pt x="5253" y="3017"/>
                  </a:moveTo>
                  <a:cubicBezTo>
                    <a:pt x="5273" y="3017"/>
                    <a:pt x="5289" y="3025"/>
                    <a:pt x="5289" y="3041"/>
                  </a:cubicBezTo>
                  <a:lnTo>
                    <a:pt x="5669" y="3263"/>
                  </a:lnTo>
                  <a:cubicBezTo>
                    <a:pt x="5701" y="3263"/>
                    <a:pt x="5701" y="3294"/>
                    <a:pt x="5669" y="3294"/>
                  </a:cubicBezTo>
                  <a:lnTo>
                    <a:pt x="5352" y="3484"/>
                  </a:lnTo>
                  <a:lnTo>
                    <a:pt x="5289" y="3484"/>
                  </a:lnTo>
                  <a:lnTo>
                    <a:pt x="4909" y="3263"/>
                  </a:lnTo>
                  <a:cubicBezTo>
                    <a:pt x="4877" y="3231"/>
                    <a:pt x="4877" y="3231"/>
                    <a:pt x="4909" y="3199"/>
                  </a:cubicBezTo>
                  <a:lnTo>
                    <a:pt x="5194" y="3041"/>
                  </a:lnTo>
                  <a:cubicBezTo>
                    <a:pt x="5210" y="3025"/>
                    <a:pt x="5233" y="3017"/>
                    <a:pt x="5253" y="3017"/>
                  </a:cubicBezTo>
                  <a:close/>
                  <a:moveTo>
                    <a:pt x="6397" y="3041"/>
                  </a:moveTo>
                  <a:lnTo>
                    <a:pt x="6777" y="3263"/>
                  </a:lnTo>
                  <a:cubicBezTo>
                    <a:pt x="6809" y="3294"/>
                    <a:pt x="6809" y="3294"/>
                    <a:pt x="6777" y="3326"/>
                  </a:cubicBezTo>
                  <a:lnTo>
                    <a:pt x="6461" y="3516"/>
                  </a:lnTo>
                  <a:lnTo>
                    <a:pt x="6366" y="3516"/>
                  </a:lnTo>
                  <a:lnTo>
                    <a:pt x="5986" y="3294"/>
                  </a:lnTo>
                  <a:cubicBezTo>
                    <a:pt x="5954" y="3263"/>
                    <a:pt x="5954" y="3231"/>
                    <a:pt x="5986" y="3231"/>
                  </a:cubicBezTo>
                  <a:lnTo>
                    <a:pt x="6302" y="3041"/>
                  </a:lnTo>
                  <a:close/>
                  <a:moveTo>
                    <a:pt x="7474" y="3073"/>
                  </a:moveTo>
                  <a:lnTo>
                    <a:pt x="7854" y="3294"/>
                  </a:lnTo>
                  <a:cubicBezTo>
                    <a:pt x="7886" y="3294"/>
                    <a:pt x="7886" y="3326"/>
                    <a:pt x="7854" y="3358"/>
                  </a:cubicBezTo>
                  <a:lnTo>
                    <a:pt x="7569" y="3516"/>
                  </a:lnTo>
                  <a:cubicBezTo>
                    <a:pt x="7553" y="3532"/>
                    <a:pt x="7530" y="3540"/>
                    <a:pt x="7510" y="3540"/>
                  </a:cubicBezTo>
                  <a:cubicBezTo>
                    <a:pt x="7490" y="3540"/>
                    <a:pt x="7474" y="3532"/>
                    <a:pt x="7474" y="3516"/>
                  </a:cubicBezTo>
                  <a:lnTo>
                    <a:pt x="7094" y="3294"/>
                  </a:lnTo>
                  <a:cubicBezTo>
                    <a:pt x="7062" y="3294"/>
                    <a:pt x="7062" y="3263"/>
                    <a:pt x="7094" y="3263"/>
                  </a:cubicBezTo>
                  <a:lnTo>
                    <a:pt x="7411" y="3073"/>
                  </a:lnTo>
                  <a:close/>
                  <a:moveTo>
                    <a:pt x="8392" y="3199"/>
                  </a:moveTo>
                  <a:lnTo>
                    <a:pt x="8804" y="3421"/>
                  </a:lnTo>
                  <a:cubicBezTo>
                    <a:pt x="8804" y="3453"/>
                    <a:pt x="8804" y="3453"/>
                    <a:pt x="8804" y="3453"/>
                  </a:cubicBezTo>
                  <a:lnTo>
                    <a:pt x="8646" y="3548"/>
                  </a:lnTo>
                  <a:cubicBezTo>
                    <a:pt x="8630" y="3564"/>
                    <a:pt x="8614" y="3571"/>
                    <a:pt x="8602" y="3571"/>
                  </a:cubicBezTo>
                  <a:cubicBezTo>
                    <a:pt x="8590" y="3571"/>
                    <a:pt x="8583" y="3564"/>
                    <a:pt x="8583" y="3548"/>
                  </a:cubicBezTo>
                  <a:lnTo>
                    <a:pt x="8171" y="3326"/>
                  </a:lnTo>
                  <a:cubicBezTo>
                    <a:pt x="8139" y="3326"/>
                    <a:pt x="8139" y="3294"/>
                    <a:pt x="8171" y="3294"/>
                  </a:cubicBezTo>
                  <a:lnTo>
                    <a:pt x="8329" y="3199"/>
                  </a:lnTo>
                  <a:close/>
                  <a:moveTo>
                    <a:pt x="4782" y="3326"/>
                  </a:moveTo>
                  <a:lnTo>
                    <a:pt x="5162" y="3548"/>
                  </a:lnTo>
                  <a:cubicBezTo>
                    <a:pt x="5162" y="3579"/>
                    <a:pt x="5162" y="3579"/>
                    <a:pt x="5162" y="3611"/>
                  </a:cubicBezTo>
                  <a:lnTo>
                    <a:pt x="4846" y="3801"/>
                  </a:lnTo>
                  <a:lnTo>
                    <a:pt x="4751" y="3801"/>
                  </a:lnTo>
                  <a:lnTo>
                    <a:pt x="4371" y="3579"/>
                  </a:lnTo>
                  <a:cubicBezTo>
                    <a:pt x="4339" y="3548"/>
                    <a:pt x="4339" y="3516"/>
                    <a:pt x="4371" y="3516"/>
                  </a:cubicBezTo>
                  <a:lnTo>
                    <a:pt x="4687" y="3326"/>
                  </a:lnTo>
                  <a:close/>
                  <a:moveTo>
                    <a:pt x="5827" y="3344"/>
                  </a:moveTo>
                  <a:cubicBezTo>
                    <a:pt x="5838" y="3344"/>
                    <a:pt x="5848" y="3347"/>
                    <a:pt x="5859" y="3358"/>
                  </a:cubicBezTo>
                  <a:lnTo>
                    <a:pt x="6239" y="3579"/>
                  </a:lnTo>
                  <a:cubicBezTo>
                    <a:pt x="6271" y="3579"/>
                    <a:pt x="6271" y="3611"/>
                    <a:pt x="6239" y="3643"/>
                  </a:cubicBezTo>
                  <a:lnTo>
                    <a:pt x="5922" y="3801"/>
                  </a:lnTo>
                  <a:cubicBezTo>
                    <a:pt x="5906" y="3817"/>
                    <a:pt x="5891" y="3825"/>
                    <a:pt x="5879" y="3825"/>
                  </a:cubicBezTo>
                  <a:cubicBezTo>
                    <a:pt x="5867" y="3825"/>
                    <a:pt x="5859" y="3817"/>
                    <a:pt x="5859" y="3801"/>
                  </a:cubicBezTo>
                  <a:lnTo>
                    <a:pt x="5479" y="3579"/>
                  </a:lnTo>
                  <a:cubicBezTo>
                    <a:pt x="5447" y="3579"/>
                    <a:pt x="5447" y="3548"/>
                    <a:pt x="5479" y="3548"/>
                  </a:cubicBezTo>
                  <a:lnTo>
                    <a:pt x="5764" y="3358"/>
                  </a:lnTo>
                  <a:cubicBezTo>
                    <a:pt x="5785" y="3358"/>
                    <a:pt x="5806" y="3344"/>
                    <a:pt x="5827" y="3344"/>
                  </a:cubicBezTo>
                  <a:close/>
                  <a:moveTo>
                    <a:pt x="6920" y="3366"/>
                  </a:moveTo>
                  <a:cubicBezTo>
                    <a:pt x="6936" y="3366"/>
                    <a:pt x="6952" y="3374"/>
                    <a:pt x="6967" y="3389"/>
                  </a:cubicBezTo>
                  <a:lnTo>
                    <a:pt x="7347" y="3611"/>
                  </a:lnTo>
                  <a:cubicBezTo>
                    <a:pt x="7379" y="3611"/>
                    <a:pt x="7379" y="3643"/>
                    <a:pt x="7347" y="3643"/>
                  </a:cubicBezTo>
                  <a:lnTo>
                    <a:pt x="7031" y="3833"/>
                  </a:lnTo>
                  <a:cubicBezTo>
                    <a:pt x="7015" y="3849"/>
                    <a:pt x="6999" y="3856"/>
                    <a:pt x="6983" y="3856"/>
                  </a:cubicBezTo>
                  <a:cubicBezTo>
                    <a:pt x="6967" y="3856"/>
                    <a:pt x="6952" y="3849"/>
                    <a:pt x="6936" y="3833"/>
                  </a:cubicBezTo>
                  <a:lnTo>
                    <a:pt x="6556" y="3611"/>
                  </a:lnTo>
                  <a:cubicBezTo>
                    <a:pt x="6524" y="3611"/>
                    <a:pt x="6524" y="3579"/>
                    <a:pt x="6556" y="3548"/>
                  </a:cubicBezTo>
                  <a:lnTo>
                    <a:pt x="6872" y="3389"/>
                  </a:lnTo>
                  <a:cubicBezTo>
                    <a:pt x="6888" y="3374"/>
                    <a:pt x="6904" y="3366"/>
                    <a:pt x="6920" y="3366"/>
                  </a:cubicBezTo>
                  <a:close/>
                  <a:moveTo>
                    <a:pt x="8044" y="3389"/>
                  </a:moveTo>
                  <a:lnTo>
                    <a:pt x="8424" y="3611"/>
                  </a:lnTo>
                  <a:cubicBezTo>
                    <a:pt x="8456" y="3643"/>
                    <a:pt x="8456" y="3674"/>
                    <a:pt x="8424" y="3674"/>
                  </a:cubicBezTo>
                  <a:lnTo>
                    <a:pt x="8139" y="3864"/>
                  </a:lnTo>
                  <a:lnTo>
                    <a:pt x="8044" y="3864"/>
                  </a:lnTo>
                  <a:lnTo>
                    <a:pt x="7664" y="3643"/>
                  </a:lnTo>
                  <a:cubicBezTo>
                    <a:pt x="7632" y="3611"/>
                    <a:pt x="7632" y="3611"/>
                    <a:pt x="7664" y="3579"/>
                  </a:cubicBezTo>
                  <a:lnTo>
                    <a:pt x="7981" y="3389"/>
                  </a:lnTo>
                  <a:close/>
                  <a:moveTo>
                    <a:pt x="8963" y="3516"/>
                  </a:moveTo>
                  <a:lnTo>
                    <a:pt x="9374" y="3769"/>
                  </a:lnTo>
                  <a:cubicBezTo>
                    <a:pt x="9374" y="3769"/>
                    <a:pt x="9374" y="3769"/>
                    <a:pt x="9374" y="3801"/>
                  </a:cubicBezTo>
                  <a:lnTo>
                    <a:pt x="9216" y="3896"/>
                  </a:lnTo>
                  <a:lnTo>
                    <a:pt x="9153" y="3896"/>
                  </a:lnTo>
                  <a:lnTo>
                    <a:pt x="8741" y="3643"/>
                  </a:lnTo>
                  <a:cubicBezTo>
                    <a:pt x="8709" y="3643"/>
                    <a:pt x="8709" y="3611"/>
                    <a:pt x="8741" y="3611"/>
                  </a:cubicBezTo>
                  <a:lnTo>
                    <a:pt x="8899" y="3516"/>
                  </a:lnTo>
                  <a:close/>
                  <a:moveTo>
                    <a:pt x="5305" y="3651"/>
                  </a:moveTo>
                  <a:cubicBezTo>
                    <a:pt x="5321" y="3651"/>
                    <a:pt x="5336" y="3659"/>
                    <a:pt x="5352" y="3674"/>
                  </a:cubicBezTo>
                  <a:lnTo>
                    <a:pt x="5732" y="3896"/>
                  </a:lnTo>
                  <a:cubicBezTo>
                    <a:pt x="5732" y="3896"/>
                    <a:pt x="5732" y="3928"/>
                    <a:pt x="5732" y="3928"/>
                  </a:cubicBezTo>
                  <a:lnTo>
                    <a:pt x="5416" y="4118"/>
                  </a:lnTo>
                  <a:lnTo>
                    <a:pt x="5321" y="4118"/>
                  </a:lnTo>
                  <a:lnTo>
                    <a:pt x="4941" y="3896"/>
                  </a:lnTo>
                  <a:cubicBezTo>
                    <a:pt x="4909" y="3864"/>
                    <a:pt x="4909" y="3864"/>
                    <a:pt x="4941" y="3833"/>
                  </a:cubicBezTo>
                  <a:lnTo>
                    <a:pt x="5257" y="3674"/>
                  </a:lnTo>
                  <a:cubicBezTo>
                    <a:pt x="5273" y="3659"/>
                    <a:pt x="5289" y="3651"/>
                    <a:pt x="5305" y="3651"/>
                  </a:cubicBezTo>
                  <a:close/>
                  <a:moveTo>
                    <a:pt x="6429" y="3674"/>
                  </a:moveTo>
                  <a:lnTo>
                    <a:pt x="6809" y="3896"/>
                  </a:lnTo>
                  <a:cubicBezTo>
                    <a:pt x="6841" y="3928"/>
                    <a:pt x="6841" y="3959"/>
                    <a:pt x="6809" y="3959"/>
                  </a:cubicBezTo>
                  <a:lnTo>
                    <a:pt x="6492" y="4149"/>
                  </a:lnTo>
                  <a:lnTo>
                    <a:pt x="6429" y="4149"/>
                  </a:lnTo>
                  <a:lnTo>
                    <a:pt x="6049" y="3928"/>
                  </a:lnTo>
                  <a:cubicBezTo>
                    <a:pt x="6017" y="3896"/>
                    <a:pt x="6017" y="3864"/>
                    <a:pt x="6049" y="3864"/>
                  </a:cubicBezTo>
                  <a:lnTo>
                    <a:pt x="6334" y="3674"/>
                  </a:lnTo>
                  <a:close/>
                  <a:moveTo>
                    <a:pt x="7537" y="3706"/>
                  </a:moveTo>
                  <a:lnTo>
                    <a:pt x="7917" y="3928"/>
                  </a:lnTo>
                  <a:cubicBezTo>
                    <a:pt x="7949" y="3928"/>
                    <a:pt x="7949" y="3959"/>
                    <a:pt x="7917" y="3991"/>
                  </a:cubicBezTo>
                  <a:lnTo>
                    <a:pt x="7601" y="4149"/>
                  </a:lnTo>
                  <a:cubicBezTo>
                    <a:pt x="7585" y="4165"/>
                    <a:pt x="7569" y="4173"/>
                    <a:pt x="7553" y="4173"/>
                  </a:cubicBezTo>
                  <a:cubicBezTo>
                    <a:pt x="7537" y="4173"/>
                    <a:pt x="7522" y="4165"/>
                    <a:pt x="7506" y="4149"/>
                  </a:cubicBezTo>
                  <a:lnTo>
                    <a:pt x="7126" y="3928"/>
                  </a:lnTo>
                  <a:cubicBezTo>
                    <a:pt x="7094" y="3928"/>
                    <a:pt x="7094" y="3896"/>
                    <a:pt x="7126" y="3896"/>
                  </a:cubicBezTo>
                  <a:lnTo>
                    <a:pt x="7442" y="3706"/>
                  </a:lnTo>
                  <a:close/>
                  <a:moveTo>
                    <a:pt x="8583" y="3714"/>
                  </a:moveTo>
                  <a:cubicBezTo>
                    <a:pt x="8598" y="3714"/>
                    <a:pt x="8614" y="3722"/>
                    <a:pt x="8614" y="3738"/>
                  </a:cubicBezTo>
                  <a:lnTo>
                    <a:pt x="8994" y="3959"/>
                  </a:lnTo>
                  <a:cubicBezTo>
                    <a:pt x="9026" y="3959"/>
                    <a:pt x="9026" y="3991"/>
                    <a:pt x="8994" y="3991"/>
                  </a:cubicBezTo>
                  <a:lnTo>
                    <a:pt x="8709" y="4181"/>
                  </a:lnTo>
                  <a:cubicBezTo>
                    <a:pt x="8693" y="4197"/>
                    <a:pt x="8670" y="4205"/>
                    <a:pt x="8650" y="4205"/>
                  </a:cubicBezTo>
                  <a:cubicBezTo>
                    <a:pt x="8630" y="4205"/>
                    <a:pt x="8614" y="4197"/>
                    <a:pt x="8614" y="4181"/>
                  </a:cubicBezTo>
                  <a:lnTo>
                    <a:pt x="8234" y="3959"/>
                  </a:lnTo>
                  <a:cubicBezTo>
                    <a:pt x="8202" y="3959"/>
                    <a:pt x="8202" y="3928"/>
                    <a:pt x="8234" y="3928"/>
                  </a:cubicBezTo>
                  <a:lnTo>
                    <a:pt x="8551" y="3738"/>
                  </a:lnTo>
                  <a:cubicBezTo>
                    <a:pt x="8551" y="3722"/>
                    <a:pt x="8567" y="3714"/>
                    <a:pt x="8583" y="3714"/>
                  </a:cubicBezTo>
                  <a:close/>
                  <a:moveTo>
                    <a:pt x="9489" y="3841"/>
                  </a:moveTo>
                  <a:cubicBezTo>
                    <a:pt x="9501" y="3841"/>
                    <a:pt x="9517" y="3849"/>
                    <a:pt x="9533" y="3864"/>
                  </a:cubicBezTo>
                  <a:lnTo>
                    <a:pt x="9944" y="4086"/>
                  </a:lnTo>
                  <a:cubicBezTo>
                    <a:pt x="9944" y="4086"/>
                    <a:pt x="9944" y="4086"/>
                    <a:pt x="9944" y="4118"/>
                  </a:cubicBezTo>
                  <a:lnTo>
                    <a:pt x="9786" y="4213"/>
                  </a:lnTo>
                  <a:lnTo>
                    <a:pt x="9723" y="4213"/>
                  </a:lnTo>
                  <a:lnTo>
                    <a:pt x="9311" y="3991"/>
                  </a:lnTo>
                  <a:cubicBezTo>
                    <a:pt x="9279" y="3959"/>
                    <a:pt x="9279" y="3959"/>
                    <a:pt x="9311" y="3928"/>
                  </a:cubicBezTo>
                  <a:lnTo>
                    <a:pt x="9469" y="3864"/>
                  </a:lnTo>
                  <a:cubicBezTo>
                    <a:pt x="9469" y="3849"/>
                    <a:pt x="9477" y="3841"/>
                    <a:pt x="9489" y="3841"/>
                  </a:cubicBezTo>
                  <a:close/>
                  <a:moveTo>
                    <a:pt x="5875" y="3967"/>
                  </a:moveTo>
                  <a:cubicBezTo>
                    <a:pt x="5891" y="3967"/>
                    <a:pt x="5906" y="3975"/>
                    <a:pt x="5922" y="3991"/>
                  </a:cubicBezTo>
                  <a:lnTo>
                    <a:pt x="6302" y="4213"/>
                  </a:lnTo>
                  <a:cubicBezTo>
                    <a:pt x="6302" y="4213"/>
                    <a:pt x="6302" y="4244"/>
                    <a:pt x="6302" y="4276"/>
                  </a:cubicBezTo>
                  <a:lnTo>
                    <a:pt x="5986" y="4434"/>
                  </a:lnTo>
                  <a:cubicBezTo>
                    <a:pt x="5970" y="4450"/>
                    <a:pt x="5954" y="4458"/>
                    <a:pt x="5938" y="4458"/>
                  </a:cubicBezTo>
                  <a:cubicBezTo>
                    <a:pt x="5922" y="4458"/>
                    <a:pt x="5906" y="4450"/>
                    <a:pt x="5891" y="4434"/>
                  </a:cubicBezTo>
                  <a:lnTo>
                    <a:pt x="5511" y="4213"/>
                  </a:lnTo>
                  <a:cubicBezTo>
                    <a:pt x="5479" y="4213"/>
                    <a:pt x="5479" y="4181"/>
                    <a:pt x="5511" y="4181"/>
                  </a:cubicBezTo>
                  <a:lnTo>
                    <a:pt x="5827" y="3991"/>
                  </a:lnTo>
                  <a:cubicBezTo>
                    <a:pt x="5843" y="3975"/>
                    <a:pt x="5859" y="3967"/>
                    <a:pt x="5875" y="3967"/>
                  </a:cubicBezTo>
                  <a:close/>
                  <a:moveTo>
                    <a:pt x="6963" y="3999"/>
                  </a:moveTo>
                  <a:cubicBezTo>
                    <a:pt x="6983" y="3999"/>
                    <a:pt x="6999" y="4007"/>
                    <a:pt x="6999" y="4023"/>
                  </a:cubicBezTo>
                  <a:lnTo>
                    <a:pt x="7379" y="4244"/>
                  </a:lnTo>
                  <a:cubicBezTo>
                    <a:pt x="7411" y="4244"/>
                    <a:pt x="7411" y="4276"/>
                    <a:pt x="7379" y="4276"/>
                  </a:cubicBezTo>
                  <a:lnTo>
                    <a:pt x="7062" y="4466"/>
                  </a:lnTo>
                  <a:cubicBezTo>
                    <a:pt x="7062" y="4482"/>
                    <a:pt x="7047" y="4490"/>
                    <a:pt x="7031" y="4490"/>
                  </a:cubicBezTo>
                  <a:cubicBezTo>
                    <a:pt x="7015" y="4490"/>
                    <a:pt x="6999" y="4482"/>
                    <a:pt x="6999" y="4466"/>
                  </a:cubicBezTo>
                  <a:lnTo>
                    <a:pt x="6619" y="4244"/>
                  </a:lnTo>
                  <a:cubicBezTo>
                    <a:pt x="6587" y="4244"/>
                    <a:pt x="6587" y="4213"/>
                    <a:pt x="6619" y="4181"/>
                  </a:cubicBezTo>
                  <a:lnTo>
                    <a:pt x="6904" y="4023"/>
                  </a:lnTo>
                  <a:cubicBezTo>
                    <a:pt x="6920" y="4007"/>
                    <a:pt x="6944" y="3999"/>
                    <a:pt x="6963" y="3999"/>
                  </a:cubicBezTo>
                  <a:close/>
                  <a:moveTo>
                    <a:pt x="8107" y="4023"/>
                  </a:moveTo>
                  <a:lnTo>
                    <a:pt x="8487" y="4244"/>
                  </a:lnTo>
                  <a:cubicBezTo>
                    <a:pt x="8519" y="4276"/>
                    <a:pt x="8519" y="4308"/>
                    <a:pt x="8487" y="4308"/>
                  </a:cubicBezTo>
                  <a:lnTo>
                    <a:pt x="8171" y="4498"/>
                  </a:lnTo>
                  <a:lnTo>
                    <a:pt x="8076" y="4498"/>
                  </a:lnTo>
                  <a:lnTo>
                    <a:pt x="7696" y="4276"/>
                  </a:lnTo>
                  <a:cubicBezTo>
                    <a:pt x="7664" y="4244"/>
                    <a:pt x="7664" y="4244"/>
                    <a:pt x="7696" y="4213"/>
                  </a:cubicBezTo>
                  <a:lnTo>
                    <a:pt x="8012" y="4023"/>
                  </a:lnTo>
                  <a:close/>
                  <a:moveTo>
                    <a:pt x="9184" y="4054"/>
                  </a:moveTo>
                  <a:lnTo>
                    <a:pt x="9564" y="4276"/>
                  </a:lnTo>
                  <a:cubicBezTo>
                    <a:pt x="9596" y="4308"/>
                    <a:pt x="9596" y="4308"/>
                    <a:pt x="9564" y="4339"/>
                  </a:cubicBezTo>
                  <a:lnTo>
                    <a:pt x="9279" y="4529"/>
                  </a:lnTo>
                  <a:lnTo>
                    <a:pt x="9184" y="4529"/>
                  </a:lnTo>
                  <a:lnTo>
                    <a:pt x="8804" y="4308"/>
                  </a:lnTo>
                  <a:cubicBezTo>
                    <a:pt x="8773" y="4276"/>
                    <a:pt x="8773" y="4244"/>
                    <a:pt x="8804" y="4244"/>
                  </a:cubicBezTo>
                  <a:lnTo>
                    <a:pt x="9121" y="4054"/>
                  </a:lnTo>
                  <a:close/>
                  <a:moveTo>
                    <a:pt x="10103" y="4181"/>
                  </a:moveTo>
                  <a:lnTo>
                    <a:pt x="10514" y="4403"/>
                  </a:lnTo>
                  <a:cubicBezTo>
                    <a:pt x="10514" y="4434"/>
                    <a:pt x="10514" y="4434"/>
                    <a:pt x="10514" y="4466"/>
                  </a:cubicBezTo>
                  <a:lnTo>
                    <a:pt x="10356" y="4561"/>
                  </a:lnTo>
                  <a:lnTo>
                    <a:pt x="10293" y="4561"/>
                  </a:lnTo>
                  <a:lnTo>
                    <a:pt x="9881" y="4308"/>
                  </a:lnTo>
                  <a:cubicBezTo>
                    <a:pt x="9849" y="4308"/>
                    <a:pt x="9849" y="4276"/>
                    <a:pt x="9881" y="4276"/>
                  </a:cubicBezTo>
                  <a:lnTo>
                    <a:pt x="10039" y="4181"/>
                  </a:lnTo>
                  <a:close/>
                  <a:moveTo>
                    <a:pt x="3104" y="2978"/>
                  </a:moveTo>
                  <a:lnTo>
                    <a:pt x="5764" y="4529"/>
                  </a:lnTo>
                  <a:cubicBezTo>
                    <a:pt x="5796" y="4529"/>
                    <a:pt x="5796" y="4561"/>
                    <a:pt x="5764" y="4561"/>
                  </a:cubicBezTo>
                  <a:lnTo>
                    <a:pt x="5447" y="4751"/>
                  </a:lnTo>
                  <a:lnTo>
                    <a:pt x="5352" y="4751"/>
                  </a:lnTo>
                  <a:lnTo>
                    <a:pt x="2692" y="3199"/>
                  </a:lnTo>
                  <a:cubicBezTo>
                    <a:pt x="2692" y="3199"/>
                    <a:pt x="2692" y="3168"/>
                    <a:pt x="2692" y="3168"/>
                  </a:cubicBezTo>
                  <a:lnTo>
                    <a:pt x="3009" y="2978"/>
                  </a:lnTo>
                  <a:close/>
                  <a:moveTo>
                    <a:pt x="6492" y="4308"/>
                  </a:moveTo>
                  <a:lnTo>
                    <a:pt x="6872" y="4529"/>
                  </a:lnTo>
                  <a:cubicBezTo>
                    <a:pt x="6872" y="4561"/>
                    <a:pt x="6872" y="4561"/>
                    <a:pt x="6872" y="4561"/>
                  </a:cubicBezTo>
                  <a:cubicBezTo>
                    <a:pt x="6872" y="4593"/>
                    <a:pt x="6872" y="4593"/>
                    <a:pt x="6872" y="4593"/>
                  </a:cubicBezTo>
                  <a:lnTo>
                    <a:pt x="6556" y="4783"/>
                  </a:lnTo>
                  <a:lnTo>
                    <a:pt x="6461" y="4783"/>
                  </a:lnTo>
                  <a:lnTo>
                    <a:pt x="6081" y="4561"/>
                  </a:lnTo>
                  <a:cubicBezTo>
                    <a:pt x="6049" y="4529"/>
                    <a:pt x="6049" y="4529"/>
                    <a:pt x="6081" y="4498"/>
                  </a:cubicBezTo>
                  <a:lnTo>
                    <a:pt x="6397" y="4308"/>
                  </a:lnTo>
                  <a:close/>
                  <a:moveTo>
                    <a:pt x="7569" y="4339"/>
                  </a:moveTo>
                  <a:lnTo>
                    <a:pt x="7949" y="4561"/>
                  </a:lnTo>
                  <a:cubicBezTo>
                    <a:pt x="7981" y="4561"/>
                    <a:pt x="7981" y="4593"/>
                    <a:pt x="7949" y="4624"/>
                  </a:cubicBezTo>
                  <a:lnTo>
                    <a:pt x="7632" y="4783"/>
                  </a:lnTo>
                  <a:cubicBezTo>
                    <a:pt x="7632" y="4799"/>
                    <a:pt x="7617" y="4807"/>
                    <a:pt x="7597" y="4807"/>
                  </a:cubicBezTo>
                  <a:cubicBezTo>
                    <a:pt x="7577" y="4807"/>
                    <a:pt x="7553" y="4799"/>
                    <a:pt x="7537" y="4783"/>
                  </a:cubicBezTo>
                  <a:lnTo>
                    <a:pt x="7157" y="4561"/>
                  </a:lnTo>
                  <a:cubicBezTo>
                    <a:pt x="7157" y="4561"/>
                    <a:pt x="7157" y="4529"/>
                    <a:pt x="7157" y="4529"/>
                  </a:cubicBezTo>
                  <a:lnTo>
                    <a:pt x="7474" y="4339"/>
                  </a:lnTo>
                  <a:close/>
                  <a:moveTo>
                    <a:pt x="8630" y="4347"/>
                  </a:moveTo>
                  <a:cubicBezTo>
                    <a:pt x="8646" y="4347"/>
                    <a:pt x="8662" y="4355"/>
                    <a:pt x="8678" y="4371"/>
                  </a:cubicBezTo>
                  <a:lnTo>
                    <a:pt x="9058" y="4593"/>
                  </a:lnTo>
                  <a:cubicBezTo>
                    <a:pt x="9089" y="4593"/>
                    <a:pt x="9089" y="4624"/>
                    <a:pt x="9058" y="4624"/>
                  </a:cubicBezTo>
                  <a:lnTo>
                    <a:pt x="8741" y="4814"/>
                  </a:lnTo>
                  <a:cubicBezTo>
                    <a:pt x="8725" y="4830"/>
                    <a:pt x="8709" y="4838"/>
                    <a:pt x="8693" y="4838"/>
                  </a:cubicBezTo>
                  <a:cubicBezTo>
                    <a:pt x="8678" y="4838"/>
                    <a:pt x="8662" y="4830"/>
                    <a:pt x="8646" y="4814"/>
                  </a:cubicBezTo>
                  <a:lnTo>
                    <a:pt x="8266" y="4593"/>
                  </a:lnTo>
                  <a:cubicBezTo>
                    <a:pt x="8234" y="4593"/>
                    <a:pt x="8234" y="4561"/>
                    <a:pt x="8266" y="4561"/>
                  </a:cubicBezTo>
                  <a:lnTo>
                    <a:pt x="8583" y="4371"/>
                  </a:lnTo>
                  <a:cubicBezTo>
                    <a:pt x="8598" y="4355"/>
                    <a:pt x="8614" y="4347"/>
                    <a:pt x="8630" y="4347"/>
                  </a:cubicBezTo>
                  <a:close/>
                  <a:moveTo>
                    <a:pt x="9719" y="4379"/>
                  </a:moveTo>
                  <a:cubicBezTo>
                    <a:pt x="9738" y="4379"/>
                    <a:pt x="9754" y="4387"/>
                    <a:pt x="9754" y="4403"/>
                  </a:cubicBezTo>
                  <a:lnTo>
                    <a:pt x="10134" y="4624"/>
                  </a:lnTo>
                  <a:cubicBezTo>
                    <a:pt x="10166" y="4624"/>
                    <a:pt x="10166" y="4656"/>
                    <a:pt x="10134" y="4656"/>
                  </a:cubicBezTo>
                  <a:lnTo>
                    <a:pt x="9818" y="4846"/>
                  </a:lnTo>
                  <a:lnTo>
                    <a:pt x="9754" y="4846"/>
                  </a:lnTo>
                  <a:lnTo>
                    <a:pt x="9374" y="4624"/>
                  </a:lnTo>
                  <a:cubicBezTo>
                    <a:pt x="9343" y="4593"/>
                    <a:pt x="9343" y="4593"/>
                    <a:pt x="9374" y="4561"/>
                  </a:cubicBezTo>
                  <a:lnTo>
                    <a:pt x="9659" y="4403"/>
                  </a:lnTo>
                  <a:cubicBezTo>
                    <a:pt x="9675" y="4387"/>
                    <a:pt x="9699" y="4379"/>
                    <a:pt x="9719" y="4379"/>
                  </a:cubicBezTo>
                  <a:close/>
                  <a:moveTo>
                    <a:pt x="10673" y="4498"/>
                  </a:moveTo>
                  <a:lnTo>
                    <a:pt x="11084" y="4751"/>
                  </a:lnTo>
                  <a:cubicBezTo>
                    <a:pt x="11084" y="4751"/>
                    <a:pt x="11084" y="4783"/>
                    <a:pt x="11084" y="4783"/>
                  </a:cubicBezTo>
                  <a:lnTo>
                    <a:pt x="10926" y="4878"/>
                  </a:lnTo>
                  <a:lnTo>
                    <a:pt x="10863" y="4878"/>
                  </a:lnTo>
                  <a:lnTo>
                    <a:pt x="10451" y="4624"/>
                  </a:lnTo>
                  <a:cubicBezTo>
                    <a:pt x="10419" y="4624"/>
                    <a:pt x="10419" y="4624"/>
                    <a:pt x="10451" y="4593"/>
                  </a:cubicBezTo>
                  <a:lnTo>
                    <a:pt x="10609" y="4498"/>
                  </a:lnTo>
                  <a:close/>
                  <a:moveTo>
                    <a:pt x="5906" y="4601"/>
                  </a:moveTo>
                  <a:cubicBezTo>
                    <a:pt x="5922" y="4601"/>
                    <a:pt x="5938" y="4609"/>
                    <a:pt x="5954" y="4624"/>
                  </a:cubicBezTo>
                  <a:lnTo>
                    <a:pt x="6334" y="4846"/>
                  </a:lnTo>
                  <a:cubicBezTo>
                    <a:pt x="6366" y="4846"/>
                    <a:pt x="6366" y="4878"/>
                    <a:pt x="6334" y="4909"/>
                  </a:cubicBezTo>
                  <a:lnTo>
                    <a:pt x="6017" y="5068"/>
                  </a:lnTo>
                  <a:cubicBezTo>
                    <a:pt x="6001" y="5084"/>
                    <a:pt x="5986" y="5092"/>
                    <a:pt x="5970" y="5092"/>
                  </a:cubicBezTo>
                  <a:cubicBezTo>
                    <a:pt x="5954" y="5092"/>
                    <a:pt x="5938" y="5084"/>
                    <a:pt x="5922" y="5068"/>
                  </a:cubicBezTo>
                  <a:lnTo>
                    <a:pt x="5542" y="4846"/>
                  </a:lnTo>
                  <a:cubicBezTo>
                    <a:pt x="5542" y="4846"/>
                    <a:pt x="5542" y="4814"/>
                    <a:pt x="5542" y="4814"/>
                  </a:cubicBezTo>
                  <a:lnTo>
                    <a:pt x="5859" y="4624"/>
                  </a:lnTo>
                  <a:cubicBezTo>
                    <a:pt x="5875" y="4609"/>
                    <a:pt x="5891" y="4601"/>
                    <a:pt x="5906" y="4601"/>
                  </a:cubicBezTo>
                  <a:close/>
                  <a:moveTo>
                    <a:pt x="7015" y="4632"/>
                  </a:moveTo>
                  <a:cubicBezTo>
                    <a:pt x="7031" y="4632"/>
                    <a:pt x="7047" y="4640"/>
                    <a:pt x="7062" y="4656"/>
                  </a:cubicBezTo>
                  <a:lnTo>
                    <a:pt x="7442" y="4878"/>
                  </a:lnTo>
                  <a:cubicBezTo>
                    <a:pt x="7442" y="4878"/>
                    <a:pt x="7442" y="4909"/>
                    <a:pt x="7442" y="4909"/>
                  </a:cubicBezTo>
                  <a:lnTo>
                    <a:pt x="7126" y="5099"/>
                  </a:lnTo>
                  <a:cubicBezTo>
                    <a:pt x="7110" y="5115"/>
                    <a:pt x="7094" y="5123"/>
                    <a:pt x="7078" y="5123"/>
                  </a:cubicBezTo>
                  <a:cubicBezTo>
                    <a:pt x="7062" y="5123"/>
                    <a:pt x="7047" y="5115"/>
                    <a:pt x="7031" y="5099"/>
                  </a:cubicBezTo>
                  <a:lnTo>
                    <a:pt x="6651" y="4878"/>
                  </a:lnTo>
                  <a:cubicBezTo>
                    <a:pt x="6619" y="4878"/>
                    <a:pt x="6619" y="4846"/>
                    <a:pt x="6651" y="4814"/>
                  </a:cubicBezTo>
                  <a:lnTo>
                    <a:pt x="6967" y="4656"/>
                  </a:lnTo>
                  <a:cubicBezTo>
                    <a:pt x="6983" y="4640"/>
                    <a:pt x="6999" y="4632"/>
                    <a:pt x="7015" y="4632"/>
                  </a:cubicBezTo>
                  <a:close/>
                  <a:moveTo>
                    <a:pt x="8139" y="4656"/>
                  </a:moveTo>
                  <a:lnTo>
                    <a:pt x="8519" y="4878"/>
                  </a:lnTo>
                  <a:cubicBezTo>
                    <a:pt x="8551" y="4909"/>
                    <a:pt x="8551" y="4941"/>
                    <a:pt x="8519" y="4941"/>
                  </a:cubicBezTo>
                  <a:lnTo>
                    <a:pt x="8202" y="5131"/>
                  </a:lnTo>
                  <a:lnTo>
                    <a:pt x="8107" y="5131"/>
                  </a:lnTo>
                  <a:lnTo>
                    <a:pt x="7727" y="4909"/>
                  </a:lnTo>
                  <a:cubicBezTo>
                    <a:pt x="7727" y="4878"/>
                    <a:pt x="7727" y="4878"/>
                    <a:pt x="7727" y="4846"/>
                  </a:cubicBezTo>
                  <a:lnTo>
                    <a:pt x="8044" y="4656"/>
                  </a:lnTo>
                  <a:close/>
                  <a:moveTo>
                    <a:pt x="10293" y="4696"/>
                  </a:moveTo>
                  <a:cubicBezTo>
                    <a:pt x="10308" y="4696"/>
                    <a:pt x="10324" y="4704"/>
                    <a:pt x="10324" y="4719"/>
                  </a:cubicBezTo>
                  <a:lnTo>
                    <a:pt x="10704" y="4941"/>
                  </a:lnTo>
                  <a:cubicBezTo>
                    <a:pt x="10736" y="4941"/>
                    <a:pt x="10736" y="4973"/>
                    <a:pt x="10704" y="5004"/>
                  </a:cubicBezTo>
                  <a:lnTo>
                    <a:pt x="10419" y="5163"/>
                  </a:lnTo>
                  <a:cubicBezTo>
                    <a:pt x="10403" y="5179"/>
                    <a:pt x="10380" y="5187"/>
                    <a:pt x="10360" y="5187"/>
                  </a:cubicBezTo>
                  <a:cubicBezTo>
                    <a:pt x="10340" y="5187"/>
                    <a:pt x="10324" y="5179"/>
                    <a:pt x="10324" y="5163"/>
                  </a:cubicBezTo>
                  <a:lnTo>
                    <a:pt x="9944" y="4941"/>
                  </a:lnTo>
                  <a:cubicBezTo>
                    <a:pt x="9913" y="4941"/>
                    <a:pt x="9913" y="4909"/>
                    <a:pt x="9944" y="4909"/>
                  </a:cubicBezTo>
                  <a:lnTo>
                    <a:pt x="10261" y="4719"/>
                  </a:lnTo>
                  <a:cubicBezTo>
                    <a:pt x="10261" y="4704"/>
                    <a:pt x="10277" y="4696"/>
                    <a:pt x="10293" y="4696"/>
                  </a:cubicBezTo>
                  <a:close/>
                  <a:moveTo>
                    <a:pt x="6524" y="4941"/>
                  </a:moveTo>
                  <a:lnTo>
                    <a:pt x="6904" y="5163"/>
                  </a:lnTo>
                  <a:cubicBezTo>
                    <a:pt x="6936" y="5194"/>
                    <a:pt x="6936" y="5226"/>
                    <a:pt x="6904" y="5226"/>
                  </a:cubicBezTo>
                  <a:lnTo>
                    <a:pt x="6587" y="5416"/>
                  </a:lnTo>
                  <a:lnTo>
                    <a:pt x="6492" y="5416"/>
                  </a:lnTo>
                  <a:lnTo>
                    <a:pt x="6112" y="5194"/>
                  </a:lnTo>
                  <a:cubicBezTo>
                    <a:pt x="6112" y="5163"/>
                    <a:pt x="6112" y="5131"/>
                    <a:pt x="6112" y="5131"/>
                  </a:cubicBezTo>
                  <a:lnTo>
                    <a:pt x="6429" y="4941"/>
                  </a:lnTo>
                  <a:close/>
                  <a:moveTo>
                    <a:pt x="7632" y="4973"/>
                  </a:moveTo>
                  <a:lnTo>
                    <a:pt x="8012" y="5194"/>
                  </a:lnTo>
                  <a:cubicBezTo>
                    <a:pt x="8012" y="5194"/>
                    <a:pt x="8012" y="5226"/>
                    <a:pt x="8012" y="5258"/>
                  </a:cubicBezTo>
                  <a:lnTo>
                    <a:pt x="7696" y="5416"/>
                  </a:lnTo>
                  <a:cubicBezTo>
                    <a:pt x="7680" y="5432"/>
                    <a:pt x="7664" y="5440"/>
                    <a:pt x="7648" y="5440"/>
                  </a:cubicBezTo>
                  <a:cubicBezTo>
                    <a:pt x="7632" y="5440"/>
                    <a:pt x="7617" y="5432"/>
                    <a:pt x="7601" y="5416"/>
                  </a:cubicBezTo>
                  <a:lnTo>
                    <a:pt x="7221" y="5194"/>
                  </a:lnTo>
                  <a:cubicBezTo>
                    <a:pt x="7189" y="5194"/>
                    <a:pt x="7189" y="5163"/>
                    <a:pt x="7221" y="5163"/>
                  </a:cubicBezTo>
                  <a:lnTo>
                    <a:pt x="7537" y="4973"/>
                  </a:lnTo>
                  <a:close/>
                  <a:moveTo>
                    <a:pt x="7047" y="5266"/>
                  </a:moveTo>
                  <a:cubicBezTo>
                    <a:pt x="7062" y="5266"/>
                    <a:pt x="7078" y="5274"/>
                    <a:pt x="7094" y="5289"/>
                  </a:cubicBezTo>
                  <a:lnTo>
                    <a:pt x="7474" y="5511"/>
                  </a:lnTo>
                  <a:cubicBezTo>
                    <a:pt x="7506" y="5511"/>
                    <a:pt x="7506" y="5543"/>
                    <a:pt x="7474" y="5543"/>
                  </a:cubicBezTo>
                  <a:lnTo>
                    <a:pt x="7157" y="5733"/>
                  </a:lnTo>
                  <a:cubicBezTo>
                    <a:pt x="7142" y="5749"/>
                    <a:pt x="7126" y="5757"/>
                    <a:pt x="7110" y="5757"/>
                  </a:cubicBezTo>
                  <a:cubicBezTo>
                    <a:pt x="7094" y="5757"/>
                    <a:pt x="7078" y="5749"/>
                    <a:pt x="7062" y="5733"/>
                  </a:cubicBezTo>
                  <a:lnTo>
                    <a:pt x="6682" y="5511"/>
                  </a:lnTo>
                  <a:cubicBezTo>
                    <a:pt x="6682" y="5511"/>
                    <a:pt x="6682" y="5479"/>
                    <a:pt x="6682" y="5479"/>
                  </a:cubicBezTo>
                  <a:lnTo>
                    <a:pt x="6999" y="5289"/>
                  </a:lnTo>
                  <a:cubicBezTo>
                    <a:pt x="7015" y="5274"/>
                    <a:pt x="7031" y="5266"/>
                    <a:pt x="7047" y="5266"/>
                  </a:cubicBezTo>
                  <a:close/>
                  <a:moveTo>
                    <a:pt x="9248" y="4688"/>
                  </a:moveTo>
                  <a:lnTo>
                    <a:pt x="10198" y="5258"/>
                  </a:lnTo>
                  <a:cubicBezTo>
                    <a:pt x="10229" y="5258"/>
                    <a:pt x="10229" y="5289"/>
                    <a:pt x="10198" y="5289"/>
                  </a:cubicBezTo>
                  <a:lnTo>
                    <a:pt x="9343" y="5796"/>
                  </a:lnTo>
                  <a:lnTo>
                    <a:pt x="9248" y="5796"/>
                  </a:lnTo>
                  <a:lnTo>
                    <a:pt x="8519" y="5353"/>
                  </a:lnTo>
                  <a:cubicBezTo>
                    <a:pt x="8487" y="5321"/>
                    <a:pt x="8487" y="5321"/>
                    <a:pt x="8519" y="5289"/>
                  </a:cubicBezTo>
                  <a:lnTo>
                    <a:pt x="8994" y="5036"/>
                  </a:lnTo>
                  <a:lnTo>
                    <a:pt x="8836" y="4941"/>
                  </a:lnTo>
                  <a:cubicBezTo>
                    <a:pt x="8804" y="4909"/>
                    <a:pt x="8804" y="4878"/>
                    <a:pt x="8836" y="4878"/>
                  </a:cubicBezTo>
                  <a:lnTo>
                    <a:pt x="9153" y="4688"/>
                  </a:lnTo>
                  <a:close/>
                  <a:moveTo>
                    <a:pt x="7664" y="5606"/>
                  </a:moveTo>
                  <a:lnTo>
                    <a:pt x="8044" y="5828"/>
                  </a:lnTo>
                  <a:cubicBezTo>
                    <a:pt x="8076" y="5860"/>
                    <a:pt x="8076" y="5860"/>
                    <a:pt x="8044" y="5891"/>
                  </a:cubicBezTo>
                  <a:lnTo>
                    <a:pt x="7727" y="6050"/>
                  </a:lnTo>
                  <a:cubicBezTo>
                    <a:pt x="7712" y="6065"/>
                    <a:pt x="7696" y="6073"/>
                    <a:pt x="7680" y="6073"/>
                  </a:cubicBezTo>
                  <a:cubicBezTo>
                    <a:pt x="7664" y="6073"/>
                    <a:pt x="7648" y="6065"/>
                    <a:pt x="7632" y="6050"/>
                  </a:cubicBezTo>
                  <a:lnTo>
                    <a:pt x="7252" y="5828"/>
                  </a:lnTo>
                  <a:cubicBezTo>
                    <a:pt x="7252" y="5828"/>
                    <a:pt x="7252" y="5796"/>
                    <a:pt x="7252" y="5796"/>
                  </a:cubicBezTo>
                  <a:lnTo>
                    <a:pt x="7569" y="5606"/>
                  </a:lnTo>
                  <a:close/>
                  <a:moveTo>
                    <a:pt x="8202" y="5289"/>
                  </a:moveTo>
                  <a:lnTo>
                    <a:pt x="9153" y="5860"/>
                  </a:lnTo>
                  <a:cubicBezTo>
                    <a:pt x="9153" y="5860"/>
                    <a:pt x="9153" y="5891"/>
                    <a:pt x="9153" y="5891"/>
                  </a:cubicBezTo>
                  <a:lnTo>
                    <a:pt x="8836" y="6081"/>
                  </a:lnTo>
                  <a:cubicBezTo>
                    <a:pt x="8820" y="6097"/>
                    <a:pt x="8804" y="6105"/>
                    <a:pt x="8788" y="6105"/>
                  </a:cubicBezTo>
                  <a:cubicBezTo>
                    <a:pt x="8773" y="6105"/>
                    <a:pt x="8757" y="6097"/>
                    <a:pt x="8741" y="6081"/>
                  </a:cubicBezTo>
                  <a:lnTo>
                    <a:pt x="7791" y="5543"/>
                  </a:lnTo>
                  <a:cubicBezTo>
                    <a:pt x="7759" y="5511"/>
                    <a:pt x="7759" y="5511"/>
                    <a:pt x="7791" y="5479"/>
                  </a:cubicBezTo>
                  <a:lnTo>
                    <a:pt x="8107" y="5289"/>
                  </a:lnTo>
                  <a:close/>
                  <a:moveTo>
                    <a:pt x="8234" y="5923"/>
                  </a:moveTo>
                  <a:lnTo>
                    <a:pt x="8614" y="6145"/>
                  </a:lnTo>
                  <a:cubicBezTo>
                    <a:pt x="8646" y="6176"/>
                    <a:pt x="8646" y="6208"/>
                    <a:pt x="8614" y="6208"/>
                  </a:cubicBezTo>
                  <a:lnTo>
                    <a:pt x="8297" y="6398"/>
                  </a:lnTo>
                  <a:lnTo>
                    <a:pt x="8202" y="6398"/>
                  </a:lnTo>
                  <a:lnTo>
                    <a:pt x="7822" y="6176"/>
                  </a:lnTo>
                  <a:cubicBezTo>
                    <a:pt x="7822" y="6145"/>
                    <a:pt x="7822" y="6145"/>
                    <a:pt x="7822" y="6113"/>
                  </a:cubicBezTo>
                  <a:lnTo>
                    <a:pt x="8139" y="5923"/>
                  </a:lnTo>
                  <a:close/>
                  <a:moveTo>
                    <a:pt x="3230" y="1"/>
                  </a:moveTo>
                  <a:cubicBezTo>
                    <a:pt x="3230" y="1"/>
                    <a:pt x="3199" y="32"/>
                    <a:pt x="3167" y="32"/>
                  </a:cubicBezTo>
                  <a:lnTo>
                    <a:pt x="64" y="1838"/>
                  </a:lnTo>
                  <a:cubicBezTo>
                    <a:pt x="0" y="1869"/>
                    <a:pt x="0" y="1933"/>
                    <a:pt x="64" y="1964"/>
                  </a:cubicBezTo>
                  <a:lnTo>
                    <a:pt x="8107" y="6620"/>
                  </a:lnTo>
                  <a:lnTo>
                    <a:pt x="8297" y="6620"/>
                  </a:lnTo>
                  <a:cubicBezTo>
                    <a:pt x="8297" y="6620"/>
                    <a:pt x="8297" y="6620"/>
                    <a:pt x="8297" y="6588"/>
                  </a:cubicBezTo>
                  <a:lnTo>
                    <a:pt x="11433" y="4783"/>
                  </a:lnTo>
                  <a:cubicBezTo>
                    <a:pt x="11464" y="4783"/>
                    <a:pt x="11464" y="4751"/>
                    <a:pt x="11464" y="4719"/>
                  </a:cubicBezTo>
                  <a:cubicBezTo>
                    <a:pt x="11464" y="4719"/>
                    <a:pt x="11464" y="4688"/>
                    <a:pt x="11433" y="4688"/>
                  </a:cubicBezTo>
                  <a:lnTo>
                    <a:pt x="3357" y="32"/>
                  </a:lnTo>
                  <a:cubicBezTo>
                    <a:pt x="3325" y="1"/>
                    <a:pt x="3294" y="1"/>
                    <a:pt x="3230" y="1"/>
                  </a:cubicBezTo>
                  <a:close/>
                </a:path>
              </a:pathLst>
            </a:custGeom>
            <a:solidFill>
              <a:srgbClr val="384E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1" name="Google Shape;4691;p24"/>
            <p:cNvSpPr/>
            <p:nvPr/>
          </p:nvSpPr>
          <p:spPr>
            <a:xfrm>
              <a:off x="4260446" y="2429057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84" y="0"/>
                  </a:moveTo>
                  <a:cubicBezTo>
                    <a:pt x="364" y="0"/>
                    <a:pt x="348" y="8"/>
                    <a:pt x="348" y="24"/>
                  </a:cubicBezTo>
                  <a:lnTo>
                    <a:pt x="32" y="214"/>
                  </a:lnTo>
                  <a:cubicBezTo>
                    <a:pt x="0" y="214"/>
                    <a:pt x="0" y="246"/>
                    <a:pt x="32" y="246"/>
                  </a:cubicBezTo>
                  <a:lnTo>
                    <a:pt x="412" y="468"/>
                  </a:lnTo>
                  <a:cubicBezTo>
                    <a:pt x="428" y="483"/>
                    <a:pt x="443" y="491"/>
                    <a:pt x="459" y="491"/>
                  </a:cubicBezTo>
                  <a:cubicBezTo>
                    <a:pt x="475" y="491"/>
                    <a:pt x="491" y="483"/>
                    <a:pt x="507" y="468"/>
                  </a:cubicBezTo>
                  <a:lnTo>
                    <a:pt x="823" y="309"/>
                  </a:lnTo>
                  <a:cubicBezTo>
                    <a:pt x="823" y="277"/>
                    <a:pt x="823" y="246"/>
                    <a:pt x="823" y="246"/>
                  </a:cubicBezTo>
                  <a:lnTo>
                    <a:pt x="443" y="24"/>
                  </a:lnTo>
                  <a:cubicBezTo>
                    <a:pt x="428" y="8"/>
                    <a:pt x="404" y="0"/>
                    <a:pt x="384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2" name="Google Shape;4692;p24"/>
            <p:cNvSpPr/>
            <p:nvPr/>
          </p:nvSpPr>
          <p:spPr>
            <a:xfrm>
              <a:off x="4261397" y="2429794"/>
              <a:ext cx="23359" cy="12646"/>
            </a:xfrm>
            <a:custGeom>
              <a:rect b="b" l="l" r="r" t="t"/>
              <a:pathLst>
                <a:path extrusionOk="0" h="412" w="761">
                  <a:moveTo>
                    <a:pt x="317" y="0"/>
                  </a:moveTo>
                  <a:lnTo>
                    <a:pt x="1" y="190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3" name="Google Shape;4693;p24"/>
            <p:cNvSpPr/>
            <p:nvPr/>
          </p:nvSpPr>
          <p:spPr>
            <a:xfrm>
              <a:off x="4211825" y="2457235"/>
              <a:ext cx="26275" cy="15102"/>
            </a:xfrm>
            <a:custGeom>
              <a:rect b="b" l="l" r="r" t="t"/>
              <a:pathLst>
                <a:path extrusionOk="0" h="492" w="856">
                  <a:moveTo>
                    <a:pt x="396" y="1"/>
                  </a:moveTo>
                  <a:cubicBezTo>
                    <a:pt x="381" y="1"/>
                    <a:pt x="365" y="9"/>
                    <a:pt x="349" y="25"/>
                  </a:cubicBezTo>
                  <a:lnTo>
                    <a:pt x="32" y="215"/>
                  </a:lnTo>
                  <a:cubicBezTo>
                    <a:pt x="1" y="215"/>
                    <a:pt x="1" y="246"/>
                    <a:pt x="32" y="246"/>
                  </a:cubicBezTo>
                  <a:lnTo>
                    <a:pt x="412" y="468"/>
                  </a:lnTo>
                  <a:cubicBezTo>
                    <a:pt x="428" y="484"/>
                    <a:pt x="444" y="492"/>
                    <a:pt x="460" y="492"/>
                  </a:cubicBezTo>
                  <a:cubicBezTo>
                    <a:pt x="476" y="492"/>
                    <a:pt x="491" y="484"/>
                    <a:pt x="507" y="468"/>
                  </a:cubicBezTo>
                  <a:lnTo>
                    <a:pt x="824" y="278"/>
                  </a:lnTo>
                  <a:cubicBezTo>
                    <a:pt x="856" y="278"/>
                    <a:pt x="856" y="246"/>
                    <a:pt x="824" y="246"/>
                  </a:cubicBezTo>
                  <a:lnTo>
                    <a:pt x="444" y="25"/>
                  </a:lnTo>
                  <a:cubicBezTo>
                    <a:pt x="428" y="9"/>
                    <a:pt x="412" y="1"/>
                    <a:pt x="396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4" name="Google Shape;4694;p24"/>
            <p:cNvSpPr/>
            <p:nvPr/>
          </p:nvSpPr>
          <p:spPr>
            <a:xfrm>
              <a:off x="4212807" y="2456989"/>
              <a:ext cx="23359" cy="13659"/>
            </a:xfrm>
            <a:custGeom>
              <a:rect b="b" l="l" r="r" t="t"/>
              <a:pathLst>
                <a:path extrusionOk="0" h="445" w="761">
                  <a:moveTo>
                    <a:pt x="349" y="1"/>
                  </a:moveTo>
                  <a:cubicBezTo>
                    <a:pt x="349" y="1"/>
                    <a:pt x="349" y="1"/>
                    <a:pt x="317" y="33"/>
                  </a:cubicBezTo>
                  <a:lnTo>
                    <a:pt x="0" y="191"/>
                  </a:lnTo>
                  <a:lnTo>
                    <a:pt x="380" y="413"/>
                  </a:lnTo>
                  <a:cubicBezTo>
                    <a:pt x="412" y="444"/>
                    <a:pt x="412" y="444"/>
                    <a:pt x="412" y="444"/>
                  </a:cubicBezTo>
                  <a:cubicBezTo>
                    <a:pt x="444" y="444"/>
                    <a:pt x="444" y="444"/>
                    <a:pt x="444" y="413"/>
                  </a:cubicBezTo>
                  <a:lnTo>
                    <a:pt x="760" y="254"/>
                  </a:lnTo>
                  <a:lnTo>
                    <a:pt x="380" y="33"/>
                  </a:lnTo>
                  <a:cubicBezTo>
                    <a:pt x="380" y="1"/>
                    <a:pt x="380" y="1"/>
                    <a:pt x="349" y="1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5" name="Google Shape;4695;p24"/>
            <p:cNvSpPr/>
            <p:nvPr/>
          </p:nvSpPr>
          <p:spPr>
            <a:xfrm>
              <a:off x="4365423" y="2490048"/>
              <a:ext cx="25293" cy="14611"/>
            </a:xfrm>
            <a:custGeom>
              <a:rect b="b" l="l" r="r" t="t"/>
              <a:pathLst>
                <a:path extrusionOk="0" h="476" w="824">
                  <a:moveTo>
                    <a:pt x="349" y="1"/>
                  </a:moveTo>
                  <a:lnTo>
                    <a:pt x="32" y="191"/>
                  </a:lnTo>
                  <a:cubicBezTo>
                    <a:pt x="0" y="191"/>
                    <a:pt x="0" y="222"/>
                    <a:pt x="32" y="254"/>
                  </a:cubicBezTo>
                  <a:lnTo>
                    <a:pt x="412" y="476"/>
                  </a:lnTo>
                  <a:lnTo>
                    <a:pt x="507" y="476"/>
                  </a:lnTo>
                  <a:lnTo>
                    <a:pt x="792" y="286"/>
                  </a:lnTo>
                  <a:cubicBezTo>
                    <a:pt x="824" y="254"/>
                    <a:pt x="824" y="254"/>
                    <a:pt x="792" y="222"/>
                  </a:cubicBezTo>
                  <a:lnTo>
                    <a:pt x="412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6" name="Google Shape;4696;p24"/>
            <p:cNvSpPr/>
            <p:nvPr/>
          </p:nvSpPr>
          <p:spPr>
            <a:xfrm>
              <a:off x="4366374" y="2490048"/>
              <a:ext cx="23390" cy="12677"/>
            </a:xfrm>
            <a:custGeom>
              <a:rect b="b" l="l" r="r" t="t"/>
              <a:pathLst>
                <a:path extrusionOk="0" h="413" w="762">
                  <a:moveTo>
                    <a:pt x="318" y="1"/>
                  </a:moveTo>
                  <a:lnTo>
                    <a:pt x="1" y="191"/>
                  </a:lnTo>
                  <a:lnTo>
                    <a:pt x="381" y="412"/>
                  </a:lnTo>
                  <a:lnTo>
                    <a:pt x="444" y="412"/>
                  </a:lnTo>
                  <a:lnTo>
                    <a:pt x="761" y="22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7" name="Google Shape;4697;p24"/>
            <p:cNvSpPr/>
            <p:nvPr/>
          </p:nvSpPr>
          <p:spPr>
            <a:xfrm>
              <a:off x="4362507" y="2439493"/>
              <a:ext cx="132234" cy="76830"/>
            </a:xfrm>
            <a:custGeom>
              <a:rect b="b" l="l" r="r" t="t"/>
              <a:pathLst>
                <a:path extrusionOk="0" h="2503" w="4308">
                  <a:moveTo>
                    <a:pt x="159" y="1"/>
                  </a:moveTo>
                  <a:lnTo>
                    <a:pt x="0" y="96"/>
                  </a:lnTo>
                  <a:lnTo>
                    <a:pt x="4022" y="2408"/>
                  </a:lnTo>
                  <a:lnTo>
                    <a:pt x="4181" y="2503"/>
                  </a:lnTo>
                  <a:lnTo>
                    <a:pt x="4307" y="2408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8" name="Google Shape;4698;p24"/>
            <p:cNvSpPr/>
            <p:nvPr/>
          </p:nvSpPr>
          <p:spPr>
            <a:xfrm>
              <a:off x="4385835" y="2538884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76" y="1"/>
                  </a:moveTo>
                  <a:cubicBezTo>
                    <a:pt x="357" y="1"/>
                    <a:pt x="333" y="9"/>
                    <a:pt x="317" y="25"/>
                  </a:cubicBezTo>
                  <a:lnTo>
                    <a:pt x="32" y="183"/>
                  </a:lnTo>
                  <a:cubicBezTo>
                    <a:pt x="0" y="215"/>
                    <a:pt x="0" y="246"/>
                    <a:pt x="32" y="246"/>
                  </a:cubicBezTo>
                  <a:lnTo>
                    <a:pt x="412" y="468"/>
                  </a:lnTo>
                  <a:cubicBezTo>
                    <a:pt x="412" y="484"/>
                    <a:pt x="428" y="492"/>
                    <a:pt x="444" y="492"/>
                  </a:cubicBezTo>
                  <a:cubicBezTo>
                    <a:pt x="460" y="492"/>
                    <a:pt x="475" y="484"/>
                    <a:pt x="475" y="468"/>
                  </a:cubicBezTo>
                  <a:lnTo>
                    <a:pt x="792" y="278"/>
                  </a:lnTo>
                  <a:cubicBezTo>
                    <a:pt x="824" y="278"/>
                    <a:pt x="824" y="246"/>
                    <a:pt x="792" y="246"/>
                  </a:cubicBezTo>
                  <a:lnTo>
                    <a:pt x="412" y="25"/>
                  </a:lnTo>
                  <a:cubicBezTo>
                    <a:pt x="412" y="9"/>
                    <a:pt x="396" y="1"/>
                    <a:pt x="376" y="1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9" name="Google Shape;4699;p24"/>
            <p:cNvSpPr/>
            <p:nvPr/>
          </p:nvSpPr>
          <p:spPr>
            <a:xfrm>
              <a:off x="4386817" y="2538669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48" y="0"/>
                  </a:moveTo>
                  <a:cubicBezTo>
                    <a:pt x="317" y="0"/>
                    <a:pt x="317" y="0"/>
                    <a:pt x="317" y="32"/>
                  </a:cubicBezTo>
                  <a:lnTo>
                    <a:pt x="0" y="190"/>
                  </a:lnTo>
                  <a:lnTo>
                    <a:pt x="380" y="412"/>
                  </a:lnTo>
                  <a:cubicBezTo>
                    <a:pt x="380" y="443"/>
                    <a:pt x="412" y="443"/>
                    <a:pt x="412" y="443"/>
                  </a:cubicBezTo>
                  <a:cubicBezTo>
                    <a:pt x="412" y="443"/>
                    <a:pt x="443" y="443"/>
                    <a:pt x="443" y="412"/>
                  </a:cubicBezTo>
                  <a:lnTo>
                    <a:pt x="760" y="253"/>
                  </a:lnTo>
                  <a:lnTo>
                    <a:pt x="380" y="32"/>
                  </a:lnTo>
                  <a:cubicBezTo>
                    <a:pt x="380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0" name="Google Shape;4700;p24"/>
            <p:cNvSpPr/>
            <p:nvPr/>
          </p:nvSpPr>
          <p:spPr>
            <a:xfrm>
              <a:off x="4485962" y="2544501"/>
              <a:ext cx="20443" cy="11449"/>
            </a:xfrm>
            <a:custGeom>
              <a:rect b="b" l="l" r="r" t="t"/>
              <a:pathLst>
                <a:path extrusionOk="0" h="373" w="666">
                  <a:moveTo>
                    <a:pt x="190" y="0"/>
                  </a:moveTo>
                  <a:lnTo>
                    <a:pt x="32" y="95"/>
                  </a:lnTo>
                  <a:cubicBezTo>
                    <a:pt x="0" y="95"/>
                    <a:pt x="0" y="127"/>
                    <a:pt x="32" y="127"/>
                  </a:cubicBezTo>
                  <a:lnTo>
                    <a:pt x="444" y="348"/>
                  </a:lnTo>
                  <a:cubicBezTo>
                    <a:pt x="444" y="364"/>
                    <a:pt x="452" y="372"/>
                    <a:pt x="463" y="372"/>
                  </a:cubicBezTo>
                  <a:cubicBezTo>
                    <a:pt x="475" y="372"/>
                    <a:pt x="491" y="364"/>
                    <a:pt x="507" y="348"/>
                  </a:cubicBezTo>
                  <a:lnTo>
                    <a:pt x="665" y="285"/>
                  </a:lnTo>
                  <a:cubicBezTo>
                    <a:pt x="665" y="253"/>
                    <a:pt x="665" y="253"/>
                    <a:pt x="665" y="222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1" name="Google Shape;4701;p24"/>
            <p:cNvSpPr/>
            <p:nvPr/>
          </p:nvSpPr>
          <p:spPr>
            <a:xfrm>
              <a:off x="4487896" y="2544501"/>
              <a:ext cx="17527" cy="9730"/>
            </a:xfrm>
            <a:custGeom>
              <a:rect b="b" l="l" r="r" t="t"/>
              <a:pathLst>
                <a:path extrusionOk="0" h="317" w="571">
                  <a:moveTo>
                    <a:pt x="127" y="0"/>
                  </a:moveTo>
                  <a:lnTo>
                    <a:pt x="1" y="95"/>
                  </a:lnTo>
                  <a:lnTo>
                    <a:pt x="381" y="317"/>
                  </a:lnTo>
                  <a:lnTo>
                    <a:pt x="412" y="317"/>
                  </a:lnTo>
                  <a:lnTo>
                    <a:pt x="571" y="222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2" name="Google Shape;4702;p24"/>
            <p:cNvSpPr/>
            <p:nvPr/>
          </p:nvSpPr>
          <p:spPr>
            <a:xfrm>
              <a:off x="4265296" y="2507544"/>
              <a:ext cx="96260" cy="54484"/>
            </a:xfrm>
            <a:custGeom>
              <a:rect b="b" l="l" r="r" t="t"/>
              <a:pathLst>
                <a:path extrusionOk="0" h="1775" w="3136">
                  <a:moveTo>
                    <a:pt x="349" y="1"/>
                  </a:moveTo>
                  <a:lnTo>
                    <a:pt x="32" y="191"/>
                  </a:lnTo>
                  <a:cubicBezTo>
                    <a:pt x="0" y="191"/>
                    <a:pt x="0" y="222"/>
                    <a:pt x="32" y="222"/>
                  </a:cubicBezTo>
                  <a:lnTo>
                    <a:pt x="2692" y="1774"/>
                  </a:lnTo>
                  <a:lnTo>
                    <a:pt x="2787" y="1774"/>
                  </a:lnTo>
                  <a:lnTo>
                    <a:pt x="3104" y="1584"/>
                  </a:lnTo>
                  <a:cubicBezTo>
                    <a:pt x="3136" y="1584"/>
                    <a:pt x="3136" y="1552"/>
                    <a:pt x="3104" y="1552"/>
                  </a:cubicBezTo>
                  <a:lnTo>
                    <a:pt x="444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3" name="Google Shape;4703;p24"/>
            <p:cNvSpPr/>
            <p:nvPr/>
          </p:nvSpPr>
          <p:spPr>
            <a:xfrm>
              <a:off x="4267229" y="2507544"/>
              <a:ext cx="93343" cy="53501"/>
            </a:xfrm>
            <a:custGeom>
              <a:rect b="b" l="l" r="r" t="t"/>
              <a:pathLst>
                <a:path extrusionOk="0" h="1743" w="3041">
                  <a:moveTo>
                    <a:pt x="317" y="1"/>
                  </a:moveTo>
                  <a:lnTo>
                    <a:pt x="1" y="191"/>
                  </a:lnTo>
                  <a:lnTo>
                    <a:pt x="2661" y="1711"/>
                  </a:lnTo>
                  <a:cubicBezTo>
                    <a:pt x="2661" y="1711"/>
                    <a:pt x="2661" y="1742"/>
                    <a:pt x="2693" y="1742"/>
                  </a:cubicBezTo>
                  <a:cubicBezTo>
                    <a:pt x="2693" y="1742"/>
                    <a:pt x="2724" y="1711"/>
                    <a:pt x="2724" y="1711"/>
                  </a:cubicBezTo>
                  <a:lnTo>
                    <a:pt x="3041" y="1552"/>
                  </a:lnTo>
                  <a:cubicBezTo>
                    <a:pt x="3041" y="1552"/>
                    <a:pt x="3041" y="1521"/>
                    <a:pt x="3041" y="1521"/>
                  </a:cubicBezTo>
                  <a:lnTo>
                    <a:pt x="38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4" name="Google Shape;4704;p24"/>
            <p:cNvSpPr/>
            <p:nvPr/>
          </p:nvSpPr>
          <p:spPr>
            <a:xfrm>
              <a:off x="4503458" y="2554200"/>
              <a:ext cx="20443" cy="11695"/>
            </a:xfrm>
            <a:custGeom>
              <a:rect b="b" l="l" r="r" t="t"/>
              <a:pathLst>
                <a:path extrusionOk="0" h="381" w="666">
                  <a:moveTo>
                    <a:pt x="190" y="1"/>
                  </a:moveTo>
                  <a:lnTo>
                    <a:pt x="32" y="96"/>
                  </a:lnTo>
                  <a:cubicBezTo>
                    <a:pt x="0" y="127"/>
                    <a:pt x="0" y="127"/>
                    <a:pt x="32" y="127"/>
                  </a:cubicBezTo>
                  <a:lnTo>
                    <a:pt x="444" y="381"/>
                  </a:lnTo>
                  <a:lnTo>
                    <a:pt x="507" y="381"/>
                  </a:lnTo>
                  <a:lnTo>
                    <a:pt x="665" y="286"/>
                  </a:lnTo>
                  <a:cubicBezTo>
                    <a:pt x="665" y="286"/>
                    <a:pt x="665" y="254"/>
                    <a:pt x="665" y="254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5" name="Google Shape;4705;p24"/>
            <p:cNvSpPr/>
            <p:nvPr/>
          </p:nvSpPr>
          <p:spPr>
            <a:xfrm>
              <a:off x="4505392" y="2554200"/>
              <a:ext cx="17527" cy="9761"/>
            </a:xfrm>
            <a:custGeom>
              <a:rect b="b" l="l" r="r" t="t"/>
              <a:pathLst>
                <a:path extrusionOk="0" h="318" w="571">
                  <a:moveTo>
                    <a:pt x="127" y="1"/>
                  </a:moveTo>
                  <a:lnTo>
                    <a:pt x="1" y="96"/>
                  </a:lnTo>
                  <a:lnTo>
                    <a:pt x="381" y="317"/>
                  </a:lnTo>
                  <a:lnTo>
                    <a:pt x="412" y="317"/>
                  </a:lnTo>
                  <a:lnTo>
                    <a:pt x="571" y="254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6" name="Google Shape;4706;p24"/>
            <p:cNvSpPr/>
            <p:nvPr/>
          </p:nvSpPr>
          <p:spPr>
            <a:xfrm>
              <a:off x="4386817" y="2558344"/>
              <a:ext cx="25293" cy="15102"/>
            </a:xfrm>
            <a:custGeom>
              <a:rect b="b" l="l" r="r" t="t"/>
              <a:pathLst>
                <a:path extrusionOk="0" h="492" w="824">
                  <a:moveTo>
                    <a:pt x="396" y="0"/>
                  </a:moveTo>
                  <a:cubicBezTo>
                    <a:pt x="380" y="0"/>
                    <a:pt x="364" y="8"/>
                    <a:pt x="348" y="24"/>
                  </a:cubicBezTo>
                  <a:lnTo>
                    <a:pt x="32" y="182"/>
                  </a:lnTo>
                  <a:cubicBezTo>
                    <a:pt x="0" y="214"/>
                    <a:pt x="0" y="246"/>
                    <a:pt x="32" y="246"/>
                  </a:cubicBezTo>
                  <a:lnTo>
                    <a:pt x="412" y="467"/>
                  </a:lnTo>
                  <a:cubicBezTo>
                    <a:pt x="428" y="483"/>
                    <a:pt x="443" y="491"/>
                    <a:pt x="459" y="491"/>
                  </a:cubicBezTo>
                  <a:cubicBezTo>
                    <a:pt x="475" y="491"/>
                    <a:pt x="491" y="483"/>
                    <a:pt x="507" y="467"/>
                  </a:cubicBezTo>
                  <a:lnTo>
                    <a:pt x="823" y="277"/>
                  </a:lnTo>
                  <a:cubicBezTo>
                    <a:pt x="823" y="277"/>
                    <a:pt x="823" y="246"/>
                    <a:pt x="823" y="246"/>
                  </a:cubicBezTo>
                  <a:lnTo>
                    <a:pt x="443" y="24"/>
                  </a:lnTo>
                  <a:cubicBezTo>
                    <a:pt x="428" y="8"/>
                    <a:pt x="412" y="0"/>
                    <a:pt x="396" y="0"/>
                  </a:cubicBezTo>
                  <a:close/>
                </a:path>
              </a:pathLst>
            </a:custGeom>
            <a:solidFill>
              <a:srgbClr val="6EA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7" name="Google Shape;4707;p24"/>
            <p:cNvSpPr/>
            <p:nvPr/>
          </p:nvSpPr>
          <p:spPr>
            <a:xfrm>
              <a:off x="4387769" y="2558099"/>
              <a:ext cx="23359" cy="13629"/>
            </a:xfrm>
            <a:custGeom>
              <a:rect b="b" l="l" r="r" t="t"/>
              <a:pathLst>
                <a:path extrusionOk="0" h="444" w="761">
                  <a:moveTo>
                    <a:pt x="317" y="0"/>
                  </a:moveTo>
                  <a:lnTo>
                    <a:pt x="1" y="190"/>
                  </a:lnTo>
                  <a:lnTo>
                    <a:pt x="381" y="412"/>
                  </a:lnTo>
                  <a:cubicBezTo>
                    <a:pt x="412" y="444"/>
                    <a:pt x="412" y="444"/>
                    <a:pt x="412" y="444"/>
                  </a:cubicBezTo>
                  <a:cubicBezTo>
                    <a:pt x="444" y="444"/>
                    <a:pt x="444" y="444"/>
                    <a:pt x="444" y="412"/>
                  </a:cubicBezTo>
                  <a:lnTo>
                    <a:pt x="761" y="254"/>
                  </a:lnTo>
                  <a:cubicBezTo>
                    <a:pt x="761" y="254"/>
                    <a:pt x="761" y="222"/>
                    <a:pt x="761" y="222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C7D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8" name="Google Shape;4708;p24"/>
            <p:cNvSpPr/>
            <p:nvPr/>
          </p:nvSpPr>
          <p:spPr>
            <a:xfrm>
              <a:off x="4388751" y="2560032"/>
              <a:ext cx="174041" cy="105990"/>
            </a:xfrm>
            <a:custGeom>
              <a:rect b="b" l="l" r="r" t="t"/>
              <a:pathLst>
                <a:path extrusionOk="0" h="3453" w="5670">
                  <a:moveTo>
                    <a:pt x="5669" y="1"/>
                  </a:moveTo>
                  <a:lnTo>
                    <a:pt x="0" y="3294"/>
                  </a:lnTo>
                  <a:lnTo>
                    <a:pt x="0" y="3453"/>
                  </a:lnTo>
                  <a:lnTo>
                    <a:pt x="5669" y="159"/>
                  </a:lnTo>
                  <a:lnTo>
                    <a:pt x="5669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9" name="Google Shape;4709;p24"/>
            <p:cNvSpPr/>
            <p:nvPr/>
          </p:nvSpPr>
          <p:spPr>
            <a:xfrm>
              <a:off x="4112680" y="2509478"/>
              <a:ext cx="262473" cy="156544"/>
            </a:xfrm>
            <a:custGeom>
              <a:rect b="b" l="l" r="r" t="t"/>
              <a:pathLst>
                <a:path extrusionOk="0" h="5100" w="8551">
                  <a:moveTo>
                    <a:pt x="0" y="1"/>
                  </a:moveTo>
                  <a:lnTo>
                    <a:pt x="0" y="159"/>
                  </a:lnTo>
                  <a:lnTo>
                    <a:pt x="8551" y="5100"/>
                  </a:lnTo>
                  <a:lnTo>
                    <a:pt x="8551" y="4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0" name="Google Shape;4710;p24"/>
            <p:cNvSpPr/>
            <p:nvPr/>
          </p:nvSpPr>
          <p:spPr>
            <a:xfrm>
              <a:off x="4375122" y="2661142"/>
              <a:ext cx="13659" cy="7060"/>
            </a:xfrm>
            <a:custGeom>
              <a:rect b="b" l="l" r="r" t="t"/>
              <a:pathLst>
                <a:path extrusionOk="0" h="230" w="445">
                  <a:moveTo>
                    <a:pt x="1" y="0"/>
                  </a:moveTo>
                  <a:lnTo>
                    <a:pt x="1" y="159"/>
                  </a:lnTo>
                  <a:cubicBezTo>
                    <a:pt x="64" y="206"/>
                    <a:pt x="144" y="230"/>
                    <a:pt x="223" y="230"/>
                  </a:cubicBezTo>
                  <a:cubicBezTo>
                    <a:pt x="302" y="230"/>
                    <a:pt x="381" y="206"/>
                    <a:pt x="444" y="159"/>
                  </a:cubicBezTo>
                  <a:lnTo>
                    <a:pt x="444" y="0"/>
                  </a:lnTo>
                  <a:cubicBezTo>
                    <a:pt x="381" y="32"/>
                    <a:pt x="302" y="48"/>
                    <a:pt x="223" y="48"/>
                  </a:cubicBezTo>
                  <a:cubicBezTo>
                    <a:pt x="144" y="48"/>
                    <a:pt x="64" y="32"/>
                    <a:pt x="1" y="0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1" name="Google Shape;4711;p24"/>
            <p:cNvSpPr/>
            <p:nvPr/>
          </p:nvSpPr>
          <p:spPr>
            <a:xfrm>
              <a:off x="4386817" y="2661142"/>
              <a:ext cx="1964" cy="5863"/>
            </a:xfrm>
            <a:custGeom>
              <a:rect b="b" l="l" r="r" t="t"/>
              <a:pathLst>
                <a:path extrusionOk="0" h="191" w="64">
                  <a:moveTo>
                    <a:pt x="63" y="0"/>
                  </a:moveTo>
                  <a:cubicBezTo>
                    <a:pt x="32" y="0"/>
                    <a:pt x="0" y="32"/>
                    <a:pt x="0" y="32"/>
                  </a:cubicBezTo>
                  <a:lnTo>
                    <a:pt x="0" y="190"/>
                  </a:lnTo>
                  <a:cubicBezTo>
                    <a:pt x="0" y="190"/>
                    <a:pt x="32" y="190"/>
                    <a:pt x="63" y="159"/>
                  </a:cubicBezTo>
                  <a:lnTo>
                    <a:pt x="63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2" name="Google Shape;4712;p24"/>
            <p:cNvSpPr/>
            <p:nvPr/>
          </p:nvSpPr>
          <p:spPr>
            <a:xfrm>
              <a:off x="4384853" y="2662124"/>
              <a:ext cx="1995" cy="5863"/>
            </a:xfrm>
            <a:custGeom>
              <a:rect b="b" l="l" r="r" t="t"/>
              <a:pathLst>
                <a:path extrusionOk="0" h="191" w="65">
                  <a:moveTo>
                    <a:pt x="1" y="0"/>
                  </a:moveTo>
                  <a:lnTo>
                    <a:pt x="1" y="190"/>
                  </a:lnTo>
                  <a:cubicBezTo>
                    <a:pt x="1" y="190"/>
                    <a:pt x="32" y="190"/>
                    <a:pt x="64" y="158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3" name="Google Shape;4713;p24"/>
            <p:cNvSpPr/>
            <p:nvPr/>
          </p:nvSpPr>
          <p:spPr>
            <a:xfrm>
              <a:off x="4383901" y="2662124"/>
              <a:ext cx="982" cy="5863"/>
            </a:xfrm>
            <a:custGeom>
              <a:rect b="b" l="l" r="r" t="t"/>
              <a:pathLst>
                <a:path extrusionOk="0" h="191" w="32">
                  <a:moveTo>
                    <a:pt x="0" y="0"/>
                  </a:moveTo>
                  <a:lnTo>
                    <a:pt x="0" y="190"/>
                  </a:lnTo>
                  <a:lnTo>
                    <a:pt x="32" y="190"/>
                  </a:lnTo>
                  <a:lnTo>
                    <a:pt x="32" y="0"/>
                  </a:lnTo>
                  <a:cubicBezTo>
                    <a:pt x="16" y="16"/>
                    <a:pt x="8" y="24"/>
                    <a:pt x="4" y="24"/>
                  </a:cubicBezTo>
                  <a:cubicBezTo>
                    <a:pt x="0" y="24"/>
                    <a:pt x="0" y="16"/>
                    <a:pt x="0" y="0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4" name="Google Shape;4714;p24"/>
            <p:cNvSpPr/>
            <p:nvPr/>
          </p:nvSpPr>
          <p:spPr>
            <a:xfrm>
              <a:off x="4381937" y="2663076"/>
              <a:ext cx="1964" cy="4911"/>
            </a:xfrm>
            <a:custGeom>
              <a:rect b="b" l="l" r="r" t="t"/>
              <a:pathLst>
                <a:path extrusionOk="0" h="160" w="64">
                  <a:moveTo>
                    <a:pt x="1" y="1"/>
                  </a:moveTo>
                  <a:lnTo>
                    <a:pt x="1" y="159"/>
                  </a:lnTo>
                  <a:lnTo>
                    <a:pt x="64" y="159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5" name="Google Shape;4715;p24"/>
            <p:cNvSpPr/>
            <p:nvPr/>
          </p:nvSpPr>
          <p:spPr>
            <a:xfrm>
              <a:off x="4380985" y="2663076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6" name="Google Shape;4716;p24"/>
            <p:cNvSpPr/>
            <p:nvPr/>
          </p:nvSpPr>
          <p:spPr>
            <a:xfrm>
              <a:off x="4380003" y="2663076"/>
              <a:ext cx="982" cy="4911"/>
            </a:xfrm>
            <a:custGeom>
              <a:rect b="b" l="l" r="r" t="t"/>
              <a:pathLst>
                <a:path extrusionOk="0" h="160" w="32">
                  <a:moveTo>
                    <a:pt x="0" y="1"/>
                  </a:moveTo>
                  <a:lnTo>
                    <a:pt x="0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7" name="Google Shape;4717;p24"/>
            <p:cNvSpPr/>
            <p:nvPr/>
          </p:nvSpPr>
          <p:spPr>
            <a:xfrm>
              <a:off x="4379021" y="2663076"/>
              <a:ext cx="1013" cy="4911"/>
            </a:xfrm>
            <a:custGeom>
              <a:rect b="b" l="l" r="r" t="t"/>
              <a:pathLst>
                <a:path extrusionOk="0" h="160" w="33">
                  <a:moveTo>
                    <a:pt x="1" y="1"/>
                  </a:moveTo>
                  <a:lnTo>
                    <a:pt x="1" y="159"/>
                  </a:lnTo>
                  <a:lnTo>
                    <a:pt x="32" y="159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8" name="Google Shape;4718;p24"/>
            <p:cNvSpPr/>
            <p:nvPr/>
          </p:nvSpPr>
          <p:spPr>
            <a:xfrm>
              <a:off x="4379021" y="266212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90"/>
                  </a:lnTo>
                  <a:lnTo>
                    <a:pt x="32" y="190"/>
                  </a:lnTo>
                  <a:lnTo>
                    <a:pt x="32" y="32"/>
                  </a:lnTo>
                  <a:cubicBezTo>
                    <a:pt x="1" y="3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9" name="Google Shape;4719;p24"/>
            <p:cNvSpPr/>
            <p:nvPr/>
          </p:nvSpPr>
          <p:spPr>
            <a:xfrm>
              <a:off x="4378038" y="2662124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58"/>
                  </a:lnTo>
                  <a:cubicBezTo>
                    <a:pt x="1" y="190"/>
                    <a:pt x="1" y="190"/>
                    <a:pt x="33" y="190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0" name="Google Shape;4720;p24"/>
            <p:cNvSpPr/>
            <p:nvPr/>
          </p:nvSpPr>
          <p:spPr>
            <a:xfrm>
              <a:off x="4376105" y="2662124"/>
              <a:ext cx="1964" cy="4881"/>
            </a:xfrm>
            <a:custGeom>
              <a:rect b="b" l="l" r="r" t="t"/>
              <a:pathLst>
                <a:path extrusionOk="0" h="159" w="64">
                  <a:moveTo>
                    <a:pt x="1" y="0"/>
                  </a:moveTo>
                  <a:lnTo>
                    <a:pt x="1" y="158"/>
                  </a:lnTo>
                  <a:lnTo>
                    <a:pt x="64" y="15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1" name="Google Shape;4721;p24"/>
            <p:cNvSpPr/>
            <p:nvPr/>
          </p:nvSpPr>
          <p:spPr>
            <a:xfrm>
              <a:off x="4375122" y="2661142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1" y="0"/>
                  </a:moveTo>
                  <a:lnTo>
                    <a:pt x="1" y="159"/>
                  </a:lnTo>
                  <a:cubicBezTo>
                    <a:pt x="1" y="190"/>
                    <a:pt x="33" y="190"/>
                    <a:pt x="33" y="190"/>
                  </a:cubicBezTo>
                  <a:lnTo>
                    <a:pt x="33" y="32"/>
                  </a:lnTo>
                  <a:cubicBezTo>
                    <a:pt x="33" y="3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2" name="Google Shape;4722;p24"/>
            <p:cNvSpPr/>
            <p:nvPr/>
          </p:nvSpPr>
          <p:spPr>
            <a:xfrm>
              <a:off x="4373188" y="2283440"/>
              <a:ext cx="105008" cy="157066"/>
            </a:xfrm>
            <a:custGeom>
              <a:rect b="b" l="l" r="r" t="t"/>
              <a:pathLst>
                <a:path extrusionOk="0" h="5117" w="3421">
                  <a:moveTo>
                    <a:pt x="1162" y="1393"/>
                  </a:moveTo>
                  <a:cubicBezTo>
                    <a:pt x="1214" y="1393"/>
                    <a:pt x="1271" y="1409"/>
                    <a:pt x="1331" y="1443"/>
                  </a:cubicBezTo>
                  <a:cubicBezTo>
                    <a:pt x="1489" y="1570"/>
                    <a:pt x="1647" y="1760"/>
                    <a:pt x="1711" y="1950"/>
                  </a:cubicBezTo>
                  <a:cubicBezTo>
                    <a:pt x="1749" y="1873"/>
                    <a:pt x="1811" y="1831"/>
                    <a:pt x="1896" y="1831"/>
                  </a:cubicBezTo>
                  <a:cubicBezTo>
                    <a:pt x="1951" y="1831"/>
                    <a:pt x="2016" y="1849"/>
                    <a:pt x="2091" y="1886"/>
                  </a:cubicBezTo>
                  <a:cubicBezTo>
                    <a:pt x="2312" y="2013"/>
                    <a:pt x="2503" y="2361"/>
                    <a:pt x="2503" y="2615"/>
                  </a:cubicBezTo>
                  <a:cubicBezTo>
                    <a:pt x="2503" y="3222"/>
                    <a:pt x="1842" y="3248"/>
                    <a:pt x="1728" y="3248"/>
                  </a:cubicBezTo>
                  <a:cubicBezTo>
                    <a:pt x="1717" y="3248"/>
                    <a:pt x="1711" y="3248"/>
                    <a:pt x="1711" y="3248"/>
                  </a:cubicBezTo>
                  <a:cubicBezTo>
                    <a:pt x="1711" y="3248"/>
                    <a:pt x="919" y="2393"/>
                    <a:pt x="919" y="1696"/>
                  </a:cubicBezTo>
                  <a:cubicBezTo>
                    <a:pt x="919" y="1511"/>
                    <a:pt x="1021" y="1393"/>
                    <a:pt x="1162" y="1393"/>
                  </a:cubicBezTo>
                  <a:close/>
                  <a:moveTo>
                    <a:pt x="343" y="1"/>
                  </a:moveTo>
                  <a:cubicBezTo>
                    <a:pt x="145" y="1"/>
                    <a:pt x="1" y="159"/>
                    <a:pt x="1" y="429"/>
                  </a:cubicBezTo>
                  <a:lnTo>
                    <a:pt x="1" y="2551"/>
                  </a:lnTo>
                  <a:cubicBezTo>
                    <a:pt x="1" y="2931"/>
                    <a:pt x="254" y="3375"/>
                    <a:pt x="571" y="3565"/>
                  </a:cubicBezTo>
                  <a:lnTo>
                    <a:pt x="1267" y="3945"/>
                  </a:lnTo>
                  <a:lnTo>
                    <a:pt x="1711" y="5116"/>
                  </a:lnTo>
                  <a:lnTo>
                    <a:pt x="2154" y="4483"/>
                  </a:lnTo>
                  <a:lnTo>
                    <a:pt x="2819" y="4863"/>
                  </a:lnTo>
                  <a:cubicBezTo>
                    <a:pt x="2910" y="4918"/>
                    <a:pt x="2996" y="4944"/>
                    <a:pt x="3072" y="4944"/>
                  </a:cubicBezTo>
                  <a:cubicBezTo>
                    <a:pt x="3261" y="4944"/>
                    <a:pt x="3389" y="4785"/>
                    <a:pt x="3389" y="4515"/>
                  </a:cubicBezTo>
                  <a:lnTo>
                    <a:pt x="3421" y="2393"/>
                  </a:lnTo>
                  <a:cubicBezTo>
                    <a:pt x="3421" y="2013"/>
                    <a:pt x="3136" y="1538"/>
                    <a:pt x="2819" y="1380"/>
                  </a:cubicBezTo>
                  <a:lnTo>
                    <a:pt x="2724" y="1316"/>
                  </a:lnTo>
                  <a:lnTo>
                    <a:pt x="602" y="81"/>
                  </a:lnTo>
                  <a:cubicBezTo>
                    <a:pt x="511" y="26"/>
                    <a:pt x="423" y="1"/>
                    <a:pt x="343" y="1"/>
                  </a:cubicBezTo>
                  <a:close/>
                </a:path>
              </a:pathLst>
            </a:custGeom>
            <a:solidFill>
              <a:srgbClr val="F7F7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3" name="Google Shape;4723;p24"/>
            <p:cNvSpPr/>
            <p:nvPr/>
          </p:nvSpPr>
          <p:spPr>
            <a:xfrm>
              <a:off x="4401397" y="2326198"/>
              <a:ext cx="48621" cy="56970"/>
            </a:xfrm>
            <a:custGeom>
              <a:rect b="b" l="l" r="r" t="t"/>
              <a:pathLst>
                <a:path extrusionOk="0" h="1856" w="1584">
                  <a:moveTo>
                    <a:pt x="243" y="0"/>
                  </a:moveTo>
                  <a:cubicBezTo>
                    <a:pt x="102" y="0"/>
                    <a:pt x="0" y="118"/>
                    <a:pt x="0" y="303"/>
                  </a:cubicBezTo>
                  <a:cubicBezTo>
                    <a:pt x="0" y="1000"/>
                    <a:pt x="792" y="1855"/>
                    <a:pt x="792" y="1855"/>
                  </a:cubicBezTo>
                  <a:cubicBezTo>
                    <a:pt x="792" y="1855"/>
                    <a:pt x="798" y="1855"/>
                    <a:pt x="809" y="1855"/>
                  </a:cubicBezTo>
                  <a:cubicBezTo>
                    <a:pt x="923" y="1855"/>
                    <a:pt x="1584" y="1829"/>
                    <a:pt x="1584" y="1222"/>
                  </a:cubicBezTo>
                  <a:cubicBezTo>
                    <a:pt x="1584" y="968"/>
                    <a:pt x="1393" y="620"/>
                    <a:pt x="1172" y="493"/>
                  </a:cubicBezTo>
                  <a:cubicBezTo>
                    <a:pt x="1097" y="456"/>
                    <a:pt x="1032" y="438"/>
                    <a:pt x="977" y="438"/>
                  </a:cubicBezTo>
                  <a:cubicBezTo>
                    <a:pt x="892" y="438"/>
                    <a:pt x="830" y="480"/>
                    <a:pt x="792" y="557"/>
                  </a:cubicBezTo>
                  <a:cubicBezTo>
                    <a:pt x="728" y="367"/>
                    <a:pt x="570" y="145"/>
                    <a:pt x="412" y="50"/>
                  </a:cubicBezTo>
                  <a:cubicBezTo>
                    <a:pt x="352" y="16"/>
                    <a:pt x="295" y="0"/>
                    <a:pt x="243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4" name="Google Shape;4724;p24"/>
            <p:cNvSpPr/>
            <p:nvPr/>
          </p:nvSpPr>
          <p:spPr>
            <a:xfrm>
              <a:off x="4798959" y="3283268"/>
              <a:ext cx="454961" cy="1168467"/>
            </a:xfrm>
            <a:custGeom>
              <a:rect b="b" l="l" r="r" t="t"/>
              <a:pathLst>
                <a:path extrusionOk="0" h="38067" w="14822">
                  <a:moveTo>
                    <a:pt x="14822" y="0"/>
                  </a:moveTo>
                  <a:lnTo>
                    <a:pt x="64" y="8583"/>
                  </a:lnTo>
                  <a:lnTo>
                    <a:pt x="1" y="38066"/>
                  </a:lnTo>
                  <a:lnTo>
                    <a:pt x="14758" y="29516"/>
                  </a:lnTo>
                  <a:lnTo>
                    <a:pt x="14822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5" name="Google Shape;4725;p24"/>
            <p:cNvSpPr/>
            <p:nvPr/>
          </p:nvSpPr>
          <p:spPr>
            <a:xfrm>
              <a:off x="4344028" y="3283268"/>
              <a:ext cx="456926" cy="1168467"/>
            </a:xfrm>
            <a:custGeom>
              <a:rect b="b" l="l" r="r" t="t"/>
              <a:pathLst>
                <a:path extrusionOk="0" h="38067" w="14886">
                  <a:moveTo>
                    <a:pt x="64" y="0"/>
                  </a:moveTo>
                  <a:lnTo>
                    <a:pt x="1" y="29516"/>
                  </a:lnTo>
                  <a:lnTo>
                    <a:pt x="14822" y="38066"/>
                  </a:lnTo>
                  <a:lnTo>
                    <a:pt x="14885" y="8583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6" name="Google Shape;4726;p24"/>
            <p:cNvSpPr/>
            <p:nvPr/>
          </p:nvSpPr>
          <p:spPr>
            <a:xfrm>
              <a:off x="3892996" y="3695440"/>
              <a:ext cx="907958" cy="526880"/>
            </a:xfrm>
            <a:custGeom>
              <a:rect b="b" l="l" r="r" t="t"/>
              <a:pathLst>
                <a:path extrusionOk="0" h="17165" w="29580">
                  <a:moveTo>
                    <a:pt x="14758" y="0"/>
                  </a:moveTo>
                  <a:lnTo>
                    <a:pt x="0" y="8582"/>
                  </a:lnTo>
                  <a:lnTo>
                    <a:pt x="14853" y="17165"/>
                  </a:lnTo>
                  <a:lnTo>
                    <a:pt x="29579" y="8582"/>
                  </a:lnTo>
                  <a:lnTo>
                    <a:pt x="14758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24"/>
            <p:cNvSpPr/>
            <p:nvPr/>
          </p:nvSpPr>
          <p:spPr>
            <a:xfrm>
              <a:off x="4371255" y="3925806"/>
              <a:ext cx="7797" cy="23359"/>
            </a:xfrm>
            <a:custGeom>
              <a:rect b="b" l="l" r="r" t="t"/>
              <a:pathLst>
                <a:path extrusionOk="0" h="761" w="254">
                  <a:moveTo>
                    <a:pt x="254" y="1"/>
                  </a:moveTo>
                  <a:cubicBezTo>
                    <a:pt x="254" y="127"/>
                    <a:pt x="159" y="254"/>
                    <a:pt x="0" y="317"/>
                  </a:cubicBezTo>
                  <a:lnTo>
                    <a:pt x="0" y="761"/>
                  </a:lnTo>
                  <a:cubicBezTo>
                    <a:pt x="159" y="666"/>
                    <a:pt x="254" y="539"/>
                    <a:pt x="254" y="412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8" name="Google Shape;4728;p24"/>
            <p:cNvSpPr/>
            <p:nvPr/>
          </p:nvSpPr>
          <p:spPr>
            <a:xfrm>
              <a:off x="4233219" y="3935537"/>
              <a:ext cx="139018" cy="94326"/>
            </a:xfrm>
            <a:custGeom>
              <a:rect b="b" l="l" r="r" t="t"/>
              <a:pathLst>
                <a:path extrusionOk="0" h="3073" w="4529">
                  <a:moveTo>
                    <a:pt x="4529" y="0"/>
                  </a:moveTo>
                  <a:lnTo>
                    <a:pt x="0" y="2629"/>
                  </a:lnTo>
                  <a:lnTo>
                    <a:pt x="0" y="3072"/>
                  </a:lnTo>
                  <a:lnTo>
                    <a:pt x="4497" y="444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9" name="Google Shape;4729;p24"/>
            <p:cNvSpPr/>
            <p:nvPr/>
          </p:nvSpPr>
          <p:spPr>
            <a:xfrm>
              <a:off x="4080604" y="3949135"/>
              <a:ext cx="116672" cy="80728"/>
            </a:xfrm>
            <a:custGeom>
              <a:rect b="b" l="l" r="r" t="t"/>
              <a:pathLst>
                <a:path extrusionOk="0" h="2630" w="3801">
                  <a:moveTo>
                    <a:pt x="0" y="1"/>
                  </a:moveTo>
                  <a:lnTo>
                    <a:pt x="0" y="412"/>
                  </a:lnTo>
                  <a:lnTo>
                    <a:pt x="3801" y="2629"/>
                  </a:lnTo>
                  <a:lnTo>
                    <a:pt x="3801" y="2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0" name="Google Shape;4730;p24"/>
            <p:cNvSpPr/>
            <p:nvPr/>
          </p:nvSpPr>
          <p:spPr>
            <a:xfrm>
              <a:off x="4080604" y="3848056"/>
              <a:ext cx="301364" cy="172567"/>
            </a:xfrm>
            <a:custGeom>
              <a:rect b="b" l="l" r="r" t="t"/>
              <a:pathLst>
                <a:path extrusionOk="0" h="5622" w="9818">
                  <a:moveTo>
                    <a:pt x="5669" y="0"/>
                  </a:moveTo>
                  <a:lnTo>
                    <a:pt x="475" y="2977"/>
                  </a:lnTo>
                  <a:lnTo>
                    <a:pt x="190" y="2819"/>
                  </a:lnTo>
                  <a:lnTo>
                    <a:pt x="0" y="3294"/>
                  </a:lnTo>
                  <a:lnTo>
                    <a:pt x="3801" y="5479"/>
                  </a:lnTo>
                  <a:cubicBezTo>
                    <a:pt x="3975" y="5574"/>
                    <a:pt x="4188" y="5621"/>
                    <a:pt x="4398" y="5621"/>
                  </a:cubicBezTo>
                  <a:cubicBezTo>
                    <a:pt x="4608" y="5621"/>
                    <a:pt x="4814" y="5574"/>
                    <a:pt x="4972" y="5479"/>
                  </a:cubicBezTo>
                  <a:lnTo>
                    <a:pt x="9501" y="2850"/>
                  </a:lnTo>
                  <a:cubicBezTo>
                    <a:pt x="9818" y="2692"/>
                    <a:pt x="9818" y="2375"/>
                    <a:pt x="9469" y="2185"/>
                  </a:cubicBezTo>
                  <a:lnTo>
                    <a:pt x="5669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1" name="Google Shape;4731;p24"/>
            <p:cNvSpPr/>
            <p:nvPr/>
          </p:nvSpPr>
          <p:spPr>
            <a:xfrm>
              <a:off x="4197245" y="4016203"/>
              <a:ext cx="36005" cy="17281"/>
            </a:xfrm>
            <a:custGeom>
              <a:rect b="b" l="l" r="r" t="t"/>
              <a:pathLst>
                <a:path extrusionOk="0" h="563" w="1173">
                  <a:moveTo>
                    <a:pt x="1" y="1"/>
                  </a:moveTo>
                  <a:lnTo>
                    <a:pt x="1" y="444"/>
                  </a:lnTo>
                  <a:cubicBezTo>
                    <a:pt x="159" y="523"/>
                    <a:pt x="373" y="563"/>
                    <a:pt x="586" y="563"/>
                  </a:cubicBezTo>
                  <a:cubicBezTo>
                    <a:pt x="800" y="563"/>
                    <a:pt x="1014" y="523"/>
                    <a:pt x="1172" y="444"/>
                  </a:cubicBezTo>
                  <a:lnTo>
                    <a:pt x="1172" y="1"/>
                  </a:lnTo>
                  <a:cubicBezTo>
                    <a:pt x="1014" y="96"/>
                    <a:pt x="800" y="143"/>
                    <a:pt x="586" y="143"/>
                  </a:cubicBezTo>
                  <a:cubicBezTo>
                    <a:pt x="373" y="143"/>
                    <a:pt x="159" y="96"/>
                    <a:pt x="1" y="1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2" name="Google Shape;4732;p24"/>
            <p:cNvSpPr/>
            <p:nvPr/>
          </p:nvSpPr>
          <p:spPr>
            <a:xfrm>
              <a:off x="4363458" y="3914142"/>
              <a:ext cx="6845" cy="21425"/>
            </a:xfrm>
            <a:custGeom>
              <a:rect b="b" l="l" r="r" t="t"/>
              <a:pathLst>
                <a:path extrusionOk="0" h="698" w="223">
                  <a:moveTo>
                    <a:pt x="223" y="1"/>
                  </a:moveTo>
                  <a:cubicBezTo>
                    <a:pt x="223" y="96"/>
                    <a:pt x="159" y="222"/>
                    <a:pt x="1" y="317"/>
                  </a:cubicBezTo>
                  <a:lnTo>
                    <a:pt x="1" y="697"/>
                  </a:lnTo>
                  <a:cubicBezTo>
                    <a:pt x="159" y="602"/>
                    <a:pt x="223" y="507"/>
                    <a:pt x="223" y="381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rgbClr val="F7F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3" name="Google Shape;4733;p24"/>
            <p:cNvSpPr/>
            <p:nvPr/>
          </p:nvSpPr>
          <p:spPr>
            <a:xfrm>
              <a:off x="4231255" y="3923873"/>
              <a:ext cx="132234" cy="88494"/>
            </a:xfrm>
            <a:custGeom>
              <a:rect b="b" l="l" r="r" t="t"/>
              <a:pathLst>
                <a:path extrusionOk="0" h="2883" w="4308">
                  <a:moveTo>
                    <a:pt x="4308" y="0"/>
                  </a:moveTo>
                  <a:lnTo>
                    <a:pt x="1" y="2502"/>
                  </a:lnTo>
                  <a:lnTo>
                    <a:pt x="1" y="2882"/>
                  </a:lnTo>
                  <a:lnTo>
                    <a:pt x="4308" y="380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F7F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4" name="Google Shape;4734;p24"/>
            <p:cNvSpPr/>
            <p:nvPr/>
          </p:nvSpPr>
          <p:spPr>
            <a:xfrm>
              <a:off x="4085454" y="3935537"/>
              <a:ext cx="111822" cy="76830"/>
            </a:xfrm>
            <a:custGeom>
              <a:rect b="b" l="l" r="r" t="t"/>
              <a:pathLst>
                <a:path extrusionOk="0" h="2503" w="3643">
                  <a:moveTo>
                    <a:pt x="1" y="0"/>
                  </a:moveTo>
                  <a:lnTo>
                    <a:pt x="1" y="412"/>
                  </a:lnTo>
                  <a:lnTo>
                    <a:pt x="3643" y="2502"/>
                  </a:lnTo>
                  <a:lnTo>
                    <a:pt x="3643" y="21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F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5" name="Google Shape;4735;p24"/>
            <p:cNvSpPr/>
            <p:nvPr/>
          </p:nvSpPr>
          <p:spPr>
            <a:xfrm>
              <a:off x="4085454" y="3839308"/>
              <a:ext cx="287766" cy="165016"/>
            </a:xfrm>
            <a:custGeom>
              <a:rect b="b" l="l" r="r" t="t"/>
              <a:pathLst>
                <a:path extrusionOk="0" h="5376" w="9375">
                  <a:moveTo>
                    <a:pt x="5416" y="0"/>
                  </a:moveTo>
                  <a:lnTo>
                    <a:pt x="1" y="3135"/>
                  </a:lnTo>
                  <a:lnTo>
                    <a:pt x="3643" y="5257"/>
                  </a:lnTo>
                  <a:cubicBezTo>
                    <a:pt x="3801" y="5336"/>
                    <a:pt x="3999" y="5376"/>
                    <a:pt x="4197" y="5376"/>
                  </a:cubicBezTo>
                  <a:cubicBezTo>
                    <a:pt x="4395" y="5376"/>
                    <a:pt x="4593" y="5336"/>
                    <a:pt x="4751" y="5257"/>
                  </a:cubicBezTo>
                  <a:lnTo>
                    <a:pt x="9058" y="2755"/>
                  </a:lnTo>
                  <a:cubicBezTo>
                    <a:pt x="9375" y="2565"/>
                    <a:pt x="9375" y="2280"/>
                    <a:pt x="9058" y="2122"/>
                  </a:cubicBezTo>
                  <a:lnTo>
                    <a:pt x="5416" y="0"/>
                  </a:lnTo>
                  <a:close/>
                </a:path>
              </a:pathLst>
            </a:custGeom>
            <a:solidFill>
              <a:srgbClr val="ECEC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6" name="Google Shape;4736;p24"/>
            <p:cNvSpPr/>
            <p:nvPr/>
          </p:nvSpPr>
          <p:spPr>
            <a:xfrm>
              <a:off x="4197245" y="4000672"/>
              <a:ext cx="34041" cy="16053"/>
            </a:xfrm>
            <a:custGeom>
              <a:rect b="b" l="l" r="r" t="t"/>
              <a:pathLst>
                <a:path extrusionOk="0" h="523" w="1109">
                  <a:moveTo>
                    <a:pt x="1" y="0"/>
                  </a:moveTo>
                  <a:lnTo>
                    <a:pt x="1" y="380"/>
                  </a:lnTo>
                  <a:cubicBezTo>
                    <a:pt x="159" y="475"/>
                    <a:pt x="357" y="523"/>
                    <a:pt x="555" y="523"/>
                  </a:cubicBezTo>
                  <a:cubicBezTo>
                    <a:pt x="753" y="523"/>
                    <a:pt x="951" y="475"/>
                    <a:pt x="1109" y="380"/>
                  </a:cubicBezTo>
                  <a:lnTo>
                    <a:pt x="1109" y="0"/>
                  </a:lnTo>
                  <a:cubicBezTo>
                    <a:pt x="951" y="79"/>
                    <a:pt x="753" y="119"/>
                    <a:pt x="555" y="119"/>
                  </a:cubicBezTo>
                  <a:cubicBezTo>
                    <a:pt x="357" y="119"/>
                    <a:pt x="159" y="79"/>
                    <a:pt x="1" y="0"/>
                  </a:cubicBezTo>
                  <a:close/>
                </a:path>
              </a:pathLst>
            </a:custGeom>
            <a:solidFill>
              <a:srgbClr val="F7F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7" name="Google Shape;4737;p24"/>
            <p:cNvSpPr/>
            <p:nvPr/>
          </p:nvSpPr>
          <p:spPr>
            <a:xfrm>
              <a:off x="4233219" y="3905394"/>
              <a:ext cx="139018" cy="93343"/>
            </a:xfrm>
            <a:custGeom>
              <a:rect b="b" l="l" r="r" t="t"/>
              <a:pathLst>
                <a:path extrusionOk="0" h="3041" w="4529">
                  <a:moveTo>
                    <a:pt x="4529" y="1"/>
                  </a:moveTo>
                  <a:lnTo>
                    <a:pt x="0" y="2629"/>
                  </a:lnTo>
                  <a:lnTo>
                    <a:pt x="0" y="3041"/>
                  </a:lnTo>
                  <a:lnTo>
                    <a:pt x="4497" y="412"/>
                  </a:lnTo>
                  <a:lnTo>
                    <a:pt x="4529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8" name="Google Shape;4738;p24"/>
            <p:cNvSpPr/>
            <p:nvPr/>
          </p:nvSpPr>
          <p:spPr>
            <a:xfrm>
              <a:off x="4286690" y="3894712"/>
              <a:ext cx="92361" cy="72931"/>
            </a:xfrm>
            <a:custGeom>
              <a:rect b="b" l="l" r="r" t="t"/>
              <a:pathLst>
                <a:path extrusionOk="0" h="2376" w="3009">
                  <a:moveTo>
                    <a:pt x="3009" y="0"/>
                  </a:moveTo>
                  <a:cubicBezTo>
                    <a:pt x="3009" y="127"/>
                    <a:pt x="2914" y="254"/>
                    <a:pt x="2787" y="349"/>
                  </a:cubicBezTo>
                  <a:lnTo>
                    <a:pt x="0" y="1932"/>
                  </a:lnTo>
                  <a:lnTo>
                    <a:pt x="0" y="2375"/>
                  </a:lnTo>
                  <a:lnTo>
                    <a:pt x="2755" y="760"/>
                  </a:lnTo>
                  <a:cubicBezTo>
                    <a:pt x="2914" y="665"/>
                    <a:pt x="3009" y="539"/>
                    <a:pt x="3009" y="412"/>
                  </a:cubicBezTo>
                  <a:lnTo>
                    <a:pt x="3009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9" name="Google Shape;4739;p24"/>
            <p:cNvSpPr/>
            <p:nvPr/>
          </p:nvSpPr>
          <p:spPr>
            <a:xfrm>
              <a:off x="4080604" y="3918041"/>
              <a:ext cx="116672" cy="80697"/>
            </a:xfrm>
            <a:custGeom>
              <a:rect b="b" l="l" r="r" t="t"/>
              <a:pathLst>
                <a:path extrusionOk="0" h="2629" w="3801">
                  <a:moveTo>
                    <a:pt x="0" y="0"/>
                  </a:moveTo>
                  <a:lnTo>
                    <a:pt x="0" y="412"/>
                  </a:lnTo>
                  <a:lnTo>
                    <a:pt x="3801" y="2629"/>
                  </a:lnTo>
                  <a:lnTo>
                    <a:pt x="3801" y="22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0" name="Google Shape;4740;p24"/>
            <p:cNvSpPr/>
            <p:nvPr/>
          </p:nvSpPr>
          <p:spPr>
            <a:xfrm>
              <a:off x="4080604" y="3816931"/>
              <a:ext cx="301364" cy="173550"/>
            </a:xfrm>
            <a:custGeom>
              <a:rect b="b" l="l" r="r" t="t"/>
              <a:pathLst>
                <a:path extrusionOk="0" h="5654" w="9818">
                  <a:moveTo>
                    <a:pt x="5669" y="1"/>
                  </a:moveTo>
                  <a:lnTo>
                    <a:pt x="0" y="3294"/>
                  </a:lnTo>
                  <a:lnTo>
                    <a:pt x="3801" y="5511"/>
                  </a:lnTo>
                  <a:cubicBezTo>
                    <a:pt x="3975" y="5606"/>
                    <a:pt x="4188" y="5654"/>
                    <a:pt x="4398" y="5654"/>
                  </a:cubicBezTo>
                  <a:cubicBezTo>
                    <a:pt x="4608" y="5654"/>
                    <a:pt x="4814" y="5606"/>
                    <a:pt x="4972" y="5511"/>
                  </a:cubicBezTo>
                  <a:lnTo>
                    <a:pt x="9501" y="2883"/>
                  </a:lnTo>
                  <a:cubicBezTo>
                    <a:pt x="9818" y="2692"/>
                    <a:pt x="9818" y="2407"/>
                    <a:pt x="9469" y="2217"/>
                  </a:cubicBezTo>
                  <a:lnTo>
                    <a:pt x="5669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1" name="Google Shape;4741;p24"/>
            <p:cNvSpPr/>
            <p:nvPr/>
          </p:nvSpPr>
          <p:spPr>
            <a:xfrm>
              <a:off x="4080604" y="3877216"/>
              <a:ext cx="206117" cy="113265"/>
            </a:xfrm>
            <a:custGeom>
              <a:rect b="b" l="l" r="r" t="t"/>
              <a:pathLst>
                <a:path extrusionOk="0" h="3690" w="6715">
                  <a:moveTo>
                    <a:pt x="2280" y="0"/>
                  </a:moveTo>
                  <a:lnTo>
                    <a:pt x="0" y="1330"/>
                  </a:lnTo>
                  <a:lnTo>
                    <a:pt x="3801" y="3547"/>
                  </a:lnTo>
                  <a:cubicBezTo>
                    <a:pt x="3959" y="3642"/>
                    <a:pt x="4173" y="3690"/>
                    <a:pt x="4386" y="3690"/>
                  </a:cubicBezTo>
                  <a:cubicBezTo>
                    <a:pt x="4600" y="3690"/>
                    <a:pt x="4814" y="3642"/>
                    <a:pt x="4972" y="3547"/>
                  </a:cubicBezTo>
                  <a:lnTo>
                    <a:pt x="6714" y="2502"/>
                  </a:lnTo>
                  <a:lnTo>
                    <a:pt x="2280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2" name="Google Shape;4742;p24"/>
            <p:cNvSpPr/>
            <p:nvPr/>
          </p:nvSpPr>
          <p:spPr>
            <a:xfrm>
              <a:off x="4197245" y="3986091"/>
              <a:ext cx="36005" cy="17036"/>
            </a:xfrm>
            <a:custGeom>
              <a:rect b="b" l="l" r="r" t="t"/>
              <a:pathLst>
                <a:path extrusionOk="0" h="555" w="1173">
                  <a:moveTo>
                    <a:pt x="1" y="0"/>
                  </a:moveTo>
                  <a:lnTo>
                    <a:pt x="1" y="412"/>
                  </a:lnTo>
                  <a:cubicBezTo>
                    <a:pt x="159" y="507"/>
                    <a:pt x="373" y="554"/>
                    <a:pt x="586" y="554"/>
                  </a:cubicBezTo>
                  <a:cubicBezTo>
                    <a:pt x="800" y="554"/>
                    <a:pt x="1014" y="507"/>
                    <a:pt x="1172" y="412"/>
                  </a:cubicBezTo>
                  <a:lnTo>
                    <a:pt x="1172" y="0"/>
                  </a:lnTo>
                  <a:cubicBezTo>
                    <a:pt x="1014" y="79"/>
                    <a:pt x="800" y="119"/>
                    <a:pt x="586" y="119"/>
                  </a:cubicBezTo>
                  <a:cubicBezTo>
                    <a:pt x="373" y="119"/>
                    <a:pt x="159" y="79"/>
                    <a:pt x="1" y="0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3" name="Google Shape;4743;p24"/>
            <p:cNvSpPr/>
            <p:nvPr/>
          </p:nvSpPr>
          <p:spPr>
            <a:xfrm>
              <a:off x="4073789" y="3918041"/>
              <a:ext cx="16545" cy="49603"/>
            </a:xfrm>
            <a:custGeom>
              <a:rect b="b" l="l" r="r" t="t"/>
              <a:pathLst>
                <a:path extrusionOk="0" h="1616" w="539">
                  <a:moveTo>
                    <a:pt x="222" y="0"/>
                  </a:moveTo>
                  <a:cubicBezTo>
                    <a:pt x="32" y="380"/>
                    <a:pt x="1" y="855"/>
                    <a:pt x="159" y="1267"/>
                  </a:cubicBezTo>
                  <a:lnTo>
                    <a:pt x="222" y="1425"/>
                  </a:lnTo>
                  <a:lnTo>
                    <a:pt x="539" y="1615"/>
                  </a:lnTo>
                  <a:lnTo>
                    <a:pt x="476" y="1457"/>
                  </a:lnTo>
                  <a:cubicBezTo>
                    <a:pt x="349" y="1045"/>
                    <a:pt x="381" y="602"/>
                    <a:pt x="539" y="190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4" name="Google Shape;4744;p24"/>
            <p:cNvSpPr/>
            <p:nvPr/>
          </p:nvSpPr>
          <p:spPr>
            <a:xfrm>
              <a:off x="4200161" y="3934555"/>
              <a:ext cx="48621" cy="27257"/>
            </a:xfrm>
            <a:custGeom>
              <a:rect b="b" l="l" r="r" t="t"/>
              <a:pathLst>
                <a:path extrusionOk="0" h="888" w="1584">
                  <a:moveTo>
                    <a:pt x="571" y="1"/>
                  </a:moveTo>
                  <a:lnTo>
                    <a:pt x="1" y="317"/>
                  </a:lnTo>
                  <a:lnTo>
                    <a:pt x="1046" y="887"/>
                  </a:lnTo>
                  <a:lnTo>
                    <a:pt x="1584" y="571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5" name="Google Shape;4745;p24"/>
            <p:cNvSpPr/>
            <p:nvPr/>
          </p:nvSpPr>
          <p:spPr>
            <a:xfrm>
              <a:off x="4185581" y="3946219"/>
              <a:ext cx="32107" cy="18509"/>
            </a:xfrm>
            <a:custGeom>
              <a:rect b="b" l="l" r="r" t="t"/>
              <a:pathLst>
                <a:path extrusionOk="0" h="603" w="1046">
                  <a:moveTo>
                    <a:pt x="381" y="1"/>
                  </a:moveTo>
                  <a:lnTo>
                    <a:pt x="1" y="222"/>
                  </a:lnTo>
                  <a:lnTo>
                    <a:pt x="666" y="602"/>
                  </a:lnTo>
                  <a:lnTo>
                    <a:pt x="1046" y="4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6" name="Google Shape;4746;p24"/>
            <p:cNvSpPr/>
            <p:nvPr/>
          </p:nvSpPr>
          <p:spPr>
            <a:xfrm>
              <a:off x="4628847" y="3969547"/>
              <a:ext cx="14611" cy="10743"/>
            </a:xfrm>
            <a:custGeom>
              <a:rect b="b" l="l" r="r" t="t"/>
              <a:pathLst>
                <a:path extrusionOk="0" h="350" w="476">
                  <a:moveTo>
                    <a:pt x="1" y="1"/>
                  </a:moveTo>
                  <a:lnTo>
                    <a:pt x="1" y="1"/>
                  </a:lnTo>
                  <a:cubicBezTo>
                    <a:pt x="32" y="32"/>
                    <a:pt x="64" y="64"/>
                    <a:pt x="96" y="96"/>
                  </a:cubicBezTo>
                  <a:cubicBezTo>
                    <a:pt x="96" y="127"/>
                    <a:pt x="96" y="127"/>
                    <a:pt x="127" y="127"/>
                  </a:cubicBezTo>
                  <a:lnTo>
                    <a:pt x="476" y="349"/>
                  </a:lnTo>
                  <a:cubicBezTo>
                    <a:pt x="476" y="349"/>
                    <a:pt x="476" y="317"/>
                    <a:pt x="444" y="317"/>
                  </a:cubicBezTo>
                  <a:cubicBezTo>
                    <a:pt x="444" y="286"/>
                    <a:pt x="412" y="254"/>
                    <a:pt x="412" y="254"/>
                  </a:cubicBezTo>
                  <a:cubicBezTo>
                    <a:pt x="412" y="222"/>
                    <a:pt x="381" y="222"/>
                    <a:pt x="381" y="222"/>
                  </a:cubicBezTo>
                  <a:cubicBezTo>
                    <a:pt x="381" y="191"/>
                    <a:pt x="349" y="191"/>
                    <a:pt x="349" y="191"/>
                  </a:cubicBezTo>
                  <a:cubicBezTo>
                    <a:pt x="349" y="159"/>
                    <a:pt x="349" y="159"/>
                    <a:pt x="317" y="159"/>
                  </a:cubicBezTo>
                  <a:cubicBezTo>
                    <a:pt x="317" y="159"/>
                    <a:pt x="317" y="127"/>
                    <a:pt x="286" y="127"/>
                  </a:cubicBezTo>
                  <a:cubicBezTo>
                    <a:pt x="286" y="127"/>
                    <a:pt x="286" y="127"/>
                    <a:pt x="254" y="96"/>
                  </a:cubicBezTo>
                  <a:lnTo>
                    <a:pt x="222" y="96"/>
                  </a:lnTo>
                  <a:cubicBezTo>
                    <a:pt x="159" y="32"/>
                    <a:pt x="96" y="32"/>
                    <a:pt x="1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7" name="Google Shape;4747;p24"/>
            <p:cNvSpPr/>
            <p:nvPr/>
          </p:nvSpPr>
          <p:spPr>
            <a:xfrm>
              <a:off x="4542349" y="3950332"/>
              <a:ext cx="100127" cy="52304"/>
            </a:xfrm>
            <a:custGeom>
              <a:rect b="b" l="l" r="r" t="t"/>
              <a:pathLst>
                <a:path extrusionOk="0" h="1704" w="3262">
                  <a:moveTo>
                    <a:pt x="3169" y="288"/>
                  </a:moveTo>
                  <a:lnTo>
                    <a:pt x="3233" y="325"/>
                  </a:lnTo>
                  <a:lnTo>
                    <a:pt x="3233" y="325"/>
                  </a:lnTo>
                  <a:cubicBezTo>
                    <a:pt x="3231" y="321"/>
                    <a:pt x="3230" y="316"/>
                    <a:pt x="3230" y="310"/>
                  </a:cubicBezTo>
                  <a:cubicBezTo>
                    <a:pt x="3210" y="310"/>
                    <a:pt x="3190" y="297"/>
                    <a:pt x="3169" y="288"/>
                  </a:cubicBezTo>
                  <a:close/>
                  <a:moveTo>
                    <a:pt x="3233" y="325"/>
                  </a:moveTo>
                  <a:cubicBezTo>
                    <a:pt x="3241" y="342"/>
                    <a:pt x="3262" y="342"/>
                    <a:pt x="3262" y="342"/>
                  </a:cubicBezTo>
                  <a:lnTo>
                    <a:pt x="3233" y="325"/>
                  </a:lnTo>
                  <a:close/>
                  <a:moveTo>
                    <a:pt x="2442" y="0"/>
                  </a:moveTo>
                  <a:cubicBezTo>
                    <a:pt x="2217" y="0"/>
                    <a:pt x="1969" y="80"/>
                    <a:pt x="1710" y="247"/>
                  </a:cubicBezTo>
                  <a:lnTo>
                    <a:pt x="127" y="1133"/>
                  </a:lnTo>
                  <a:cubicBezTo>
                    <a:pt x="63" y="1197"/>
                    <a:pt x="0" y="1292"/>
                    <a:pt x="0" y="1387"/>
                  </a:cubicBezTo>
                  <a:cubicBezTo>
                    <a:pt x="0" y="1450"/>
                    <a:pt x="0" y="1482"/>
                    <a:pt x="32" y="1482"/>
                  </a:cubicBezTo>
                  <a:lnTo>
                    <a:pt x="348" y="1666"/>
                  </a:lnTo>
                  <a:lnTo>
                    <a:pt x="348" y="1666"/>
                  </a:lnTo>
                  <a:cubicBezTo>
                    <a:pt x="348" y="1640"/>
                    <a:pt x="348" y="1640"/>
                    <a:pt x="348" y="1640"/>
                  </a:cubicBezTo>
                  <a:cubicBezTo>
                    <a:pt x="348" y="1640"/>
                    <a:pt x="348" y="1640"/>
                    <a:pt x="348" y="1608"/>
                  </a:cubicBezTo>
                  <a:cubicBezTo>
                    <a:pt x="348" y="1513"/>
                    <a:pt x="412" y="1418"/>
                    <a:pt x="507" y="1355"/>
                  </a:cubicBezTo>
                  <a:lnTo>
                    <a:pt x="2059" y="468"/>
                  </a:lnTo>
                  <a:cubicBezTo>
                    <a:pt x="2122" y="437"/>
                    <a:pt x="2154" y="405"/>
                    <a:pt x="2217" y="373"/>
                  </a:cubicBezTo>
                  <a:lnTo>
                    <a:pt x="2249" y="373"/>
                  </a:lnTo>
                  <a:cubicBezTo>
                    <a:pt x="2312" y="342"/>
                    <a:pt x="2344" y="310"/>
                    <a:pt x="2375" y="310"/>
                  </a:cubicBezTo>
                  <a:lnTo>
                    <a:pt x="2407" y="310"/>
                  </a:lnTo>
                  <a:cubicBezTo>
                    <a:pt x="2470" y="278"/>
                    <a:pt x="2502" y="278"/>
                    <a:pt x="2534" y="247"/>
                  </a:cubicBezTo>
                  <a:lnTo>
                    <a:pt x="2692" y="247"/>
                  </a:lnTo>
                  <a:cubicBezTo>
                    <a:pt x="2692" y="247"/>
                    <a:pt x="2724" y="215"/>
                    <a:pt x="2724" y="215"/>
                  </a:cubicBezTo>
                  <a:lnTo>
                    <a:pt x="2882" y="215"/>
                  </a:lnTo>
                  <a:cubicBezTo>
                    <a:pt x="2914" y="215"/>
                    <a:pt x="2945" y="247"/>
                    <a:pt x="2977" y="247"/>
                  </a:cubicBezTo>
                  <a:lnTo>
                    <a:pt x="3009" y="247"/>
                  </a:lnTo>
                  <a:cubicBezTo>
                    <a:pt x="3040" y="247"/>
                    <a:pt x="3104" y="247"/>
                    <a:pt x="3135" y="278"/>
                  </a:cubicBezTo>
                  <a:cubicBezTo>
                    <a:pt x="3147" y="278"/>
                    <a:pt x="3158" y="282"/>
                    <a:pt x="3169" y="288"/>
                  </a:cubicBezTo>
                  <a:lnTo>
                    <a:pt x="3169" y="288"/>
                  </a:lnTo>
                  <a:lnTo>
                    <a:pt x="2882" y="120"/>
                  </a:lnTo>
                  <a:cubicBezTo>
                    <a:pt x="2750" y="41"/>
                    <a:pt x="2602" y="0"/>
                    <a:pt x="2442" y="0"/>
                  </a:cubicBezTo>
                  <a:close/>
                  <a:moveTo>
                    <a:pt x="348" y="1666"/>
                  </a:moveTo>
                  <a:cubicBezTo>
                    <a:pt x="348" y="1668"/>
                    <a:pt x="348" y="1670"/>
                    <a:pt x="348" y="1672"/>
                  </a:cubicBezTo>
                  <a:lnTo>
                    <a:pt x="357" y="1672"/>
                  </a:lnTo>
                  <a:lnTo>
                    <a:pt x="348" y="1666"/>
                  </a:lnTo>
                  <a:close/>
                  <a:moveTo>
                    <a:pt x="357" y="1672"/>
                  </a:moveTo>
                  <a:lnTo>
                    <a:pt x="380" y="1685"/>
                  </a:lnTo>
                  <a:lnTo>
                    <a:pt x="380" y="1685"/>
                  </a:lnTo>
                  <a:cubicBezTo>
                    <a:pt x="380" y="1681"/>
                    <a:pt x="380" y="1677"/>
                    <a:pt x="380" y="1672"/>
                  </a:cubicBezTo>
                  <a:close/>
                  <a:moveTo>
                    <a:pt x="380" y="1685"/>
                  </a:moveTo>
                  <a:cubicBezTo>
                    <a:pt x="380" y="1703"/>
                    <a:pt x="380" y="1703"/>
                    <a:pt x="380" y="1703"/>
                  </a:cubicBezTo>
                  <a:lnTo>
                    <a:pt x="412" y="1703"/>
                  </a:lnTo>
                  <a:lnTo>
                    <a:pt x="380" y="1685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8" name="Google Shape;4748;p24"/>
            <p:cNvSpPr/>
            <p:nvPr/>
          </p:nvSpPr>
          <p:spPr>
            <a:xfrm>
              <a:off x="4553030" y="3957883"/>
              <a:ext cx="99176" cy="45490"/>
            </a:xfrm>
            <a:custGeom>
              <a:rect b="b" l="l" r="r" t="t"/>
              <a:pathLst>
                <a:path extrusionOk="0" h="1482" w="3231">
                  <a:moveTo>
                    <a:pt x="2217" y="1"/>
                  </a:moveTo>
                  <a:cubicBezTo>
                    <a:pt x="2217" y="32"/>
                    <a:pt x="2217" y="32"/>
                    <a:pt x="2186" y="32"/>
                  </a:cubicBezTo>
                  <a:cubicBezTo>
                    <a:pt x="2154" y="32"/>
                    <a:pt x="2091" y="32"/>
                    <a:pt x="2059" y="64"/>
                  </a:cubicBezTo>
                  <a:lnTo>
                    <a:pt x="2027" y="64"/>
                  </a:lnTo>
                  <a:cubicBezTo>
                    <a:pt x="1996" y="96"/>
                    <a:pt x="1932" y="96"/>
                    <a:pt x="1901" y="127"/>
                  </a:cubicBezTo>
                  <a:lnTo>
                    <a:pt x="1869" y="127"/>
                  </a:lnTo>
                  <a:cubicBezTo>
                    <a:pt x="1806" y="159"/>
                    <a:pt x="1774" y="191"/>
                    <a:pt x="1711" y="222"/>
                  </a:cubicBezTo>
                  <a:lnTo>
                    <a:pt x="159" y="1109"/>
                  </a:lnTo>
                  <a:cubicBezTo>
                    <a:pt x="64" y="1172"/>
                    <a:pt x="0" y="1299"/>
                    <a:pt x="0" y="1362"/>
                  </a:cubicBezTo>
                  <a:cubicBezTo>
                    <a:pt x="0" y="1394"/>
                    <a:pt x="0" y="1394"/>
                    <a:pt x="0" y="1394"/>
                  </a:cubicBezTo>
                  <a:cubicBezTo>
                    <a:pt x="0" y="1426"/>
                    <a:pt x="0" y="1426"/>
                    <a:pt x="0" y="1426"/>
                  </a:cubicBezTo>
                  <a:cubicBezTo>
                    <a:pt x="0" y="1426"/>
                    <a:pt x="0" y="1426"/>
                    <a:pt x="0" y="1457"/>
                  </a:cubicBezTo>
                  <a:lnTo>
                    <a:pt x="32" y="1457"/>
                  </a:lnTo>
                  <a:cubicBezTo>
                    <a:pt x="48" y="1473"/>
                    <a:pt x="64" y="1481"/>
                    <a:pt x="84" y="1481"/>
                  </a:cubicBezTo>
                  <a:cubicBezTo>
                    <a:pt x="103" y="1481"/>
                    <a:pt x="127" y="1473"/>
                    <a:pt x="159" y="1457"/>
                  </a:cubicBezTo>
                  <a:lnTo>
                    <a:pt x="1711" y="571"/>
                  </a:lnTo>
                  <a:cubicBezTo>
                    <a:pt x="1948" y="439"/>
                    <a:pt x="2164" y="373"/>
                    <a:pt x="2357" y="373"/>
                  </a:cubicBezTo>
                  <a:cubicBezTo>
                    <a:pt x="2396" y="373"/>
                    <a:pt x="2434" y="375"/>
                    <a:pt x="2471" y="381"/>
                  </a:cubicBezTo>
                  <a:cubicBezTo>
                    <a:pt x="2534" y="412"/>
                    <a:pt x="2629" y="444"/>
                    <a:pt x="2692" y="476"/>
                  </a:cubicBezTo>
                  <a:cubicBezTo>
                    <a:pt x="2692" y="476"/>
                    <a:pt x="2692" y="476"/>
                    <a:pt x="2724" y="507"/>
                  </a:cubicBezTo>
                  <a:lnTo>
                    <a:pt x="2756" y="507"/>
                  </a:lnTo>
                  <a:cubicBezTo>
                    <a:pt x="2756" y="539"/>
                    <a:pt x="2787" y="539"/>
                    <a:pt x="2787" y="539"/>
                  </a:cubicBezTo>
                  <a:cubicBezTo>
                    <a:pt x="2787" y="539"/>
                    <a:pt x="2787" y="571"/>
                    <a:pt x="2819" y="571"/>
                  </a:cubicBezTo>
                  <a:cubicBezTo>
                    <a:pt x="2819" y="571"/>
                    <a:pt x="2819" y="602"/>
                    <a:pt x="2851" y="602"/>
                  </a:cubicBezTo>
                  <a:lnTo>
                    <a:pt x="2851" y="634"/>
                  </a:lnTo>
                  <a:cubicBezTo>
                    <a:pt x="2882" y="634"/>
                    <a:pt x="2914" y="666"/>
                    <a:pt x="2914" y="697"/>
                  </a:cubicBezTo>
                  <a:cubicBezTo>
                    <a:pt x="2914" y="697"/>
                    <a:pt x="2946" y="729"/>
                    <a:pt x="2946" y="729"/>
                  </a:cubicBezTo>
                  <a:cubicBezTo>
                    <a:pt x="2977" y="729"/>
                    <a:pt x="3009" y="729"/>
                    <a:pt x="3041" y="697"/>
                  </a:cubicBezTo>
                  <a:cubicBezTo>
                    <a:pt x="3072" y="697"/>
                    <a:pt x="3104" y="666"/>
                    <a:pt x="3104" y="666"/>
                  </a:cubicBezTo>
                  <a:cubicBezTo>
                    <a:pt x="3199" y="571"/>
                    <a:pt x="3231" y="444"/>
                    <a:pt x="3199" y="381"/>
                  </a:cubicBezTo>
                  <a:cubicBezTo>
                    <a:pt x="3104" y="254"/>
                    <a:pt x="3009" y="159"/>
                    <a:pt x="2882" y="96"/>
                  </a:cubicBezTo>
                  <a:cubicBezTo>
                    <a:pt x="2851" y="64"/>
                    <a:pt x="2819" y="64"/>
                    <a:pt x="2787" y="32"/>
                  </a:cubicBezTo>
                  <a:cubicBezTo>
                    <a:pt x="2724" y="32"/>
                    <a:pt x="2692" y="1"/>
                    <a:pt x="2661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9" name="Google Shape;4749;p24"/>
            <p:cNvSpPr/>
            <p:nvPr/>
          </p:nvSpPr>
          <p:spPr>
            <a:xfrm>
              <a:off x="4508308" y="3891796"/>
              <a:ext cx="14611" cy="10713"/>
            </a:xfrm>
            <a:custGeom>
              <a:rect b="b" l="l" r="r" t="t"/>
              <a:pathLst>
                <a:path extrusionOk="0" h="349" w="476">
                  <a:moveTo>
                    <a:pt x="1" y="0"/>
                  </a:moveTo>
                  <a:cubicBezTo>
                    <a:pt x="32" y="32"/>
                    <a:pt x="32" y="63"/>
                    <a:pt x="64" y="95"/>
                  </a:cubicBezTo>
                  <a:cubicBezTo>
                    <a:pt x="64" y="95"/>
                    <a:pt x="96" y="95"/>
                    <a:pt x="96" y="127"/>
                  </a:cubicBezTo>
                  <a:lnTo>
                    <a:pt x="476" y="349"/>
                  </a:lnTo>
                  <a:cubicBezTo>
                    <a:pt x="444" y="317"/>
                    <a:pt x="444" y="317"/>
                    <a:pt x="444" y="317"/>
                  </a:cubicBezTo>
                  <a:cubicBezTo>
                    <a:pt x="412" y="285"/>
                    <a:pt x="412" y="253"/>
                    <a:pt x="381" y="222"/>
                  </a:cubicBezTo>
                  <a:cubicBezTo>
                    <a:pt x="349" y="190"/>
                    <a:pt x="349" y="190"/>
                    <a:pt x="349" y="158"/>
                  </a:cubicBezTo>
                  <a:lnTo>
                    <a:pt x="317" y="158"/>
                  </a:lnTo>
                  <a:cubicBezTo>
                    <a:pt x="286" y="127"/>
                    <a:pt x="286" y="127"/>
                    <a:pt x="286" y="127"/>
                  </a:cubicBezTo>
                  <a:cubicBezTo>
                    <a:pt x="254" y="95"/>
                    <a:pt x="254" y="95"/>
                    <a:pt x="254" y="95"/>
                  </a:cubicBezTo>
                  <a:cubicBezTo>
                    <a:pt x="222" y="95"/>
                    <a:pt x="222" y="95"/>
                    <a:pt x="222" y="63"/>
                  </a:cubicBezTo>
                  <a:cubicBezTo>
                    <a:pt x="127" y="32"/>
                    <a:pt x="64" y="0"/>
                    <a:pt x="1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0" name="Google Shape;4750;p24"/>
            <p:cNvSpPr/>
            <p:nvPr/>
          </p:nvSpPr>
          <p:spPr>
            <a:xfrm>
              <a:off x="4420827" y="3872274"/>
              <a:ext cx="100158" cy="52581"/>
            </a:xfrm>
            <a:custGeom>
              <a:rect b="b" l="l" r="r" t="t"/>
              <a:pathLst>
                <a:path extrusionOk="0" h="1713" w="3263">
                  <a:moveTo>
                    <a:pt x="2487" y="1"/>
                  </a:moveTo>
                  <a:cubicBezTo>
                    <a:pt x="2255" y="1"/>
                    <a:pt x="1994" y="73"/>
                    <a:pt x="1711" y="224"/>
                  </a:cubicBezTo>
                  <a:lnTo>
                    <a:pt x="159" y="1143"/>
                  </a:lnTo>
                  <a:cubicBezTo>
                    <a:pt x="64" y="1175"/>
                    <a:pt x="0" y="1301"/>
                    <a:pt x="0" y="1396"/>
                  </a:cubicBezTo>
                  <a:cubicBezTo>
                    <a:pt x="0" y="1428"/>
                    <a:pt x="32" y="1460"/>
                    <a:pt x="64" y="1491"/>
                  </a:cubicBezTo>
                  <a:lnTo>
                    <a:pt x="412" y="1713"/>
                  </a:lnTo>
                  <a:cubicBezTo>
                    <a:pt x="412" y="1713"/>
                    <a:pt x="412" y="1713"/>
                    <a:pt x="412" y="1681"/>
                  </a:cubicBezTo>
                  <a:lnTo>
                    <a:pt x="380" y="1681"/>
                  </a:lnTo>
                  <a:cubicBezTo>
                    <a:pt x="380" y="1681"/>
                    <a:pt x="380" y="1650"/>
                    <a:pt x="380" y="1650"/>
                  </a:cubicBezTo>
                  <a:cubicBezTo>
                    <a:pt x="380" y="1650"/>
                    <a:pt x="380" y="1618"/>
                    <a:pt x="380" y="1618"/>
                  </a:cubicBezTo>
                  <a:cubicBezTo>
                    <a:pt x="380" y="1523"/>
                    <a:pt x="444" y="1396"/>
                    <a:pt x="539" y="1365"/>
                  </a:cubicBezTo>
                  <a:lnTo>
                    <a:pt x="2091" y="446"/>
                  </a:lnTo>
                  <a:cubicBezTo>
                    <a:pt x="2154" y="414"/>
                    <a:pt x="2186" y="414"/>
                    <a:pt x="2249" y="383"/>
                  </a:cubicBezTo>
                  <a:cubicBezTo>
                    <a:pt x="2249" y="383"/>
                    <a:pt x="2281" y="351"/>
                    <a:pt x="2281" y="351"/>
                  </a:cubicBezTo>
                  <a:cubicBezTo>
                    <a:pt x="2312" y="351"/>
                    <a:pt x="2376" y="319"/>
                    <a:pt x="2407" y="319"/>
                  </a:cubicBezTo>
                  <a:cubicBezTo>
                    <a:pt x="2407" y="288"/>
                    <a:pt x="2407" y="288"/>
                    <a:pt x="2439" y="288"/>
                  </a:cubicBezTo>
                  <a:cubicBezTo>
                    <a:pt x="2471" y="288"/>
                    <a:pt x="2534" y="256"/>
                    <a:pt x="2566" y="256"/>
                  </a:cubicBezTo>
                  <a:lnTo>
                    <a:pt x="2597" y="256"/>
                  </a:lnTo>
                  <a:cubicBezTo>
                    <a:pt x="2629" y="256"/>
                    <a:pt x="2692" y="224"/>
                    <a:pt x="2724" y="224"/>
                  </a:cubicBezTo>
                  <a:lnTo>
                    <a:pt x="3041" y="224"/>
                  </a:lnTo>
                  <a:cubicBezTo>
                    <a:pt x="3072" y="256"/>
                    <a:pt x="3104" y="256"/>
                    <a:pt x="3136" y="256"/>
                  </a:cubicBezTo>
                  <a:cubicBezTo>
                    <a:pt x="3167" y="288"/>
                    <a:pt x="3167" y="288"/>
                    <a:pt x="3167" y="288"/>
                  </a:cubicBezTo>
                  <a:cubicBezTo>
                    <a:pt x="3199" y="288"/>
                    <a:pt x="3231" y="319"/>
                    <a:pt x="3262" y="319"/>
                  </a:cubicBezTo>
                  <a:lnTo>
                    <a:pt x="2914" y="98"/>
                  </a:lnTo>
                  <a:cubicBezTo>
                    <a:pt x="2786" y="34"/>
                    <a:pt x="2643" y="1"/>
                    <a:pt x="2487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1" name="Google Shape;4751;p24"/>
            <p:cNvSpPr/>
            <p:nvPr/>
          </p:nvSpPr>
          <p:spPr>
            <a:xfrm>
              <a:off x="4431509" y="3879150"/>
              <a:ext cx="100158" cy="46442"/>
            </a:xfrm>
            <a:custGeom>
              <a:rect b="b" l="l" r="r" t="t"/>
              <a:pathLst>
                <a:path extrusionOk="0" h="1513" w="3263">
                  <a:moveTo>
                    <a:pt x="2344" y="0"/>
                  </a:moveTo>
                  <a:cubicBezTo>
                    <a:pt x="2313" y="32"/>
                    <a:pt x="2281" y="32"/>
                    <a:pt x="2249" y="32"/>
                  </a:cubicBezTo>
                  <a:lnTo>
                    <a:pt x="2218" y="32"/>
                  </a:lnTo>
                  <a:cubicBezTo>
                    <a:pt x="2154" y="64"/>
                    <a:pt x="2123" y="64"/>
                    <a:pt x="2059" y="95"/>
                  </a:cubicBezTo>
                  <a:cubicBezTo>
                    <a:pt x="1996" y="95"/>
                    <a:pt x="1964" y="127"/>
                    <a:pt x="1933" y="127"/>
                  </a:cubicBezTo>
                  <a:cubicBezTo>
                    <a:pt x="1901" y="159"/>
                    <a:pt x="1901" y="159"/>
                    <a:pt x="1869" y="159"/>
                  </a:cubicBezTo>
                  <a:cubicBezTo>
                    <a:pt x="1838" y="190"/>
                    <a:pt x="1774" y="222"/>
                    <a:pt x="1743" y="254"/>
                  </a:cubicBezTo>
                  <a:lnTo>
                    <a:pt x="159" y="1141"/>
                  </a:lnTo>
                  <a:cubicBezTo>
                    <a:pt x="96" y="1204"/>
                    <a:pt x="1" y="1299"/>
                    <a:pt x="1" y="1394"/>
                  </a:cubicBezTo>
                  <a:cubicBezTo>
                    <a:pt x="1" y="1394"/>
                    <a:pt x="1" y="1426"/>
                    <a:pt x="32" y="1426"/>
                  </a:cubicBezTo>
                  <a:cubicBezTo>
                    <a:pt x="32" y="1457"/>
                    <a:pt x="32" y="1457"/>
                    <a:pt x="32" y="1457"/>
                  </a:cubicBezTo>
                  <a:cubicBezTo>
                    <a:pt x="32" y="1457"/>
                    <a:pt x="32" y="1457"/>
                    <a:pt x="32" y="1489"/>
                  </a:cubicBezTo>
                  <a:cubicBezTo>
                    <a:pt x="48" y="1505"/>
                    <a:pt x="72" y="1513"/>
                    <a:pt x="96" y="1513"/>
                  </a:cubicBezTo>
                  <a:cubicBezTo>
                    <a:pt x="120" y="1513"/>
                    <a:pt x="143" y="1505"/>
                    <a:pt x="159" y="1489"/>
                  </a:cubicBezTo>
                  <a:lnTo>
                    <a:pt x="1711" y="570"/>
                  </a:lnTo>
                  <a:cubicBezTo>
                    <a:pt x="1922" y="453"/>
                    <a:pt x="2134" y="388"/>
                    <a:pt x="2306" y="388"/>
                  </a:cubicBezTo>
                  <a:cubicBezTo>
                    <a:pt x="2366" y="388"/>
                    <a:pt x="2422" y="396"/>
                    <a:pt x="2471" y="412"/>
                  </a:cubicBezTo>
                  <a:cubicBezTo>
                    <a:pt x="2566" y="412"/>
                    <a:pt x="2629" y="444"/>
                    <a:pt x="2693" y="475"/>
                  </a:cubicBezTo>
                  <a:cubicBezTo>
                    <a:pt x="2724" y="507"/>
                    <a:pt x="2724" y="507"/>
                    <a:pt x="2756" y="507"/>
                  </a:cubicBezTo>
                  <a:cubicBezTo>
                    <a:pt x="2756" y="507"/>
                    <a:pt x="2756" y="539"/>
                    <a:pt x="2756" y="539"/>
                  </a:cubicBezTo>
                  <a:cubicBezTo>
                    <a:pt x="2788" y="539"/>
                    <a:pt x="2788" y="539"/>
                    <a:pt x="2788" y="570"/>
                  </a:cubicBezTo>
                  <a:lnTo>
                    <a:pt x="2819" y="570"/>
                  </a:lnTo>
                  <a:cubicBezTo>
                    <a:pt x="2851" y="602"/>
                    <a:pt x="2851" y="602"/>
                    <a:pt x="2851" y="634"/>
                  </a:cubicBezTo>
                  <a:lnTo>
                    <a:pt x="2883" y="634"/>
                  </a:lnTo>
                  <a:cubicBezTo>
                    <a:pt x="2914" y="665"/>
                    <a:pt x="2914" y="697"/>
                    <a:pt x="2946" y="729"/>
                  </a:cubicBezTo>
                  <a:cubicBezTo>
                    <a:pt x="2962" y="745"/>
                    <a:pt x="2986" y="753"/>
                    <a:pt x="3009" y="753"/>
                  </a:cubicBezTo>
                  <a:cubicBezTo>
                    <a:pt x="3033" y="753"/>
                    <a:pt x="3057" y="745"/>
                    <a:pt x="3073" y="729"/>
                  </a:cubicBezTo>
                  <a:cubicBezTo>
                    <a:pt x="3073" y="729"/>
                    <a:pt x="3104" y="697"/>
                    <a:pt x="3136" y="665"/>
                  </a:cubicBezTo>
                  <a:cubicBezTo>
                    <a:pt x="3231" y="570"/>
                    <a:pt x="3263" y="475"/>
                    <a:pt x="3199" y="412"/>
                  </a:cubicBezTo>
                  <a:cubicBezTo>
                    <a:pt x="3136" y="285"/>
                    <a:pt x="3009" y="159"/>
                    <a:pt x="2914" y="95"/>
                  </a:cubicBezTo>
                  <a:cubicBezTo>
                    <a:pt x="2883" y="95"/>
                    <a:pt x="2851" y="64"/>
                    <a:pt x="2819" y="64"/>
                  </a:cubicBezTo>
                  <a:lnTo>
                    <a:pt x="2788" y="64"/>
                  </a:lnTo>
                  <a:cubicBezTo>
                    <a:pt x="2756" y="32"/>
                    <a:pt x="2724" y="32"/>
                    <a:pt x="2661" y="32"/>
                  </a:cubicBezTo>
                  <a:cubicBezTo>
                    <a:pt x="2629" y="0"/>
                    <a:pt x="2566" y="0"/>
                    <a:pt x="2534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2" name="Google Shape;4752;p24"/>
            <p:cNvSpPr/>
            <p:nvPr/>
          </p:nvSpPr>
          <p:spPr>
            <a:xfrm>
              <a:off x="4408181" y="3922890"/>
              <a:ext cx="31" cy="1964"/>
            </a:xfrm>
            <a:custGeom>
              <a:rect b="b" l="l" r="r" t="t"/>
              <a:pathLst>
                <a:path extrusionOk="0" h="64" w="1">
                  <a:moveTo>
                    <a:pt x="1" y="1"/>
                  </a:moveTo>
                  <a:lnTo>
                    <a:pt x="1" y="1"/>
                  </a:lnTo>
                  <a:cubicBezTo>
                    <a:pt x="1" y="32"/>
                    <a:pt x="1" y="64"/>
                    <a:pt x="1" y="64"/>
                  </a:cubicBezTo>
                  <a:lnTo>
                    <a:pt x="1" y="64"/>
                  </a:lnTo>
                  <a:cubicBezTo>
                    <a:pt x="1" y="64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3" name="Google Shape;4753;p24"/>
            <p:cNvSpPr/>
            <p:nvPr/>
          </p:nvSpPr>
          <p:spPr>
            <a:xfrm>
              <a:off x="4410145" y="3917058"/>
              <a:ext cx="982" cy="1013"/>
            </a:xfrm>
            <a:custGeom>
              <a:rect b="b" l="l" r="r" t="t"/>
              <a:pathLst>
                <a:path extrusionOk="0" h="33" w="32">
                  <a:moveTo>
                    <a:pt x="32" y="1"/>
                  </a:moveTo>
                  <a:lnTo>
                    <a:pt x="32" y="1"/>
                  </a:lnTo>
                  <a:cubicBezTo>
                    <a:pt x="0" y="1"/>
                    <a:pt x="0" y="32"/>
                    <a:pt x="0" y="32"/>
                  </a:cubicBezTo>
                  <a:lnTo>
                    <a:pt x="0" y="32"/>
                  </a:lnTo>
                  <a:cubicBezTo>
                    <a:pt x="0" y="32"/>
                    <a:pt x="0" y="1"/>
                    <a:pt x="32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4" name="Google Shape;4754;p24"/>
            <p:cNvSpPr/>
            <p:nvPr/>
          </p:nvSpPr>
          <p:spPr>
            <a:xfrm>
              <a:off x="4411097" y="3915125"/>
              <a:ext cx="1013" cy="982"/>
            </a:xfrm>
            <a:custGeom>
              <a:rect b="b" l="l" r="r" t="t"/>
              <a:pathLst>
                <a:path extrusionOk="0" h="32" w="33">
                  <a:moveTo>
                    <a:pt x="32" y="0"/>
                  </a:moveTo>
                  <a:lnTo>
                    <a:pt x="32" y="0"/>
                  </a:lnTo>
                  <a:cubicBezTo>
                    <a:pt x="32" y="32"/>
                    <a:pt x="1" y="32"/>
                    <a:pt x="1" y="32"/>
                  </a:cubicBezTo>
                  <a:lnTo>
                    <a:pt x="1" y="32"/>
                  </a:lnTo>
                  <a:cubicBezTo>
                    <a:pt x="1" y="32"/>
                    <a:pt x="32" y="32"/>
                    <a:pt x="32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5" name="Google Shape;4755;p24"/>
            <p:cNvSpPr/>
            <p:nvPr/>
          </p:nvSpPr>
          <p:spPr>
            <a:xfrm>
              <a:off x="4408181" y="3920957"/>
              <a:ext cx="1013" cy="982"/>
            </a:xfrm>
            <a:custGeom>
              <a:rect b="b" l="l" r="r" t="t"/>
              <a:pathLst>
                <a:path extrusionOk="0" h="32" w="33">
                  <a:moveTo>
                    <a:pt x="32" y="0"/>
                  </a:moveTo>
                  <a:cubicBezTo>
                    <a:pt x="32" y="0"/>
                    <a:pt x="1" y="32"/>
                    <a:pt x="1" y="32"/>
                  </a:cubicBezTo>
                  <a:cubicBezTo>
                    <a:pt x="1" y="32"/>
                    <a:pt x="32" y="32"/>
                    <a:pt x="32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6" name="Google Shape;4756;p24"/>
            <p:cNvSpPr/>
            <p:nvPr/>
          </p:nvSpPr>
          <p:spPr>
            <a:xfrm>
              <a:off x="4409163" y="3918992"/>
              <a:ext cx="1013" cy="1013"/>
            </a:xfrm>
            <a:custGeom>
              <a:rect b="b" l="l" r="r" t="t"/>
              <a:pathLst>
                <a:path extrusionOk="0" h="33" w="33">
                  <a:moveTo>
                    <a:pt x="32" y="1"/>
                  </a:moveTo>
                  <a:cubicBezTo>
                    <a:pt x="0" y="1"/>
                    <a:pt x="0" y="1"/>
                    <a:pt x="0" y="33"/>
                  </a:cubicBezTo>
                  <a:cubicBezTo>
                    <a:pt x="0" y="33"/>
                    <a:pt x="0" y="1"/>
                    <a:pt x="32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7" name="Google Shape;4757;p24"/>
            <p:cNvSpPr/>
            <p:nvPr/>
          </p:nvSpPr>
          <p:spPr>
            <a:xfrm>
              <a:off x="4413061" y="3914142"/>
              <a:ext cx="31" cy="1013"/>
            </a:xfrm>
            <a:custGeom>
              <a:rect b="b" l="l" r="r" t="t"/>
              <a:pathLst>
                <a:path extrusionOk="0" h="33" w="1">
                  <a:moveTo>
                    <a:pt x="0" y="1"/>
                  </a:moveTo>
                  <a:lnTo>
                    <a:pt x="0" y="1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8" name="Google Shape;4758;p24"/>
            <p:cNvSpPr/>
            <p:nvPr/>
          </p:nvSpPr>
          <p:spPr>
            <a:xfrm>
              <a:off x="4408181" y="3925806"/>
              <a:ext cx="31" cy="2947"/>
            </a:xfrm>
            <a:custGeom>
              <a:rect b="b" l="l" r="r" t="t"/>
              <a:pathLst>
                <a:path extrusionOk="0" h="96" w="1">
                  <a:moveTo>
                    <a:pt x="1" y="1"/>
                  </a:moveTo>
                  <a:cubicBezTo>
                    <a:pt x="1" y="32"/>
                    <a:pt x="1" y="64"/>
                    <a:pt x="1" y="96"/>
                  </a:cubicBezTo>
                  <a:lnTo>
                    <a:pt x="1" y="96"/>
                  </a:lnTo>
                  <a:cubicBezTo>
                    <a:pt x="1" y="64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9" name="Google Shape;4759;p24"/>
            <p:cNvSpPr/>
            <p:nvPr/>
          </p:nvSpPr>
          <p:spPr>
            <a:xfrm>
              <a:off x="4417911" y="3911226"/>
              <a:ext cx="1013" cy="1013"/>
            </a:xfrm>
            <a:custGeom>
              <a:rect b="b" l="l" r="r" t="t"/>
              <a:pathLst>
                <a:path extrusionOk="0" h="33" w="33">
                  <a:moveTo>
                    <a:pt x="32" y="1"/>
                  </a:moveTo>
                  <a:cubicBezTo>
                    <a:pt x="0" y="1"/>
                    <a:pt x="0" y="32"/>
                    <a:pt x="0" y="32"/>
                  </a:cubicBezTo>
                  <a:cubicBezTo>
                    <a:pt x="0" y="32"/>
                    <a:pt x="0" y="32"/>
                    <a:pt x="32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0" name="Google Shape;4760;p24"/>
            <p:cNvSpPr/>
            <p:nvPr/>
          </p:nvSpPr>
          <p:spPr>
            <a:xfrm>
              <a:off x="4419845" y="3911226"/>
              <a:ext cx="1013" cy="31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lnTo>
                    <a:pt x="32" y="1"/>
                  </a:ln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1"/>
                    <a:pt x="32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1" name="Google Shape;4761;p24"/>
            <p:cNvSpPr/>
            <p:nvPr/>
          </p:nvSpPr>
          <p:spPr>
            <a:xfrm>
              <a:off x="4415977" y="3912209"/>
              <a:ext cx="982" cy="31"/>
            </a:xfrm>
            <a:custGeom>
              <a:rect b="b" l="l" r="r" t="t"/>
              <a:pathLst>
                <a:path extrusionOk="0" h="1" w="32">
                  <a:moveTo>
                    <a:pt x="32" y="0"/>
                  </a:moveTo>
                  <a:lnTo>
                    <a:pt x="32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2" name="Google Shape;4762;p24"/>
            <p:cNvSpPr/>
            <p:nvPr/>
          </p:nvSpPr>
          <p:spPr>
            <a:xfrm>
              <a:off x="4414013" y="3913160"/>
              <a:ext cx="1013" cy="31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lnTo>
                    <a:pt x="32" y="1"/>
                  </a:lnTo>
                  <a:cubicBezTo>
                    <a:pt x="32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3" name="Google Shape;4763;p24"/>
            <p:cNvSpPr/>
            <p:nvPr/>
          </p:nvSpPr>
          <p:spPr>
            <a:xfrm>
              <a:off x="4455819" y="3966631"/>
              <a:ext cx="17527" cy="16575"/>
            </a:xfrm>
            <a:custGeom>
              <a:rect b="b" l="l" r="r" t="t"/>
              <a:pathLst>
                <a:path extrusionOk="0" h="540" w="571">
                  <a:moveTo>
                    <a:pt x="317" y="1"/>
                  </a:moveTo>
                  <a:cubicBezTo>
                    <a:pt x="317" y="32"/>
                    <a:pt x="286" y="96"/>
                    <a:pt x="286" y="96"/>
                  </a:cubicBezTo>
                  <a:cubicBezTo>
                    <a:pt x="286" y="127"/>
                    <a:pt x="286" y="127"/>
                    <a:pt x="286" y="127"/>
                  </a:cubicBezTo>
                  <a:cubicBezTo>
                    <a:pt x="286" y="159"/>
                    <a:pt x="254" y="191"/>
                    <a:pt x="254" y="191"/>
                  </a:cubicBezTo>
                  <a:cubicBezTo>
                    <a:pt x="254" y="222"/>
                    <a:pt x="254" y="222"/>
                    <a:pt x="254" y="222"/>
                  </a:cubicBezTo>
                  <a:cubicBezTo>
                    <a:pt x="254" y="254"/>
                    <a:pt x="254" y="254"/>
                    <a:pt x="222" y="286"/>
                  </a:cubicBezTo>
                  <a:cubicBezTo>
                    <a:pt x="222" y="286"/>
                    <a:pt x="222" y="286"/>
                    <a:pt x="222" y="317"/>
                  </a:cubicBezTo>
                  <a:cubicBezTo>
                    <a:pt x="222" y="317"/>
                    <a:pt x="191" y="349"/>
                    <a:pt x="191" y="349"/>
                  </a:cubicBezTo>
                  <a:cubicBezTo>
                    <a:pt x="191" y="349"/>
                    <a:pt x="191" y="381"/>
                    <a:pt x="159" y="381"/>
                  </a:cubicBezTo>
                  <a:cubicBezTo>
                    <a:pt x="159" y="381"/>
                    <a:pt x="159" y="412"/>
                    <a:pt x="159" y="412"/>
                  </a:cubicBezTo>
                  <a:cubicBezTo>
                    <a:pt x="127" y="412"/>
                    <a:pt x="127" y="444"/>
                    <a:pt x="127" y="444"/>
                  </a:cubicBezTo>
                  <a:lnTo>
                    <a:pt x="96" y="476"/>
                  </a:lnTo>
                  <a:lnTo>
                    <a:pt x="64" y="476"/>
                  </a:lnTo>
                  <a:cubicBezTo>
                    <a:pt x="64" y="507"/>
                    <a:pt x="32" y="507"/>
                    <a:pt x="32" y="507"/>
                  </a:cubicBezTo>
                  <a:cubicBezTo>
                    <a:pt x="32" y="507"/>
                    <a:pt x="32" y="515"/>
                    <a:pt x="28" y="523"/>
                  </a:cubicBezTo>
                  <a:lnTo>
                    <a:pt x="28" y="523"/>
                  </a:lnTo>
                  <a:lnTo>
                    <a:pt x="381" y="317"/>
                  </a:lnTo>
                  <a:cubicBezTo>
                    <a:pt x="444" y="286"/>
                    <a:pt x="507" y="222"/>
                    <a:pt x="571" y="159"/>
                  </a:cubicBezTo>
                  <a:lnTo>
                    <a:pt x="317" y="1"/>
                  </a:lnTo>
                  <a:close/>
                  <a:moveTo>
                    <a:pt x="28" y="523"/>
                  </a:moveTo>
                  <a:lnTo>
                    <a:pt x="1" y="539"/>
                  </a:lnTo>
                  <a:cubicBezTo>
                    <a:pt x="17" y="539"/>
                    <a:pt x="25" y="531"/>
                    <a:pt x="28" y="523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4" name="Google Shape;4764;p24"/>
            <p:cNvSpPr/>
            <p:nvPr/>
          </p:nvSpPr>
          <p:spPr>
            <a:xfrm>
              <a:off x="4408181" y="3893270"/>
              <a:ext cx="75847" cy="72410"/>
            </a:xfrm>
            <a:custGeom>
              <a:rect b="b" l="l" r="r" t="t"/>
              <a:pathLst>
                <a:path extrusionOk="0" h="2359" w="2471">
                  <a:moveTo>
                    <a:pt x="159" y="205"/>
                  </a:moveTo>
                  <a:cubicBezTo>
                    <a:pt x="159" y="206"/>
                    <a:pt x="159" y="207"/>
                    <a:pt x="159" y="208"/>
                  </a:cubicBezTo>
                  <a:lnTo>
                    <a:pt x="159" y="208"/>
                  </a:lnTo>
                  <a:lnTo>
                    <a:pt x="164" y="205"/>
                  </a:lnTo>
                  <a:close/>
                  <a:moveTo>
                    <a:pt x="159" y="208"/>
                  </a:moveTo>
                  <a:lnTo>
                    <a:pt x="109" y="237"/>
                  </a:lnTo>
                  <a:lnTo>
                    <a:pt x="127" y="237"/>
                  </a:lnTo>
                  <a:cubicBezTo>
                    <a:pt x="127" y="237"/>
                    <a:pt x="157" y="237"/>
                    <a:pt x="159" y="208"/>
                  </a:cubicBezTo>
                  <a:close/>
                  <a:moveTo>
                    <a:pt x="96" y="237"/>
                  </a:moveTo>
                  <a:cubicBezTo>
                    <a:pt x="64" y="237"/>
                    <a:pt x="64" y="269"/>
                    <a:pt x="32" y="269"/>
                  </a:cubicBezTo>
                  <a:cubicBezTo>
                    <a:pt x="32" y="269"/>
                    <a:pt x="1" y="269"/>
                    <a:pt x="1" y="301"/>
                  </a:cubicBezTo>
                  <a:lnTo>
                    <a:pt x="109" y="237"/>
                  </a:lnTo>
                  <a:close/>
                  <a:moveTo>
                    <a:pt x="661" y="1"/>
                  </a:moveTo>
                  <a:cubicBezTo>
                    <a:pt x="556" y="1"/>
                    <a:pt x="460" y="26"/>
                    <a:pt x="381" y="79"/>
                  </a:cubicBezTo>
                  <a:lnTo>
                    <a:pt x="164" y="205"/>
                  </a:lnTo>
                  <a:lnTo>
                    <a:pt x="412" y="205"/>
                  </a:lnTo>
                  <a:cubicBezTo>
                    <a:pt x="412" y="205"/>
                    <a:pt x="444" y="205"/>
                    <a:pt x="444" y="237"/>
                  </a:cubicBezTo>
                  <a:lnTo>
                    <a:pt x="507" y="237"/>
                  </a:lnTo>
                  <a:cubicBezTo>
                    <a:pt x="539" y="237"/>
                    <a:pt x="539" y="237"/>
                    <a:pt x="539" y="269"/>
                  </a:cubicBezTo>
                  <a:lnTo>
                    <a:pt x="634" y="269"/>
                  </a:lnTo>
                  <a:cubicBezTo>
                    <a:pt x="634" y="301"/>
                    <a:pt x="666" y="301"/>
                    <a:pt x="666" y="301"/>
                  </a:cubicBezTo>
                  <a:cubicBezTo>
                    <a:pt x="697" y="301"/>
                    <a:pt x="729" y="332"/>
                    <a:pt x="761" y="364"/>
                  </a:cubicBezTo>
                  <a:cubicBezTo>
                    <a:pt x="1331" y="681"/>
                    <a:pt x="1774" y="1409"/>
                    <a:pt x="1838" y="2074"/>
                  </a:cubicBezTo>
                  <a:lnTo>
                    <a:pt x="2344" y="2359"/>
                  </a:lnTo>
                  <a:cubicBezTo>
                    <a:pt x="2376" y="2201"/>
                    <a:pt x="2408" y="2074"/>
                    <a:pt x="2471" y="2011"/>
                  </a:cubicBezTo>
                  <a:lnTo>
                    <a:pt x="2218" y="1852"/>
                  </a:lnTo>
                  <a:cubicBezTo>
                    <a:pt x="2154" y="1187"/>
                    <a:pt x="1711" y="459"/>
                    <a:pt x="1141" y="142"/>
                  </a:cubicBezTo>
                  <a:cubicBezTo>
                    <a:pt x="975" y="50"/>
                    <a:pt x="809" y="1"/>
                    <a:pt x="661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5" name="Google Shape;4765;p24"/>
            <p:cNvSpPr/>
            <p:nvPr/>
          </p:nvSpPr>
          <p:spPr>
            <a:xfrm>
              <a:off x="4488878" y="3972463"/>
              <a:ext cx="982" cy="2947"/>
            </a:xfrm>
            <a:custGeom>
              <a:rect b="b" l="l" r="r" t="t"/>
              <a:pathLst>
                <a:path extrusionOk="0" h="96" w="32">
                  <a:moveTo>
                    <a:pt x="32" y="1"/>
                  </a:moveTo>
                  <a:cubicBezTo>
                    <a:pt x="0" y="32"/>
                    <a:pt x="0" y="64"/>
                    <a:pt x="0" y="96"/>
                  </a:cubicBezTo>
                  <a:lnTo>
                    <a:pt x="0" y="96"/>
                  </a:lnTo>
                  <a:cubicBezTo>
                    <a:pt x="0" y="64"/>
                    <a:pt x="0" y="32"/>
                    <a:pt x="32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6" name="Google Shape;4766;p24"/>
            <p:cNvSpPr/>
            <p:nvPr/>
          </p:nvSpPr>
          <p:spPr>
            <a:xfrm>
              <a:off x="4490812" y="3965649"/>
              <a:ext cx="31" cy="1995"/>
            </a:xfrm>
            <a:custGeom>
              <a:rect b="b" l="l" r="r" t="t"/>
              <a:pathLst>
                <a:path extrusionOk="0" h="65" w="1">
                  <a:moveTo>
                    <a:pt x="1" y="1"/>
                  </a:moveTo>
                  <a:lnTo>
                    <a:pt x="1" y="1"/>
                  </a:lnTo>
                  <a:cubicBezTo>
                    <a:pt x="1" y="33"/>
                    <a:pt x="1" y="33"/>
                    <a:pt x="1" y="64"/>
                  </a:cubicBezTo>
                  <a:lnTo>
                    <a:pt x="1" y="64"/>
                  </a:lnTo>
                  <a:cubicBezTo>
                    <a:pt x="1" y="33"/>
                    <a:pt x="1" y="33"/>
                    <a:pt x="1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7" name="Google Shape;4767;p24"/>
            <p:cNvSpPr/>
            <p:nvPr/>
          </p:nvSpPr>
          <p:spPr>
            <a:xfrm>
              <a:off x="4501494" y="3958865"/>
              <a:ext cx="1013" cy="31"/>
            </a:xfrm>
            <a:custGeom>
              <a:rect b="b" l="l" r="r" t="t"/>
              <a:pathLst>
                <a:path extrusionOk="0" h="1" w="33">
                  <a:moveTo>
                    <a:pt x="33" y="0"/>
                  </a:moveTo>
                  <a:lnTo>
                    <a:pt x="33" y="0"/>
                  </a:ln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ubicBezTo>
                    <a:pt x="1" y="0"/>
                    <a:pt x="1" y="0"/>
                    <a:pt x="33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8" name="Google Shape;4768;p24"/>
            <p:cNvSpPr/>
            <p:nvPr/>
          </p:nvSpPr>
          <p:spPr>
            <a:xfrm>
              <a:off x="4495662" y="3959817"/>
              <a:ext cx="1013" cy="1013"/>
            </a:xfrm>
            <a:custGeom>
              <a:rect b="b" l="l" r="r" t="t"/>
              <a:pathLst>
                <a:path extrusionOk="0" h="33" w="33">
                  <a:moveTo>
                    <a:pt x="33" y="1"/>
                  </a:moveTo>
                  <a:cubicBezTo>
                    <a:pt x="1" y="1"/>
                    <a:pt x="1" y="33"/>
                    <a:pt x="1" y="33"/>
                  </a:cubicBez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9" name="Google Shape;4769;p24"/>
            <p:cNvSpPr/>
            <p:nvPr/>
          </p:nvSpPr>
          <p:spPr>
            <a:xfrm>
              <a:off x="4497626" y="3958865"/>
              <a:ext cx="982" cy="982"/>
            </a:xfrm>
            <a:custGeom>
              <a:rect b="b" l="l" r="r" t="t"/>
              <a:pathLst>
                <a:path extrusionOk="0" h="32" w="32">
                  <a:moveTo>
                    <a:pt x="32" y="0"/>
                  </a:moveTo>
                  <a:lnTo>
                    <a:pt x="32" y="0"/>
                  </a:lnTo>
                  <a:cubicBezTo>
                    <a:pt x="0" y="32"/>
                    <a:pt x="0" y="32"/>
                    <a:pt x="0" y="32"/>
                  </a:cubicBezTo>
                  <a:lnTo>
                    <a:pt x="0" y="32"/>
                  </a:lnTo>
                  <a:cubicBezTo>
                    <a:pt x="0" y="32"/>
                    <a:pt x="0" y="32"/>
                    <a:pt x="32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0" name="Google Shape;4770;p24"/>
            <p:cNvSpPr/>
            <p:nvPr/>
          </p:nvSpPr>
          <p:spPr>
            <a:xfrm>
              <a:off x="4491794" y="3963715"/>
              <a:ext cx="31" cy="1013"/>
            </a:xfrm>
            <a:custGeom>
              <a:rect b="b" l="l" r="r" t="t"/>
              <a:pathLst>
                <a:path extrusionOk="0" h="33" w="1">
                  <a:moveTo>
                    <a:pt x="0" y="1"/>
                  </a:moveTo>
                  <a:lnTo>
                    <a:pt x="0" y="1"/>
                  </a:lnTo>
                  <a:cubicBezTo>
                    <a:pt x="0" y="32"/>
                    <a:pt x="0" y="32"/>
                    <a:pt x="0" y="32"/>
                  </a:cubicBezTo>
                  <a:lnTo>
                    <a:pt x="0" y="32"/>
                  </a:lnTo>
                  <a:cubicBezTo>
                    <a:pt x="0" y="32"/>
                    <a:pt x="0" y="32"/>
                    <a:pt x="0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1" name="Google Shape;4771;p24"/>
            <p:cNvSpPr/>
            <p:nvPr/>
          </p:nvSpPr>
          <p:spPr>
            <a:xfrm>
              <a:off x="4493728" y="3960799"/>
              <a:ext cx="1013" cy="1013"/>
            </a:xfrm>
            <a:custGeom>
              <a:rect b="b" l="l" r="r" t="t"/>
              <a:pathLst>
                <a:path extrusionOk="0" h="33" w="33">
                  <a:moveTo>
                    <a:pt x="32" y="1"/>
                  </a:moveTo>
                  <a:lnTo>
                    <a:pt x="32" y="1"/>
                  </a:lnTo>
                  <a:lnTo>
                    <a:pt x="1" y="32"/>
                  </a:lnTo>
                  <a:lnTo>
                    <a:pt x="1" y="32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2" name="Google Shape;4772;p24"/>
            <p:cNvSpPr/>
            <p:nvPr/>
          </p:nvSpPr>
          <p:spPr>
            <a:xfrm>
              <a:off x="4490812" y="3984127"/>
              <a:ext cx="1013" cy="5863"/>
            </a:xfrm>
            <a:custGeom>
              <a:rect b="b" l="l" r="r" t="t"/>
              <a:pathLst>
                <a:path extrusionOk="0" h="191" w="33">
                  <a:moveTo>
                    <a:pt x="32" y="191"/>
                  </a:moveTo>
                  <a:cubicBezTo>
                    <a:pt x="1" y="127"/>
                    <a:pt x="1" y="64"/>
                    <a:pt x="1" y="1"/>
                  </a:cubicBezTo>
                  <a:cubicBezTo>
                    <a:pt x="1" y="64"/>
                    <a:pt x="1" y="127"/>
                    <a:pt x="32" y="19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3" name="Google Shape;4773;p24"/>
            <p:cNvSpPr/>
            <p:nvPr/>
          </p:nvSpPr>
          <p:spPr>
            <a:xfrm>
              <a:off x="4501494" y="4007455"/>
              <a:ext cx="4911" cy="4911"/>
            </a:xfrm>
            <a:custGeom>
              <a:rect b="b" l="l" r="r" t="t"/>
              <a:pathLst>
                <a:path extrusionOk="0" h="160" w="160">
                  <a:moveTo>
                    <a:pt x="159" y="159"/>
                  </a:moveTo>
                  <a:cubicBezTo>
                    <a:pt x="96" y="96"/>
                    <a:pt x="64" y="64"/>
                    <a:pt x="1" y="1"/>
                  </a:cubicBezTo>
                  <a:cubicBezTo>
                    <a:pt x="64" y="64"/>
                    <a:pt x="96" y="96"/>
                    <a:pt x="159" y="159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4" name="Google Shape;4774;p24"/>
            <p:cNvSpPr/>
            <p:nvPr/>
          </p:nvSpPr>
          <p:spPr>
            <a:xfrm>
              <a:off x="4492746" y="3962733"/>
              <a:ext cx="1013" cy="1013"/>
            </a:xfrm>
            <a:custGeom>
              <a:rect b="b" l="l" r="r" t="t"/>
              <a:pathLst>
                <a:path extrusionOk="0" h="33" w="33">
                  <a:moveTo>
                    <a:pt x="33" y="1"/>
                  </a:moveTo>
                  <a:lnTo>
                    <a:pt x="33" y="1"/>
                  </a:lnTo>
                  <a:cubicBezTo>
                    <a:pt x="1" y="1"/>
                    <a:pt x="1" y="1"/>
                    <a:pt x="1" y="33"/>
                  </a:cubicBezTo>
                  <a:lnTo>
                    <a:pt x="1" y="33"/>
                  </a:lnTo>
                  <a:cubicBezTo>
                    <a:pt x="1" y="1"/>
                    <a:pt x="1" y="1"/>
                    <a:pt x="33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5" name="Google Shape;4775;p24"/>
            <p:cNvSpPr/>
            <p:nvPr/>
          </p:nvSpPr>
          <p:spPr>
            <a:xfrm>
              <a:off x="4489829" y="3970529"/>
              <a:ext cx="31" cy="1964"/>
            </a:xfrm>
            <a:custGeom>
              <a:rect b="b" l="l" r="r" t="t"/>
              <a:pathLst>
                <a:path extrusionOk="0" h="64" w="1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32"/>
                    <a:pt x="1" y="32"/>
                  </a:cubicBezTo>
                  <a:lnTo>
                    <a:pt x="1" y="64"/>
                  </a:lnTo>
                  <a:cubicBezTo>
                    <a:pt x="1" y="3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6" name="Google Shape;4776;p24"/>
            <p:cNvSpPr/>
            <p:nvPr/>
          </p:nvSpPr>
          <p:spPr>
            <a:xfrm>
              <a:off x="4489829" y="3967613"/>
              <a:ext cx="1013" cy="1964"/>
            </a:xfrm>
            <a:custGeom>
              <a:rect b="b" l="l" r="r" t="t"/>
              <a:pathLst>
                <a:path extrusionOk="0" h="64" w="33">
                  <a:moveTo>
                    <a:pt x="33" y="0"/>
                  </a:moveTo>
                  <a:cubicBezTo>
                    <a:pt x="1" y="32"/>
                    <a:pt x="1" y="32"/>
                    <a:pt x="1" y="6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7" name="Google Shape;4777;p24"/>
            <p:cNvSpPr/>
            <p:nvPr/>
          </p:nvSpPr>
          <p:spPr>
            <a:xfrm>
              <a:off x="4492746" y="3991923"/>
              <a:ext cx="2947" cy="5863"/>
            </a:xfrm>
            <a:custGeom>
              <a:rect b="b" l="l" r="r" t="t"/>
              <a:pathLst>
                <a:path extrusionOk="0" h="191" w="96">
                  <a:moveTo>
                    <a:pt x="96" y="190"/>
                  </a:moveTo>
                  <a:cubicBezTo>
                    <a:pt x="64" y="127"/>
                    <a:pt x="33" y="63"/>
                    <a:pt x="1" y="0"/>
                  </a:cubicBezTo>
                  <a:cubicBezTo>
                    <a:pt x="33" y="63"/>
                    <a:pt x="64" y="127"/>
                    <a:pt x="96" y="19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8" name="Google Shape;4778;p24"/>
            <p:cNvSpPr/>
            <p:nvPr/>
          </p:nvSpPr>
          <p:spPr>
            <a:xfrm>
              <a:off x="4499560" y="3958865"/>
              <a:ext cx="1013" cy="31"/>
            </a:xfrm>
            <a:custGeom>
              <a:rect b="b" l="l" r="r" t="t"/>
              <a:pathLst>
                <a:path extrusionOk="0" h="1" w="33">
                  <a:moveTo>
                    <a:pt x="32" y="0"/>
                  </a:moveTo>
                  <a:lnTo>
                    <a:pt x="32" y="0"/>
                  </a:ln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9" name="Google Shape;4779;p24"/>
            <p:cNvSpPr/>
            <p:nvPr/>
          </p:nvSpPr>
          <p:spPr>
            <a:xfrm>
              <a:off x="4488878" y="3958865"/>
              <a:ext cx="48621" cy="61789"/>
            </a:xfrm>
            <a:custGeom>
              <a:rect b="b" l="l" r="r" t="t"/>
              <a:pathLst>
                <a:path extrusionOk="0" h="2013" w="1584">
                  <a:moveTo>
                    <a:pt x="317" y="0"/>
                  </a:moveTo>
                  <a:cubicBezTo>
                    <a:pt x="285" y="32"/>
                    <a:pt x="285" y="32"/>
                    <a:pt x="285" y="32"/>
                  </a:cubicBezTo>
                  <a:lnTo>
                    <a:pt x="254" y="32"/>
                  </a:lnTo>
                  <a:cubicBezTo>
                    <a:pt x="222" y="32"/>
                    <a:pt x="222" y="64"/>
                    <a:pt x="222" y="64"/>
                  </a:cubicBezTo>
                  <a:lnTo>
                    <a:pt x="190" y="64"/>
                  </a:lnTo>
                  <a:lnTo>
                    <a:pt x="159" y="95"/>
                  </a:lnTo>
                  <a:cubicBezTo>
                    <a:pt x="159" y="95"/>
                    <a:pt x="159" y="127"/>
                    <a:pt x="159" y="127"/>
                  </a:cubicBezTo>
                  <a:cubicBezTo>
                    <a:pt x="127" y="127"/>
                    <a:pt x="127" y="127"/>
                    <a:pt x="127" y="159"/>
                  </a:cubicBezTo>
                  <a:lnTo>
                    <a:pt x="95" y="159"/>
                  </a:lnTo>
                  <a:cubicBezTo>
                    <a:pt x="95" y="190"/>
                    <a:pt x="95" y="190"/>
                    <a:pt x="95" y="190"/>
                  </a:cubicBezTo>
                  <a:cubicBezTo>
                    <a:pt x="95" y="222"/>
                    <a:pt x="64" y="222"/>
                    <a:pt x="64" y="222"/>
                  </a:cubicBezTo>
                  <a:cubicBezTo>
                    <a:pt x="64" y="254"/>
                    <a:pt x="64" y="254"/>
                    <a:pt x="64" y="285"/>
                  </a:cubicBezTo>
                  <a:lnTo>
                    <a:pt x="32" y="285"/>
                  </a:lnTo>
                  <a:lnTo>
                    <a:pt x="32" y="349"/>
                  </a:lnTo>
                  <a:cubicBezTo>
                    <a:pt x="32" y="349"/>
                    <a:pt x="32" y="380"/>
                    <a:pt x="32" y="380"/>
                  </a:cubicBezTo>
                  <a:cubicBezTo>
                    <a:pt x="32" y="380"/>
                    <a:pt x="32" y="412"/>
                    <a:pt x="32" y="444"/>
                  </a:cubicBezTo>
                  <a:lnTo>
                    <a:pt x="0" y="444"/>
                  </a:lnTo>
                  <a:cubicBezTo>
                    <a:pt x="0" y="475"/>
                    <a:pt x="0" y="507"/>
                    <a:pt x="0" y="539"/>
                  </a:cubicBezTo>
                  <a:cubicBezTo>
                    <a:pt x="0" y="602"/>
                    <a:pt x="0" y="665"/>
                    <a:pt x="32" y="729"/>
                  </a:cubicBezTo>
                  <a:cubicBezTo>
                    <a:pt x="32" y="760"/>
                    <a:pt x="32" y="824"/>
                    <a:pt x="32" y="855"/>
                  </a:cubicBezTo>
                  <a:cubicBezTo>
                    <a:pt x="64" y="887"/>
                    <a:pt x="64" y="950"/>
                    <a:pt x="95" y="1014"/>
                  </a:cubicBezTo>
                  <a:lnTo>
                    <a:pt x="127" y="1077"/>
                  </a:lnTo>
                  <a:cubicBezTo>
                    <a:pt x="159" y="1140"/>
                    <a:pt x="190" y="1204"/>
                    <a:pt x="222" y="1267"/>
                  </a:cubicBezTo>
                  <a:cubicBezTo>
                    <a:pt x="254" y="1362"/>
                    <a:pt x="317" y="1425"/>
                    <a:pt x="349" y="1520"/>
                  </a:cubicBezTo>
                  <a:cubicBezTo>
                    <a:pt x="380" y="1520"/>
                    <a:pt x="412" y="1552"/>
                    <a:pt x="412" y="1584"/>
                  </a:cubicBezTo>
                  <a:cubicBezTo>
                    <a:pt x="475" y="1647"/>
                    <a:pt x="507" y="1679"/>
                    <a:pt x="570" y="1742"/>
                  </a:cubicBezTo>
                  <a:cubicBezTo>
                    <a:pt x="634" y="1805"/>
                    <a:pt x="729" y="1869"/>
                    <a:pt x="792" y="1900"/>
                  </a:cubicBezTo>
                  <a:cubicBezTo>
                    <a:pt x="924" y="1976"/>
                    <a:pt x="1048" y="2012"/>
                    <a:pt x="1157" y="2012"/>
                  </a:cubicBezTo>
                  <a:cubicBezTo>
                    <a:pt x="1412" y="2012"/>
                    <a:pt x="1584" y="1813"/>
                    <a:pt x="1584" y="1457"/>
                  </a:cubicBezTo>
                  <a:cubicBezTo>
                    <a:pt x="1584" y="950"/>
                    <a:pt x="1235" y="349"/>
                    <a:pt x="824" y="95"/>
                  </a:cubicBezTo>
                  <a:cubicBezTo>
                    <a:pt x="792" y="64"/>
                    <a:pt x="760" y="64"/>
                    <a:pt x="729" y="64"/>
                  </a:cubicBezTo>
                  <a:cubicBezTo>
                    <a:pt x="729" y="64"/>
                    <a:pt x="697" y="32"/>
                    <a:pt x="697" y="32"/>
                  </a:cubicBezTo>
                  <a:lnTo>
                    <a:pt x="665" y="32"/>
                  </a:lnTo>
                  <a:cubicBezTo>
                    <a:pt x="634" y="32"/>
                    <a:pt x="634" y="32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0" name="Google Shape;4780;p24"/>
            <p:cNvSpPr/>
            <p:nvPr/>
          </p:nvSpPr>
          <p:spPr>
            <a:xfrm>
              <a:off x="4489829" y="3939926"/>
              <a:ext cx="69064" cy="90888"/>
            </a:xfrm>
            <a:custGeom>
              <a:rect b="b" l="l" r="r" t="t"/>
              <a:pathLst>
                <a:path extrusionOk="0" h="2961" w="2250">
                  <a:moveTo>
                    <a:pt x="96" y="237"/>
                  </a:moveTo>
                  <a:cubicBezTo>
                    <a:pt x="96" y="240"/>
                    <a:pt x="96" y="243"/>
                    <a:pt x="96" y="245"/>
                  </a:cubicBezTo>
                  <a:lnTo>
                    <a:pt x="96" y="245"/>
                  </a:lnTo>
                  <a:lnTo>
                    <a:pt x="110" y="237"/>
                  </a:lnTo>
                  <a:close/>
                  <a:moveTo>
                    <a:pt x="96" y="245"/>
                  </a:moveTo>
                  <a:lnTo>
                    <a:pt x="55" y="269"/>
                  </a:lnTo>
                  <a:lnTo>
                    <a:pt x="64" y="269"/>
                  </a:lnTo>
                  <a:cubicBezTo>
                    <a:pt x="93" y="269"/>
                    <a:pt x="96" y="269"/>
                    <a:pt x="96" y="245"/>
                  </a:cubicBezTo>
                  <a:close/>
                  <a:moveTo>
                    <a:pt x="33" y="269"/>
                  </a:moveTo>
                  <a:lnTo>
                    <a:pt x="1" y="301"/>
                  </a:lnTo>
                  <a:lnTo>
                    <a:pt x="55" y="269"/>
                  </a:lnTo>
                  <a:close/>
                  <a:moveTo>
                    <a:pt x="662" y="1"/>
                  </a:moveTo>
                  <a:cubicBezTo>
                    <a:pt x="556" y="1"/>
                    <a:pt x="460" y="26"/>
                    <a:pt x="381" y="79"/>
                  </a:cubicBezTo>
                  <a:lnTo>
                    <a:pt x="110" y="237"/>
                  </a:lnTo>
                  <a:lnTo>
                    <a:pt x="223" y="237"/>
                  </a:lnTo>
                  <a:cubicBezTo>
                    <a:pt x="254" y="237"/>
                    <a:pt x="254" y="237"/>
                    <a:pt x="286" y="206"/>
                  </a:cubicBezTo>
                  <a:lnTo>
                    <a:pt x="318" y="206"/>
                  </a:lnTo>
                  <a:cubicBezTo>
                    <a:pt x="349" y="206"/>
                    <a:pt x="349" y="206"/>
                    <a:pt x="381" y="237"/>
                  </a:cubicBezTo>
                  <a:lnTo>
                    <a:pt x="476" y="237"/>
                  </a:lnTo>
                  <a:cubicBezTo>
                    <a:pt x="476" y="237"/>
                    <a:pt x="508" y="237"/>
                    <a:pt x="508" y="269"/>
                  </a:cubicBezTo>
                  <a:lnTo>
                    <a:pt x="571" y="269"/>
                  </a:lnTo>
                  <a:cubicBezTo>
                    <a:pt x="571" y="269"/>
                    <a:pt x="603" y="301"/>
                    <a:pt x="634" y="301"/>
                  </a:cubicBezTo>
                  <a:lnTo>
                    <a:pt x="666" y="301"/>
                  </a:lnTo>
                  <a:cubicBezTo>
                    <a:pt x="698" y="332"/>
                    <a:pt x="729" y="332"/>
                    <a:pt x="761" y="364"/>
                  </a:cubicBezTo>
                  <a:cubicBezTo>
                    <a:pt x="1363" y="712"/>
                    <a:pt x="1869" y="1567"/>
                    <a:pt x="1869" y="2264"/>
                  </a:cubicBezTo>
                  <a:cubicBezTo>
                    <a:pt x="1869" y="2296"/>
                    <a:pt x="1869" y="2327"/>
                    <a:pt x="1869" y="2359"/>
                  </a:cubicBezTo>
                  <a:cubicBezTo>
                    <a:pt x="1869" y="2391"/>
                    <a:pt x="1838" y="2391"/>
                    <a:pt x="1838" y="2422"/>
                  </a:cubicBezTo>
                  <a:cubicBezTo>
                    <a:pt x="1838" y="2422"/>
                    <a:pt x="1838" y="2454"/>
                    <a:pt x="1838" y="2486"/>
                  </a:cubicBezTo>
                  <a:cubicBezTo>
                    <a:pt x="1838" y="2517"/>
                    <a:pt x="1838" y="2517"/>
                    <a:pt x="1838" y="2517"/>
                  </a:cubicBezTo>
                  <a:cubicBezTo>
                    <a:pt x="1838" y="2549"/>
                    <a:pt x="1806" y="2581"/>
                    <a:pt x="1806" y="2581"/>
                  </a:cubicBezTo>
                  <a:cubicBezTo>
                    <a:pt x="1806" y="2612"/>
                    <a:pt x="1806" y="2612"/>
                    <a:pt x="1806" y="2644"/>
                  </a:cubicBezTo>
                  <a:cubicBezTo>
                    <a:pt x="1774" y="2644"/>
                    <a:pt x="1774" y="2676"/>
                    <a:pt x="1774" y="2676"/>
                  </a:cubicBezTo>
                  <a:cubicBezTo>
                    <a:pt x="1774" y="2707"/>
                    <a:pt x="1774" y="2707"/>
                    <a:pt x="1743" y="2707"/>
                  </a:cubicBezTo>
                  <a:lnTo>
                    <a:pt x="1743" y="2771"/>
                  </a:lnTo>
                  <a:cubicBezTo>
                    <a:pt x="1711" y="2771"/>
                    <a:pt x="1711" y="2802"/>
                    <a:pt x="1711" y="2802"/>
                  </a:cubicBezTo>
                  <a:cubicBezTo>
                    <a:pt x="1711" y="2802"/>
                    <a:pt x="1679" y="2834"/>
                    <a:pt x="1679" y="2834"/>
                  </a:cubicBezTo>
                  <a:cubicBezTo>
                    <a:pt x="1679" y="2866"/>
                    <a:pt x="1648" y="2866"/>
                    <a:pt x="1648" y="2866"/>
                  </a:cubicBezTo>
                  <a:cubicBezTo>
                    <a:pt x="1648" y="2866"/>
                    <a:pt x="1616" y="2897"/>
                    <a:pt x="1616" y="2897"/>
                  </a:cubicBezTo>
                  <a:cubicBezTo>
                    <a:pt x="1616" y="2897"/>
                    <a:pt x="1584" y="2929"/>
                    <a:pt x="1584" y="2929"/>
                  </a:cubicBezTo>
                  <a:lnTo>
                    <a:pt x="1553" y="2961"/>
                  </a:lnTo>
                  <a:lnTo>
                    <a:pt x="1933" y="2739"/>
                  </a:lnTo>
                  <a:cubicBezTo>
                    <a:pt x="2123" y="2612"/>
                    <a:pt x="2249" y="2359"/>
                    <a:pt x="2249" y="2042"/>
                  </a:cubicBezTo>
                  <a:cubicBezTo>
                    <a:pt x="2249" y="1346"/>
                    <a:pt x="1743" y="491"/>
                    <a:pt x="1141" y="142"/>
                  </a:cubicBezTo>
                  <a:cubicBezTo>
                    <a:pt x="975" y="50"/>
                    <a:pt x="809" y="1"/>
                    <a:pt x="662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1" name="Google Shape;4781;p24"/>
            <p:cNvSpPr/>
            <p:nvPr/>
          </p:nvSpPr>
          <p:spPr>
            <a:xfrm>
              <a:off x="4398481" y="3899562"/>
              <a:ext cx="148748" cy="133001"/>
            </a:xfrm>
            <a:custGeom>
              <a:rect b="b" l="l" r="r" t="t"/>
              <a:pathLst>
                <a:path extrusionOk="0" h="4333" w="4846">
                  <a:moveTo>
                    <a:pt x="792" y="381"/>
                  </a:moveTo>
                  <a:cubicBezTo>
                    <a:pt x="792" y="381"/>
                    <a:pt x="823" y="381"/>
                    <a:pt x="823" y="412"/>
                  </a:cubicBezTo>
                  <a:lnTo>
                    <a:pt x="855" y="412"/>
                  </a:lnTo>
                  <a:cubicBezTo>
                    <a:pt x="950" y="412"/>
                    <a:pt x="1013" y="444"/>
                    <a:pt x="1108" y="507"/>
                  </a:cubicBezTo>
                  <a:cubicBezTo>
                    <a:pt x="1330" y="634"/>
                    <a:pt x="1520" y="824"/>
                    <a:pt x="1679" y="1077"/>
                  </a:cubicBezTo>
                  <a:cubicBezTo>
                    <a:pt x="1805" y="1331"/>
                    <a:pt x="1900" y="1616"/>
                    <a:pt x="1900" y="1869"/>
                  </a:cubicBezTo>
                  <a:cubicBezTo>
                    <a:pt x="1900" y="2224"/>
                    <a:pt x="1713" y="2424"/>
                    <a:pt x="1459" y="2424"/>
                  </a:cubicBezTo>
                  <a:cubicBezTo>
                    <a:pt x="1351" y="2424"/>
                    <a:pt x="1231" y="2388"/>
                    <a:pt x="1108" y="2312"/>
                  </a:cubicBezTo>
                  <a:cubicBezTo>
                    <a:pt x="1045" y="2281"/>
                    <a:pt x="982" y="2249"/>
                    <a:pt x="950" y="2217"/>
                  </a:cubicBezTo>
                  <a:cubicBezTo>
                    <a:pt x="792" y="2091"/>
                    <a:pt x="633" y="1901"/>
                    <a:pt x="538" y="1711"/>
                  </a:cubicBezTo>
                  <a:cubicBezTo>
                    <a:pt x="507" y="1647"/>
                    <a:pt x="475" y="1584"/>
                    <a:pt x="443" y="1521"/>
                  </a:cubicBezTo>
                  <a:cubicBezTo>
                    <a:pt x="412" y="1457"/>
                    <a:pt x="380" y="1394"/>
                    <a:pt x="380" y="1331"/>
                  </a:cubicBezTo>
                  <a:cubicBezTo>
                    <a:pt x="348" y="1299"/>
                    <a:pt x="348" y="1267"/>
                    <a:pt x="348" y="1236"/>
                  </a:cubicBezTo>
                  <a:cubicBezTo>
                    <a:pt x="317" y="1141"/>
                    <a:pt x="317" y="1046"/>
                    <a:pt x="317" y="951"/>
                  </a:cubicBezTo>
                  <a:cubicBezTo>
                    <a:pt x="317" y="919"/>
                    <a:pt x="317" y="887"/>
                    <a:pt x="317" y="856"/>
                  </a:cubicBezTo>
                  <a:cubicBezTo>
                    <a:pt x="317" y="856"/>
                    <a:pt x="317" y="856"/>
                    <a:pt x="317" y="824"/>
                  </a:cubicBezTo>
                  <a:cubicBezTo>
                    <a:pt x="317" y="824"/>
                    <a:pt x="317" y="792"/>
                    <a:pt x="317" y="761"/>
                  </a:cubicBezTo>
                  <a:cubicBezTo>
                    <a:pt x="317" y="761"/>
                    <a:pt x="317" y="761"/>
                    <a:pt x="317" y="729"/>
                  </a:cubicBezTo>
                  <a:cubicBezTo>
                    <a:pt x="348" y="729"/>
                    <a:pt x="348" y="697"/>
                    <a:pt x="348" y="697"/>
                  </a:cubicBezTo>
                  <a:cubicBezTo>
                    <a:pt x="348" y="697"/>
                    <a:pt x="348" y="666"/>
                    <a:pt x="348" y="666"/>
                  </a:cubicBezTo>
                  <a:cubicBezTo>
                    <a:pt x="348" y="666"/>
                    <a:pt x="348" y="634"/>
                    <a:pt x="380" y="634"/>
                  </a:cubicBezTo>
                  <a:cubicBezTo>
                    <a:pt x="380" y="634"/>
                    <a:pt x="380" y="602"/>
                    <a:pt x="380" y="602"/>
                  </a:cubicBezTo>
                  <a:cubicBezTo>
                    <a:pt x="380" y="602"/>
                    <a:pt x="380" y="571"/>
                    <a:pt x="412" y="571"/>
                  </a:cubicBezTo>
                  <a:cubicBezTo>
                    <a:pt x="412" y="571"/>
                    <a:pt x="412" y="571"/>
                    <a:pt x="412" y="539"/>
                  </a:cubicBezTo>
                  <a:cubicBezTo>
                    <a:pt x="443" y="539"/>
                    <a:pt x="443" y="539"/>
                    <a:pt x="443" y="507"/>
                  </a:cubicBezTo>
                  <a:lnTo>
                    <a:pt x="475" y="507"/>
                  </a:lnTo>
                  <a:lnTo>
                    <a:pt x="475" y="476"/>
                  </a:lnTo>
                  <a:lnTo>
                    <a:pt x="507" y="476"/>
                  </a:lnTo>
                  <a:cubicBezTo>
                    <a:pt x="507" y="444"/>
                    <a:pt x="538" y="444"/>
                    <a:pt x="538" y="444"/>
                  </a:cubicBezTo>
                  <a:cubicBezTo>
                    <a:pt x="538" y="444"/>
                    <a:pt x="570" y="444"/>
                    <a:pt x="570" y="412"/>
                  </a:cubicBezTo>
                  <a:lnTo>
                    <a:pt x="665" y="412"/>
                  </a:lnTo>
                  <a:cubicBezTo>
                    <a:pt x="665" y="381"/>
                    <a:pt x="697" y="381"/>
                    <a:pt x="697" y="381"/>
                  </a:cubicBezTo>
                  <a:close/>
                  <a:moveTo>
                    <a:pt x="3547" y="1932"/>
                  </a:moveTo>
                  <a:cubicBezTo>
                    <a:pt x="3579" y="1932"/>
                    <a:pt x="3579" y="1932"/>
                    <a:pt x="3579" y="1964"/>
                  </a:cubicBezTo>
                  <a:lnTo>
                    <a:pt x="3642" y="1964"/>
                  </a:lnTo>
                  <a:cubicBezTo>
                    <a:pt x="3642" y="1964"/>
                    <a:pt x="3674" y="1964"/>
                    <a:pt x="3674" y="1996"/>
                  </a:cubicBezTo>
                  <a:cubicBezTo>
                    <a:pt x="3705" y="1996"/>
                    <a:pt x="3705" y="1996"/>
                    <a:pt x="3737" y="2027"/>
                  </a:cubicBezTo>
                  <a:cubicBezTo>
                    <a:pt x="4180" y="2281"/>
                    <a:pt x="4529" y="2882"/>
                    <a:pt x="4529" y="3389"/>
                  </a:cubicBezTo>
                  <a:cubicBezTo>
                    <a:pt x="4529" y="3745"/>
                    <a:pt x="4357" y="3944"/>
                    <a:pt x="4102" y="3944"/>
                  </a:cubicBezTo>
                  <a:cubicBezTo>
                    <a:pt x="3993" y="3944"/>
                    <a:pt x="3869" y="3908"/>
                    <a:pt x="3737" y="3832"/>
                  </a:cubicBezTo>
                  <a:cubicBezTo>
                    <a:pt x="3674" y="3801"/>
                    <a:pt x="3579" y="3737"/>
                    <a:pt x="3515" y="3674"/>
                  </a:cubicBezTo>
                  <a:cubicBezTo>
                    <a:pt x="3452" y="3611"/>
                    <a:pt x="3420" y="3579"/>
                    <a:pt x="3357" y="3516"/>
                  </a:cubicBezTo>
                  <a:cubicBezTo>
                    <a:pt x="3357" y="3484"/>
                    <a:pt x="3325" y="3452"/>
                    <a:pt x="3294" y="3421"/>
                  </a:cubicBezTo>
                  <a:cubicBezTo>
                    <a:pt x="3262" y="3357"/>
                    <a:pt x="3199" y="3294"/>
                    <a:pt x="3167" y="3199"/>
                  </a:cubicBezTo>
                  <a:cubicBezTo>
                    <a:pt x="3135" y="3136"/>
                    <a:pt x="3104" y="3072"/>
                    <a:pt x="3072" y="3009"/>
                  </a:cubicBezTo>
                  <a:lnTo>
                    <a:pt x="3040" y="2946"/>
                  </a:lnTo>
                  <a:cubicBezTo>
                    <a:pt x="3009" y="2882"/>
                    <a:pt x="3009" y="2819"/>
                    <a:pt x="2977" y="2756"/>
                  </a:cubicBezTo>
                  <a:cubicBezTo>
                    <a:pt x="2977" y="2724"/>
                    <a:pt x="2977" y="2692"/>
                    <a:pt x="2977" y="2661"/>
                  </a:cubicBezTo>
                  <a:cubicBezTo>
                    <a:pt x="2977" y="2597"/>
                    <a:pt x="2945" y="2534"/>
                    <a:pt x="2945" y="2471"/>
                  </a:cubicBezTo>
                  <a:cubicBezTo>
                    <a:pt x="2945" y="2439"/>
                    <a:pt x="2945" y="2407"/>
                    <a:pt x="2945" y="2376"/>
                  </a:cubicBezTo>
                  <a:cubicBezTo>
                    <a:pt x="2945" y="2376"/>
                    <a:pt x="2977" y="2376"/>
                    <a:pt x="2977" y="2344"/>
                  </a:cubicBezTo>
                  <a:cubicBezTo>
                    <a:pt x="2977" y="2344"/>
                    <a:pt x="2977" y="2312"/>
                    <a:pt x="2977" y="2312"/>
                  </a:cubicBezTo>
                  <a:cubicBezTo>
                    <a:pt x="2977" y="2281"/>
                    <a:pt x="2977" y="2281"/>
                    <a:pt x="2977" y="2281"/>
                  </a:cubicBezTo>
                  <a:cubicBezTo>
                    <a:pt x="2977" y="2249"/>
                    <a:pt x="2977" y="2249"/>
                    <a:pt x="2977" y="2217"/>
                  </a:cubicBezTo>
                  <a:cubicBezTo>
                    <a:pt x="3009" y="2217"/>
                    <a:pt x="3009" y="2217"/>
                    <a:pt x="3009" y="2186"/>
                  </a:cubicBezTo>
                  <a:cubicBezTo>
                    <a:pt x="3009" y="2186"/>
                    <a:pt x="3009" y="2186"/>
                    <a:pt x="3009" y="2154"/>
                  </a:cubicBezTo>
                  <a:cubicBezTo>
                    <a:pt x="3009" y="2154"/>
                    <a:pt x="3040" y="2154"/>
                    <a:pt x="3040" y="2122"/>
                  </a:cubicBezTo>
                  <a:cubicBezTo>
                    <a:pt x="3040" y="2122"/>
                    <a:pt x="3040" y="2122"/>
                    <a:pt x="3040" y="2091"/>
                  </a:cubicBezTo>
                  <a:lnTo>
                    <a:pt x="3072" y="2091"/>
                  </a:lnTo>
                  <a:cubicBezTo>
                    <a:pt x="3072" y="2059"/>
                    <a:pt x="3072" y="2059"/>
                    <a:pt x="3104" y="2059"/>
                  </a:cubicBezTo>
                  <a:lnTo>
                    <a:pt x="3104" y="2027"/>
                  </a:lnTo>
                  <a:lnTo>
                    <a:pt x="3135" y="1996"/>
                  </a:lnTo>
                  <a:lnTo>
                    <a:pt x="3167" y="1996"/>
                  </a:lnTo>
                  <a:cubicBezTo>
                    <a:pt x="3167" y="1996"/>
                    <a:pt x="3167" y="1964"/>
                    <a:pt x="3199" y="1964"/>
                  </a:cubicBezTo>
                  <a:lnTo>
                    <a:pt x="3230" y="1964"/>
                  </a:lnTo>
                  <a:cubicBezTo>
                    <a:pt x="3230" y="1964"/>
                    <a:pt x="3230" y="1932"/>
                    <a:pt x="3262" y="1932"/>
                  </a:cubicBezTo>
                  <a:close/>
                  <a:moveTo>
                    <a:pt x="475" y="0"/>
                  </a:moveTo>
                  <a:cubicBezTo>
                    <a:pt x="475" y="0"/>
                    <a:pt x="443" y="0"/>
                    <a:pt x="443" y="32"/>
                  </a:cubicBezTo>
                  <a:lnTo>
                    <a:pt x="380" y="32"/>
                  </a:lnTo>
                  <a:cubicBezTo>
                    <a:pt x="348" y="64"/>
                    <a:pt x="348" y="64"/>
                    <a:pt x="317" y="64"/>
                  </a:cubicBezTo>
                  <a:cubicBezTo>
                    <a:pt x="127" y="191"/>
                    <a:pt x="0" y="412"/>
                    <a:pt x="0" y="761"/>
                  </a:cubicBezTo>
                  <a:cubicBezTo>
                    <a:pt x="0" y="1457"/>
                    <a:pt x="475" y="2312"/>
                    <a:pt x="1077" y="2661"/>
                  </a:cubicBezTo>
                  <a:cubicBezTo>
                    <a:pt x="1261" y="2753"/>
                    <a:pt x="1435" y="2802"/>
                    <a:pt x="1586" y="2802"/>
                  </a:cubicBezTo>
                  <a:cubicBezTo>
                    <a:pt x="1693" y="2802"/>
                    <a:pt x="1789" y="2777"/>
                    <a:pt x="1869" y="2724"/>
                  </a:cubicBezTo>
                  <a:cubicBezTo>
                    <a:pt x="1869" y="2724"/>
                    <a:pt x="1900" y="2724"/>
                    <a:pt x="1900" y="2692"/>
                  </a:cubicBezTo>
                  <a:lnTo>
                    <a:pt x="1932" y="2692"/>
                  </a:lnTo>
                  <a:cubicBezTo>
                    <a:pt x="1932" y="2661"/>
                    <a:pt x="1964" y="2661"/>
                    <a:pt x="1964" y="2661"/>
                  </a:cubicBezTo>
                  <a:lnTo>
                    <a:pt x="1995" y="2629"/>
                  </a:lnTo>
                  <a:cubicBezTo>
                    <a:pt x="1995" y="2629"/>
                    <a:pt x="1995" y="2597"/>
                    <a:pt x="1995" y="2597"/>
                  </a:cubicBezTo>
                  <a:cubicBezTo>
                    <a:pt x="2027" y="2597"/>
                    <a:pt x="2027" y="2566"/>
                    <a:pt x="2027" y="2566"/>
                  </a:cubicBezTo>
                  <a:cubicBezTo>
                    <a:pt x="2027" y="2566"/>
                    <a:pt x="2059" y="2534"/>
                    <a:pt x="2059" y="2534"/>
                  </a:cubicBezTo>
                  <a:cubicBezTo>
                    <a:pt x="2059" y="2534"/>
                    <a:pt x="2059" y="2502"/>
                    <a:pt x="2090" y="2502"/>
                  </a:cubicBezTo>
                  <a:cubicBezTo>
                    <a:pt x="2090" y="2471"/>
                    <a:pt x="2090" y="2471"/>
                    <a:pt x="2090" y="2471"/>
                  </a:cubicBezTo>
                  <a:cubicBezTo>
                    <a:pt x="2090" y="2439"/>
                    <a:pt x="2122" y="2439"/>
                    <a:pt x="2122" y="2407"/>
                  </a:cubicBezTo>
                  <a:cubicBezTo>
                    <a:pt x="2122" y="2407"/>
                    <a:pt x="2122" y="2407"/>
                    <a:pt x="2122" y="2376"/>
                  </a:cubicBezTo>
                  <a:cubicBezTo>
                    <a:pt x="2122" y="2376"/>
                    <a:pt x="2122" y="2344"/>
                    <a:pt x="2154" y="2344"/>
                  </a:cubicBezTo>
                  <a:cubicBezTo>
                    <a:pt x="2154" y="2312"/>
                    <a:pt x="2154" y="2312"/>
                    <a:pt x="2154" y="2312"/>
                  </a:cubicBezTo>
                  <a:cubicBezTo>
                    <a:pt x="2154" y="2281"/>
                    <a:pt x="2154" y="2217"/>
                    <a:pt x="2154" y="2186"/>
                  </a:cubicBezTo>
                  <a:lnTo>
                    <a:pt x="2407" y="2344"/>
                  </a:lnTo>
                  <a:lnTo>
                    <a:pt x="2660" y="2502"/>
                  </a:lnTo>
                  <a:cubicBezTo>
                    <a:pt x="2724" y="3136"/>
                    <a:pt x="3199" y="3864"/>
                    <a:pt x="3737" y="4181"/>
                  </a:cubicBezTo>
                  <a:cubicBezTo>
                    <a:pt x="3911" y="4285"/>
                    <a:pt x="4076" y="4332"/>
                    <a:pt x="4226" y="4332"/>
                  </a:cubicBezTo>
                  <a:cubicBezTo>
                    <a:pt x="4348" y="4332"/>
                    <a:pt x="4461" y="4301"/>
                    <a:pt x="4560" y="4244"/>
                  </a:cubicBezTo>
                  <a:cubicBezTo>
                    <a:pt x="4560" y="4244"/>
                    <a:pt x="4592" y="4244"/>
                    <a:pt x="4592" y="4212"/>
                  </a:cubicBezTo>
                  <a:cubicBezTo>
                    <a:pt x="4592" y="4212"/>
                    <a:pt x="4624" y="4212"/>
                    <a:pt x="4624" y="4181"/>
                  </a:cubicBezTo>
                  <a:cubicBezTo>
                    <a:pt x="4624" y="4181"/>
                    <a:pt x="4655" y="4181"/>
                    <a:pt x="4655" y="4149"/>
                  </a:cubicBezTo>
                  <a:cubicBezTo>
                    <a:pt x="4655" y="4149"/>
                    <a:pt x="4687" y="4149"/>
                    <a:pt x="4687" y="4117"/>
                  </a:cubicBezTo>
                  <a:cubicBezTo>
                    <a:pt x="4687" y="4117"/>
                    <a:pt x="4687" y="4086"/>
                    <a:pt x="4719" y="4086"/>
                  </a:cubicBezTo>
                  <a:lnTo>
                    <a:pt x="4719" y="4022"/>
                  </a:lnTo>
                  <a:cubicBezTo>
                    <a:pt x="4750" y="4022"/>
                    <a:pt x="4750" y="4022"/>
                    <a:pt x="4750" y="3991"/>
                  </a:cubicBezTo>
                  <a:cubicBezTo>
                    <a:pt x="4750" y="3991"/>
                    <a:pt x="4750" y="3959"/>
                    <a:pt x="4782" y="3959"/>
                  </a:cubicBezTo>
                  <a:cubicBezTo>
                    <a:pt x="4782" y="3927"/>
                    <a:pt x="4782" y="3927"/>
                    <a:pt x="4782" y="3896"/>
                  </a:cubicBezTo>
                  <a:cubicBezTo>
                    <a:pt x="4782" y="3896"/>
                    <a:pt x="4782" y="3864"/>
                    <a:pt x="4814" y="3832"/>
                  </a:cubicBezTo>
                  <a:cubicBezTo>
                    <a:pt x="4814" y="3832"/>
                    <a:pt x="4814" y="3801"/>
                    <a:pt x="4814" y="3801"/>
                  </a:cubicBezTo>
                  <a:cubicBezTo>
                    <a:pt x="4814" y="3769"/>
                    <a:pt x="4814" y="3737"/>
                    <a:pt x="4814" y="3737"/>
                  </a:cubicBezTo>
                  <a:cubicBezTo>
                    <a:pt x="4814" y="3706"/>
                    <a:pt x="4814" y="3706"/>
                    <a:pt x="4814" y="3706"/>
                  </a:cubicBezTo>
                  <a:cubicBezTo>
                    <a:pt x="4845" y="3642"/>
                    <a:pt x="4845" y="3611"/>
                    <a:pt x="4845" y="3579"/>
                  </a:cubicBezTo>
                  <a:cubicBezTo>
                    <a:pt x="4845" y="2882"/>
                    <a:pt x="4339" y="2027"/>
                    <a:pt x="3737" y="1679"/>
                  </a:cubicBezTo>
                  <a:cubicBezTo>
                    <a:pt x="3705" y="1647"/>
                    <a:pt x="3674" y="1647"/>
                    <a:pt x="3642" y="1616"/>
                  </a:cubicBezTo>
                  <a:lnTo>
                    <a:pt x="3610" y="1616"/>
                  </a:lnTo>
                  <a:cubicBezTo>
                    <a:pt x="3579" y="1616"/>
                    <a:pt x="3547" y="1584"/>
                    <a:pt x="3547" y="1584"/>
                  </a:cubicBezTo>
                  <a:lnTo>
                    <a:pt x="3484" y="1584"/>
                  </a:lnTo>
                  <a:cubicBezTo>
                    <a:pt x="3484" y="1552"/>
                    <a:pt x="3452" y="1552"/>
                    <a:pt x="3420" y="1552"/>
                  </a:cubicBezTo>
                  <a:lnTo>
                    <a:pt x="3072" y="1552"/>
                  </a:lnTo>
                  <a:cubicBezTo>
                    <a:pt x="3072" y="1584"/>
                    <a:pt x="3040" y="1584"/>
                    <a:pt x="3040" y="1584"/>
                  </a:cubicBezTo>
                  <a:lnTo>
                    <a:pt x="3009" y="1584"/>
                  </a:lnTo>
                  <a:cubicBezTo>
                    <a:pt x="2914" y="1647"/>
                    <a:pt x="2850" y="1711"/>
                    <a:pt x="2787" y="1774"/>
                  </a:cubicBezTo>
                  <a:cubicBezTo>
                    <a:pt x="2724" y="1869"/>
                    <a:pt x="2692" y="1996"/>
                    <a:pt x="2660" y="2154"/>
                  </a:cubicBezTo>
                  <a:lnTo>
                    <a:pt x="2154" y="1837"/>
                  </a:lnTo>
                  <a:cubicBezTo>
                    <a:pt x="2090" y="1204"/>
                    <a:pt x="1647" y="476"/>
                    <a:pt x="1077" y="159"/>
                  </a:cubicBezTo>
                  <a:cubicBezTo>
                    <a:pt x="1045" y="127"/>
                    <a:pt x="1013" y="96"/>
                    <a:pt x="982" y="96"/>
                  </a:cubicBezTo>
                  <a:cubicBezTo>
                    <a:pt x="982" y="96"/>
                    <a:pt x="950" y="64"/>
                    <a:pt x="950" y="64"/>
                  </a:cubicBezTo>
                  <a:cubicBezTo>
                    <a:pt x="918" y="64"/>
                    <a:pt x="887" y="64"/>
                    <a:pt x="855" y="32"/>
                  </a:cubicBezTo>
                  <a:lnTo>
                    <a:pt x="823" y="32"/>
                  </a:lnTo>
                  <a:cubicBezTo>
                    <a:pt x="823" y="32"/>
                    <a:pt x="792" y="32"/>
                    <a:pt x="760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2" name="Google Shape;4782;p24"/>
            <p:cNvSpPr/>
            <p:nvPr/>
          </p:nvSpPr>
          <p:spPr>
            <a:xfrm>
              <a:off x="4407229" y="3911226"/>
              <a:ext cx="49603" cy="62771"/>
            </a:xfrm>
            <a:custGeom>
              <a:rect b="b" l="l" r="r" t="t"/>
              <a:pathLst>
                <a:path extrusionOk="0" h="2045" w="1616">
                  <a:moveTo>
                    <a:pt x="348" y="1"/>
                  </a:moveTo>
                  <a:cubicBezTo>
                    <a:pt x="348" y="32"/>
                    <a:pt x="348" y="32"/>
                    <a:pt x="348" y="32"/>
                  </a:cubicBezTo>
                  <a:lnTo>
                    <a:pt x="285" y="32"/>
                  </a:lnTo>
                  <a:cubicBezTo>
                    <a:pt x="253" y="32"/>
                    <a:pt x="253" y="32"/>
                    <a:pt x="253" y="64"/>
                  </a:cubicBezTo>
                  <a:lnTo>
                    <a:pt x="222" y="64"/>
                  </a:lnTo>
                  <a:cubicBezTo>
                    <a:pt x="222" y="64"/>
                    <a:pt x="190" y="96"/>
                    <a:pt x="190" y="96"/>
                  </a:cubicBezTo>
                  <a:lnTo>
                    <a:pt x="158" y="127"/>
                  </a:lnTo>
                  <a:cubicBezTo>
                    <a:pt x="127" y="159"/>
                    <a:pt x="127" y="159"/>
                    <a:pt x="127" y="159"/>
                  </a:cubicBezTo>
                  <a:cubicBezTo>
                    <a:pt x="127" y="159"/>
                    <a:pt x="127" y="191"/>
                    <a:pt x="95" y="191"/>
                  </a:cubicBezTo>
                  <a:cubicBezTo>
                    <a:pt x="95" y="191"/>
                    <a:pt x="95" y="222"/>
                    <a:pt x="95" y="222"/>
                  </a:cubicBezTo>
                  <a:cubicBezTo>
                    <a:pt x="95" y="222"/>
                    <a:pt x="63" y="254"/>
                    <a:pt x="63" y="254"/>
                  </a:cubicBezTo>
                  <a:cubicBezTo>
                    <a:pt x="63" y="254"/>
                    <a:pt x="63" y="286"/>
                    <a:pt x="63" y="286"/>
                  </a:cubicBezTo>
                  <a:cubicBezTo>
                    <a:pt x="63" y="286"/>
                    <a:pt x="63" y="317"/>
                    <a:pt x="32" y="317"/>
                  </a:cubicBezTo>
                  <a:cubicBezTo>
                    <a:pt x="32" y="349"/>
                    <a:pt x="32" y="349"/>
                    <a:pt x="32" y="381"/>
                  </a:cubicBezTo>
                  <a:cubicBezTo>
                    <a:pt x="32" y="412"/>
                    <a:pt x="32" y="444"/>
                    <a:pt x="32" y="444"/>
                  </a:cubicBezTo>
                  <a:cubicBezTo>
                    <a:pt x="32" y="476"/>
                    <a:pt x="0" y="476"/>
                    <a:pt x="0" y="476"/>
                  </a:cubicBezTo>
                  <a:cubicBezTo>
                    <a:pt x="0" y="507"/>
                    <a:pt x="0" y="539"/>
                    <a:pt x="0" y="571"/>
                  </a:cubicBezTo>
                  <a:cubicBezTo>
                    <a:pt x="0" y="666"/>
                    <a:pt x="32" y="761"/>
                    <a:pt x="32" y="856"/>
                  </a:cubicBezTo>
                  <a:cubicBezTo>
                    <a:pt x="63" y="887"/>
                    <a:pt x="63" y="919"/>
                    <a:pt x="63" y="951"/>
                  </a:cubicBezTo>
                  <a:cubicBezTo>
                    <a:pt x="95" y="1014"/>
                    <a:pt x="127" y="1077"/>
                    <a:pt x="158" y="1172"/>
                  </a:cubicBezTo>
                  <a:cubicBezTo>
                    <a:pt x="158" y="1236"/>
                    <a:pt x="190" y="1299"/>
                    <a:pt x="253" y="1362"/>
                  </a:cubicBezTo>
                  <a:cubicBezTo>
                    <a:pt x="348" y="1521"/>
                    <a:pt x="475" y="1711"/>
                    <a:pt x="633" y="1837"/>
                  </a:cubicBezTo>
                  <a:cubicBezTo>
                    <a:pt x="697" y="1869"/>
                    <a:pt x="728" y="1901"/>
                    <a:pt x="792" y="1932"/>
                  </a:cubicBezTo>
                  <a:cubicBezTo>
                    <a:pt x="924" y="2008"/>
                    <a:pt x="1051" y="2044"/>
                    <a:pt x="1163" y="2044"/>
                  </a:cubicBezTo>
                  <a:cubicBezTo>
                    <a:pt x="1428" y="2044"/>
                    <a:pt x="1615" y="1844"/>
                    <a:pt x="1615" y="1489"/>
                  </a:cubicBezTo>
                  <a:cubicBezTo>
                    <a:pt x="1615" y="1236"/>
                    <a:pt x="1520" y="951"/>
                    <a:pt x="1362" y="697"/>
                  </a:cubicBezTo>
                  <a:cubicBezTo>
                    <a:pt x="1235" y="444"/>
                    <a:pt x="1045" y="254"/>
                    <a:pt x="823" y="127"/>
                  </a:cubicBezTo>
                  <a:cubicBezTo>
                    <a:pt x="728" y="64"/>
                    <a:pt x="633" y="32"/>
                    <a:pt x="570" y="32"/>
                  </a:cubicBezTo>
                  <a:cubicBezTo>
                    <a:pt x="570" y="32"/>
                    <a:pt x="538" y="1"/>
                    <a:pt x="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3" name="Google Shape;4783;p24"/>
            <p:cNvSpPr/>
            <p:nvPr/>
          </p:nvSpPr>
          <p:spPr>
            <a:xfrm>
              <a:off x="4346944" y="3958865"/>
              <a:ext cx="454010" cy="756294"/>
            </a:xfrm>
            <a:custGeom>
              <a:rect b="b" l="l" r="r" t="t"/>
              <a:pathLst>
                <a:path extrusionOk="0" h="24639" w="14791">
                  <a:moveTo>
                    <a:pt x="14790" y="0"/>
                  </a:moveTo>
                  <a:lnTo>
                    <a:pt x="64" y="8583"/>
                  </a:lnTo>
                  <a:lnTo>
                    <a:pt x="1" y="24639"/>
                  </a:lnTo>
                  <a:lnTo>
                    <a:pt x="1" y="24639"/>
                  </a:lnTo>
                  <a:lnTo>
                    <a:pt x="14758" y="16056"/>
                  </a:lnTo>
                  <a:lnTo>
                    <a:pt x="14790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4" name="Google Shape;4784;p24"/>
            <p:cNvSpPr/>
            <p:nvPr/>
          </p:nvSpPr>
          <p:spPr>
            <a:xfrm>
              <a:off x="3891031" y="3958865"/>
              <a:ext cx="457877" cy="756294"/>
            </a:xfrm>
            <a:custGeom>
              <a:rect b="b" l="l" r="r" t="t"/>
              <a:pathLst>
                <a:path extrusionOk="0" h="24639" w="14917">
                  <a:moveTo>
                    <a:pt x="64" y="0"/>
                  </a:moveTo>
                  <a:lnTo>
                    <a:pt x="1" y="16056"/>
                  </a:lnTo>
                  <a:lnTo>
                    <a:pt x="14854" y="24639"/>
                  </a:lnTo>
                  <a:lnTo>
                    <a:pt x="14917" y="8583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5" name="Google Shape;4785;p24"/>
            <p:cNvSpPr/>
            <p:nvPr/>
          </p:nvSpPr>
          <p:spPr>
            <a:xfrm>
              <a:off x="4345962" y="3020795"/>
              <a:ext cx="907958" cy="525928"/>
            </a:xfrm>
            <a:custGeom>
              <a:rect b="b" l="l" r="r" t="t"/>
              <a:pathLst>
                <a:path extrusionOk="0" h="17134" w="29580">
                  <a:moveTo>
                    <a:pt x="14727" y="1"/>
                  </a:moveTo>
                  <a:lnTo>
                    <a:pt x="1" y="8551"/>
                  </a:lnTo>
                  <a:lnTo>
                    <a:pt x="14822" y="17134"/>
                  </a:lnTo>
                  <a:lnTo>
                    <a:pt x="29580" y="8551"/>
                  </a:lnTo>
                  <a:lnTo>
                    <a:pt x="14727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6" name="Google Shape;4786;p24"/>
            <p:cNvSpPr/>
            <p:nvPr/>
          </p:nvSpPr>
          <p:spPr>
            <a:xfrm>
              <a:off x="4715376" y="3273047"/>
              <a:ext cx="70967" cy="52519"/>
            </a:xfrm>
            <a:custGeom>
              <a:rect b="b" l="l" r="r" t="t"/>
              <a:pathLst>
                <a:path extrusionOk="0" h="1711" w="2312">
                  <a:moveTo>
                    <a:pt x="1936" y="1"/>
                  </a:moveTo>
                  <a:cubicBezTo>
                    <a:pt x="1877" y="1"/>
                    <a:pt x="1821" y="17"/>
                    <a:pt x="1774" y="48"/>
                  </a:cubicBezTo>
                  <a:cubicBezTo>
                    <a:pt x="1774" y="48"/>
                    <a:pt x="792" y="650"/>
                    <a:pt x="444" y="840"/>
                  </a:cubicBezTo>
                  <a:cubicBezTo>
                    <a:pt x="0" y="1093"/>
                    <a:pt x="95" y="1410"/>
                    <a:pt x="254" y="1537"/>
                  </a:cubicBezTo>
                  <a:cubicBezTo>
                    <a:pt x="323" y="1607"/>
                    <a:pt x="444" y="1711"/>
                    <a:pt x="617" y="1711"/>
                  </a:cubicBezTo>
                  <a:cubicBezTo>
                    <a:pt x="679" y="1711"/>
                    <a:pt x="748" y="1697"/>
                    <a:pt x="824" y="1664"/>
                  </a:cubicBezTo>
                  <a:lnTo>
                    <a:pt x="2154" y="903"/>
                  </a:lnTo>
                  <a:cubicBezTo>
                    <a:pt x="2312" y="808"/>
                    <a:pt x="2312" y="143"/>
                    <a:pt x="2154" y="48"/>
                  </a:cubicBezTo>
                  <a:lnTo>
                    <a:pt x="2122" y="48"/>
                  </a:lnTo>
                  <a:cubicBezTo>
                    <a:pt x="2059" y="17"/>
                    <a:pt x="1995" y="1"/>
                    <a:pt x="1936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7" name="Google Shape;4787;p24"/>
            <p:cNvSpPr/>
            <p:nvPr/>
          </p:nvSpPr>
          <p:spPr>
            <a:xfrm>
              <a:off x="4718292" y="3297848"/>
              <a:ext cx="65135" cy="28147"/>
            </a:xfrm>
            <a:custGeom>
              <a:rect b="b" l="l" r="r" t="t"/>
              <a:pathLst>
                <a:path extrusionOk="0" h="917" w="2122">
                  <a:moveTo>
                    <a:pt x="2122" y="0"/>
                  </a:moveTo>
                  <a:lnTo>
                    <a:pt x="760" y="792"/>
                  </a:lnTo>
                  <a:cubicBezTo>
                    <a:pt x="697" y="813"/>
                    <a:pt x="639" y="822"/>
                    <a:pt x="585" y="822"/>
                  </a:cubicBezTo>
                  <a:cubicBezTo>
                    <a:pt x="396" y="822"/>
                    <a:pt x="264" y="715"/>
                    <a:pt x="190" y="666"/>
                  </a:cubicBezTo>
                  <a:cubicBezTo>
                    <a:pt x="95" y="570"/>
                    <a:pt x="64" y="475"/>
                    <a:pt x="32" y="349"/>
                  </a:cubicBezTo>
                  <a:lnTo>
                    <a:pt x="32" y="349"/>
                  </a:lnTo>
                  <a:cubicBezTo>
                    <a:pt x="0" y="507"/>
                    <a:pt x="64" y="666"/>
                    <a:pt x="159" y="729"/>
                  </a:cubicBezTo>
                  <a:cubicBezTo>
                    <a:pt x="233" y="803"/>
                    <a:pt x="366" y="916"/>
                    <a:pt x="557" y="916"/>
                  </a:cubicBezTo>
                  <a:cubicBezTo>
                    <a:pt x="609" y="916"/>
                    <a:pt x="667" y="908"/>
                    <a:pt x="729" y="887"/>
                  </a:cubicBezTo>
                  <a:lnTo>
                    <a:pt x="2059" y="95"/>
                  </a:lnTo>
                  <a:cubicBezTo>
                    <a:pt x="2090" y="95"/>
                    <a:pt x="2122" y="64"/>
                    <a:pt x="2122" y="0"/>
                  </a:cubicBez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8" name="Google Shape;4788;p24"/>
            <p:cNvSpPr/>
            <p:nvPr/>
          </p:nvSpPr>
          <p:spPr>
            <a:xfrm>
              <a:off x="4783427" y="3301255"/>
              <a:ext cx="70967" cy="52519"/>
            </a:xfrm>
            <a:custGeom>
              <a:rect b="b" l="l" r="r" t="t"/>
              <a:pathLst>
                <a:path extrusionOk="0" h="1711" w="2312">
                  <a:moveTo>
                    <a:pt x="1936" y="0"/>
                  </a:moveTo>
                  <a:cubicBezTo>
                    <a:pt x="1876" y="0"/>
                    <a:pt x="1821" y="16"/>
                    <a:pt x="1773" y="48"/>
                  </a:cubicBezTo>
                  <a:cubicBezTo>
                    <a:pt x="1773" y="48"/>
                    <a:pt x="792" y="650"/>
                    <a:pt x="443" y="840"/>
                  </a:cubicBezTo>
                  <a:cubicBezTo>
                    <a:pt x="0" y="1093"/>
                    <a:pt x="95" y="1410"/>
                    <a:pt x="253" y="1536"/>
                  </a:cubicBezTo>
                  <a:cubicBezTo>
                    <a:pt x="323" y="1606"/>
                    <a:pt x="444" y="1710"/>
                    <a:pt x="617" y="1710"/>
                  </a:cubicBezTo>
                  <a:cubicBezTo>
                    <a:pt x="679" y="1710"/>
                    <a:pt x="748" y="1697"/>
                    <a:pt x="823" y="1663"/>
                  </a:cubicBezTo>
                  <a:lnTo>
                    <a:pt x="2153" y="903"/>
                  </a:lnTo>
                  <a:cubicBezTo>
                    <a:pt x="2312" y="808"/>
                    <a:pt x="2312" y="143"/>
                    <a:pt x="2153" y="48"/>
                  </a:cubicBezTo>
                  <a:lnTo>
                    <a:pt x="2122" y="48"/>
                  </a:lnTo>
                  <a:cubicBezTo>
                    <a:pt x="2058" y="16"/>
                    <a:pt x="1995" y="0"/>
                    <a:pt x="1936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9" name="Google Shape;4789;p24"/>
            <p:cNvSpPr/>
            <p:nvPr/>
          </p:nvSpPr>
          <p:spPr>
            <a:xfrm>
              <a:off x="4786343" y="3326026"/>
              <a:ext cx="65135" cy="28147"/>
            </a:xfrm>
            <a:custGeom>
              <a:rect b="b" l="l" r="r" t="t"/>
              <a:pathLst>
                <a:path extrusionOk="0" h="917" w="2122">
                  <a:moveTo>
                    <a:pt x="2122" y="1"/>
                  </a:moveTo>
                  <a:lnTo>
                    <a:pt x="760" y="793"/>
                  </a:lnTo>
                  <a:cubicBezTo>
                    <a:pt x="697" y="814"/>
                    <a:pt x="639" y="822"/>
                    <a:pt x="585" y="822"/>
                  </a:cubicBezTo>
                  <a:cubicBezTo>
                    <a:pt x="396" y="822"/>
                    <a:pt x="264" y="715"/>
                    <a:pt x="190" y="666"/>
                  </a:cubicBezTo>
                  <a:cubicBezTo>
                    <a:pt x="95" y="571"/>
                    <a:pt x="32" y="476"/>
                    <a:pt x="32" y="349"/>
                  </a:cubicBezTo>
                  <a:lnTo>
                    <a:pt x="32" y="349"/>
                  </a:lnTo>
                  <a:cubicBezTo>
                    <a:pt x="0" y="508"/>
                    <a:pt x="63" y="666"/>
                    <a:pt x="158" y="729"/>
                  </a:cubicBezTo>
                  <a:cubicBezTo>
                    <a:pt x="233" y="804"/>
                    <a:pt x="365" y="917"/>
                    <a:pt x="556" y="917"/>
                  </a:cubicBezTo>
                  <a:cubicBezTo>
                    <a:pt x="609" y="917"/>
                    <a:pt x="667" y="908"/>
                    <a:pt x="728" y="888"/>
                  </a:cubicBezTo>
                  <a:lnTo>
                    <a:pt x="2058" y="96"/>
                  </a:lnTo>
                  <a:cubicBezTo>
                    <a:pt x="2090" y="96"/>
                    <a:pt x="2122" y="64"/>
                    <a:pt x="2122" y="1"/>
                  </a:cubicBez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0" name="Google Shape;4790;p24"/>
            <p:cNvSpPr/>
            <p:nvPr/>
          </p:nvSpPr>
          <p:spPr>
            <a:xfrm>
              <a:off x="4799941" y="3040256"/>
              <a:ext cx="70015" cy="282885"/>
            </a:xfrm>
            <a:custGeom>
              <a:rect b="b" l="l" r="r" t="t"/>
              <a:pathLst>
                <a:path extrusionOk="0" h="9216" w="2281">
                  <a:moveTo>
                    <a:pt x="32" y="0"/>
                  </a:moveTo>
                  <a:cubicBezTo>
                    <a:pt x="0" y="0"/>
                    <a:pt x="539" y="8551"/>
                    <a:pt x="570" y="8614"/>
                  </a:cubicBezTo>
                  <a:cubicBezTo>
                    <a:pt x="634" y="9184"/>
                    <a:pt x="919" y="9216"/>
                    <a:pt x="1172" y="9216"/>
                  </a:cubicBezTo>
                  <a:cubicBezTo>
                    <a:pt x="1172" y="9216"/>
                    <a:pt x="1647" y="9184"/>
                    <a:pt x="1742" y="8614"/>
                  </a:cubicBezTo>
                  <a:cubicBezTo>
                    <a:pt x="1742" y="8551"/>
                    <a:pt x="2281" y="0"/>
                    <a:pt x="2249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1" name="Google Shape;4791;p24"/>
            <p:cNvSpPr/>
            <p:nvPr/>
          </p:nvSpPr>
          <p:spPr>
            <a:xfrm>
              <a:off x="4733824" y="3013029"/>
              <a:ext cx="70998" cy="282916"/>
            </a:xfrm>
            <a:custGeom>
              <a:rect b="b" l="l" r="r" t="t"/>
              <a:pathLst>
                <a:path extrusionOk="0" h="9217" w="2313">
                  <a:moveTo>
                    <a:pt x="33" y="0"/>
                  </a:moveTo>
                  <a:cubicBezTo>
                    <a:pt x="1" y="0"/>
                    <a:pt x="571" y="8583"/>
                    <a:pt x="571" y="8646"/>
                  </a:cubicBezTo>
                  <a:cubicBezTo>
                    <a:pt x="634" y="9184"/>
                    <a:pt x="951" y="9216"/>
                    <a:pt x="1173" y="9216"/>
                  </a:cubicBezTo>
                  <a:cubicBezTo>
                    <a:pt x="1173" y="9216"/>
                    <a:pt x="1679" y="9184"/>
                    <a:pt x="1743" y="8646"/>
                  </a:cubicBezTo>
                  <a:cubicBezTo>
                    <a:pt x="1743" y="8583"/>
                    <a:pt x="2313" y="0"/>
                    <a:pt x="2281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2" name="Google Shape;4792;p24"/>
            <p:cNvSpPr/>
            <p:nvPr/>
          </p:nvSpPr>
          <p:spPr>
            <a:xfrm>
              <a:off x="4809886" y="3319089"/>
              <a:ext cx="13936" cy="10528"/>
            </a:xfrm>
            <a:custGeom>
              <a:rect b="b" l="l" r="r" t="t"/>
              <a:pathLst>
                <a:path extrusionOk="0" h="343" w="454">
                  <a:moveTo>
                    <a:pt x="68" y="0"/>
                  </a:moveTo>
                  <a:cubicBezTo>
                    <a:pt x="19" y="0"/>
                    <a:pt x="0" y="104"/>
                    <a:pt x="56" y="132"/>
                  </a:cubicBezTo>
                  <a:cubicBezTo>
                    <a:pt x="151" y="164"/>
                    <a:pt x="246" y="259"/>
                    <a:pt x="310" y="322"/>
                  </a:cubicBezTo>
                  <a:cubicBezTo>
                    <a:pt x="324" y="337"/>
                    <a:pt x="341" y="343"/>
                    <a:pt x="357" y="343"/>
                  </a:cubicBezTo>
                  <a:cubicBezTo>
                    <a:pt x="409" y="343"/>
                    <a:pt x="453" y="275"/>
                    <a:pt x="405" y="227"/>
                  </a:cubicBezTo>
                  <a:cubicBezTo>
                    <a:pt x="310" y="132"/>
                    <a:pt x="215" y="69"/>
                    <a:pt x="88" y="5"/>
                  </a:cubicBezTo>
                  <a:cubicBezTo>
                    <a:pt x="81" y="2"/>
                    <a:pt x="75" y="0"/>
                    <a:pt x="68" y="0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3" name="Google Shape;4793;p24"/>
            <p:cNvSpPr/>
            <p:nvPr/>
          </p:nvSpPr>
          <p:spPr>
            <a:xfrm>
              <a:off x="4803133" y="3324860"/>
              <a:ext cx="13874" cy="9638"/>
            </a:xfrm>
            <a:custGeom>
              <a:rect b="b" l="l" r="r" t="t"/>
              <a:pathLst>
                <a:path extrusionOk="0" h="314" w="452">
                  <a:moveTo>
                    <a:pt x="62" y="1"/>
                  </a:moveTo>
                  <a:cubicBezTo>
                    <a:pt x="16" y="1"/>
                    <a:pt x="0" y="75"/>
                    <a:pt x="55" y="102"/>
                  </a:cubicBezTo>
                  <a:cubicBezTo>
                    <a:pt x="150" y="166"/>
                    <a:pt x="245" y="229"/>
                    <a:pt x="308" y="292"/>
                  </a:cubicBezTo>
                  <a:cubicBezTo>
                    <a:pt x="323" y="307"/>
                    <a:pt x="340" y="314"/>
                    <a:pt x="357" y="314"/>
                  </a:cubicBezTo>
                  <a:cubicBezTo>
                    <a:pt x="408" y="314"/>
                    <a:pt x="451" y="253"/>
                    <a:pt x="403" y="229"/>
                  </a:cubicBezTo>
                  <a:cubicBezTo>
                    <a:pt x="308" y="102"/>
                    <a:pt x="213" y="39"/>
                    <a:pt x="86" y="7"/>
                  </a:cubicBezTo>
                  <a:cubicBezTo>
                    <a:pt x="78" y="3"/>
                    <a:pt x="69" y="1"/>
                    <a:pt x="62" y="1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4" name="Google Shape;4794;p24"/>
            <p:cNvSpPr/>
            <p:nvPr/>
          </p:nvSpPr>
          <p:spPr>
            <a:xfrm>
              <a:off x="4813539" y="3306013"/>
              <a:ext cx="20443" cy="18601"/>
            </a:xfrm>
            <a:custGeom>
              <a:rect b="b" l="l" r="r" t="t"/>
              <a:pathLst>
                <a:path extrusionOk="0" h="606" w="666">
                  <a:moveTo>
                    <a:pt x="248" y="1"/>
                  </a:moveTo>
                  <a:cubicBezTo>
                    <a:pt x="207" y="1"/>
                    <a:pt x="165" y="14"/>
                    <a:pt x="127" y="51"/>
                  </a:cubicBezTo>
                  <a:cubicBezTo>
                    <a:pt x="127" y="83"/>
                    <a:pt x="96" y="83"/>
                    <a:pt x="96" y="114"/>
                  </a:cubicBezTo>
                  <a:cubicBezTo>
                    <a:pt x="96" y="146"/>
                    <a:pt x="64" y="178"/>
                    <a:pt x="64" y="178"/>
                  </a:cubicBezTo>
                  <a:cubicBezTo>
                    <a:pt x="32" y="273"/>
                    <a:pt x="1" y="400"/>
                    <a:pt x="127" y="431"/>
                  </a:cubicBezTo>
                  <a:cubicBezTo>
                    <a:pt x="191" y="463"/>
                    <a:pt x="286" y="526"/>
                    <a:pt x="349" y="558"/>
                  </a:cubicBezTo>
                  <a:cubicBezTo>
                    <a:pt x="365" y="590"/>
                    <a:pt x="389" y="605"/>
                    <a:pt x="416" y="605"/>
                  </a:cubicBezTo>
                  <a:cubicBezTo>
                    <a:pt x="444" y="605"/>
                    <a:pt x="476" y="590"/>
                    <a:pt x="507" y="558"/>
                  </a:cubicBezTo>
                  <a:cubicBezTo>
                    <a:pt x="507" y="558"/>
                    <a:pt x="507" y="526"/>
                    <a:pt x="539" y="526"/>
                  </a:cubicBezTo>
                  <a:cubicBezTo>
                    <a:pt x="571" y="463"/>
                    <a:pt x="666" y="368"/>
                    <a:pt x="634" y="273"/>
                  </a:cubicBezTo>
                  <a:cubicBezTo>
                    <a:pt x="634" y="178"/>
                    <a:pt x="507" y="114"/>
                    <a:pt x="412" y="51"/>
                  </a:cubicBezTo>
                  <a:cubicBezTo>
                    <a:pt x="374" y="32"/>
                    <a:pt x="312" y="1"/>
                    <a:pt x="248" y="1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5" name="Google Shape;4795;p24"/>
            <p:cNvSpPr/>
            <p:nvPr/>
          </p:nvSpPr>
          <p:spPr>
            <a:xfrm>
              <a:off x="4741835" y="3290880"/>
              <a:ext cx="13936" cy="10559"/>
            </a:xfrm>
            <a:custGeom>
              <a:rect b="b" l="l" r="r" t="t"/>
              <a:pathLst>
                <a:path extrusionOk="0" h="344" w="454">
                  <a:moveTo>
                    <a:pt x="69" y="1"/>
                  </a:moveTo>
                  <a:cubicBezTo>
                    <a:pt x="19" y="1"/>
                    <a:pt x="0" y="104"/>
                    <a:pt x="57" y="132"/>
                  </a:cubicBezTo>
                  <a:cubicBezTo>
                    <a:pt x="152" y="164"/>
                    <a:pt x="247" y="259"/>
                    <a:pt x="342" y="322"/>
                  </a:cubicBezTo>
                  <a:cubicBezTo>
                    <a:pt x="349" y="337"/>
                    <a:pt x="360" y="343"/>
                    <a:pt x="371" y="343"/>
                  </a:cubicBezTo>
                  <a:cubicBezTo>
                    <a:pt x="409" y="343"/>
                    <a:pt x="454" y="276"/>
                    <a:pt x="405" y="227"/>
                  </a:cubicBezTo>
                  <a:cubicBezTo>
                    <a:pt x="342" y="132"/>
                    <a:pt x="215" y="69"/>
                    <a:pt x="88" y="6"/>
                  </a:cubicBezTo>
                  <a:cubicBezTo>
                    <a:pt x="81" y="2"/>
                    <a:pt x="75" y="1"/>
                    <a:pt x="69" y="1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6" name="Google Shape;4796;p24"/>
            <p:cNvSpPr/>
            <p:nvPr/>
          </p:nvSpPr>
          <p:spPr>
            <a:xfrm>
              <a:off x="4735083" y="3296682"/>
              <a:ext cx="13874" cy="9638"/>
            </a:xfrm>
            <a:custGeom>
              <a:rect b="b" l="l" r="r" t="t"/>
              <a:pathLst>
                <a:path extrusionOk="0" h="314" w="452">
                  <a:moveTo>
                    <a:pt x="62" y="0"/>
                  </a:moveTo>
                  <a:cubicBezTo>
                    <a:pt x="16" y="0"/>
                    <a:pt x="0" y="75"/>
                    <a:pt x="55" y="102"/>
                  </a:cubicBezTo>
                  <a:cubicBezTo>
                    <a:pt x="150" y="165"/>
                    <a:pt x="245" y="228"/>
                    <a:pt x="308" y="292"/>
                  </a:cubicBezTo>
                  <a:cubicBezTo>
                    <a:pt x="323" y="307"/>
                    <a:pt x="341" y="313"/>
                    <a:pt x="357" y="313"/>
                  </a:cubicBezTo>
                  <a:cubicBezTo>
                    <a:pt x="408" y="313"/>
                    <a:pt x="451" y="253"/>
                    <a:pt x="403" y="228"/>
                  </a:cubicBezTo>
                  <a:cubicBezTo>
                    <a:pt x="308" y="102"/>
                    <a:pt x="213" y="38"/>
                    <a:pt x="87" y="7"/>
                  </a:cubicBezTo>
                  <a:cubicBezTo>
                    <a:pt x="78" y="2"/>
                    <a:pt x="69" y="0"/>
                    <a:pt x="62" y="0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7" name="Google Shape;4797;p24"/>
            <p:cNvSpPr/>
            <p:nvPr/>
          </p:nvSpPr>
          <p:spPr>
            <a:xfrm>
              <a:off x="4745488" y="3278265"/>
              <a:ext cx="20443" cy="18141"/>
            </a:xfrm>
            <a:custGeom>
              <a:rect b="b" l="l" r="r" t="t"/>
              <a:pathLst>
                <a:path extrusionOk="0" h="591" w="666">
                  <a:moveTo>
                    <a:pt x="258" y="0"/>
                  </a:moveTo>
                  <a:cubicBezTo>
                    <a:pt x="214" y="0"/>
                    <a:pt x="168" y="10"/>
                    <a:pt x="128" y="37"/>
                  </a:cubicBezTo>
                  <a:cubicBezTo>
                    <a:pt x="128" y="68"/>
                    <a:pt x="96" y="100"/>
                    <a:pt x="96" y="100"/>
                  </a:cubicBezTo>
                  <a:cubicBezTo>
                    <a:pt x="96" y="132"/>
                    <a:pt x="64" y="163"/>
                    <a:pt x="64" y="163"/>
                  </a:cubicBezTo>
                  <a:cubicBezTo>
                    <a:pt x="33" y="258"/>
                    <a:pt x="1" y="385"/>
                    <a:pt x="128" y="417"/>
                  </a:cubicBezTo>
                  <a:cubicBezTo>
                    <a:pt x="191" y="448"/>
                    <a:pt x="254" y="512"/>
                    <a:pt x="349" y="543"/>
                  </a:cubicBezTo>
                  <a:cubicBezTo>
                    <a:pt x="365" y="575"/>
                    <a:pt x="389" y="591"/>
                    <a:pt x="413" y="591"/>
                  </a:cubicBezTo>
                  <a:cubicBezTo>
                    <a:pt x="436" y="591"/>
                    <a:pt x="460" y="575"/>
                    <a:pt x="476" y="543"/>
                  </a:cubicBezTo>
                  <a:cubicBezTo>
                    <a:pt x="508" y="543"/>
                    <a:pt x="508" y="512"/>
                    <a:pt x="539" y="512"/>
                  </a:cubicBezTo>
                  <a:cubicBezTo>
                    <a:pt x="571" y="448"/>
                    <a:pt x="666" y="353"/>
                    <a:pt x="634" y="258"/>
                  </a:cubicBezTo>
                  <a:cubicBezTo>
                    <a:pt x="603" y="163"/>
                    <a:pt x="508" y="68"/>
                    <a:pt x="413" y="37"/>
                  </a:cubicBezTo>
                  <a:cubicBezTo>
                    <a:pt x="376" y="18"/>
                    <a:pt x="318" y="0"/>
                    <a:pt x="258" y="0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8" name="Google Shape;4798;p24"/>
            <p:cNvSpPr/>
            <p:nvPr/>
          </p:nvSpPr>
          <p:spPr>
            <a:xfrm>
              <a:off x="4851447" y="3041361"/>
              <a:ext cx="31155" cy="46748"/>
            </a:xfrm>
            <a:custGeom>
              <a:rect b="b" l="l" r="r" t="t"/>
              <a:pathLst>
                <a:path extrusionOk="0" h="1523" w="1015">
                  <a:moveTo>
                    <a:pt x="589" y="1"/>
                  </a:moveTo>
                  <a:cubicBezTo>
                    <a:pt x="482" y="1"/>
                    <a:pt x="370" y="23"/>
                    <a:pt x="286" y="59"/>
                  </a:cubicBezTo>
                  <a:cubicBezTo>
                    <a:pt x="1" y="154"/>
                    <a:pt x="1" y="629"/>
                    <a:pt x="96" y="883"/>
                  </a:cubicBezTo>
                  <a:cubicBezTo>
                    <a:pt x="114" y="920"/>
                    <a:pt x="155" y="935"/>
                    <a:pt x="191" y="935"/>
                  </a:cubicBezTo>
                  <a:cubicBezTo>
                    <a:pt x="217" y="935"/>
                    <a:pt x="241" y="927"/>
                    <a:pt x="254" y="914"/>
                  </a:cubicBezTo>
                  <a:cubicBezTo>
                    <a:pt x="254" y="883"/>
                    <a:pt x="254" y="883"/>
                    <a:pt x="254" y="883"/>
                  </a:cubicBezTo>
                  <a:cubicBezTo>
                    <a:pt x="283" y="1176"/>
                    <a:pt x="367" y="1523"/>
                    <a:pt x="605" y="1523"/>
                  </a:cubicBezTo>
                  <a:cubicBezTo>
                    <a:pt x="624" y="1523"/>
                    <a:pt x="645" y="1521"/>
                    <a:pt x="666" y="1516"/>
                  </a:cubicBezTo>
                  <a:cubicBezTo>
                    <a:pt x="824" y="1484"/>
                    <a:pt x="888" y="1231"/>
                    <a:pt x="951" y="1104"/>
                  </a:cubicBezTo>
                  <a:cubicBezTo>
                    <a:pt x="1014" y="819"/>
                    <a:pt x="983" y="534"/>
                    <a:pt x="951" y="281"/>
                  </a:cubicBezTo>
                  <a:cubicBezTo>
                    <a:pt x="951" y="249"/>
                    <a:pt x="951" y="249"/>
                    <a:pt x="951" y="218"/>
                  </a:cubicBezTo>
                  <a:cubicBezTo>
                    <a:pt x="931" y="60"/>
                    <a:pt x="765" y="1"/>
                    <a:pt x="589" y="1"/>
                  </a:cubicBezTo>
                  <a:close/>
                </a:path>
              </a:pathLst>
            </a:custGeom>
            <a:solidFill>
              <a:srgbClr val="E6B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9" name="Google Shape;4799;p24"/>
            <p:cNvSpPr/>
            <p:nvPr/>
          </p:nvSpPr>
          <p:spPr>
            <a:xfrm>
              <a:off x="4720226" y="2798410"/>
              <a:ext cx="166244" cy="263670"/>
            </a:xfrm>
            <a:custGeom>
              <a:rect b="b" l="l" r="r" t="t"/>
              <a:pathLst>
                <a:path extrusionOk="0" h="8590" w="5416">
                  <a:moveTo>
                    <a:pt x="1910" y="0"/>
                  </a:moveTo>
                  <a:cubicBezTo>
                    <a:pt x="1072" y="0"/>
                    <a:pt x="302" y="644"/>
                    <a:pt x="254" y="1577"/>
                  </a:cubicBezTo>
                  <a:cubicBezTo>
                    <a:pt x="159" y="3794"/>
                    <a:pt x="1" y="6581"/>
                    <a:pt x="64" y="6676"/>
                  </a:cubicBezTo>
                  <a:cubicBezTo>
                    <a:pt x="127" y="6802"/>
                    <a:pt x="222" y="6866"/>
                    <a:pt x="349" y="6897"/>
                  </a:cubicBezTo>
                  <a:cubicBezTo>
                    <a:pt x="349" y="6897"/>
                    <a:pt x="349" y="6897"/>
                    <a:pt x="349" y="6929"/>
                  </a:cubicBezTo>
                  <a:cubicBezTo>
                    <a:pt x="833" y="7816"/>
                    <a:pt x="1545" y="8590"/>
                    <a:pt x="3009" y="8590"/>
                  </a:cubicBezTo>
                  <a:cubicBezTo>
                    <a:pt x="3269" y="8590"/>
                    <a:pt x="3553" y="8565"/>
                    <a:pt x="3864" y="8513"/>
                  </a:cubicBezTo>
                  <a:cubicBezTo>
                    <a:pt x="3959" y="8513"/>
                    <a:pt x="4054" y="8513"/>
                    <a:pt x="4181" y="8544"/>
                  </a:cubicBezTo>
                  <a:cubicBezTo>
                    <a:pt x="4270" y="8567"/>
                    <a:pt x="4407" y="8589"/>
                    <a:pt x="4570" y="8589"/>
                  </a:cubicBezTo>
                  <a:cubicBezTo>
                    <a:pt x="4637" y="8589"/>
                    <a:pt x="4708" y="8585"/>
                    <a:pt x="4783" y="8576"/>
                  </a:cubicBezTo>
                  <a:cubicBezTo>
                    <a:pt x="5131" y="8513"/>
                    <a:pt x="5384" y="8228"/>
                    <a:pt x="5384" y="7879"/>
                  </a:cubicBezTo>
                  <a:cubicBezTo>
                    <a:pt x="5416" y="6739"/>
                    <a:pt x="5258" y="3952"/>
                    <a:pt x="5163" y="2749"/>
                  </a:cubicBezTo>
                  <a:cubicBezTo>
                    <a:pt x="5131" y="2020"/>
                    <a:pt x="4719" y="1355"/>
                    <a:pt x="4054" y="1007"/>
                  </a:cubicBezTo>
                  <a:cubicBezTo>
                    <a:pt x="3896" y="912"/>
                    <a:pt x="3769" y="817"/>
                    <a:pt x="3769" y="817"/>
                  </a:cubicBezTo>
                  <a:cubicBezTo>
                    <a:pt x="3674" y="754"/>
                    <a:pt x="3231" y="532"/>
                    <a:pt x="2724" y="215"/>
                  </a:cubicBezTo>
                  <a:cubicBezTo>
                    <a:pt x="2461" y="68"/>
                    <a:pt x="2182" y="0"/>
                    <a:pt x="1910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0" name="Google Shape;4800;p24"/>
            <p:cNvSpPr/>
            <p:nvPr/>
          </p:nvSpPr>
          <p:spPr>
            <a:xfrm>
              <a:off x="4722160" y="2876928"/>
              <a:ext cx="16575" cy="134260"/>
            </a:xfrm>
            <a:custGeom>
              <a:rect b="b" l="l" r="r" t="t"/>
              <a:pathLst>
                <a:path extrusionOk="0" h="4374" w="540">
                  <a:moveTo>
                    <a:pt x="539" y="1"/>
                  </a:moveTo>
                  <a:cubicBezTo>
                    <a:pt x="539" y="1"/>
                    <a:pt x="539" y="19"/>
                    <a:pt x="537" y="54"/>
                  </a:cubicBezTo>
                  <a:lnTo>
                    <a:pt x="537" y="54"/>
                  </a:lnTo>
                  <a:cubicBezTo>
                    <a:pt x="539" y="24"/>
                    <a:pt x="539" y="6"/>
                    <a:pt x="539" y="1"/>
                  </a:cubicBezTo>
                  <a:close/>
                  <a:moveTo>
                    <a:pt x="537" y="54"/>
                  </a:moveTo>
                  <a:cubicBezTo>
                    <a:pt x="517" y="532"/>
                    <a:pt x="329" y="3998"/>
                    <a:pt x="1" y="4118"/>
                  </a:cubicBezTo>
                  <a:cubicBezTo>
                    <a:pt x="33" y="4244"/>
                    <a:pt x="159" y="4308"/>
                    <a:pt x="286" y="4339"/>
                  </a:cubicBezTo>
                  <a:cubicBezTo>
                    <a:pt x="286" y="4339"/>
                    <a:pt x="286" y="4339"/>
                    <a:pt x="286" y="4371"/>
                  </a:cubicBezTo>
                  <a:cubicBezTo>
                    <a:pt x="287" y="4373"/>
                    <a:pt x="289" y="4374"/>
                    <a:pt x="290" y="4374"/>
                  </a:cubicBezTo>
                  <a:cubicBezTo>
                    <a:pt x="379" y="4374"/>
                    <a:pt x="520" y="550"/>
                    <a:pt x="537" y="54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1" name="Google Shape;4801;p24"/>
            <p:cNvSpPr/>
            <p:nvPr/>
          </p:nvSpPr>
          <p:spPr>
            <a:xfrm>
              <a:off x="4834074" y="2890495"/>
              <a:ext cx="14488" cy="170204"/>
            </a:xfrm>
            <a:custGeom>
              <a:rect b="b" l="l" r="r" t="t"/>
              <a:pathLst>
                <a:path extrusionOk="0" h="5545" w="472">
                  <a:moveTo>
                    <a:pt x="179" y="0"/>
                  </a:moveTo>
                  <a:cubicBezTo>
                    <a:pt x="1" y="0"/>
                    <a:pt x="155" y="3450"/>
                    <a:pt x="155" y="5513"/>
                  </a:cubicBezTo>
                  <a:cubicBezTo>
                    <a:pt x="250" y="5513"/>
                    <a:pt x="345" y="5513"/>
                    <a:pt x="472" y="5544"/>
                  </a:cubicBezTo>
                  <a:cubicBezTo>
                    <a:pt x="187" y="4974"/>
                    <a:pt x="377" y="2472"/>
                    <a:pt x="187" y="2"/>
                  </a:cubicBezTo>
                  <a:cubicBezTo>
                    <a:pt x="184" y="1"/>
                    <a:pt x="182" y="0"/>
                    <a:pt x="179" y="0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2" name="Google Shape;4802;p24"/>
            <p:cNvSpPr/>
            <p:nvPr/>
          </p:nvSpPr>
          <p:spPr>
            <a:xfrm>
              <a:off x="4707580" y="2711696"/>
              <a:ext cx="138066" cy="131497"/>
            </a:xfrm>
            <a:custGeom>
              <a:rect b="b" l="l" r="r" t="t"/>
              <a:pathLst>
                <a:path extrusionOk="0" h="4284" w="4498">
                  <a:moveTo>
                    <a:pt x="1" y="0"/>
                  </a:moveTo>
                  <a:lnTo>
                    <a:pt x="32" y="4149"/>
                  </a:lnTo>
                  <a:cubicBezTo>
                    <a:pt x="32" y="4227"/>
                    <a:pt x="118" y="4284"/>
                    <a:pt x="202" y="4284"/>
                  </a:cubicBezTo>
                  <a:cubicBezTo>
                    <a:pt x="220" y="4284"/>
                    <a:pt x="237" y="4281"/>
                    <a:pt x="254" y="4275"/>
                  </a:cubicBezTo>
                  <a:lnTo>
                    <a:pt x="4498" y="1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3" name="Google Shape;4803;p24"/>
            <p:cNvSpPr/>
            <p:nvPr/>
          </p:nvSpPr>
          <p:spPr>
            <a:xfrm>
              <a:off x="4722160" y="2654327"/>
              <a:ext cx="152646" cy="195435"/>
            </a:xfrm>
            <a:custGeom>
              <a:rect b="b" l="l" r="r" t="t"/>
              <a:pathLst>
                <a:path extrusionOk="0" h="6367" w="4973">
                  <a:moveTo>
                    <a:pt x="2313" y="1"/>
                  </a:moveTo>
                  <a:cubicBezTo>
                    <a:pt x="856" y="1"/>
                    <a:pt x="1" y="1521"/>
                    <a:pt x="1" y="2978"/>
                  </a:cubicBezTo>
                  <a:cubicBezTo>
                    <a:pt x="1" y="4149"/>
                    <a:pt x="539" y="5068"/>
                    <a:pt x="1489" y="5384"/>
                  </a:cubicBezTo>
                  <a:lnTo>
                    <a:pt x="1489" y="5511"/>
                  </a:lnTo>
                  <a:cubicBezTo>
                    <a:pt x="1489" y="5986"/>
                    <a:pt x="1869" y="6366"/>
                    <a:pt x="2344" y="6366"/>
                  </a:cubicBezTo>
                  <a:lnTo>
                    <a:pt x="2344" y="5511"/>
                  </a:lnTo>
                  <a:cubicBezTo>
                    <a:pt x="3801" y="5479"/>
                    <a:pt x="4973" y="4118"/>
                    <a:pt x="4973" y="2661"/>
                  </a:cubicBezTo>
                  <a:cubicBezTo>
                    <a:pt x="4973" y="1172"/>
                    <a:pt x="3769" y="1"/>
                    <a:pt x="2313" y="1"/>
                  </a:cubicBezTo>
                  <a:close/>
                </a:path>
              </a:pathLst>
            </a:custGeom>
            <a:solidFill>
              <a:srgbClr val="E6B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4" name="Google Shape;4804;p24"/>
            <p:cNvSpPr/>
            <p:nvPr/>
          </p:nvSpPr>
          <p:spPr>
            <a:xfrm>
              <a:off x="4722160" y="2654327"/>
              <a:ext cx="152646" cy="194852"/>
            </a:xfrm>
            <a:custGeom>
              <a:rect b="b" l="l" r="r" t="t"/>
              <a:pathLst>
                <a:path extrusionOk="0" h="6348" w="4973">
                  <a:moveTo>
                    <a:pt x="2313" y="1"/>
                  </a:moveTo>
                  <a:cubicBezTo>
                    <a:pt x="1014" y="1"/>
                    <a:pt x="191" y="1204"/>
                    <a:pt x="1" y="2534"/>
                  </a:cubicBezTo>
                  <a:lnTo>
                    <a:pt x="64" y="2534"/>
                  </a:lnTo>
                  <a:cubicBezTo>
                    <a:pt x="603" y="3009"/>
                    <a:pt x="1584" y="3199"/>
                    <a:pt x="1933" y="3896"/>
                  </a:cubicBezTo>
                  <a:cubicBezTo>
                    <a:pt x="2091" y="4213"/>
                    <a:pt x="2028" y="4719"/>
                    <a:pt x="2028" y="5068"/>
                  </a:cubicBezTo>
                  <a:cubicBezTo>
                    <a:pt x="2028" y="5479"/>
                    <a:pt x="2059" y="5891"/>
                    <a:pt x="2059" y="6303"/>
                  </a:cubicBezTo>
                  <a:cubicBezTo>
                    <a:pt x="2127" y="6325"/>
                    <a:pt x="2194" y="6348"/>
                    <a:pt x="2261" y="6348"/>
                  </a:cubicBezTo>
                  <a:cubicBezTo>
                    <a:pt x="2289" y="6348"/>
                    <a:pt x="2317" y="6344"/>
                    <a:pt x="2344" y="6334"/>
                  </a:cubicBezTo>
                  <a:lnTo>
                    <a:pt x="2344" y="5479"/>
                  </a:lnTo>
                  <a:cubicBezTo>
                    <a:pt x="3801" y="5479"/>
                    <a:pt x="4973" y="4118"/>
                    <a:pt x="4973" y="2629"/>
                  </a:cubicBezTo>
                  <a:cubicBezTo>
                    <a:pt x="4973" y="1172"/>
                    <a:pt x="3769" y="1"/>
                    <a:pt x="2313" y="1"/>
                  </a:cubicBezTo>
                  <a:close/>
                </a:path>
              </a:pathLst>
            </a:custGeom>
            <a:solidFill>
              <a:srgbClr val="DFAE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5" name="Google Shape;4805;p24"/>
            <p:cNvSpPr/>
            <p:nvPr/>
          </p:nvSpPr>
          <p:spPr>
            <a:xfrm>
              <a:off x="4706628" y="2650675"/>
              <a:ext cx="173058" cy="218149"/>
            </a:xfrm>
            <a:custGeom>
              <a:rect b="b" l="l" r="r" t="t"/>
              <a:pathLst>
                <a:path extrusionOk="0" h="7107" w="5638">
                  <a:moveTo>
                    <a:pt x="2819" y="1"/>
                  </a:moveTo>
                  <a:cubicBezTo>
                    <a:pt x="2296" y="1"/>
                    <a:pt x="1774" y="135"/>
                    <a:pt x="1299" y="405"/>
                  </a:cubicBezTo>
                  <a:lnTo>
                    <a:pt x="760" y="721"/>
                  </a:lnTo>
                  <a:cubicBezTo>
                    <a:pt x="317" y="975"/>
                    <a:pt x="32" y="1481"/>
                    <a:pt x="0" y="2020"/>
                  </a:cubicBezTo>
                  <a:lnTo>
                    <a:pt x="2027" y="3097"/>
                  </a:lnTo>
                  <a:cubicBezTo>
                    <a:pt x="2534" y="3350"/>
                    <a:pt x="2850" y="3888"/>
                    <a:pt x="2850" y="4458"/>
                  </a:cubicBezTo>
                  <a:lnTo>
                    <a:pt x="2819" y="6928"/>
                  </a:lnTo>
                  <a:cubicBezTo>
                    <a:pt x="2819" y="7027"/>
                    <a:pt x="2915" y="7107"/>
                    <a:pt x="3003" y="7107"/>
                  </a:cubicBezTo>
                  <a:cubicBezTo>
                    <a:pt x="3027" y="7107"/>
                    <a:pt x="3051" y="7101"/>
                    <a:pt x="3072" y="7087"/>
                  </a:cubicBezTo>
                  <a:lnTo>
                    <a:pt x="4624" y="6200"/>
                  </a:lnTo>
                  <a:cubicBezTo>
                    <a:pt x="5257" y="5852"/>
                    <a:pt x="5637" y="5187"/>
                    <a:pt x="5637" y="4458"/>
                  </a:cubicBezTo>
                  <a:lnTo>
                    <a:pt x="5637" y="2621"/>
                  </a:lnTo>
                  <a:cubicBezTo>
                    <a:pt x="5637" y="1703"/>
                    <a:pt x="5131" y="880"/>
                    <a:pt x="4339" y="405"/>
                  </a:cubicBezTo>
                  <a:cubicBezTo>
                    <a:pt x="3864" y="135"/>
                    <a:pt x="3341" y="1"/>
                    <a:pt x="2819" y="1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6" name="Google Shape;4806;p24"/>
            <p:cNvSpPr/>
            <p:nvPr/>
          </p:nvSpPr>
          <p:spPr>
            <a:xfrm>
              <a:off x="4707580" y="2700032"/>
              <a:ext cx="95308" cy="168945"/>
            </a:xfrm>
            <a:custGeom>
              <a:rect b="b" l="l" r="r" t="t"/>
              <a:pathLst>
                <a:path extrusionOk="0" h="5504" w="3105">
                  <a:moveTo>
                    <a:pt x="64" y="0"/>
                  </a:moveTo>
                  <a:cubicBezTo>
                    <a:pt x="1" y="127"/>
                    <a:pt x="1" y="253"/>
                    <a:pt x="1" y="412"/>
                  </a:cubicBezTo>
                  <a:lnTo>
                    <a:pt x="1996" y="1489"/>
                  </a:lnTo>
                  <a:cubicBezTo>
                    <a:pt x="2503" y="1774"/>
                    <a:pt x="2819" y="2280"/>
                    <a:pt x="2819" y="2882"/>
                  </a:cubicBezTo>
                  <a:lnTo>
                    <a:pt x="2788" y="5320"/>
                  </a:lnTo>
                  <a:cubicBezTo>
                    <a:pt x="2788" y="5438"/>
                    <a:pt x="2875" y="5503"/>
                    <a:pt x="2971" y="5503"/>
                  </a:cubicBezTo>
                  <a:cubicBezTo>
                    <a:pt x="3005" y="5503"/>
                    <a:pt x="3040" y="5495"/>
                    <a:pt x="3073" y="5479"/>
                  </a:cubicBezTo>
                  <a:lnTo>
                    <a:pt x="3104" y="2565"/>
                  </a:lnTo>
                  <a:cubicBezTo>
                    <a:pt x="3104" y="1964"/>
                    <a:pt x="2788" y="1394"/>
                    <a:pt x="2249" y="1077"/>
                  </a:cubicBezTo>
                  <a:cubicBezTo>
                    <a:pt x="1521" y="697"/>
                    <a:pt x="571" y="190"/>
                    <a:pt x="64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7" name="Google Shape;4807;p24"/>
            <p:cNvSpPr/>
            <p:nvPr/>
          </p:nvSpPr>
          <p:spPr>
            <a:xfrm>
              <a:off x="4769799" y="2675722"/>
              <a:ext cx="47669" cy="29191"/>
            </a:xfrm>
            <a:custGeom>
              <a:rect b="b" l="l" r="r" t="t"/>
              <a:pathLst>
                <a:path extrusionOk="0" h="951" w="1553">
                  <a:moveTo>
                    <a:pt x="1552" y="0"/>
                  </a:moveTo>
                  <a:lnTo>
                    <a:pt x="1552" y="0"/>
                  </a:lnTo>
                  <a:cubicBezTo>
                    <a:pt x="507" y="32"/>
                    <a:pt x="1" y="950"/>
                    <a:pt x="1" y="950"/>
                  </a:cubicBezTo>
                  <a:cubicBezTo>
                    <a:pt x="666" y="317"/>
                    <a:pt x="1552" y="0"/>
                    <a:pt x="1552" y="0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8" name="Google Shape;4808;p24"/>
            <p:cNvSpPr/>
            <p:nvPr/>
          </p:nvSpPr>
          <p:spPr>
            <a:xfrm>
              <a:off x="4753285" y="2983869"/>
              <a:ext cx="31" cy="31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7A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9" name="Google Shape;4809;p24"/>
            <p:cNvSpPr/>
            <p:nvPr/>
          </p:nvSpPr>
          <p:spPr>
            <a:xfrm>
              <a:off x="4758134" y="2982887"/>
              <a:ext cx="31" cy="1013"/>
            </a:xfrm>
            <a:custGeom>
              <a:rect b="b" l="l" r="r" t="t"/>
              <a:pathLst>
                <a:path extrusionOk="0" h="33" w="1">
                  <a:moveTo>
                    <a:pt x="1" y="1"/>
                  </a:moveTo>
                  <a:lnTo>
                    <a:pt x="1" y="1"/>
                  </a:lnTo>
                  <a:cubicBezTo>
                    <a:pt x="1" y="32"/>
                    <a:pt x="1" y="32"/>
                    <a:pt x="1" y="32"/>
                  </a:cubicBezTo>
                  <a:lnTo>
                    <a:pt x="1" y="32"/>
                  </a:lnTo>
                  <a:cubicBezTo>
                    <a:pt x="1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C87A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0" name="Google Shape;4810;p24"/>
            <p:cNvSpPr/>
            <p:nvPr/>
          </p:nvSpPr>
          <p:spPr>
            <a:xfrm>
              <a:off x="4753285" y="2982887"/>
              <a:ext cx="31" cy="1013"/>
            </a:xfrm>
            <a:custGeom>
              <a:rect b="b" l="l" r="r" t="t"/>
              <a:pathLst>
                <a:path extrusionOk="0" h="33" w="1">
                  <a:moveTo>
                    <a:pt x="0" y="32"/>
                  </a:moveTo>
                  <a:lnTo>
                    <a:pt x="0" y="32"/>
                  </a:ln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32"/>
                  </a:cubicBezTo>
                  <a:close/>
                </a:path>
              </a:pathLst>
            </a:custGeom>
            <a:solidFill>
              <a:srgbClr val="C87A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1" name="Google Shape;4811;p24"/>
            <p:cNvSpPr/>
            <p:nvPr/>
          </p:nvSpPr>
          <p:spPr>
            <a:xfrm>
              <a:off x="4753285" y="2983869"/>
              <a:ext cx="31" cy="31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15E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2" name="Google Shape;4812;p24"/>
            <p:cNvSpPr/>
            <p:nvPr/>
          </p:nvSpPr>
          <p:spPr>
            <a:xfrm>
              <a:off x="4758134" y="2983869"/>
              <a:ext cx="31" cy="31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15E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3" name="Google Shape;4813;p24"/>
            <p:cNvSpPr/>
            <p:nvPr/>
          </p:nvSpPr>
          <p:spPr>
            <a:xfrm>
              <a:off x="4752302" y="2982150"/>
              <a:ext cx="5863" cy="3438"/>
            </a:xfrm>
            <a:custGeom>
              <a:rect b="b" l="l" r="r" t="t"/>
              <a:pathLst>
                <a:path extrusionOk="0" h="112" w="191">
                  <a:moveTo>
                    <a:pt x="96" y="1"/>
                  </a:moveTo>
                  <a:cubicBezTo>
                    <a:pt x="72" y="1"/>
                    <a:pt x="48" y="9"/>
                    <a:pt x="32" y="25"/>
                  </a:cubicBezTo>
                  <a:lnTo>
                    <a:pt x="1" y="25"/>
                  </a:lnTo>
                  <a:cubicBezTo>
                    <a:pt x="1" y="25"/>
                    <a:pt x="1" y="56"/>
                    <a:pt x="1" y="56"/>
                  </a:cubicBezTo>
                  <a:cubicBezTo>
                    <a:pt x="32" y="56"/>
                    <a:pt x="32" y="56"/>
                    <a:pt x="32" y="88"/>
                  </a:cubicBezTo>
                  <a:cubicBezTo>
                    <a:pt x="48" y="104"/>
                    <a:pt x="72" y="112"/>
                    <a:pt x="96" y="112"/>
                  </a:cubicBezTo>
                  <a:cubicBezTo>
                    <a:pt x="119" y="112"/>
                    <a:pt x="143" y="104"/>
                    <a:pt x="159" y="88"/>
                  </a:cubicBezTo>
                  <a:cubicBezTo>
                    <a:pt x="191" y="88"/>
                    <a:pt x="191" y="56"/>
                    <a:pt x="191" y="56"/>
                  </a:cubicBezTo>
                  <a:cubicBezTo>
                    <a:pt x="191" y="56"/>
                    <a:pt x="191" y="56"/>
                    <a:pt x="191" y="25"/>
                  </a:cubicBezTo>
                  <a:lnTo>
                    <a:pt x="159" y="25"/>
                  </a:lnTo>
                  <a:cubicBezTo>
                    <a:pt x="143" y="9"/>
                    <a:pt x="119" y="1"/>
                    <a:pt x="96" y="1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4" name="Google Shape;4814;p24"/>
            <p:cNvSpPr/>
            <p:nvPr/>
          </p:nvSpPr>
          <p:spPr>
            <a:xfrm>
              <a:off x="4693000" y="2977055"/>
              <a:ext cx="44753" cy="26275"/>
            </a:xfrm>
            <a:custGeom>
              <a:rect b="b" l="l" r="r" t="t"/>
              <a:pathLst>
                <a:path extrusionOk="0" h="856" w="1458">
                  <a:moveTo>
                    <a:pt x="1458" y="1"/>
                  </a:moveTo>
                  <a:lnTo>
                    <a:pt x="1458" y="1"/>
                  </a:lnTo>
                  <a:lnTo>
                    <a:pt x="1" y="856"/>
                  </a:lnTo>
                  <a:close/>
                </a:path>
              </a:pathLst>
            </a:custGeom>
            <a:solidFill>
              <a:srgbClr val="C87A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5" name="Google Shape;4815;p24"/>
            <p:cNvSpPr/>
            <p:nvPr/>
          </p:nvSpPr>
          <p:spPr>
            <a:xfrm>
              <a:off x="4693000" y="2977055"/>
              <a:ext cx="73914" cy="42820"/>
            </a:xfrm>
            <a:custGeom>
              <a:rect b="b" l="l" r="r" t="t"/>
              <a:pathLst>
                <a:path extrusionOk="0" h="1395" w="2408">
                  <a:moveTo>
                    <a:pt x="1458" y="1"/>
                  </a:moveTo>
                  <a:lnTo>
                    <a:pt x="1" y="856"/>
                  </a:lnTo>
                  <a:lnTo>
                    <a:pt x="919" y="1394"/>
                  </a:lnTo>
                  <a:lnTo>
                    <a:pt x="2408" y="539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6" name="Google Shape;4816;p24"/>
            <p:cNvSpPr/>
            <p:nvPr/>
          </p:nvSpPr>
          <p:spPr>
            <a:xfrm>
              <a:off x="4687168" y="2991635"/>
              <a:ext cx="86560" cy="36987"/>
            </a:xfrm>
            <a:custGeom>
              <a:rect b="b" l="l" r="r" t="t"/>
              <a:pathLst>
                <a:path extrusionOk="0" h="1205" w="2820">
                  <a:moveTo>
                    <a:pt x="2819" y="1"/>
                  </a:moveTo>
                  <a:cubicBezTo>
                    <a:pt x="2819" y="32"/>
                    <a:pt x="2819" y="32"/>
                    <a:pt x="2788" y="32"/>
                  </a:cubicBezTo>
                  <a:lnTo>
                    <a:pt x="1078" y="1014"/>
                  </a:lnTo>
                  <a:cubicBezTo>
                    <a:pt x="1062" y="1030"/>
                    <a:pt x="1038" y="1038"/>
                    <a:pt x="1014" y="1038"/>
                  </a:cubicBezTo>
                  <a:cubicBezTo>
                    <a:pt x="990" y="1038"/>
                    <a:pt x="967" y="1030"/>
                    <a:pt x="951" y="1014"/>
                  </a:cubicBezTo>
                  <a:lnTo>
                    <a:pt x="32" y="476"/>
                  </a:lnTo>
                  <a:lnTo>
                    <a:pt x="1" y="476"/>
                  </a:lnTo>
                  <a:lnTo>
                    <a:pt x="1" y="602"/>
                  </a:lnTo>
                  <a:cubicBezTo>
                    <a:pt x="1" y="634"/>
                    <a:pt x="1" y="634"/>
                    <a:pt x="32" y="666"/>
                  </a:cubicBezTo>
                  <a:lnTo>
                    <a:pt x="951" y="1204"/>
                  </a:lnTo>
                  <a:lnTo>
                    <a:pt x="1078" y="1204"/>
                  </a:lnTo>
                  <a:lnTo>
                    <a:pt x="2788" y="191"/>
                  </a:lnTo>
                  <a:cubicBezTo>
                    <a:pt x="2819" y="191"/>
                    <a:pt x="2819" y="191"/>
                    <a:pt x="2819" y="159"/>
                  </a:cubicBezTo>
                  <a:lnTo>
                    <a:pt x="2819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7" name="Google Shape;4817;p24"/>
            <p:cNvSpPr/>
            <p:nvPr/>
          </p:nvSpPr>
          <p:spPr>
            <a:xfrm>
              <a:off x="4687168" y="3005263"/>
              <a:ext cx="31" cy="31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5E5C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8" name="Google Shape;4818;p24"/>
            <p:cNvSpPr/>
            <p:nvPr/>
          </p:nvSpPr>
          <p:spPr>
            <a:xfrm>
              <a:off x="4704664" y="3012047"/>
              <a:ext cx="1013" cy="31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cubicBezTo>
                    <a:pt x="32" y="1"/>
                    <a:pt x="1" y="1"/>
                    <a:pt x="1" y="1"/>
                  </a:cubicBezTo>
                  <a:cubicBezTo>
                    <a:pt x="1" y="1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C87A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9" name="Google Shape;4819;p24"/>
            <p:cNvSpPr/>
            <p:nvPr/>
          </p:nvSpPr>
          <p:spPr>
            <a:xfrm>
              <a:off x="4706628" y="3013029"/>
              <a:ext cx="31" cy="31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87A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0" name="Google Shape;4820;p24"/>
            <p:cNvSpPr/>
            <p:nvPr/>
          </p:nvSpPr>
          <p:spPr>
            <a:xfrm>
              <a:off x="4706628" y="3013029"/>
              <a:ext cx="31" cy="31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15E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1" name="Google Shape;4821;p24"/>
            <p:cNvSpPr/>
            <p:nvPr/>
          </p:nvSpPr>
          <p:spPr>
            <a:xfrm>
              <a:off x="4703712" y="3012047"/>
              <a:ext cx="2947" cy="1750"/>
            </a:xfrm>
            <a:custGeom>
              <a:rect b="b" l="l" r="r" t="t"/>
              <a:pathLst>
                <a:path extrusionOk="0" h="57" w="96">
                  <a:moveTo>
                    <a:pt x="32" y="1"/>
                  </a:moveTo>
                  <a:cubicBezTo>
                    <a:pt x="0" y="32"/>
                    <a:pt x="0" y="32"/>
                    <a:pt x="32" y="32"/>
                  </a:cubicBezTo>
                  <a:cubicBezTo>
                    <a:pt x="32" y="48"/>
                    <a:pt x="40" y="56"/>
                    <a:pt x="52" y="56"/>
                  </a:cubicBezTo>
                  <a:cubicBezTo>
                    <a:pt x="63" y="56"/>
                    <a:pt x="79" y="48"/>
                    <a:pt x="95" y="32"/>
                  </a:cubicBezTo>
                  <a:cubicBezTo>
                    <a:pt x="95" y="32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2" name="Google Shape;4822;p24"/>
            <p:cNvSpPr/>
            <p:nvPr/>
          </p:nvSpPr>
          <p:spPr>
            <a:xfrm>
              <a:off x="4687168" y="2973187"/>
              <a:ext cx="86560" cy="50309"/>
            </a:xfrm>
            <a:custGeom>
              <a:rect b="b" l="l" r="r" t="t"/>
              <a:pathLst>
                <a:path extrusionOk="0" h="1639" w="2820">
                  <a:moveTo>
                    <a:pt x="2218" y="293"/>
                  </a:moveTo>
                  <a:cubicBezTo>
                    <a:pt x="2241" y="293"/>
                    <a:pt x="2265" y="301"/>
                    <a:pt x="2281" y="317"/>
                  </a:cubicBezTo>
                  <a:lnTo>
                    <a:pt x="2313" y="317"/>
                  </a:lnTo>
                  <a:cubicBezTo>
                    <a:pt x="2313" y="317"/>
                    <a:pt x="2313" y="317"/>
                    <a:pt x="2313" y="348"/>
                  </a:cubicBezTo>
                  <a:cubicBezTo>
                    <a:pt x="2313" y="348"/>
                    <a:pt x="2313" y="380"/>
                    <a:pt x="2281" y="380"/>
                  </a:cubicBezTo>
                  <a:cubicBezTo>
                    <a:pt x="2265" y="396"/>
                    <a:pt x="2241" y="404"/>
                    <a:pt x="2218" y="404"/>
                  </a:cubicBezTo>
                  <a:cubicBezTo>
                    <a:pt x="2194" y="404"/>
                    <a:pt x="2170" y="396"/>
                    <a:pt x="2154" y="380"/>
                  </a:cubicBezTo>
                  <a:cubicBezTo>
                    <a:pt x="2154" y="348"/>
                    <a:pt x="2154" y="348"/>
                    <a:pt x="2154" y="348"/>
                  </a:cubicBezTo>
                  <a:cubicBezTo>
                    <a:pt x="2154" y="317"/>
                    <a:pt x="2154" y="317"/>
                    <a:pt x="2154" y="317"/>
                  </a:cubicBezTo>
                  <a:cubicBezTo>
                    <a:pt x="2170" y="301"/>
                    <a:pt x="2194" y="293"/>
                    <a:pt x="2218" y="293"/>
                  </a:cubicBezTo>
                  <a:close/>
                  <a:moveTo>
                    <a:pt x="634" y="1267"/>
                  </a:moveTo>
                  <a:cubicBezTo>
                    <a:pt x="634" y="1267"/>
                    <a:pt x="634" y="1298"/>
                    <a:pt x="634" y="1298"/>
                  </a:cubicBezTo>
                  <a:cubicBezTo>
                    <a:pt x="618" y="1314"/>
                    <a:pt x="602" y="1322"/>
                    <a:pt x="591" y="1322"/>
                  </a:cubicBezTo>
                  <a:cubicBezTo>
                    <a:pt x="579" y="1322"/>
                    <a:pt x="571" y="1314"/>
                    <a:pt x="571" y="1298"/>
                  </a:cubicBezTo>
                  <a:cubicBezTo>
                    <a:pt x="571" y="1298"/>
                    <a:pt x="539" y="1298"/>
                    <a:pt x="571" y="1267"/>
                  </a:cubicBezTo>
                  <a:close/>
                  <a:moveTo>
                    <a:pt x="1648" y="127"/>
                  </a:moveTo>
                  <a:lnTo>
                    <a:pt x="2598" y="665"/>
                  </a:lnTo>
                  <a:lnTo>
                    <a:pt x="1109" y="1520"/>
                  </a:lnTo>
                  <a:lnTo>
                    <a:pt x="191" y="982"/>
                  </a:lnTo>
                  <a:lnTo>
                    <a:pt x="1648" y="127"/>
                  </a:lnTo>
                  <a:close/>
                  <a:moveTo>
                    <a:pt x="1743" y="0"/>
                  </a:moveTo>
                  <a:lnTo>
                    <a:pt x="1" y="1013"/>
                  </a:lnTo>
                  <a:cubicBezTo>
                    <a:pt x="1" y="1013"/>
                    <a:pt x="1" y="1013"/>
                    <a:pt x="1" y="1045"/>
                  </a:cubicBezTo>
                  <a:cubicBezTo>
                    <a:pt x="1" y="1045"/>
                    <a:pt x="1" y="1045"/>
                    <a:pt x="1" y="1077"/>
                  </a:cubicBezTo>
                  <a:lnTo>
                    <a:pt x="951" y="1615"/>
                  </a:lnTo>
                  <a:cubicBezTo>
                    <a:pt x="967" y="1631"/>
                    <a:pt x="990" y="1639"/>
                    <a:pt x="1014" y="1639"/>
                  </a:cubicBezTo>
                  <a:cubicBezTo>
                    <a:pt x="1038" y="1639"/>
                    <a:pt x="1062" y="1631"/>
                    <a:pt x="1078" y="1615"/>
                  </a:cubicBezTo>
                  <a:lnTo>
                    <a:pt x="2788" y="633"/>
                  </a:lnTo>
                  <a:cubicBezTo>
                    <a:pt x="2819" y="633"/>
                    <a:pt x="2819" y="633"/>
                    <a:pt x="2819" y="602"/>
                  </a:cubicBezTo>
                  <a:cubicBezTo>
                    <a:pt x="2819" y="570"/>
                    <a:pt x="2819" y="570"/>
                    <a:pt x="2788" y="538"/>
                  </a:cubicBezTo>
                  <a:lnTo>
                    <a:pt x="1869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3" name="Google Shape;4823;p24"/>
            <p:cNvSpPr/>
            <p:nvPr/>
          </p:nvSpPr>
          <p:spPr>
            <a:xfrm>
              <a:off x="4708869" y="2976103"/>
              <a:ext cx="25968" cy="14672"/>
            </a:xfrm>
            <a:custGeom>
              <a:rect b="b" l="l" r="r" t="t"/>
              <a:pathLst>
                <a:path extrusionOk="0" h="478" w="846">
                  <a:moveTo>
                    <a:pt x="402" y="0"/>
                  </a:moveTo>
                  <a:cubicBezTo>
                    <a:pt x="307" y="32"/>
                    <a:pt x="244" y="63"/>
                    <a:pt x="180" y="127"/>
                  </a:cubicBezTo>
                  <a:cubicBezTo>
                    <a:pt x="90" y="217"/>
                    <a:pt x="0" y="478"/>
                    <a:pt x="18" y="478"/>
                  </a:cubicBezTo>
                  <a:cubicBezTo>
                    <a:pt x="19" y="478"/>
                    <a:pt x="20" y="477"/>
                    <a:pt x="22" y="475"/>
                  </a:cubicBezTo>
                  <a:cubicBezTo>
                    <a:pt x="81" y="475"/>
                    <a:pt x="355" y="313"/>
                    <a:pt x="447" y="313"/>
                  </a:cubicBezTo>
                  <a:cubicBezTo>
                    <a:pt x="454" y="313"/>
                    <a:pt x="461" y="314"/>
                    <a:pt x="466" y="317"/>
                  </a:cubicBezTo>
                  <a:cubicBezTo>
                    <a:pt x="497" y="317"/>
                    <a:pt x="624" y="380"/>
                    <a:pt x="656" y="380"/>
                  </a:cubicBezTo>
                  <a:cubicBezTo>
                    <a:pt x="679" y="388"/>
                    <a:pt x="701" y="392"/>
                    <a:pt x="721" y="392"/>
                  </a:cubicBezTo>
                  <a:cubicBezTo>
                    <a:pt x="780" y="392"/>
                    <a:pt x="822" y="356"/>
                    <a:pt x="846" y="285"/>
                  </a:cubicBezTo>
                  <a:cubicBezTo>
                    <a:pt x="846" y="285"/>
                    <a:pt x="846" y="253"/>
                    <a:pt x="846" y="222"/>
                  </a:cubicBezTo>
                  <a:cubicBezTo>
                    <a:pt x="846" y="158"/>
                    <a:pt x="751" y="95"/>
                    <a:pt x="687" y="63"/>
                  </a:cubicBezTo>
                  <a:cubicBezTo>
                    <a:pt x="624" y="32"/>
                    <a:pt x="497" y="0"/>
                    <a:pt x="402" y="0"/>
                  </a:cubicBezTo>
                  <a:close/>
                </a:path>
              </a:pathLst>
            </a:custGeom>
            <a:solidFill>
              <a:srgbClr val="E6B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24" name="Google Shape;4824;p24"/>
          <p:cNvSpPr txBox="1"/>
          <p:nvPr/>
        </p:nvSpPr>
        <p:spPr>
          <a:xfrm>
            <a:off x="1212975" y="2128225"/>
            <a:ext cx="1587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825" name="Google Shape;4825;p24"/>
          <p:cNvSpPr txBox="1"/>
          <p:nvPr/>
        </p:nvSpPr>
        <p:spPr>
          <a:xfrm>
            <a:off x="1212975" y="2413274"/>
            <a:ext cx="1587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6" name="Google Shape;4826;p24"/>
          <p:cNvSpPr txBox="1"/>
          <p:nvPr/>
        </p:nvSpPr>
        <p:spPr>
          <a:xfrm>
            <a:off x="1212975" y="3722929"/>
            <a:ext cx="1587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827" name="Google Shape;4827;p24"/>
          <p:cNvSpPr txBox="1"/>
          <p:nvPr/>
        </p:nvSpPr>
        <p:spPr>
          <a:xfrm>
            <a:off x="1212975" y="3983626"/>
            <a:ext cx="1587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8" name="Google Shape;4828;p24"/>
          <p:cNvSpPr txBox="1"/>
          <p:nvPr/>
        </p:nvSpPr>
        <p:spPr>
          <a:xfrm>
            <a:off x="6339175" y="2128225"/>
            <a:ext cx="1587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829" name="Google Shape;4829;p24"/>
          <p:cNvSpPr txBox="1"/>
          <p:nvPr/>
        </p:nvSpPr>
        <p:spPr>
          <a:xfrm>
            <a:off x="6339175" y="2413263"/>
            <a:ext cx="1587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0" name="Google Shape;4830;p24"/>
          <p:cNvSpPr txBox="1"/>
          <p:nvPr/>
        </p:nvSpPr>
        <p:spPr>
          <a:xfrm>
            <a:off x="6339175" y="3722925"/>
            <a:ext cx="1587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831" name="Google Shape;4831;p24"/>
          <p:cNvSpPr txBox="1"/>
          <p:nvPr/>
        </p:nvSpPr>
        <p:spPr>
          <a:xfrm>
            <a:off x="6339175" y="3983623"/>
            <a:ext cx="1587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third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832" name="Google Shape;4832;p24"/>
          <p:cNvGrpSpPr/>
          <p:nvPr/>
        </p:nvGrpSpPr>
        <p:grpSpPr>
          <a:xfrm>
            <a:off x="7719790" y="1493019"/>
            <a:ext cx="380382" cy="403112"/>
            <a:chOff x="1330325" y="238050"/>
            <a:chExt cx="4933625" cy="5228425"/>
          </a:xfrm>
        </p:grpSpPr>
        <p:sp>
          <p:nvSpPr>
            <p:cNvPr id="4833" name="Google Shape;4833;p24"/>
            <p:cNvSpPr/>
            <p:nvPr/>
          </p:nvSpPr>
          <p:spPr>
            <a:xfrm>
              <a:off x="1330325" y="238050"/>
              <a:ext cx="4933625" cy="5228425"/>
            </a:xfrm>
            <a:custGeom>
              <a:rect b="b" l="l" r="r" t="t"/>
              <a:pathLst>
                <a:path extrusionOk="0" h="209137" w="197345">
                  <a:moveTo>
                    <a:pt x="109505" y="24512"/>
                  </a:moveTo>
                  <a:cubicBezTo>
                    <a:pt x="144430" y="24512"/>
                    <a:pt x="172836" y="52917"/>
                    <a:pt x="172836" y="87818"/>
                  </a:cubicBezTo>
                  <a:cubicBezTo>
                    <a:pt x="172836" y="122743"/>
                    <a:pt x="144430" y="151149"/>
                    <a:pt x="109505" y="151149"/>
                  </a:cubicBezTo>
                  <a:cubicBezTo>
                    <a:pt x="74605" y="151149"/>
                    <a:pt x="46199" y="122743"/>
                    <a:pt x="46199" y="87818"/>
                  </a:cubicBezTo>
                  <a:cubicBezTo>
                    <a:pt x="46199" y="52917"/>
                    <a:pt x="74605" y="24512"/>
                    <a:pt x="109505" y="24512"/>
                  </a:cubicBezTo>
                  <a:close/>
                  <a:moveTo>
                    <a:pt x="109570" y="1"/>
                  </a:moveTo>
                  <a:cubicBezTo>
                    <a:pt x="108555" y="1"/>
                    <a:pt x="107536" y="18"/>
                    <a:pt x="106515" y="52"/>
                  </a:cubicBezTo>
                  <a:cubicBezTo>
                    <a:pt x="83599" y="812"/>
                    <a:pt x="62228" y="10419"/>
                    <a:pt x="46297" y="27085"/>
                  </a:cubicBezTo>
                  <a:cubicBezTo>
                    <a:pt x="30440" y="43702"/>
                    <a:pt x="21690" y="65515"/>
                    <a:pt x="21690" y="88480"/>
                  </a:cubicBezTo>
                  <a:lnTo>
                    <a:pt x="21690" y="89975"/>
                  </a:lnTo>
                  <a:cubicBezTo>
                    <a:pt x="21690" y="92769"/>
                    <a:pt x="20930" y="95538"/>
                    <a:pt x="19509" y="97940"/>
                  </a:cubicBezTo>
                  <a:lnTo>
                    <a:pt x="2132" y="125243"/>
                  </a:lnTo>
                  <a:cubicBezTo>
                    <a:pt x="147" y="128380"/>
                    <a:pt x="0" y="132375"/>
                    <a:pt x="1789" y="135635"/>
                  </a:cubicBezTo>
                  <a:cubicBezTo>
                    <a:pt x="3603" y="138894"/>
                    <a:pt x="7034" y="140928"/>
                    <a:pt x="10759" y="140928"/>
                  </a:cubicBezTo>
                  <a:lnTo>
                    <a:pt x="21690" y="140928"/>
                  </a:lnTo>
                  <a:lnTo>
                    <a:pt x="21690" y="156859"/>
                  </a:lnTo>
                  <a:cubicBezTo>
                    <a:pt x="21690" y="173746"/>
                    <a:pt x="35440" y="187495"/>
                    <a:pt x="52326" y="187495"/>
                  </a:cubicBezTo>
                  <a:lnTo>
                    <a:pt x="62546" y="187495"/>
                  </a:lnTo>
                  <a:lnTo>
                    <a:pt x="62546" y="203009"/>
                  </a:lnTo>
                  <a:cubicBezTo>
                    <a:pt x="62546" y="206391"/>
                    <a:pt x="65291" y="209136"/>
                    <a:pt x="68674" y="209136"/>
                  </a:cubicBezTo>
                  <a:lnTo>
                    <a:pt x="158523" y="209136"/>
                  </a:lnTo>
                  <a:cubicBezTo>
                    <a:pt x="161905" y="209136"/>
                    <a:pt x="164650" y="206391"/>
                    <a:pt x="164650" y="203009"/>
                  </a:cubicBezTo>
                  <a:lnTo>
                    <a:pt x="164650" y="156050"/>
                  </a:lnTo>
                  <a:cubicBezTo>
                    <a:pt x="174233" y="148306"/>
                    <a:pt x="182174" y="138551"/>
                    <a:pt x="187762" y="127669"/>
                  </a:cubicBezTo>
                  <a:cubicBezTo>
                    <a:pt x="194109" y="115243"/>
                    <a:pt x="197345" y="101861"/>
                    <a:pt x="197345" y="87818"/>
                  </a:cubicBezTo>
                  <a:cubicBezTo>
                    <a:pt x="197345" y="63824"/>
                    <a:pt x="187835" y="41398"/>
                    <a:pt x="170557" y="24683"/>
                  </a:cubicBezTo>
                  <a:cubicBezTo>
                    <a:pt x="154035" y="8702"/>
                    <a:pt x="132480" y="1"/>
                    <a:pt x="109570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4" name="Google Shape;4834;p24"/>
            <p:cNvSpPr/>
            <p:nvPr/>
          </p:nvSpPr>
          <p:spPr>
            <a:xfrm>
              <a:off x="2791650" y="1157200"/>
              <a:ext cx="2553225" cy="2553225"/>
            </a:xfrm>
            <a:custGeom>
              <a:rect b="b" l="l" r="r" t="t"/>
              <a:pathLst>
                <a:path extrusionOk="0" h="102129" w="102129">
                  <a:moveTo>
                    <a:pt x="51052" y="12255"/>
                  </a:moveTo>
                  <a:cubicBezTo>
                    <a:pt x="54434" y="12255"/>
                    <a:pt x="57179" y="15000"/>
                    <a:pt x="57179" y="18382"/>
                  </a:cubicBezTo>
                  <a:lnTo>
                    <a:pt x="57179" y="20416"/>
                  </a:lnTo>
                  <a:lnTo>
                    <a:pt x="63307" y="20416"/>
                  </a:lnTo>
                  <a:cubicBezTo>
                    <a:pt x="66689" y="20416"/>
                    <a:pt x="69434" y="23161"/>
                    <a:pt x="69434" y="26543"/>
                  </a:cubicBezTo>
                  <a:cubicBezTo>
                    <a:pt x="69434" y="29925"/>
                    <a:pt x="66689" y="32670"/>
                    <a:pt x="63307" y="32670"/>
                  </a:cubicBezTo>
                  <a:lnTo>
                    <a:pt x="51052" y="32670"/>
                  </a:lnTo>
                  <a:cubicBezTo>
                    <a:pt x="47694" y="32670"/>
                    <a:pt x="44925" y="35440"/>
                    <a:pt x="44925" y="38798"/>
                  </a:cubicBezTo>
                  <a:cubicBezTo>
                    <a:pt x="44925" y="42180"/>
                    <a:pt x="47694" y="44925"/>
                    <a:pt x="51052" y="44925"/>
                  </a:cubicBezTo>
                  <a:cubicBezTo>
                    <a:pt x="61199" y="44925"/>
                    <a:pt x="69434" y="53184"/>
                    <a:pt x="69434" y="63306"/>
                  </a:cubicBezTo>
                  <a:cubicBezTo>
                    <a:pt x="69434" y="71296"/>
                    <a:pt x="64311" y="78110"/>
                    <a:pt x="57179" y="80634"/>
                  </a:cubicBezTo>
                  <a:lnTo>
                    <a:pt x="57179" y="83747"/>
                  </a:lnTo>
                  <a:cubicBezTo>
                    <a:pt x="57179" y="87129"/>
                    <a:pt x="54434" y="89874"/>
                    <a:pt x="51052" y="89874"/>
                  </a:cubicBezTo>
                  <a:cubicBezTo>
                    <a:pt x="47670" y="89874"/>
                    <a:pt x="44925" y="87129"/>
                    <a:pt x="44925" y="83747"/>
                  </a:cubicBezTo>
                  <a:lnTo>
                    <a:pt x="44925" y="81688"/>
                  </a:lnTo>
                  <a:lnTo>
                    <a:pt x="38798" y="81688"/>
                  </a:lnTo>
                  <a:cubicBezTo>
                    <a:pt x="35416" y="81688"/>
                    <a:pt x="32671" y="78943"/>
                    <a:pt x="32671" y="75561"/>
                  </a:cubicBezTo>
                  <a:cubicBezTo>
                    <a:pt x="32671" y="72178"/>
                    <a:pt x="35416" y="69434"/>
                    <a:pt x="38798" y="69434"/>
                  </a:cubicBezTo>
                  <a:lnTo>
                    <a:pt x="51052" y="69434"/>
                  </a:lnTo>
                  <a:cubicBezTo>
                    <a:pt x="54434" y="69434"/>
                    <a:pt x="57179" y="66689"/>
                    <a:pt x="57179" y="63306"/>
                  </a:cubicBezTo>
                  <a:cubicBezTo>
                    <a:pt x="57179" y="59949"/>
                    <a:pt x="54434" y="57179"/>
                    <a:pt x="51052" y="57179"/>
                  </a:cubicBezTo>
                  <a:cubicBezTo>
                    <a:pt x="40930" y="57179"/>
                    <a:pt x="32671" y="48944"/>
                    <a:pt x="32671" y="38798"/>
                  </a:cubicBezTo>
                  <a:cubicBezTo>
                    <a:pt x="32671" y="30808"/>
                    <a:pt x="37793" y="24019"/>
                    <a:pt x="44925" y="21470"/>
                  </a:cubicBezTo>
                  <a:lnTo>
                    <a:pt x="44925" y="18382"/>
                  </a:lnTo>
                  <a:cubicBezTo>
                    <a:pt x="44925" y="15000"/>
                    <a:pt x="47670" y="12255"/>
                    <a:pt x="51052" y="12255"/>
                  </a:cubicBezTo>
                  <a:close/>
                  <a:moveTo>
                    <a:pt x="51052" y="0"/>
                  </a:moveTo>
                  <a:cubicBezTo>
                    <a:pt x="22916" y="0"/>
                    <a:pt x="0" y="22916"/>
                    <a:pt x="0" y="51052"/>
                  </a:cubicBezTo>
                  <a:cubicBezTo>
                    <a:pt x="0" y="79213"/>
                    <a:pt x="22916" y="102128"/>
                    <a:pt x="51052" y="102128"/>
                  </a:cubicBezTo>
                  <a:cubicBezTo>
                    <a:pt x="79213" y="102128"/>
                    <a:pt x="102128" y="79213"/>
                    <a:pt x="102128" y="51052"/>
                  </a:cubicBezTo>
                  <a:cubicBezTo>
                    <a:pt x="102128" y="22916"/>
                    <a:pt x="79213" y="0"/>
                    <a:pt x="51052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5" name="Google Shape;4835;p24"/>
          <p:cNvGrpSpPr/>
          <p:nvPr/>
        </p:nvGrpSpPr>
        <p:grpSpPr>
          <a:xfrm>
            <a:off x="1044775" y="3140097"/>
            <a:ext cx="456958" cy="365802"/>
            <a:chOff x="1190625" y="656600"/>
            <a:chExt cx="5228350" cy="4391375"/>
          </a:xfrm>
        </p:grpSpPr>
        <p:sp>
          <p:nvSpPr>
            <p:cNvPr id="4836" name="Google Shape;4836;p24"/>
            <p:cNvSpPr/>
            <p:nvPr/>
          </p:nvSpPr>
          <p:spPr>
            <a:xfrm>
              <a:off x="1190625" y="4128875"/>
              <a:ext cx="5228350" cy="306400"/>
            </a:xfrm>
            <a:custGeom>
              <a:rect b="b" l="l" r="r" t="t"/>
              <a:pathLst>
                <a:path extrusionOk="0" h="12256" w="209134">
                  <a:moveTo>
                    <a:pt x="6127" y="1"/>
                  </a:moveTo>
                  <a:cubicBezTo>
                    <a:pt x="2745" y="1"/>
                    <a:pt x="0" y="2746"/>
                    <a:pt x="0" y="6128"/>
                  </a:cubicBezTo>
                  <a:cubicBezTo>
                    <a:pt x="0" y="9510"/>
                    <a:pt x="2745" y="12255"/>
                    <a:pt x="6127" y="12255"/>
                  </a:cubicBezTo>
                  <a:lnTo>
                    <a:pt x="203006" y="12255"/>
                  </a:lnTo>
                  <a:cubicBezTo>
                    <a:pt x="206388" y="12255"/>
                    <a:pt x="209133" y="9510"/>
                    <a:pt x="209133" y="6128"/>
                  </a:cubicBezTo>
                  <a:cubicBezTo>
                    <a:pt x="209133" y="2746"/>
                    <a:pt x="206388" y="1"/>
                    <a:pt x="203006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7" name="Google Shape;4837;p24"/>
            <p:cNvSpPr/>
            <p:nvPr/>
          </p:nvSpPr>
          <p:spPr>
            <a:xfrm>
              <a:off x="1190625" y="4741600"/>
              <a:ext cx="5228350" cy="306375"/>
            </a:xfrm>
            <a:custGeom>
              <a:rect b="b" l="l" r="r" t="t"/>
              <a:pathLst>
                <a:path extrusionOk="0" h="12255" w="209134">
                  <a:moveTo>
                    <a:pt x="6127" y="0"/>
                  </a:moveTo>
                  <a:cubicBezTo>
                    <a:pt x="2745" y="0"/>
                    <a:pt x="0" y="2745"/>
                    <a:pt x="0" y="6128"/>
                  </a:cubicBezTo>
                  <a:cubicBezTo>
                    <a:pt x="0" y="9510"/>
                    <a:pt x="2745" y="12255"/>
                    <a:pt x="6127" y="12255"/>
                  </a:cubicBezTo>
                  <a:lnTo>
                    <a:pt x="203006" y="12255"/>
                  </a:lnTo>
                  <a:cubicBezTo>
                    <a:pt x="206388" y="12255"/>
                    <a:pt x="209133" y="9510"/>
                    <a:pt x="209133" y="6128"/>
                  </a:cubicBezTo>
                  <a:cubicBezTo>
                    <a:pt x="209133" y="2745"/>
                    <a:pt x="206388" y="0"/>
                    <a:pt x="203006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8" name="Google Shape;4838;p24"/>
            <p:cNvSpPr/>
            <p:nvPr/>
          </p:nvSpPr>
          <p:spPr>
            <a:xfrm>
              <a:off x="1190625" y="656600"/>
              <a:ext cx="919100" cy="919100"/>
            </a:xfrm>
            <a:custGeom>
              <a:rect b="b" l="l" r="r" t="t"/>
              <a:pathLst>
                <a:path extrusionOk="0" h="36764" w="36764">
                  <a:moveTo>
                    <a:pt x="6127" y="0"/>
                  </a:moveTo>
                  <a:cubicBezTo>
                    <a:pt x="2745" y="0"/>
                    <a:pt x="0" y="2745"/>
                    <a:pt x="0" y="6128"/>
                  </a:cubicBezTo>
                  <a:lnTo>
                    <a:pt x="0" y="36764"/>
                  </a:lnTo>
                  <a:lnTo>
                    <a:pt x="6127" y="36764"/>
                  </a:lnTo>
                  <a:cubicBezTo>
                    <a:pt x="23014" y="36764"/>
                    <a:pt x="36763" y="23039"/>
                    <a:pt x="36763" y="6128"/>
                  </a:cubicBezTo>
                  <a:lnTo>
                    <a:pt x="36763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9" name="Google Shape;4839;p24"/>
            <p:cNvSpPr/>
            <p:nvPr/>
          </p:nvSpPr>
          <p:spPr>
            <a:xfrm>
              <a:off x="1190625" y="2903450"/>
              <a:ext cx="919100" cy="919100"/>
            </a:xfrm>
            <a:custGeom>
              <a:rect b="b" l="l" r="r" t="t"/>
              <a:pathLst>
                <a:path extrusionOk="0" h="36764" w="36764">
                  <a:moveTo>
                    <a:pt x="0" y="0"/>
                  </a:moveTo>
                  <a:lnTo>
                    <a:pt x="0" y="30636"/>
                  </a:lnTo>
                  <a:cubicBezTo>
                    <a:pt x="0" y="34018"/>
                    <a:pt x="2745" y="36763"/>
                    <a:pt x="6127" y="36763"/>
                  </a:cubicBezTo>
                  <a:lnTo>
                    <a:pt x="36763" y="36763"/>
                  </a:lnTo>
                  <a:lnTo>
                    <a:pt x="36763" y="30636"/>
                  </a:lnTo>
                  <a:cubicBezTo>
                    <a:pt x="36763" y="13750"/>
                    <a:pt x="23014" y="0"/>
                    <a:pt x="6127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0" name="Google Shape;4840;p24"/>
            <p:cNvSpPr/>
            <p:nvPr/>
          </p:nvSpPr>
          <p:spPr>
            <a:xfrm>
              <a:off x="1190625" y="656600"/>
              <a:ext cx="5228350" cy="3165950"/>
            </a:xfrm>
            <a:custGeom>
              <a:rect b="b" l="l" r="r" t="t"/>
              <a:pathLst>
                <a:path extrusionOk="0" h="126638" w="209134">
                  <a:moveTo>
                    <a:pt x="104579" y="24509"/>
                  </a:moveTo>
                  <a:cubicBezTo>
                    <a:pt x="107961" y="24509"/>
                    <a:pt x="110706" y="27254"/>
                    <a:pt x="110706" y="30636"/>
                  </a:cubicBezTo>
                  <a:lnTo>
                    <a:pt x="110706" y="32695"/>
                  </a:lnTo>
                  <a:lnTo>
                    <a:pt x="116833" y="32695"/>
                  </a:lnTo>
                  <a:cubicBezTo>
                    <a:pt x="120216" y="32695"/>
                    <a:pt x="122961" y="35440"/>
                    <a:pt x="122961" y="38822"/>
                  </a:cubicBezTo>
                  <a:cubicBezTo>
                    <a:pt x="122961" y="42205"/>
                    <a:pt x="120216" y="44950"/>
                    <a:pt x="116833" y="44950"/>
                  </a:cubicBezTo>
                  <a:lnTo>
                    <a:pt x="104579" y="44950"/>
                  </a:lnTo>
                  <a:cubicBezTo>
                    <a:pt x="101197" y="44950"/>
                    <a:pt x="98452" y="47695"/>
                    <a:pt x="98452" y="51077"/>
                  </a:cubicBezTo>
                  <a:cubicBezTo>
                    <a:pt x="98452" y="54434"/>
                    <a:pt x="101197" y="57204"/>
                    <a:pt x="104579" y="57204"/>
                  </a:cubicBezTo>
                  <a:cubicBezTo>
                    <a:pt x="114701" y="57204"/>
                    <a:pt x="122961" y="65439"/>
                    <a:pt x="122961" y="75586"/>
                  </a:cubicBezTo>
                  <a:cubicBezTo>
                    <a:pt x="122961" y="83575"/>
                    <a:pt x="117838" y="90364"/>
                    <a:pt x="110706" y="92913"/>
                  </a:cubicBezTo>
                  <a:lnTo>
                    <a:pt x="110706" y="96001"/>
                  </a:lnTo>
                  <a:cubicBezTo>
                    <a:pt x="110706" y="99384"/>
                    <a:pt x="107961" y="102129"/>
                    <a:pt x="104579" y="102129"/>
                  </a:cubicBezTo>
                  <a:cubicBezTo>
                    <a:pt x="101197" y="102129"/>
                    <a:pt x="98452" y="99384"/>
                    <a:pt x="98452" y="96001"/>
                  </a:cubicBezTo>
                  <a:lnTo>
                    <a:pt x="98452" y="93967"/>
                  </a:lnTo>
                  <a:lnTo>
                    <a:pt x="92325" y="93967"/>
                  </a:lnTo>
                  <a:cubicBezTo>
                    <a:pt x="88942" y="93967"/>
                    <a:pt x="86197" y="91222"/>
                    <a:pt x="86197" y="87840"/>
                  </a:cubicBezTo>
                  <a:cubicBezTo>
                    <a:pt x="86197" y="84458"/>
                    <a:pt x="88942" y="81713"/>
                    <a:pt x="92325" y="81713"/>
                  </a:cubicBezTo>
                  <a:lnTo>
                    <a:pt x="104579" y="81713"/>
                  </a:lnTo>
                  <a:cubicBezTo>
                    <a:pt x="107937" y="81713"/>
                    <a:pt x="110706" y="78943"/>
                    <a:pt x="110706" y="75586"/>
                  </a:cubicBezTo>
                  <a:cubicBezTo>
                    <a:pt x="110706" y="72203"/>
                    <a:pt x="107937" y="69458"/>
                    <a:pt x="104579" y="69458"/>
                  </a:cubicBezTo>
                  <a:cubicBezTo>
                    <a:pt x="94432" y="69458"/>
                    <a:pt x="86197" y="61199"/>
                    <a:pt x="86197" y="51077"/>
                  </a:cubicBezTo>
                  <a:cubicBezTo>
                    <a:pt x="86197" y="43087"/>
                    <a:pt x="91320" y="36273"/>
                    <a:pt x="98452" y="33749"/>
                  </a:cubicBezTo>
                  <a:lnTo>
                    <a:pt x="98452" y="30636"/>
                  </a:lnTo>
                  <a:cubicBezTo>
                    <a:pt x="98452" y="27254"/>
                    <a:pt x="101197" y="24509"/>
                    <a:pt x="104579" y="24509"/>
                  </a:cubicBezTo>
                  <a:close/>
                  <a:moveTo>
                    <a:pt x="49018" y="0"/>
                  </a:moveTo>
                  <a:lnTo>
                    <a:pt x="49018" y="6128"/>
                  </a:lnTo>
                  <a:cubicBezTo>
                    <a:pt x="49018" y="29779"/>
                    <a:pt x="29778" y="49018"/>
                    <a:pt x="6127" y="49018"/>
                  </a:cubicBezTo>
                  <a:lnTo>
                    <a:pt x="0" y="49018"/>
                  </a:lnTo>
                  <a:lnTo>
                    <a:pt x="0" y="77620"/>
                  </a:lnTo>
                  <a:lnTo>
                    <a:pt x="6127" y="77620"/>
                  </a:lnTo>
                  <a:cubicBezTo>
                    <a:pt x="29778" y="77620"/>
                    <a:pt x="49018" y="96859"/>
                    <a:pt x="49018" y="120510"/>
                  </a:cubicBezTo>
                  <a:lnTo>
                    <a:pt x="49018" y="126637"/>
                  </a:lnTo>
                  <a:lnTo>
                    <a:pt x="160116" y="126637"/>
                  </a:lnTo>
                  <a:lnTo>
                    <a:pt x="160116" y="120510"/>
                  </a:lnTo>
                  <a:cubicBezTo>
                    <a:pt x="160116" y="96859"/>
                    <a:pt x="179355" y="77620"/>
                    <a:pt x="203006" y="77620"/>
                  </a:cubicBezTo>
                  <a:lnTo>
                    <a:pt x="209133" y="77620"/>
                  </a:lnTo>
                  <a:lnTo>
                    <a:pt x="209133" y="49018"/>
                  </a:lnTo>
                  <a:lnTo>
                    <a:pt x="203006" y="49018"/>
                  </a:lnTo>
                  <a:cubicBezTo>
                    <a:pt x="179355" y="49018"/>
                    <a:pt x="160116" y="29779"/>
                    <a:pt x="160116" y="6128"/>
                  </a:cubicBezTo>
                  <a:lnTo>
                    <a:pt x="160116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1" name="Google Shape;4841;p24"/>
            <p:cNvSpPr/>
            <p:nvPr/>
          </p:nvSpPr>
          <p:spPr>
            <a:xfrm>
              <a:off x="5499875" y="2903450"/>
              <a:ext cx="919100" cy="919100"/>
            </a:xfrm>
            <a:custGeom>
              <a:rect b="b" l="l" r="r" t="t"/>
              <a:pathLst>
                <a:path extrusionOk="0" h="36764" w="36764">
                  <a:moveTo>
                    <a:pt x="30636" y="0"/>
                  </a:moveTo>
                  <a:cubicBezTo>
                    <a:pt x="13750" y="0"/>
                    <a:pt x="0" y="13750"/>
                    <a:pt x="0" y="30636"/>
                  </a:cubicBezTo>
                  <a:lnTo>
                    <a:pt x="0" y="36763"/>
                  </a:lnTo>
                  <a:lnTo>
                    <a:pt x="30636" y="36763"/>
                  </a:lnTo>
                  <a:cubicBezTo>
                    <a:pt x="34018" y="36763"/>
                    <a:pt x="36763" y="34018"/>
                    <a:pt x="36763" y="30636"/>
                  </a:cubicBezTo>
                  <a:lnTo>
                    <a:pt x="36763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2" name="Google Shape;4842;p24"/>
            <p:cNvSpPr/>
            <p:nvPr/>
          </p:nvSpPr>
          <p:spPr>
            <a:xfrm>
              <a:off x="5499875" y="656600"/>
              <a:ext cx="919100" cy="919100"/>
            </a:xfrm>
            <a:custGeom>
              <a:rect b="b" l="l" r="r" t="t"/>
              <a:pathLst>
                <a:path extrusionOk="0" h="36764" w="36764">
                  <a:moveTo>
                    <a:pt x="0" y="0"/>
                  </a:moveTo>
                  <a:lnTo>
                    <a:pt x="0" y="6128"/>
                  </a:lnTo>
                  <a:cubicBezTo>
                    <a:pt x="0" y="23039"/>
                    <a:pt x="13750" y="36764"/>
                    <a:pt x="30636" y="36764"/>
                  </a:cubicBezTo>
                  <a:lnTo>
                    <a:pt x="36763" y="36764"/>
                  </a:lnTo>
                  <a:lnTo>
                    <a:pt x="36763" y="6128"/>
                  </a:lnTo>
                  <a:cubicBezTo>
                    <a:pt x="36763" y="2745"/>
                    <a:pt x="34018" y="0"/>
                    <a:pt x="30636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43" name="Google Shape;4843;p24"/>
          <p:cNvGrpSpPr/>
          <p:nvPr/>
        </p:nvGrpSpPr>
        <p:grpSpPr>
          <a:xfrm>
            <a:off x="7697924" y="3103316"/>
            <a:ext cx="402249" cy="402583"/>
            <a:chOff x="1190625" y="238125"/>
            <a:chExt cx="5230800" cy="5228350"/>
          </a:xfrm>
        </p:grpSpPr>
        <p:sp>
          <p:nvSpPr>
            <p:cNvPr id="4844" name="Google Shape;4844;p24"/>
            <p:cNvSpPr/>
            <p:nvPr/>
          </p:nvSpPr>
          <p:spPr>
            <a:xfrm>
              <a:off x="1527600" y="238125"/>
              <a:ext cx="3165950" cy="3165925"/>
            </a:xfrm>
            <a:custGeom>
              <a:rect b="b" l="l" r="r" t="t"/>
              <a:pathLst>
                <a:path extrusionOk="0" h="126637" w="126638">
                  <a:moveTo>
                    <a:pt x="63307" y="24509"/>
                  </a:moveTo>
                  <a:cubicBezTo>
                    <a:pt x="66689" y="24509"/>
                    <a:pt x="69434" y="27254"/>
                    <a:pt x="69434" y="30636"/>
                  </a:cubicBezTo>
                  <a:lnTo>
                    <a:pt x="69434" y="32670"/>
                  </a:lnTo>
                  <a:lnTo>
                    <a:pt x="75561" y="32670"/>
                  </a:lnTo>
                  <a:cubicBezTo>
                    <a:pt x="78944" y="32670"/>
                    <a:pt x="81689" y="35415"/>
                    <a:pt x="81689" y="38797"/>
                  </a:cubicBezTo>
                  <a:cubicBezTo>
                    <a:pt x="81689" y="42180"/>
                    <a:pt x="78944" y="44925"/>
                    <a:pt x="75561" y="44925"/>
                  </a:cubicBezTo>
                  <a:lnTo>
                    <a:pt x="63307" y="44925"/>
                  </a:lnTo>
                  <a:cubicBezTo>
                    <a:pt x="59949" y="44925"/>
                    <a:pt x="57180" y="47694"/>
                    <a:pt x="57180" y="51052"/>
                  </a:cubicBezTo>
                  <a:cubicBezTo>
                    <a:pt x="57180" y="54434"/>
                    <a:pt x="59949" y="57179"/>
                    <a:pt x="63307" y="57179"/>
                  </a:cubicBezTo>
                  <a:cubicBezTo>
                    <a:pt x="73454" y="57179"/>
                    <a:pt x="81689" y="65438"/>
                    <a:pt x="81689" y="75561"/>
                  </a:cubicBezTo>
                  <a:cubicBezTo>
                    <a:pt x="81689" y="83550"/>
                    <a:pt x="76566" y="90364"/>
                    <a:pt x="69434" y="92888"/>
                  </a:cubicBezTo>
                  <a:lnTo>
                    <a:pt x="69434" y="96001"/>
                  </a:lnTo>
                  <a:cubicBezTo>
                    <a:pt x="69434" y="99383"/>
                    <a:pt x="66689" y="102128"/>
                    <a:pt x="63307" y="102128"/>
                  </a:cubicBezTo>
                  <a:cubicBezTo>
                    <a:pt x="59925" y="102128"/>
                    <a:pt x="57180" y="99383"/>
                    <a:pt x="57180" y="96001"/>
                  </a:cubicBezTo>
                  <a:lnTo>
                    <a:pt x="57180" y="93942"/>
                  </a:lnTo>
                  <a:lnTo>
                    <a:pt x="51053" y="93942"/>
                  </a:lnTo>
                  <a:cubicBezTo>
                    <a:pt x="47670" y="93942"/>
                    <a:pt x="44925" y="91197"/>
                    <a:pt x="44925" y="87815"/>
                  </a:cubicBezTo>
                  <a:cubicBezTo>
                    <a:pt x="44925" y="84433"/>
                    <a:pt x="47670" y="81688"/>
                    <a:pt x="51053" y="81688"/>
                  </a:cubicBezTo>
                  <a:lnTo>
                    <a:pt x="63307" y="81688"/>
                  </a:lnTo>
                  <a:cubicBezTo>
                    <a:pt x="66689" y="81688"/>
                    <a:pt x="69434" y="78943"/>
                    <a:pt x="69434" y="75561"/>
                  </a:cubicBezTo>
                  <a:cubicBezTo>
                    <a:pt x="69434" y="72203"/>
                    <a:pt x="66689" y="69433"/>
                    <a:pt x="63307" y="69433"/>
                  </a:cubicBezTo>
                  <a:cubicBezTo>
                    <a:pt x="53185" y="69433"/>
                    <a:pt x="44925" y="61198"/>
                    <a:pt x="44925" y="51052"/>
                  </a:cubicBezTo>
                  <a:cubicBezTo>
                    <a:pt x="44925" y="43062"/>
                    <a:pt x="50048" y="36273"/>
                    <a:pt x="57180" y="33724"/>
                  </a:cubicBezTo>
                  <a:lnTo>
                    <a:pt x="57180" y="30636"/>
                  </a:lnTo>
                  <a:cubicBezTo>
                    <a:pt x="57180" y="27254"/>
                    <a:pt x="59925" y="24509"/>
                    <a:pt x="63307" y="24509"/>
                  </a:cubicBezTo>
                  <a:close/>
                  <a:moveTo>
                    <a:pt x="63307" y="0"/>
                  </a:moveTo>
                  <a:cubicBezTo>
                    <a:pt x="28406" y="0"/>
                    <a:pt x="1" y="28406"/>
                    <a:pt x="1" y="63306"/>
                  </a:cubicBezTo>
                  <a:cubicBezTo>
                    <a:pt x="1" y="98231"/>
                    <a:pt x="28406" y="126637"/>
                    <a:pt x="63307" y="126637"/>
                  </a:cubicBezTo>
                  <a:cubicBezTo>
                    <a:pt x="98232" y="126637"/>
                    <a:pt x="126638" y="98231"/>
                    <a:pt x="126638" y="63306"/>
                  </a:cubicBezTo>
                  <a:cubicBezTo>
                    <a:pt x="126638" y="28406"/>
                    <a:pt x="98232" y="0"/>
                    <a:pt x="63307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5" name="Google Shape;4845;p24"/>
            <p:cNvSpPr/>
            <p:nvPr/>
          </p:nvSpPr>
          <p:spPr>
            <a:xfrm>
              <a:off x="1190625" y="3270950"/>
              <a:ext cx="5230800" cy="2195525"/>
            </a:xfrm>
            <a:custGeom>
              <a:rect b="b" l="l" r="r" t="t"/>
              <a:pathLst>
                <a:path extrusionOk="0" h="87821" w="209232">
                  <a:moveTo>
                    <a:pt x="164594" y="0"/>
                  </a:moveTo>
                  <a:cubicBezTo>
                    <a:pt x="150970" y="0"/>
                    <a:pt x="138040" y="4418"/>
                    <a:pt x="127789" y="12676"/>
                  </a:cubicBezTo>
                  <a:lnTo>
                    <a:pt x="123230" y="16353"/>
                  </a:lnTo>
                  <a:lnTo>
                    <a:pt x="93133" y="16353"/>
                  </a:lnTo>
                  <a:cubicBezTo>
                    <a:pt x="86050" y="16353"/>
                    <a:pt x="79899" y="20372"/>
                    <a:pt x="76835" y="26254"/>
                  </a:cubicBezTo>
                  <a:cubicBezTo>
                    <a:pt x="75364" y="29024"/>
                    <a:pt x="74605" y="32234"/>
                    <a:pt x="74776" y="35641"/>
                  </a:cubicBezTo>
                  <a:cubicBezTo>
                    <a:pt x="75242" y="45469"/>
                    <a:pt x="83575" y="53116"/>
                    <a:pt x="93427" y="53116"/>
                  </a:cubicBezTo>
                  <a:lnTo>
                    <a:pt x="137249" y="53116"/>
                  </a:lnTo>
                  <a:cubicBezTo>
                    <a:pt x="140631" y="53116"/>
                    <a:pt x="143376" y="55861"/>
                    <a:pt x="143376" y="59243"/>
                  </a:cubicBezTo>
                  <a:cubicBezTo>
                    <a:pt x="143376" y="62625"/>
                    <a:pt x="140631" y="65370"/>
                    <a:pt x="137249" y="65370"/>
                  </a:cubicBezTo>
                  <a:lnTo>
                    <a:pt x="93574" y="65370"/>
                  </a:lnTo>
                  <a:cubicBezTo>
                    <a:pt x="76663" y="65370"/>
                    <a:pt x="62620" y="51841"/>
                    <a:pt x="62497" y="34930"/>
                  </a:cubicBezTo>
                  <a:cubicBezTo>
                    <a:pt x="62473" y="30053"/>
                    <a:pt x="63600" y="25421"/>
                    <a:pt x="65610" y="21304"/>
                  </a:cubicBezTo>
                  <a:lnTo>
                    <a:pt x="27376" y="4442"/>
                  </a:lnTo>
                  <a:cubicBezTo>
                    <a:pt x="24845" y="3324"/>
                    <a:pt x="22163" y="2773"/>
                    <a:pt x="19493" y="2773"/>
                  </a:cubicBezTo>
                  <a:cubicBezTo>
                    <a:pt x="15778" y="2773"/>
                    <a:pt x="12085" y="3840"/>
                    <a:pt x="8848" y="5937"/>
                  </a:cubicBezTo>
                  <a:cubicBezTo>
                    <a:pt x="3309" y="9564"/>
                    <a:pt x="0" y="15667"/>
                    <a:pt x="0" y="22284"/>
                  </a:cubicBezTo>
                  <a:cubicBezTo>
                    <a:pt x="0" y="29146"/>
                    <a:pt x="3676" y="35592"/>
                    <a:pt x="9583" y="39072"/>
                  </a:cubicBezTo>
                  <a:lnTo>
                    <a:pt x="75340" y="77894"/>
                  </a:lnTo>
                  <a:cubicBezTo>
                    <a:pt x="86344" y="84389"/>
                    <a:pt x="98917" y="87820"/>
                    <a:pt x="111686" y="87820"/>
                  </a:cubicBezTo>
                  <a:lnTo>
                    <a:pt x="203006" y="87820"/>
                  </a:lnTo>
                  <a:cubicBezTo>
                    <a:pt x="206388" y="87820"/>
                    <a:pt x="209133" y="85075"/>
                    <a:pt x="209133" y="81693"/>
                  </a:cubicBezTo>
                  <a:lnTo>
                    <a:pt x="209133" y="23289"/>
                  </a:lnTo>
                  <a:cubicBezTo>
                    <a:pt x="209133" y="23166"/>
                    <a:pt x="209133" y="23019"/>
                    <a:pt x="209133" y="22897"/>
                  </a:cubicBezTo>
                  <a:cubicBezTo>
                    <a:pt x="209231" y="21304"/>
                    <a:pt x="208717" y="19661"/>
                    <a:pt x="207565" y="18362"/>
                  </a:cubicBezTo>
                  <a:cubicBezTo>
                    <a:pt x="197933" y="7701"/>
                    <a:pt x="184232" y="1231"/>
                    <a:pt x="168988" y="152"/>
                  </a:cubicBezTo>
                  <a:cubicBezTo>
                    <a:pt x="167517" y="51"/>
                    <a:pt x="166051" y="0"/>
                    <a:pt x="164594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46" name="Google Shape;4846;p24"/>
          <p:cNvGrpSpPr/>
          <p:nvPr/>
        </p:nvGrpSpPr>
        <p:grpSpPr>
          <a:xfrm>
            <a:off x="1044775" y="1493547"/>
            <a:ext cx="402583" cy="402583"/>
            <a:chOff x="1190625" y="238125"/>
            <a:chExt cx="5228350" cy="5228350"/>
          </a:xfrm>
        </p:grpSpPr>
        <p:sp>
          <p:nvSpPr>
            <p:cNvPr id="4847" name="Google Shape;4847;p24"/>
            <p:cNvSpPr/>
            <p:nvPr/>
          </p:nvSpPr>
          <p:spPr>
            <a:xfrm>
              <a:off x="1190625" y="238125"/>
              <a:ext cx="5228350" cy="5228350"/>
            </a:xfrm>
            <a:custGeom>
              <a:rect b="b" l="l" r="r" t="t"/>
              <a:pathLst>
                <a:path extrusionOk="0" h="209134" w="209134">
                  <a:moveTo>
                    <a:pt x="104579" y="12254"/>
                  </a:moveTo>
                  <a:cubicBezTo>
                    <a:pt x="155484" y="12254"/>
                    <a:pt x="196879" y="53674"/>
                    <a:pt x="196879" y="104579"/>
                  </a:cubicBezTo>
                  <a:cubicBezTo>
                    <a:pt x="196879" y="155484"/>
                    <a:pt x="155484" y="196879"/>
                    <a:pt x="104579" y="196879"/>
                  </a:cubicBezTo>
                  <a:cubicBezTo>
                    <a:pt x="53674" y="196879"/>
                    <a:pt x="12254" y="155484"/>
                    <a:pt x="12254" y="104579"/>
                  </a:cubicBezTo>
                  <a:cubicBezTo>
                    <a:pt x="12254" y="53674"/>
                    <a:pt x="53674" y="12254"/>
                    <a:pt x="104579" y="12254"/>
                  </a:cubicBezTo>
                  <a:close/>
                  <a:moveTo>
                    <a:pt x="104579" y="0"/>
                  </a:moveTo>
                  <a:cubicBezTo>
                    <a:pt x="46910" y="0"/>
                    <a:pt x="0" y="46910"/>
                    <a:pt x="0" y="104579"/>
                  </a:cubicBezTo>
                  <a:cubicBezTo>
                    <a:pt x="0" y="162224"/>
                    <a:pt x="46910" y="209133"/>
                    <a:pt x="104579" y="209133"/>
                  </a:cubicBezTo>
                  <a:cubicBezTo>
                    <a:pt x="162224" y="209133"/>
                    <a:pt x="209133" y="162224"/>
                    <a:pt x="209133" y="104579"/>
                  </a:cubicBezTo>
                  <a:cubicBezTo>
                    <a:pt x="209133" y="46910"/>
                    <a:pt x="162224" y="0"/>
                    <a:pt x="104579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8" name="Google Shape;4848;p24"/>
            <p:cNvSpPr/>
            <p:nvPr/>
          </p:nvSpPr>
          <p:spPr>
            <a:xfrm>
              <a:off x="3345550" y="1984375"/>
              <a:ext cx="1123125" cy="715050"/>
            </a:xfrm>
            <a:custGeom>
              <a:rect b="b" l="l" r="r" t="t"/>
              <a:pathLst>
                <a:path extrusionOk="0" h="28602" w="44925">
                  <a:moveTo>
                    <a:pt x="0" y="0"/>
                  </a:moveTo>
                  <a:lnTo>
                    <a:pt x="0" y="28602"/>
                  </a:lnTo>
                  <a:lnTo>
                    <a:pt x="30636" y="28602"/>
                  </a:lnTo>
                  <a:cubicBezTo>
                    <a:pt x="38504" y="28602"/>
                    <a:pt x="44925" y="22180"/>
                    <a:pt x="44925" y="14289"/>
                  </a:cubicBezTo>
                  <a:cubicBezTo>
                    <a:pt x="44925" y="6421"/>
                    <a:pt x="38504" y="0"/>
                    <a:pt x="30636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9" name="Google Shape;4849;p24"/>
            <p:cNvSpPr/>
            <p:nvPr/>
          </p:nvSpPr>
          <p:spPr>
            <a:xfrm>
              <a:off x="1803325" y="850825"/>
              <a:ext cx="4002925" cy="4002925"/>
            </a:xfrm>
            <a:custGeom>
              <a:rect b="b" l="l" r="r" t="t"/>
              <a:pathLst>
                <a:path extrusionOk="0" h="160117" w="160117">
                  <a:moveTo>
                    <a:pt x="92325" y="20833"/>
                  </a:moveTo>
                  <a:cubicBezTo>
                    <a:pt x="95708" y="20833"/>
                    <a:pt x="98453" y="23578"/>
                    <a:pt x="98453" y="26960"/>
                  </a:cubicBezTo>
                  <a:lnTo>
                    <a:pt x="98453" y="33798"/>
                  </a:lnTo>
                  <a:cubicBezTo>
                    <a:pt x="110143" y="36592"/>
                    <a:pt x="118868" y="47107"/>
                    <a:pt x="118868" y="59631"/>
                  </a:cubicBezTo>
                  <a:cubicBezTo>
                    <a:pt x="118868" y="67841"/>
                    <a:pt x="115118" y="75194"/>
                    <a:pt x="109261" y="80071"/>
                  </a:cubicBezTo>
                  <a:cubicBezTo>
                    <a:pt x="115118" y="84948"/>
                    <a:pt x="118868" y="92276"/>
                    <a:pt x="118868" y="100487"/>
                  </a:cubicBezTo>
                  <a:cubicBezTo>
                    <a:pt x="118868" y="113011"/>
                    <a:pt x="110143" y="123549"/>
                    <a:pt x="98453" y="126319"/>
                  </a:cubicBezTo>
                  <a:lnTo>
                    <a:pt x="98453" y="133157"/>
                  </a:lnTo>
                  <a:cubicBezTo>
                    <a:pt x="98453" y="136539"/>
                    <a:pt x="95708" y="139284"/>
                    <a:pt x="92325" y="139284"/>
                  </a:cubicBezTo>
                  <a:cubicBezTo>
                    <a:pt x="88943" y="139284"/>
                    <a:pt x="86198" y="136539"/>
                    <a:pt x="86198" y="133157"/>
                  </a:cubicBezTo>
                  <a:lnTo>
                    <a:pt x="86198" y="127030"/>
                  </a:lnTo>
                  <a:lnTo>
                    <a:pt x="73944" y="127030"/>
                  </a:lnTo>
                  <a:lnTo>
                    <a:pt x="73944" y="133157"/>
                  </a:lnTo>
                  <a:cubicBezTo>
                    <a:pt x="73944" y="136539"/>
                    <a:pt x="71199" y="139284"/>
                    <a:pt x="67817" y="139284"/>
                  </a:cubicBezTo>
                  <a:cubicBezTo>
                    <a:pt x="64434" y="139284"/>
                    <a:pt x="61689" y="136539"/>
                    <a:pt x="61689" y="133157"/>
                  </a:cubicBezTo>
                  <a:lnTo>
                    <a:pt x="61689" y="127030"/>
                  </a:lnTo>
                  <a:lnTo>
                    <a:pt x="55562" y="127030"/>
                  </a:lnTo>
                  <a:cubicBezTo>
                    <a:pt x="52180" y="127030"/>
                    <a:pt x="49435" y="124285"/>
                    <a:pt x="49435" y="120903"/>
                  </a:cubicBezTo>
                  <a:lnTo>
                    <a:pt x="49435" y="39215"/>
                  </a:lnTo>
                  <a:cubicBezTo>
                    <a:pt x="49435" y="35833"/>
                    <a:pt x="52180" y="33088"/>
                    <a:pt x="55562" y="33088"/>
                  </a:cubicBezTo>
                  <a:lnTo>
                    <a:pt x="61689" y="33088"/>
                  </a:lnTo>
                  <a:lnTo>
                    <a:pt x="61689" y="26960"/>
                  </a:lnTo>
                  <a:cubicBezTo>
                    <a:pt x="61689" y="23578"/>
                    <a:pt x="64434" y="20833"/>
                    <a:pt x="67817" y="20833"/>
                  </a:cubicBezTo>
                  <a:cubicBezTo>
                    <a:pt x="71199" y="20833"/>
                    <a:pt x="73944" y="23578"/>
                    <a:pt x="73944" y="26960"/>
                  </a:cubicBezTo>
                  <a:lnTo>
                    <a:pt x="73944" y="33088"/>
                  </a:lnTo>
                  <a:lnTo>
                    <a:pt x="86198" y="33088"/>
                  </a:lnTo>
                  <a:lnTo>
                    <a:pt x="86198" y="26960"/>
                  </a:lnTo>
                  <a:cubicBezTo>
                    <a:pt x="86198" y="23578"/>
                    <a:pt x="88943" y="20833"/>
                    <a:pt x="92325" y="20833"/>
                  </a:cubicBezTo>
                  <a:close/>
                  <a:moveTo>
                    <a:pt x="80071" y="1"/>
                  </a:moveTo>
                  <a:cubicBezTo>
                    <a:pt x="35906" y="1"/>
                    <a:pt x="1" y="35906"/>
                    <a:pt x="1" y="80071"/>
                  </a:cubicBezTo>
                  <a:cubicBezTo>
                    <a:pt x="1" y="124211"/>
                    <a:pt x="35906" y="160117"/>
                    <a:pt x="80071" y="160117"/>
                  </a:cubicBezTo>
                  <a:cubicBezTo>
                    <a:pt x="124211" y="160117"/>
                    <a:pt x="160117" y="124211"/>
                    <a:pt x="160117" y="80071"/>
                  </a:cubicBezTo>
                  <a:cubicBezTo>
                    <a:pt x="160117" y="35906"/>
                    <a:pt x="124211" y="1"/>
                    <a:pt x="80071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24"/>
            <p:cNvSpPr/>
            <p:nvPr/>
          </p:nvSpPr>
          <p:spPr>
            <a:xfrm>
              <a:off x="3345550" y="3005775"/>
              <a:ext cx="1123125" cy="714450"/>
            </a:xfrm>
            <a:custGeom>
              <a:rect b="b" l="l" r="r" t="t"/>
              <a:pathLst>
                <a:path extrusionOk="0" h="28578" w="44925">
                  <a:moveTo>
                    <a:pt x="0" y="0"/>
                  </a:moveTo>
                  <a:lnTo>
                    <a:pt x="0" y="28577"/>
                  </a:lnTo>
                  <a:lnTo>
                    <a:pt x="30636" y="28577"/>
                  </a:lnTo>
                  <a:cubicBezTo>
                    <a:pt x="38504" y="28577"/>
                    <a:pt x="44925" y="22181"/>
                    <a:pt x="44925" y="14289"/>
                  </a:cubicBezTo>
                  <a:cubicBezTo>
                    <a:pt x="44925" y="6397"/>
                    <a:pt x="38504" y="0"/>
                    <a:pt x="30636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1" name="Google Shape;4851;p24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5" name="Shape 4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6" name="Google Shape;4856;p25"/>
          <p:cNvGrpSpPr/>
          <p:nvPr/>
        </p:nvGrpSpPr>
        <p:grpSpPr>
          <a:xfrm>
            <a:off x="3104719" y="1181502"/>
            <a:ext cx="2934561" cy="3296795"/>
            <a:chOff x="3104719" y="1181502"/>
            <a:chExt cx="2934561" cy="3296795"/>
          </a:xfrm>
        </p:grpSpPr>
        <p:sp>
          <p:nvSpPr>
            <p:cNvPr id="4857" name="Google Shape;4857;p25"/>
            <p:cNvSpPr/>
            <p:nvPr/>
          </p:nvSpPr>
          <p:spPr>
            <a:xfrm>
              <a:off x="3892258" y="1940573"/>
              <a:ext cx="1365557" cy="1696239"/>
            </a:xfrm>
            <a:custGeom>
              <a:rect b="b" l="l" r="r" t="t"/>
              <a:pathLst>
                <a:path extrusionOk="0" h="52793" w="42501">
                  <a:moveTo>
                    <a:pt x="21251" y="1"/>
                  </a:moveTo>
                  <a:lnTo>
                    <a:pt x="1" y="40505"/>
                  </a:lnTo>
                  <a:lnTo>
                    <a:pt x="21251" y="52793"/>
                  </a:lnTo>
                  <a:lnTo>
                    <a:pt x="42501" y="40505"/>
                  </a:lnTo>
                  <a:lnTo>
                    <a:pt x="21251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8" name="Google Shape;4858;p25"/>
            <p:cNvSpPr/>
            <p:nvPr/>
          </p:nvSpPr>
          <p:spPr>
            <a:xfrm>
              <a:off x="3892258" y="1598678"/>
              <a:ext cx="1365557" cy="789627"/>
            </a:xfrm>
            <a:custGeom>
              <a:rect b="b" l="l" r="r" t="t"/>
              <a:pathLst>
                <a:path extrusionOk="0" h="24576" w="42501">
                  <a:moveTo>
                    <a:pt x="21251" y="1"/>
                  </a:moveTo>
                  <a:lnTo>
                    <a:pt x="1" y="12288"/>
                  </a:lnTo>
                  <a:lnTo>
                    <a:pt x="21251" y="24576"/>
                  </a:lnTo>
                  <a:lnTo>
                    <a:pt x="42501" y="12288"/>
                  </a:lnTo>
                  <a:lnTo>
                    <a:pt x="21251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9" name="Google Shape;4859;p25"/>
            <p:cNvSpPr/>
            <p:nvPr/>
          </p:nvSpPr>
          <p:spPr>
            <a:xfrm>
              <a:off x="3892258" y="1993491"/>
              <a:ext cx="682795" cy="1643321"/>
            </a:xfrm>
            <a:custGeom>
              <a:rect b="b" l="l" r="r" t="t"/>
              <a:pathLst>
                <a:path extrusionOk="0" h="51146" w="21251">
                  <a:moveTo>
                    <a:pt x="1" y="0"/>
                  </a:moveTo>
                  <a:lnTo>
                    <a:pt x="1" y="38858"/>
                  </a:lnTo>
                  <a:lnTo>
                    <a:pt x="21251" y="51146"/>
                  </a:lnTo>
                  <a:lnTo>
                    <a:pt x="21251" y="122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0" name="Google Shape;4860;p25"/>
            <p:cNvSpPr/>
            <p:nvPr/>
          </p:nvSpPr>
          <p:spPr>
            <a:xfrm>
              <a:off x="4575020" y="1993491"/>
              <a:ext cx="682795" cy="1643321"/>
            </a:xfrm>
            <a:custGeom>
              <a:rect b="b" l="l" r="r" t="t"/>
              <a:pathLst>
                <a:path extrusionOk="0" h="51146" w="21251">
                  <a:moveTo>
                    <a:pt x="21251" y="0"/>
                  </a:moveTo>
                  <a:lnTo>
                    <a:pt x="1" y="12288"/>
                  </a:lnTo>
                  <a:lnTo>
                    <a:pt x="1" y="51146"/>
                  </a:lnTo>
                  <a:lnTo>
                    <a:pt x="21251" y="38858"/>
                  </a:lnTo>
                  <a:lnTo>
                    <a:pt x="21251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1" name="Google Shape;4861;p25"/>
            <p:cNvSpPr/>
            <p:nvPr/>
          </p:nvSpPr>
          <p:spPr>
            <a:xfrm>
              <a:off x="4566891" y="1256814"/>
              <a:ext cx="17318" cy="2382022"/>
            </a:xfrm>
            <a:custGeom>
              <a:rect b="b" l="l" r="r" t="t"/>
              <a:pathLst>
                <a:path extrusionOk="0" h="74137" w="539">
                  <a:moveTo>
                    <a:pt x="0" y="0"/>
                  </a:moveTo>
                  <a:lnTo>
                    <a:pt x="0" y="74137"/>
                  </a:lnTo>
                  <a:lnTo>
                    <a:pt x="539" y="74137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2" name="Google Shape;4862;p25"/>
            <p:cNvSpPr/>
            <p:nvPr/>
          </p:nvSpPr>
          <p:spPr>
            <a:xfrm>
              <a:off x="3144400" y="2807505"/>
              <a:ext cx="1434733" cy="838464"/>
            </a:xfrm>
            <a:custGeom>
              <a:rect b="b" l="l" r="r" t="t"/>
              <a:pathLst>
                <a:path extrusionOk="0" h="26096" w="44654">
                  <a:moveTo>
                    <a:pt x="253" y="0"/>
                  </a:moveTo>
                  <a:lnTo>
                    <a:pt x="0" y="444"/>
                  </a:lnTo>
                  <a:lnTo>
                    <a:pt x="44400" y="26096"/>
                  </a:lnTo>
                  <a:lnTo>
                    <a:pt x="44653" y="2562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4570972" y="2805480"/>
              <a:ext cx="1436757" cy="840489"/>
            </a:xfrm>
            <a:custGeom>
              <a:rect b="b" l="l" r="r" t="t"/>
              <a:pathLst>
                <a:path extrusionOk="0" h="26159" w="44717">
                  <a:moveTo>
                    <a:pt x="44432" y="0"/>
                  </a:moveTo>
                  <a:lnTo>
                    <a:pt x="0" y="25715"/>
                  </a:lnTo>
                  <a:lnTo>
                    <a:pt x="285" y="26159"/>
                  </a:lnTo>
                  <a:lnTo>
                    <a:pt x="44717" y="475"/>
                  </a:lnTo>
                  <a:lnTo>
                    <a:pt x="44432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4" name="Google Shape;4864;p25"/>
            <p:cNvSpPr/>
            <p:nvPr/>
          </p:nvSpPr>
          <p:spPr>
            <a:xfrm>
              <a:off x="3218652" y="3630675"/>
              <a:ext cx="1360481" cy="796760"/>
            </a:xfrm>
            <a:custGeom>
              <a:rect b="b" l="l" r="r" t="t"/>
              <a:pathLst>
                <a:path extrusionOk="0" h="24798" w="42343">
                  <a:moveTo>
                    <a:pt x="42089" y="1"/>
                  </a:moveTo>
                  <a:lnTo>
                    <a:pt x="1" y="24322"/>
                  </a:lnTo>
                  <a:lnTo>
                    <a:pt x="254" y="24797"/>
                  </a:lnTo>
                  <a:lnTo>
                    <a:pt x="42342" y="444"/>
                  </a:lnTo>
                  <a:lnTo>
                    <a:pt x="42089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5" name="Google Shape;4865;p25"/>
            <p:cNvSpPr/>
            <p:nvPr/>
          </p:nvSpPr>
          <p:spPr>
            <a:xfrm>
              <a:off x="4570972" y="3630675"/>
              <a:ext cx="1389976" cy="813050"/>
            </a:xfrm>
            <a:custGeom>
              <a:rect b="b" l="l" r="r" t="t"/>
              <a:pathLst>
                <a:path extrusionOk="0" h="25305" w="43261">
                  <a:moveTo>
                    <a:pt x="253" y="1"/>
                  </a:moveTo>
                  <a:lnTo>
                    <a:pt x="0" y="476"/>
                  </a:lnTo>
                  <a:lnTo>
                    <a:pt x="43007" y="25304"/>
                  </a:lnTo>
                  <a:lnTo>
                    <a:pt x="43260" y="24829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6" name="Google Shape;4866;p25"/>
            <p:cNvSpPr/>
            <p:nvPr/>
          </p:nvSpPr>
          <p:spPr>
            <a:xfrm>
              <a:off x="5874422" y="4360123"/>
              <a:ext cx="64131" cy="83699"/>
            </a:xfrm>
            <a:custGeom>
              <a:rect b="b" l="l" r="r" t="t"/>
              <a:pathLst>
                <a:path extrusionOk="0" h="2605" w="1996">
                  <a:moveTo>
                    <a:pt x="1435" y="1"/>
                  </a:moveTo>
                  <a:cubicBezTo>
                    <a:pt x="1307" y="1"/>
                    <a:pt x="1164" y="42"/>
                    <a:pt x="1014" y="131"/>
                  </a:cubicBezTo>
                  <a:cubicBezTo>
                    <a:pt x="444" y="479"/>
                    <a:pt x="0" y="1239"/>
                    <a:pt x="0" y="1873"/>
                  </a:cubicBezTo>
                  <a:cubicBezTo>
                    <a:pt x="0" y="2329"/>
                    <a:pt x="230" y="2604"/>
                    <a:pt x="572" y="2604"/>
                  </a:cubicBezTo>
                  <a:cubicBezTo>
                    <a:pt x="705" y="2604"/>
                    <a:pt x="854" y="2563"/>
                    <a:pt x="1014" y="2474"/>
                  </a:cubicBezTo>
                  <a:cubicBezTo>
                    <a:pt x="1552" y="2126"/>
                    <a:pt x="1995" y="1366"/>
                    <a:pt x="1995" y="733"/>
                  </a:cubicBezTo>
                  <a:cubicBezTo>
                    <a:pt x="1995" y="276"/>
                    <a:pt x="1765" y="1"/>
                    <a:pt x="1435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7" name="Google Shape;4867;p25"/>
            <p:cNvSpPr/>
            <p:nvPr/>
          </p:nvSpPr>
          <p:spPr>
            <a:xfrm>
              <a:off x="5888655" y="4365328"/>
              <a:ext cx="150625" cy="112969"/>
            </a:xfrm>
            <a:custGeom>
              <a:rect b="b" l="l" r="r" t="t"/>
              <a:pathLst>
                <a:path extrusionOk="0" h="3516" w="4688">
                  <a:moveTo>
                    <a:pt x="1394" y="1"/>
                  </a:moveTo>
                  <a:lnTo>
                    <a:pt x="1" y="2407"/>
                  </a:lnTo>
                  <a:lnTo>
                    <a:pt x="4688" y="3516"/>
                  </a:lnTo>
                  <a:lnTo>
                    <a:pt x="4688" y="3516"/>
                  </a:lnTo>
                  <a:lnTo>
                    <a:pt x="1394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8" name="Google Shape;4868;p25"/>
            <p:cNvSpPr/>
            <p:nvPr/>
          </p:nvSpPr>
          <p:spPr>
            <a:xfrm>
              <a:off x="5874422" y="2825529"/>
              <a:ext cx="64131" cy="83506"/>
            </a:xfrm>
            <a:custGeom>
              <a:rect b="b" l="l" r="r" t="t"/>
              <a:pathLst>
                <a:path extrusionOk="0" h="2599" w="1996">
                  <a:moveTo>
                    <a:pt x="558" y="1"/>
                  </a:moveTo>
                  <a:cubicBezTo>
                    <a:pt x="224" y="1"/>
                    <a:pt x="0" y="265"/>
                    <a:pt x="0" y="738"/>
                  </a:cubicBezTo>
                  <a:cubicBezTo>
                    <a:pt x="0" y="1371"/>
                    <a:pt x="444" y="2131"/>
                    <a:pt x="1014" y="2448"/>
                  </a:cubicBezTo>
                  <a:cubicBezTo>
                    <a:pt x="1172" y="2551"/>
                    <a:pt x="1323" y="2598"/>
                    <a:pt x="1456" y="2598"/>
                  </a:cubicBezTo>
                  <a:cubicBezTo>
                    <a:pt x="1775" y="2598"/>
                    <a:pt x="1995" y="2325"/>
                    <a:pt x="1995" y="1878"/>
                  </a:cubicBezTo>
                  <a:cubicBezTo>
                    <a:pt x="1995" y="1245"/>
                    <a:pt x="1552" y="453"/>
                    <a:pt x="1014" y="136"/>
                  </a:cubicBezTo>
                  <a:cubicBezTo>
                    <a:pt x="849" y="45"/>
                    <a:pt x="694" y="1"/>
                    <a:pt x="558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9" name="Google Shape;4869;p25"/>
            <p:cNvSpPr/>
            <p:nvPr/>
          </p:nvSpPr>
          <p:spPr>
            <a:xfrm>
              <a:off x="5888655" y="2790219"/>
              <a:ext cx="150625" cy="113997"/>
            </a:xfrm>
            <a:custGeom>
              <a:rect b="b" l="l" r="r" t="t"/>
              <a:pathLst>
                <a:path extrusionOk="0" h="3548" w="4688">
                  <a:moveTo>
                    <a:pt x="4688" y="0"/>
                  </a:moveTo>
                  <a:lnTo>
                    <a:pt x="1" y="1140"/>
                  </a:lnTo>
                  <a:lnTo>
                    <a:pt x="1394" y="3547"/>
                  </a:lnTo>
                  <a:lnTo>
                    <a:pt x="4688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0" name="Google Shape;4870;p25"/>
            <p:cNvSpPr/>
            <p:nvPr/>
          </p:nvSpPr>
          <p:spPr>
            <a:xfrm>
              <a:off x="3205447" y="4360123"/>
              <a:ext cx="64131" cy="83699"/>
            </a:xfrm>
            <a:custGeom>
              <a:rect b="b" l="l" r="r" t="t"/>
              <a:pathLst>
                <a:path extrusionOk="0" h="2605" w="1996">
                  <a:moveTo>
                    <a:pt x="560" y="1"/>
                  </a:moveTo>
                  <a:cubicBezTo>
                    <a:pt x="230" y="1"/>
                    <a:pt x="0" y="276"/>
                    <a:pt x="0" y="733"/>
                  </a:cubicBezTo>
                  <a:cubicBezTo>
                    <a:pt x="0" y="1366"/>
                    <a:pt x="444" y="2126"/>
                    <a:pt x="982" y="2474"/>
                  </a:cubicBezTo>
                  <a:cubicBezTo>
                    <a:pt x="1141" y="2563"/>
                    <a:pt x="1291" y="2604"/>
                    <a:pt x="1424" y="2604"/>
                  </a:cubicBezTo>
                  <a:cubicBezTo>
                    <a:pt x="1765" y="2604"/>
                    <a:pt x="1995" y="2329"/>
                    <a:pt x="1995" y="1873"/>
                  </a:cubicBezTo>
                  <a:cubicBezTo>
                    <a:pt x="1995" y="1239"/>
                    <a:pt x="1552" y="479"/>
                    <a:pt x="982" y="131"/>
                  </a:cubicBezTo>
                  <a:cubicBezTo>
                    <a:pt x="831" y="42"/>
                    <a:pt x="688" y="1"/>
                    <a:pt x="560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1" name="Google Shape;4871;p25"/>
            <p:cNvSpPr/>
            <p:nvPr/>
          </p:nvSpPr>
          <p:spPr>
            <a:xfrm>
              <a:off x="3104719" y="4365328"/>
              <a:ext cx="151621" cy="112969"/>
            </a:xfrm>
            <a:custGeom>
              <a:rect b="b" l="l" r="r" t="t"/>
              <a:pathLst>
                <a:path extrusionOk="0" h="3516" w="4719">
                  <a:moveTo>
                    <a:pt x="3294" y="1"/>
                  </a:moveTo>
                  <a:lnTo>
                    <a:pt x="0" y="3516"/>
                  </a:lnTo>
                  <a:lnTo>
                    <a:pt x="4719" y="2407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2" name="Google Shape;4872;p25"/>
            <p:cNvSpPr/>
            <p:nvPr/>
          </p:nvSpPr>
          <p:spPr>
            <a:xfrm>
              <a:off x="3205447" y="2825529"/>
              <a:ext cx="64131" cy="83506"/>
            </a:xfrm>
            <a:custGeom>
              <a:rect b="b" l="l" r="r" t="t"/>
              <a:pathLst>
                <a:path extrusionOk="0" h="2599" w="1996">
                  <a:moveTo>
                    <a:pt x="1437" y="1"/>
                  </a:moveTo>
                  <a:cubicBezTo>
                    <a:pt x="1301" y="1"/>
                    <a:pt x="1147" y="45"/>
                    <a:pt x="982" y="136"/>
                  </a:cubicBezTo>
                  <a:cubicBezTo>
                    <a:pt x="444" y="453"/>
                    <a:pt x="0" y="1245"/>
                    <a:pt x="0" y="1878"/>
                  </a:cubicBezTo>
                  <a:cubicBezTo>
                    <a:pt x="0" y="2325"/>
                    <a:pt x="221" y="2598"/>
                    <a:pt x="540" y="2598"/>
                  </a:cubicBezTo>
                  <a:cubicBezTo>
                    <a:pt x="673" y="2598"/>
                    <a:pt x="823" y="2551"/>
                    <a:pt x="982" y="2448"/>
                  </a:cubicBezTo>
                  <a:cubicBezTo>
                    <a:pt x="1552" y="2131"/>
                    <a:pt x="1995" y="1371"/>
                    <a:pt x="1995" y="738"/>
                  </a:cubicBezTo>
                  <a:cubicBezTo>
                    <a:pt x="1995" y="265"/>
                    <a:pt x="1772" y="1"/>
                    <a:pt x="1437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3" name="Google Shape;4873;p25"/>
            <p:cNvSpPr/>
            <p:nvPr/>
          </p:nvSpPr>
          <p:spPr>
            <a:xfrm>
              <a:off x="3104719" y="2790219"/>
              <a:ext cx="151621" cy="113997"/>
            </a:xfrm>
            <a:custGeom>
              <a:rect b="b" l="l" r="r" t="t"/>
              <a:pathLst>
                <a:path extrusionOk="0" h="3548" w="4719">
                  <a:moveTo>
                    <a:pt x="0" y="0"/>
                  </a:moveTo>
                  <a:lnTo>
                    <a:pt x="3294" y="3547"/>
                  </a:lnTo>
                  <a:lnTo>
                    <a:pt x="4719" y="11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4" name="Google Shape;4874;p25"/>
            <p:cNvSpPr/>
            <p:nvPr/>
          </p:nvSpPr>
          <p:spPr>
            <a:xfrm>
              <a:off x="3204419" y="3337617"/>
              <a:ext cx="1365557" cy="692980"/>
            </a:xfrm>
            <a:custGeom>
              <a:rect b="b" l="l" r="r" t="t"/>
              <a:pathLst>
                <a:path extrusionOk="0" h="21568" w="42501">
                  <a:moveTo>
                    <a:pt x="21251" y="1"/>
                  </a:moveTo>
                  <a:lnTo>
                    <a:pt x="1" y="9312"/>
                  </a:lnTo>
                  <a:lnTo>
                    <a:pt x="21251" y="21567"/>
                  </a:lnTo>
                  <a:lnTo>
                    <a:pt x="42500" y="9312"/>
                  </a:lnTo>
                  <a:lnTo>
                    <a:pt x="21251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5" name="Google Shape;4875;p25"/>
            <p:cNvSpPr/>
            <p:nvPr/>
          </p:nvSpPr>
          <p:spPr>
            <a:xfrm>
              <a:off x="3887181" y="3390536"/>
              <a:ext cx="682795" cy="640062"/>
            </a:xfrm>
            <a:custGeom>
              <a:rect b="b" l="l" r="r" t="t"/>
              <a:pathLst>
                <a:path extrusionOk="0" h="19921" w="21251">
                  <a:moveTo>
                    <a:pt x="21250" y="1"/>
                  </a:moveTo>
                  <a:lnTo>
                    <a:pt x="1" y="12288"/>
                  </a:lnTo>
                  <a:lnTo>
                    <a:pt x="1" y="19920"/>
                  </a:lnTo>
                  <a:lnTo>
                    <a:pt x="21250" y="7665"/>
                  </a:lnTo>
                  <a:lnTo>
                    <a:pt x="21250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6" name="Google Shape;4876;p25"/>
            <p:cNvSpPr/>
            <p:nvPr/>
          </p:nvSpPr>
          <p:spPr>
            <a:xfrm>
              <a:off x="4575020" y="2986597"/>
              <a:ext cx="1366585" cy="1044000"/>
            </a:xfrm>
            <a:custGeom>
              <a:rect b="b" l="l" r="r" t="t"/>
              <a:pathLst>
                <a:path extrusionOk="0" h="32493" w="42533">
                  <a:moveTo>
                    <a:pt x="21251" y="0"/>
                  </a:moveTo>
                  <a:lnTo>
                    <a:pt x="1" y="20237"/>
                  </a:lnTo>
                  <a:lnTo>
                    <a:pt x="21251" y="32492"/>
                  </a:lnTo>
                  <a:lnTo>
                    <a:pt x="42532" y="20237"/>
                  </a:lnTo>
                  <a:lnTo>
                    <a:pt x="21251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7" name="Google Shape;4877;p25"/>
            <p:cNvSpPr/>
            <p:nvPr/>
          </p:nvSpPr>
          <p:spPr>
            <a:xfrm>
              <a:off x="4584177" y="2645730"/>
              <a:ext cx="1357428" cy="788599"/>
            </a:xfrm>
            <a:custGeom>
              <a:rect b="b" l="l" r="r" t="t"/>
              <a:pathLst>
                <a:path extrusionOk="0" h="24544" w="42248">
                  <a:moveTo>
                    <a:pt x="20966" y="0"/>
                  </a:moveTo>
                  <a:lnTo>
                    <a:pt x="1" y="12288"/>
                  </a:lnTo>
                  <a:lnTo>
                    <a:pt x="20966" y="24544"/>
                  </a:lnTo>
                  <a:lnTo>
                    <a:pt x="42247" y="12288"/>
                  </a:lnTo>
                  <a:lnTo>
                    <a:pt x="20966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8" name="Google Shape;4878;p25"/>
            <p:cNvSpPr/>
            <p:nvPr/>
          </p:nvSpPr>
          <p:spPr>
            <a:xfrm>
              <a:off x="4584177" y="3040511"/>
              <a:ext cx="673638" cy="990086"/>
            </a:xfrm>
            <a:custGeom>
              <a:rect b="b" l="l" r="r" t="t"/>
              <a:pathLst>
                <a:path extrusionOk="0" h="30815" w="20966">
                  <a:moveTo>
                    <a:pt x="1" y="1"/>
                  </a:moveTo>
                  <a:lnTo>
                    <a:pt x="1" y="18559"/>
                  </a:lnTo>
                  <a:lnTo>
                    <a:pt x="20966" y="30814"/>
                  </a:lnTo>
                  <a:lnTo>
                    <a:pt x="20966" y="122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9" name="Google Shape;4879;p25"/>
            <p:cNvSpPr/>
            <p:nvPr/>
          </p:nvSpPr>
          <p:spPr>
            <a:xfrm>
              <a:off x="5257783" y="3040511"/>
              <a:ext cx="683823" cy="990086"/>
            </a:xfrm>
            <a:custGeom>
              <a:rect b="b" l="l" r="r" t="t"/>
              <a:pathLst>
                <a:path extrusionOk="0" h="30815" w="21283">
                  <a:moveTo>
                    <a:pt x="21282" y="1"/>
                  </a:moveTo>
                  <a:lnTo>
                    <a:pt x="1" y="12257"/>
                  </a:lnTo>
                  <a:lnTo>
                    <a:pt x="1" y="30814"/>
                  </a:lnTo>
                  <a:lnTo>
                    <a:pt x="21282" y="18559"/>
                  </a:lnTo>
                  <a:lnTo>
                    <a:pt x="21282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0" name="Google Shape;4880;p25"/>
            <p:cNvSpPr/>
            <p:nvPr/>
          </p:nvSpPr>
          <p:spPr>
            <a:xfrm>
              <a:off x="3892258" y="3636780"/>
              <a:ext cx="1365557" cy="788599"/>
            </a:xfrm>
            <a:custGeom>
              <a:rect b="b" l="l" r="r" t="t"/>
              <a:pathLst>
                <a:path extrusionOk="0" h="24544" w="42501">
                  <a:moveTo>
                    <a:pt x="21251" y="1"/>
                  </a:moveTo>
                  <a:lnTo>
                    <a:pt x="1" y="12256"/>
                  </a:lnTo>
                  <a:lnTo>
                    <a:pt x="21251" y="24544"/>
                  </a:lnTo>
                  <a:lnTo>
                    <a:pt x="42501" y="12256"/>
                  </a:lnTo>
                  <a:lnTo>
                    <a:pt x="21251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1" name="Google Shape;4881;p25"/>
            <p:cNvSpPr/>
            <p:nvPr/>
          </p:nvSpPr>
          <p:spPr>
            <a:xfrm>
              <a:off x="4525187" y="1309218"/>
              <a:ext cx="99732" cy="52918"/>
            </a:xfrm>
            <a:custGeom>
              <a:rect b="b" l="l" r="r" t="t"/>
              <a:pathLst>
                <a:path extrusionOk="0" h="1647" w="3104">
                  <a:moveTo>
                    <a:pt x="1556" y="0"/>
                  </a:moveTo>
                  <a:cubicBezTo>
                    <a:pt x="1196" y="0"/>
                    <a:pt x="839" y="79"/>
                    <a:pt x="570" y="238"/>
                  </a:cubicBezTo>
                  <a:cubicBezTo>
                    <a:pt x="0" y="554"/>
                    <a:pt x="0" y="1093"/>
                    <a:pt x="570" y="1409"/>
                  </a:cubicBezTo>
                  <a:cubicBezTo>
                    <a:pt x="839" y="1568"/>
                    <a:pt x="1196" y="1647"/>
                    <a:pt x="1556" y="1647"/>
                  </a:cubicBezTo>
                  <a:cubicBezTo>
                    <a:pt x="1916" y="1647"/>
                    <a:pt x="2280" y="1568"/>
                    <a:pt x="2565" y="1409"/>
                  </a:cubicBezTo>
                  <a:cubicBezTo>
                    <a:pt x="3104" y="1093"/>
                    <a:pt x="3104" y="554"/>
                    <a:pt x="2565" y="238"/>
                  </a:cubicBezTo>
                  <a:cubicBezTo>
                    <a:pt x="2280" y="79"/>
                    <a:pt x="1916" y="0"/>
                    <a:pt x="1556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2" name="Google Shape;4882;p25"/>
            <p:cNvSpPr/>
            <p:nvPr/>
          </p:nvSpPr>
          <p:spPr>
            <a:xfrm>
              <a:off x="4530263" y="1181502"/>
              <a:ext cx="89578" cy="149597"/>
            </a:xfrm>
            <a:custGeom>
              <a:rect b="b" l="l" r="r" t="t"/>
              <a:pathLst>
                <a:path extrusionOk="0" h="4656" w="2788">
                  <a:moveTo>
                    <a:pt x="1394" y="1"/>
                  </a:moveTo>
                  <a:lnTo>
                    <a:pt x="0" y="4656"/>
                  </a:lnTo>
                  <a:lnTo>
                    <a:pt x="2787" y="4656"/>
                  </a:lnTo>
                  <a:lnTo>
                    <a:pt x="1394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3" name="Google Shape;4883;p25"/>
            <p:cNvSpPr/>
            <p:nvPr/>
          </p:nvSpPr>
          <p:spPr>
            <a:xfrm>
              <a:off x="3205450" y="3390525"/>
              <a:ext cx="471300" cy="240300"/>
            </a:xfrm>
            <a:prstGeom prst="rtTriangle">
              <a:avLst/>
            </a:pr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4" name="Google Shape;4884;p25"/>
            <p:cNvSpPr/>
            <p:nvPr/>
          </p:nvSpPr>
          <p:spPr>
            <a:xfrm>
              <a:off x="3204419" y="2996750"/>
              <a:ext cx="1365557" cy="788631"/>
            </a:xfrm>
            <a:custGeom>
              <a:rect b="b" l="l" r="r" t="t"/>
              <a:pathLst>
                <a:path extrusionOk="0" h="24545" w="42501">
                  <a:moveTo>
                    <a:pt x="21251" y="1"/>
                  </a:moveTo>
                  <a:lnTo>
                    <a:pt x="1" y="12257"/>
                  </a:lnTo>
                  <a:lnTo>
                    <a:pt x="21251" y="24544"/>
                  </a:lnTo>
                  <a:lnTo>
                    <a:pt x="42500" y="12257"/>
                  </a:lnTo>
                  <a:lnTo>
                    <a:pt x="21251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5" name="Google Shape;4885;p25"/>
            <p:cNvSpPr/>
            <p:nvPr/>
          </p:nvSpPr>
          <p:spPr>
            <a:xfrm>
              <a:off x="3892258" y="3294885"/>
              <a:ext cx="1365557" cy="789627"/>
            </a:xfrm>
            <a:custGeom>
              <a:rect b="b" l="l" r="r" t="t"/>
              <a:pathLst>
                <a:path extrusionOk="0" h="24576" w="42501">
                  <a:moveTo>
                    <a:pt x="21251" y="1"/>
                  </a:moveTo>
                  <a:lnTo>
                    <a:pt x="1" y="12288"/>
                  </a:lnTo>
                  <a:lnTo>
                    <a:pt x="21251" y="24576"/>
                  </a:lnTo>
                  <a:lnTo>
                    <a:pt x="42501" y="12288"/>
                  </a:lnTo>
                  <a:lnTo>
                    <a:pt x="21251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6" name="Google Shape;4886;p25"/>
            <p:cNvSpPr/>
            <p:nvPr/>
          </p:nvSpPr>
          <p:spPr>
            <a:xfrm>
              <a:off x="3892258" y="3689698"/>
              <a:ext cx="682795" cy="735681"/>
            </a:xfrm>
            <a:custGeom>
              <a:rect b="b" l="l" r="r" t="t"/>
              <a:pathLst>
                <a:path extrusionOk="0" h="22897" w="21251">
                  <a:moveTo>
                    <a:pt x="1" y="0"/>
                  </a:moveTo>
                  <a:lnTo>
                    <a:pt x="1" y="10609"/>
                  </a:lnTo>
                  <a:lnTo>
                    <a:pt x="21251" y="22897"/>
                  </a:lnTo>
                  <a:lnTo>
                    <a:pt x="21251" y="122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7" name="Google Shape;4887;p25"/>
            <p:cNvSpPr/>
            <p:nvPr/>
          </p:nvSpPr>
          <p:spPr>
            <a:xfrm>
              <a:off x="4575020" y="3689698"/>
              <a:ext cx="682795" cy="735681"/>
            </a:xfrm>
            <a:custGeom>
              <a:rect b="b" l="l" r="r" t="t"/>
              <a:pathLst>
                <a:path extrusionOk="0" h="22897" w="21251">
                  <a:moveTo>
                    <a:pt x="21251" y="0"/>
                  </a:moveTo>
                  <a:lnTo>
                    <a:pt x="1" y="12288"/>
                  </a:lnTo>
                  <a:lnTo>
                    <a:pt x="1" y="22897"/>
                  </a:lnTo>
                  <a:lnTo>
                    <a:pt x="21251" y="10609"/>
                  </a:lnTo>
                  <a:lnTo>
                    <a:pt x="21251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8" name="Google Shape;4888;p25"/>
            <p:cNvSpPr/>
            <p:nvPr/>
          </p:nvSpPr>
          <p:spPr>
            <a:xfrm>
              <a:off x="3204419" y="3390536"/>
              <a:ext cx="682795" cy="640062"/>
            </a:xfrm>
            <a:custGeom>
              <a:rect b="b" l="l" r="r" t="t"/>
              <a:pathLst>
                <a:path extrusionOk="0" h="19921" w="21251">
                  <a:moveTo>
                    <a:pt x="1" y="1"/>
                  </a:moveTo>
                  <a:lnTo>
                    <a:pt x="1" y="7665"/>
                  </a:lnTo>
                  <a:lnTo>
                    <a:pt x="21251" y="19920"/>
                  </a:lnTo>
                  <a:lnTo>
                    <a:pt x="21251" y="1228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89" name="Google Shape;4889;p25"/>
          <p:cNvSpPr txBox="1"/>
          <p:nvPr/>
        </p:nvSpPr>
        <p:spPr>
          <a:xfrm>
            <a:off x="710251" y="1683713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890" name="Google Shape;4890;p25"/>
          <p:cNvSpPr txBox="1"/>
          <p:nvPr/>
        </p:nvSpPr>
        <p:spPr>
          <a:xfrm>
            <a:off x="710250" y="1968751"/>
            <a:ext cx="18351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fifth planet from the Sun and the largest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1" name="Google Shape;4891;p25"/>
          <p:cNvSpPr txBox="1"/>
          <p:nvPr/>
        </p:nvSpPr>
        <p:spPr>
          <a:xfrm>
            <a:off x="710251" y="334397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892" name="Google Shape;4892;p25"/>
          <p:cNvSpPr txBox="1"/>
          <p:nvPr/>
        </p:nvSpPr>
        <p:spPr>
          <a:xfrm>
            <a:off x="710250" y="3604680"/>
            <a:ext cx="18351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eighth and farthest-known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3" name="Google Shape;4893;p25"/>
          <p:cNvSpPr txBox="1"/>
          <p:nvPr/>
        </p:nvSpPr>
        <p:spPr>
          <a:xfrm>
            <a:off x="6520300" y="1683713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894" name="Google Shape;4894;p25"/>
          <p:cNvSpPr txBox="1"/>
          <p:nvPr/>
        </p:nvSpPr>
        <p:spPr>
          <a:xfrm>
            <a:off x="6520300" y="1968743"/>
            <a:ext cx="18351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also very high temperatures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5" name="Google Shape;4895;p25"/>
          <p:cNvSpPr txBox="1"/>
          <p:nvPr/>
        </p:nvSpPr>
        <p:spPr>
          <a:xfrm>
            <a:off x="6520300" y="334397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896" name="Google Shape;4896;p25"/>
          <p:cNvSpPr txBox="1"/>
          <p:nvPr/>
        </p:nvSpPr>
        <p:spPr>
          <a:xfrm>
            <a:off x="6520300" y="3604680"/>
            <a:ext cx="18351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with an average radius of about nine times that on Earth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897" name="Google Shape;4897;p25"/>
          <p:cNvGrpSpPr/>
          <p:nvPr/>
        </p:nvGrpSpPr>
        <p:grpSpPr>
          <a:xfrm>
            <a:off x="7956616" y="2999018"/>
            <a:ext cx="329178" cy="329169"/>
            <a:chOff x="60116589" y="-8764371"/>
            <a:chExt cx="5477168" cy="5477028"/>
          </a:xfrm>
        </p:grpSpPr>
        <p:sp>
          <p:nvSpPr>
            <p:cNvPr id="4898" name="Google Shape;4898;p25"/>
            <p:cNvSpPr/>
            <p:nvPr/>
          </p:nvSpPr>
          <p:spPr>
            <a:xfrm>
              <a:off x="64882689" y="-3998098"/>
              <a:ext cx="26" cy="26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9" name="Google Shape;4899;p25"/>
            <p:cNvSpPr/>
            <p:nvPr/>
          </p:nvSpPr>
          <p:spPr>
            <a:xfrm>
              <a:off x="60116589" y="-8764371"/>
              <a:ext cx="5477168" cy="5477028"/>
            </a:xfrm>
            <a:custGeom>
              <a:rect b="b" l="l" r="r" t="t"/>
              <a:pathLst>
                <a:path extrusionOk="0" h="208768" w="208833">
                  <a:moveTo>
                    <a:pt x="104156" y="69839"/>
                  </a:moveTo>
                  <a:cubicBezTo>
                    <a:pt x="107515" y="69839"/>
                    <a:pt x="110256" y="72579"/>
                    <a:pt x="110256" y="75972"/>
                  </a:cubicBezTo>
                  <a:lnTo>
                    <a:pt x="110256" y="76591"/>
                  </a:lnTo>
                  <a:cubicBezTo>
                    <a:pt x="113322" y="77505"/>
                    <a:pt x="115507" y="78907"/>
                    <a:pt x="116421" y="79625"/>
                  </a:cubicBezTo>
                  <a:cubicBezTo>
                    <a:pt x="119128" y="81648"/>
                    <a:pt x="119683" y="85464"/>
                    <a:pt x="117660" y="88171"/>
                  </a:cubicBezTo>
                  <a:cubicBezTo>
                    <a:pt x="116459" y="89780"/>
                    <a:pt x="114613" y="90628"/>
                    <a:pt x="112744" y="90628"/>
                  </a:cubicBezTo>
                  <a:cubicBezTo>
                    <a:pt x="111468" y="90628"/>
                    <a:pt x="110180" y="90232"/>
                    <a:pt x="109081" y="89411"/>
                  </a:cubicBezTo>
                  <a:cubicBezTo>
                    <a:pt x="108455" y="88929"/>
                    <a:pt x="106975" y="88039"/>
                    <a:pt x="104813" y="88039"/>
                  </a:cubicBezTo>
                  <a:cubicBezTo>
                    <a:pt x="104047" y="88039"/>
                    <a:pt x="103194" y="88151"/>
                    <a:pt x="102264" y="88432"/>
                  </a:cubicBezTo>
                  <a:cubicBezTo>
                    <a:pt x="100535" y="88987"/>
                    <a:pt x="100046" y="90781"/>
                    <a:pt x="99948" y="91303"/>
                  </a:cubicBezTo>
                  <a:cubicBezTo>
                    <a:pt x="99752" y="92445"/>
                    <a:pt x="100046" y="93195"/>
                    <a:pt x="100241" y="93358"/>
                  </a:cubicBezTo>
                  <a:cubicBezTo>
                    <a:pt x="102622" y="95250"/>
                    <a:pt x="107026" y="96946"/>
                    <a:pt x="111038" y="98349"/>
                  </a:cubicBezTo>
                  <a:cubicBezTo>
                    <a:pt x="119128" y="101219"/>
                    <a:pt x="123662" y="108722"/>
                    <a:pt x="122260" y="117073"/>
                  </a:cubicBezTo>
                  <a:cubicBezTo>
                    <a:pt x="121248" y="123010"/>
                    <a:pt x="116975" y="129044"/>
                    <a:pt x="110256" y="131393"/>
                  </a:cubicBezTo>
                  <a:lnTo>
                    <a:pt x="110256" y="132763"/>
                  </a:lnTo>
                  <a:cubicBezTo>
                    <a:pt x="110256" y="136155"/>
                    <a:pt x="107515" y="138895"/>
                    <a:pt x="104156" y="138895"/>
                  </a:cubicBezTo>
                  <a:cubicBezTo>
                    <a:pt x="100763" y="138895"/>
                    <a:pt x="98023" y="136155"/>
                    <a:pt x="98023" y="132763"/>
                  </a:cubicBezTo>
                  <a:lnTo>
                    <a:pt x="98023" y="132045"/>
                  </a:lnTo>
                  <a:cubicBezTo>
                    <a:pt x="95120" y="131556"/>
                    <a:pt x="92478" y="130479"/>
                    <a:pt x="89118" y="128294"/>
                  </a:cubicBezTo>
                  <a:cubicBezTo>
                    <a:pt x="86280" y="126435"/>
                    <a:pt x="85497" y="122651"/>
                    <a:pt x="87356" y="119813"/>
                  </a:cubicBezTo>
                  <a:cubicBezTo>
                    <a:pt x="88517" y="118030"/>
                    <a:pt x="90481" y="117051"/>
                    <a:pt x="92479" y="117051"/>
                  </a:cubicBezTo>
                  <a:cubicBezTo>
                    <a:pt x="93625" y="117051"/>
                    <a:pt x="94782" y="117373"/>
                    <a:pt x="95805" y="118051"/>
                  </a:cubicBezTo>
                  <a:cubicBezTo>
                    <a:pt x="98702" y="119942"/>
                    <a:pt x="99746" y="120208"/>
                    <a:pt x="103307" y="120208"/>
                  </a:cubicBezTo>
                  <a:cubicBezTo>
                    <a:pt x="103555" y="120208"/>
                    <a:pt x="103816" y="120206"/>
                    <a:pt x="104090" y="120204"/>
                  </a:cubicBezTo>
                  <a:cubicBezTo>
                    <a:pt x="107679" y="120172"/>
                    <a:pt x="109766" y="117497"/>
                    <a:pt x="110190" y="115018"/>
                  </a:cubicBezTo>
                  <a:cubicBezTo>
                    <a:pt x="110484" y="113289"/>
                    <a:pt x="110158" y="111005"/>
                    <a:pt x="106961" y="109864"/>
                  </a:cubicBezTo>
                  <a:cubicBezTo>
                    <a:pt x="101774" y="108037"/>
                    <a:pt x="96457" y="105949"/>
                    <a:pt x="92706" y="102981"/>
                  </a:cubicBezTo>
                  <a:cubicBezTo>
                    <a:pt x="88726" y="99882"/>
                    <a:pt x="86900" y="94532"/>
                    <a:pt x="87944" y="89052"/>
                  </a:cubicBezTo>
                  <a:cubicBezTo>
                    <a:pt x="88987" y="83376"/>
                    <a:pt x="92837" y="78810"/>
                    <a:pt x="98023" y="76983"/>
                  </a:cubicBezTo>
                  <a:lnTo>
                    <a:pt x="98023" y="75972"/>
                  </a:lnTo>
                  <a:cubicBezTo>
                    <a:pt x="98023" y="72579"/>
                    <a:pt x="100763" y="69839"/>
                    <a:pt x="104156" y="69839"/>
                  </a:cubicBezTo>
                  <a:close/>
                  <a:moveTo>
                    <a:pt x="104384" y="0"/>
                  </a:moveTo>
                  <a:cubicBezTo>
                    <a:pt x="93456" y="33"/>
                    <a:pt x="84584" y="8873"/>
                    <a:pt x="84584" y="19735"/>
                  </a:cubicBezTo>
                  <a:cubicBezTo>
                    <a:pt x="84616" y="28445"/>
                    <a:pt x="90357" y="35849"/>
                    <a:pt x="98317" y="38394"/>
                  </a:cubicBezTo>
                  <a:lnTo>
                    <a:pt x="98317" y="47919"/>
                  </a:lnTo>
                  <a:cubicBezTo>
                    <a:pt x="87259" y="49158"/>
                    <a:pt x="77179" y="53594"/>
                    <a:pt x="68991" y="60314"/>
                  </a:cubicBezTo>
                  <a:lnTo>
                    <a:pt x="58618" y="49908"/>
                  </a:lnTo>
                  <a:cubicBezTo>
                    <a:pt x="62435" y="42471"/>
                    <a:pt x="61228" y="33142"/>
                    <a:pt x="55030" y="26977"/>
                  </a:cubicBezTo>
                  <a:cubicBezTo>
                    <a:pt x="51205" y="23168"/>
                    <a:pt x="46189" y="21268"/>
                    <a:pt x="41165" y="21268"/>
                  </a:cubicBezTo>
                  <a:cubicBezTo>
                    <a:pt x="36077" y="21268"/>
                    <a:pt x="30981" y="23217"/>
                    <a:pt x="27107" y="27107"/>
                  </a:cubicBezTo>
                  <a:cubicBezTo>
                    <a:pt x="19377" y="34871"/>
                    <a:pt x="19377" y="47397"/>
                    <a:pt x="27042" y="55062"/>
                  </a:cubicBezTo>
                  <a:cubicBezTo>
                    <a:pt x="30859" y="58846"/>
                    <a:pt x="35882" y="60771"/>
                    <a:pt x="40906" y="60771"/>
                  </a:cubicBezTo>
                  <a:cubicBezTo>
                    <a:pt x="44005" y="60771"/>
                    <a:pt x="47103" y="60021"/>
                    <a:pt x="49941" y="58585"/>
                  </a:cubicBezTo>
                  <a:lnTo>
                    <a:pt x="60412" y="69024"/>
                  </a:lnTo>
                  <a:cubicBezTo>
                    <a:pt x="53921" y="77244"/>
                    <a:pt x="49648" y="87291"/>
                    <a:pt x="48474" y="98284"/>
                  </a:cubicBezTo>
                  <a:lnTo>
                    <a:pt x="38427" y="98284"/>
                  </a:lnTo>
                  <a:cubicBezTo>
                    <a:pt x="35882" y="90324"/>
                    <a:pt x="28445" y="84551"/>
                    <a:pt x="19703" y="84551"/>
                  </a:cubicBezTo>
                  <a:lnTo>
                    <a:pt x="19670" y="84551"/>
                  </a:lnTo>
                  <a:cubicBezTo>
                    <a:pt x="8808" y="84583"/>
                    <a:pt x="0" y="93489"/>
                    <a:pt x="33" y="104416"/>
                  </a:cubicBezTo>
                  <a:cubicBezTo>
                    <a:pt x="33" y="109701"/>
                    <a:pt x="2088" y="114691"/>
                    <a:pt x="5807" y="118410"/>
                  </a:cubicBezTo>
                  <a:cubicBezTo>
                    <a:pt x="9525" y="122161"/>
                    <a:pt x="14451" y="124216"/>
                    <a:pt x="19703" y="124216"/>
                  </a:cubicBezTo>
                  <a:lnTo>
                    <a:pt x="19768" y="124216"/>
                  </a:lnTo>
                  <a:cubicBezTo>
                    <a:pt x="28478" y="124184"/>
                    <a:pt x="35882" y="118443"/>
                    <a:pt x="38427" y="110516"/>
                  </a:cubicBezTo>
                  <a:lnTo>
                    <a:pt x="48474" y="110516"/>
                  </a:lnTo>
                  <a:cubicBezTo>
                    <a:pt x="49648" y="121476"/>
                    <a:pt x="53921" y="131523"/>
                    <a:pt x="60412" y="139744"/>
                  </a:cubicBezTo>
                  <a:lnTo>
                    <a:pt x="49941" y="150182"/>
                  </a:lnTo>
                  <a:cubicBezTo>
                    <a:pt x="47113" y="148730"/>
                    <a:pt x="44010" y="148005"/>
                    <a:pt x="40912" y="148005"/>
                  </a:cubicBezTo>
                  <a:cubicBezTo>
                    <a:pt x="35865" y="148005"/>
                    <a:pt x="30830" y="149930"/>
                    <a:pt x="27010" y="153770"/>
                  </a:cubicBezTo>
                  <a:cubicBezTo>
                    <a:pt x="19344" y="161468"/>
                    <a:pt x="19409" y="173994"/>
                    <a:pt x="27140" y="181693"/>
                  </a:cubicBezTo>
                  <a:cubicBezTo>
                    <a:pt x="31022" y="185574"/>
                    <a:pt x="36111" y="187499"/>
                    <a:pt x="41199" y="187499"/>
                  </a:cubicBezTo>
                  <a:cubicBezTo>
                    <a:pt x="46223" y="187499"/>
                    <a:pt x="51279" y="185574"/>
                    <a:pt x="55095" y="181758"/>
                  </a:cubicBezTo>
                  <a:cubicBezTo>
                    <a:pt x="61260" y="175560"/>
                    <a:pt x="62402" y="166263"/>
                    <a:pt x="58618" y="158859"/>
                  </a:cubicBezTo>
                  <a:lnTo>
                    <a:pt x="68991" y="148453"/>
                  </a:lnTo>
                  <a:cubicBezTo>
                    <a:pt x="77179" y="155173"/>
                    <a:pt x="87259" y="159609"/>
                    <a:pt x="98284" y="160849"/>
                  </a:cubicBezTo>
                  <a:lnTo>
                    <a:pt x="98284" y="170374"/>
                  </a:lnTo>
                  <a:cubicBezTo>
                    <a:pt x="90325" y="172918"/>
                    <a:pt x="84584" y="180388"/>
                    <a:pt x="84584" y="189130"/>
                  </a:cubicBezTo>
                  <a:cubicBezTo>
                    <a:pt x="84616" y="199960"/>
                    <a:pt x="93489" y="208767"/>
                    <a:pt x="104417" y="208767"/>
                  </a:cubicBezTo>
                  <a:lnTo>
                    <a:pt x="104449" y="208767"/>
                  </a:lnTo>
                  <a:cubicBezTo>
                    <a:pt x="109734" y="208767"/>
                    <a:pt x="114724" y="206712"/>
                    <a:pt x="118443" y="202993"/>
                  </a:cubicBezTo>
                  <a:cubicBezTo>
                    <a:pt x="122194" y="199275"/>
                    <a:pt x="124249" y="194317"/>
                    <a:pt x="124249" y="189032"/>
                  </a:cubicBezTo>
                  <a:cubicBezTo>
                    <a:pt x="124217" y="183780"/>
                    <a:pt x="122162" y="178822"/>
                    <a:pt x="118378" y="175103"/>
                  </a:cubicBezTo>
                  <a:cubicBezTo>
                    <a:pt x="116127" y="172885"/>
                    <a:pt x="113452" y="171287"/>
                    <a:pt x="110516" y="170341"/>
                  </a:cubicBezTo>
                  <a:lnTo>
                    <a:pt x="110516" y="160849"/>
                  </a:lnTo>
                  <a:cubicBezTo>
                    <a:pt x="121575" y="159674"/>
                    <a:pt x="131687" y="155238"/>
                    <a:pt x="139907" y="148518"/>
                  </a:cubicBezTo>
                  <a:lnTo>
                    <a:pt x="150215" y="158859"/>
                  </a:lnTo>
                  <a:cubicBezTo>
                    <a:pt x="146398" y="166296"/>
                    <a:pt x="147605" y="175625"/>
                    <a:pt x="153803" y="181791"/>
                  </a:cubicBezTo>
                  <a:cubicBezTo>
                    <a:pt x="157489" y="185477"/>
                    <a:pt x="162415" y="187499"/>
                    <a:pt x="167634" y="187499"/>
                  </a:cubicBezTo>
                  <a:lnTo>
                    <a:pt x="167797" y="187499"/>
                  </a:lnTo>
                  <a:cubicBezTo>
                    <a:pt x="173049" y="187466"/>
                    <a:pt x="178007" y="185379"/>
                    <a:pt x="181726" y="181660"/>
                  </a:cubicBezTo>
                  <a:cubicBezTo>
                    <a:pt x="185477" y="177909"/>
                    <a:pt x="187532" y="172951"/>
                    <a:pt x="187532" y="167666"/>
                  </a:cubicBezTo>
                  <a:cubicBezTo>
                    <a:pt x="187565" y="162382"/>
                    <a:pt x="185510" y="157423"/>
                    <a:pt x="181791" y="153705"/>
                  </a:cubicBezTo>
                  <a:cubicBezTo>
                    <a:pt x="177965" y="149899"/>
                    <a:pt x="172957" y="148007"/>
                    <a:pt x="167943" y="148007"/>
                  </a:cubicBezTo>
                  <a:cubicBezTo>
                    <a:pt x="164836" y="148007"/>
                    <a:pt x="161725" y="148734"/>
                    <a:pt x="158892" y="150182"/>
                  </a:cubicBezTo>
                  <a:lnTo>
                    <a:pt x="148519" y="139809"/>
                  </a:lnTo>
                  <a:cubicBezTo>
                    <a:pt x="155043" y="131589"/>
                    <a:pt x="159348" y="121509"/>
                    <a:pt x="160523" y="110516"/>
                  </a:cubicBezTo>
                  <a:lnTo>
                    <a:pt x="170374" y="110516"/>
                  </a:lnTo>
                  <a:cubicBezTo>
                    <a:pt x="171320" y="113452"/>
                    <a:pt x="172951" y="116159"/>
                    <a:pt x="175202" y="118410"/>
                  </a:cubicBezTo>
                  <a:cubicBezTo>
                    <a:pt x="178920" y="122161"/>
                    <a:pt x="183846" y="124216"/>
                    <a:pt x="189130" y="124216"/>
                  </a:cubicBezTo>
                  <a:lnTo>
                    <a:pt x="189163" y="124216"/>
                  </a:lnTo>
                  <a:cubicBezTo>
                    <a:pt x="200025" y="124184"/>
                    <a:pt x="208833" y="115279"/>
                    <a:pt x="208800" y="104351"/>
                  </a:cubicBezTo>
                  <a:cubicBezTo>
                    <a:pt x="208768" y="93423"/>
                    <a:pt x="199960" y="84551"/>
                    <a:pt x="189130" y="84551"/>
                  </a:cubicBezTo>
                  <a:lnTo>
                    <a:pt x="189065" y="84551"/>
                  </a:lnTo>
                  <a:cubicBezTo>
                    <a:pt x="183813" y="84583"/>
                    <a:pt x="178855" y="86638"/>
                    <a:pt x="175136" y="90422"/>
                  </a:cubicBezTo>
                  <a:cubicBezTo>
                    <a:pt x="172918" y="92673"/>
                    <a:pt x="171320" y="95348"/>
                    <a:pt x="170374" y="98284"/>
                  </a:cubicBezTo>
                  <a:lnTo>
                    <a:pt x="160523" y="98284"/>
                  </a:lnTo>
                  <a:cubicBezTo>
                    <a:pt x="159348" y="87258"/>
                    <a:pt x="155043" y="77179"/>
                    <a:pt x="148519" y="68958"/>
                  </a:cubicBezTo>
                  <a:lnTo>
                    <a:pt x="158859" y="58585"/>
                  </a:lnTo>
                  <a:cubicBezTo>
                    <a:pt x="161632" y="59988"/>
                    <a:pt x="164698" y="60771"/>
                    <a:pt x="167862" y="60771"/>
                  </a:cubicBezTo>
                  <a:lnTo>
                    <a:pt x="167927" y="60771"/>
                  </a:lnTo>
                  <a:cubicBezTo>
                    <a:pt x="173212" y="60771"/>
                    <a:pt x="178137" y="58716"/>
                    <a:pt x="181824" y="54997"/>
                  </a:cubicBezTo>
                  <a:cubicBezTo>
                    <a:pt x="185542" y="51278"/>
                    <a:pt x="187597" y="46288"/>
                    <a:pt x="187532" y="41003"/>
                  </a:cubicBezTo>
                  <a:cubicBezTo>
                    <a:pt x="187499" y="35751"/>
                    <a:pt x="185412" y="30793"/>
                    <a:pt x="181693" y="27074"/>
                  </a:cubicBezTo>
                  <a:cubicBezTo>
                    <a:pt x="177803" y="23201"/>
                    <a:pt x="172717" y="21268"/>
                    <a:pt x="167647" y="21268"/>
                  </a:cubicBezTo>
                  <a:cubicBezTo>
                    <a:pt x="162597" y="21268"/>
                    <a:pt x="157563" y="23185"/>
                    <a:pt x="153738" y="27009"/>
                  </a:cubicBezTo>
                  <a:cubicBezTo>
                    <a:pt x="147573" y="33207"/>
                    <a:pt x="146431" y="42504"/>
                    <a:pt x="150215" y="49908"/>
                  </a:cubicBezTo>
                  <a:lnTo>
                    <a:pt x="139907" y="60249"/>
                  </a:lnTo>
                  <a:cubicBezTo>
                    <a:pt x="131687" y="53529"/>
                    <a:pt x="121607" y="49093"/>
                    <a:pt x="110549" y="47919"/>
                  </a:cubicBezTo>
                  <a:lnTo>
                    <a:pt x="110549" y="38426"/>
                  </a:lnTo>
                  <a:cubicBezTo>
                    <a:pt x="113485" y="37480"/>
                    <a:pt x="116192" y="35849"/>
                    <a:pt x="118443" y="33598"/>
                  </a:cubicBezTo>
                  <a:cubicBezTo>
                    <a:pt x="122194" y="29880"/>
                    <a:pt x="124249" y="24922"/>
                    <a:pt x="124249" y="19637"/>
                  </a:cubicBezTo>
                  <a:cubicBezTo>
                    <a:pt x="124217" y="14385"/>
                    <a:pt x="122162" y="9427"/>
                    <a:pt x="118378" y="5708"/>
                  </a:cubicBezTo>
                  <a:cubicBezTo>
                    <a:pt x="114659" y="2022"/>
                    <a:pt x="109701" y="0"/>
                    <a:pt x="104417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0" name="Google Shape;4900;p25"/>
          <p:cNvGrpSpPr/>
          <p:nvPr/>
        </p:nvGrpSpPr>
        <p:grpSpPr>
          <a:xfrm>
            <a:off x="802559" y="2995889"/>
            <a:ext cx="329183" cy="329184"/>
            <a:chOff x="-46391553" y="-3420113"/>
            <a:chExt cx="5370035" cy="5370055"/>
          </a:xfrm>
        </p:grpSpPr>
        <p:sp>
          <p:nvSpPr>
            <p:cNvPr id="4901" name="Google Shape;4901;p25"/>
            <p:cNvSpPr/>
            <p:nvPr/>
          </p:nvSpPr>
          <p:spPr>
            <a:xfrm>
              <a:off x="-45122039" y="-1835934"/>
              <a:ext cx="314689" cy="1573265"/>
            </a:xfrm>
            <a:custGeom>
              <a:rect b="b" l="l" r="r" t="t"/>
              <a:pathLst>
                <a:path extrusionOk="0" h="61163" w="12234">
                  <a:moveTo>
                    <a:pt x="1" y="0"/>
                  </a:moveTo>
                  <a:lnTo>
                    <a:pt x="1" y="61163"/>
                  </a:lnTo>
                  <a:lnTo>
                    <a:pt x="12233" y="61163"/>
                  </a:lnTo>
                  <a:lnTo>
                    <a:pt x="12233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2" name="Google Shape;4902;p25"/>
            <p:cNvSpPr/>
            <p:nvPr/>
          </p:nvSpPr>
          <p:spPr>
            <a:xfrm>
              <a:off x="-43863406" y="-1364380"/>
              <a:ext cx="314689" cy="1101720"/>
            </a:xfrm>
            <a:custGeom>
              <a:rect b="b" l="l" r="r" t="t"/>
              <a:pathLst>
                <a:path extrusionOk="0" h="42831" w="12234">
                  <a:moveTo>
                    <a:pt x="1" y="1"/>
                  </a:moveTo>
                  <a:lnTo>
                    <a:pt x="1" y="42831"/>
                  </a:lnTo>
                  <a:lnTo>
                    <a:pt x="12233" y="42831"/>
                  </a:lnTo>
                  <a:lnTo>
                    <a:pt x="12233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3" name="Google Shape;4903;p25"/>
            <p:cNvSpPr/>
            <p:nvPr/>
          </p:nvSpPr>
          <p:spPr>
            <a:xfrm>
              <a:off x="-42604773" y="-891976"/>
              <a:ext cx="314663" cy="629327"/>
            </a:xfrm>
            <a:custGeom>
              <a:rect b="b" l="l" r="r" t="t"/>
              <a:pathLst>
                <a:path extrusionOk="0" h="24466" w="12233">
                  <a:moveTo>
                    <a:pt x="0" y="1"/>
                  </a:moveTo>
                  <a:lnTo>
                    <a:pt x="0" y="24466"/>
                  </a:lnTo>
                  <a:lnTo>
                    <a:pt x="12233" y="24466"/>
                  </a:lnTo>
                  <a:lnTo>
                    <a:pt x="12233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4" name="Google Shape;4904;p25"/>
            <p:cNvSpPr/>
            <p:nvPr/>
          </p:nvSpPr>
          <p:spPr>
            <a:xfrm>
              <a:off x="-46066001" y="-2476155"/>
              <a:ext cx="4719770" cy="4426096"/>
            </a:xfrm>
            <a:custGeom>
              <a:rect b="b" l="l" r="r" t="t"/>
              <a:pathLst>
                <a:path extrusionOk="0" h="172071" w="183488">
                  <a:moveTo>
                    <a:pt x="55030" y="12657"/>
                  </a:moveTo>
                  <a:cubicBezTo>
                    <a:pt x="58423" y="12657"/>
                    <a:pt x="61163" y="15364"/>
                    <a:pt x="61163" y="18757"/>
                  </a:cubicBezTo>
                  <a:lnTo>
                    <a:pt x="61163" y="92151"/>
                  </a:lnTo>
                  <a:cubicBezTo>
                    <a:pt x="61163" y="95544"/>
                    <a:pt x="58423" y="98284"/>
                    <a:pt x="55030" y="98284"/>
                  </a:cubicBezTo>
                  <a:lnTo>
                    <a:pt x="30565" y="98284"/>
                  </a:lnTo>
                  <a:cubicBezTo>
                    <a:pt x="27173" y="98284"/>
                    <a:pt x="24465" y="95544"/>
                    <a:pt x="24465" y="92151"/>
                  </a:cubicBezTo>
                  <a:lnTo>
                    <a:pt x="24465" y="18757"/>
                  </a:lnTo>
                  <a:cubicBezTo>
                    <a:pt x="24465" y="15364"/>
                    <a:pt x="27173" y="12657"/>
                    <a:pt x="30565" y="12657"/>
                  </a:cubicBezTo>
                  <a:close/>
                  <a:moveTo>
                    <a:pt x="103960" y="30989"/>
                  </a:moveTo>
                  <a:cubicBezTo>
                    <a:pt x="107352" y="30989"/>
                    <a:pt x="110093" y="33729"/>
                    <a:pt x="110093" y="37122"/>
                  </a:cubicBezTo>
                  <a:lnTo>
                    <a:pt x="110093" y="92151"/>
                  </a:lnTo>
                  <a:cubicBezTo>
                    <a:pt x="110093" y="95544"/>
                    <a:pt x="107352" y="98284"/>
                    <a:pt x="103960" y="98284"/>
                  </a:cubicBezTo>
                  <a:lnTo>
                    <a:pt x="79495" y="98284"/>
                  </a:lnTo>
                  <a:cubicBezTo>
                    <a:pt x="76103" y="98284"/>
                    <a:pt x="73395" y="95544"/>
                    <a:pt x="73395" y="92151"/>
                  </a:cubicBezTo>
                  <a:lnTo>
                    <a:pt x="73395" y="37122"/>
                  </a:lnTo>
                  <a:cubicBezTo>
                    <a:pt x="73395" y="33729"/>
                    <a:pt x="76103" y="30989"/>
                    <a:pt x="79495" y="30989"/>
                  </a:cubicBezTo>
                  <a:close/>
                  <a:moveTo>
                    <a:pt x="152890" y="49354"/>
                  </a:moveTo>
                  <a:cubicBezTo>
                    <a:pt x="156282" y="49354"/>
                    <a:pt x="159022" y="52062"/>
                    <a:pt x="159022" y="55454"/>
                  </a:cubicBezTo>
                  <a:lnTo>
                    <a:pt x="159022" y="92151"/>
                  </a:lnTo>
                  <a:cubicBezTo>
                    <a:pt x="159022" y="95544"/>
                    <a:pt x="156282" y="98284"/>
                    <a:pt x="152890" y="98284"/>
                  </a:cubicBezTo>
                  <a:lnTo>
                    <a:pt x="128425" y="98284"/>
                  </a:lnTo>
                  <a:cubicBezTo>
                    <a:pt x="125032" y="98284"/>
                    <a:pt x="122325" y="95544"/>
                    <a:pt x="122325" y="92151"/>
                  </a:cubicBezTo>
                  <a:lnTo>
                    <a:pt x="122325" y="55454"/>
                  </a:lnTo>
                  <a:cubicBezTo>
                    <a:pt x="122325" y="52062"/>
                    <a:pt x="125032" y="49354"/>
                    <a:pt x="128425" y="49354"/>
                  </a:cubicBezTo>
                  <a:close/>
                  <a:moveTo>
                    <a:pt x="91728" y="147605"/>
                  </a:moveTo>
                  <a:cubicBezTo>
                    <a:pt x="95087" y="147605"/>
                    <a:pt x="97860" y="150345"/>
                    <a:pt x="97860" y="153738"/>
                  </a:cubicBezTo>
                  <a:cubicBezTo>
                    <a:pt x="97860" y="157098"/>
                    <a:pt x="95087" y="159838"/>
                    <a:pt x="91728" y="159838"/>
                  </a:cubicBezTo>
                  <a:cubicBezTo>
                    <a:pt x="88368" y="159838"/>
                    <a:pt x="85628" y="157098"/>
                    <a:pt x="85628" y="153738"/>
                  </a:cubicBezTo>
                  <a:cubicBezTo>
                    <a:pt x="85628" y="150345"/>
                    <a:pt x="88368" y="147605"/>
                    <a:pt x="91728" y="147605"/>
                  </a:cubicBezTo>
                  <a:close/>
                  <a:moveTo>
                    <a:pt x="1" y="0"/>
                  </a:moveTo>
                  <a:lnTo>
                    <a:pt x="1" y="104384"/>
                  </a:lnTo>
                  <a:cubicBezTo>
                    <a:pt x="1" y="114496"/>
                    <a:pt x="8221" y="122749"/>
                    <a:pt x="18333" y="122749"/>
                  </a:cubicBezTo>
                  <a:lnTo>
                    <a:pt x="85628" y="122749"/>
                  </a:lnTo>
                  <a:lnTo>
                    <a:pt x="85628" y="136417"/>
                  </a:lnTo>
                  <a:cubicBezTo>
                    <a:pt x="78484" y="138961"/>
                    <a:pt x="73395" y="145746"/>
                    <a:pt x="73395" y="153738"/>
                  </a:cubicBezTo>
                  <a:cubicBezTo>
                    <a:pt x="73395" y="163850"/>
                    <a:pt x="81615" y="172070"/>
                    <a:pt x="91728" y="172070"/>
                  </a:cubicBezTo>
                  <a:cubicBezTo>
                    <a:pt x="101840" y="172070"/>
                    <a:pt x="110093" y="163850"/>
                    <a:pt x="110093" y="153738"/>
                  </a:cubicBezTo>
                  <a:cubicBezTo>
                    <a:pt x="110093" y="145746"/>
                    <a:pt x="104971" y="138961"/>
                    <a:pt x="97860" y="136417"/>
                  </a:cubicBezTo>
                  <a:lnTo>
                    <a:pt x="97860" y="122749"/>
                  </a:lnTo>
                  <a:lnTo>
                    <a:pt x="165122" y="122749"/>
                  </a:lnTo>
                  <a:cubicBezTo>
                    <a:pt x="175234" y="122749"/>
                    <a:pt x="183487" y="114496"/>
                    <a:pt x="183487" y="104384"/>
                  </a:cubicBezTo>
                  <a:lnTo>
                    <a:pt x="183487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5" name="Google Shape;4905;p25"/>
            <p:cNvSpPr/>
            <p:nvPr/>
          </p:nvSpPr>
          <p:spPr>
            <a:xfrm>
              <a:off x="-46391553" y="-3420113"/>
              <a:ext cx="5370035" cy="629301"/>
            </a:xfrm>
            <a:custGeom>
              <a:rect b="b" l="l" r="r" t="t"/>
              <a:pathLst>
                <a:path extrusionOk="0" h="24465" w="208768">
                  <a:moveTo>
                    <a:pt x="6133" y="0"/>
                  </a:moveTo>
                  <a:cubicBezTo>
                    <a:pt x="2740" y="0"/>
                    <a:pt x="0" y="2740"/>
                    <a:pt x="0" y="6133"/>
                  </a:cubicBezTo>
                  <a:lnTo>
                    <a:pt x="0" y="24465"/>
                  </a:lnTo>
                  <a:lnTo>
                    <a:pt x="208767" y="24465"/>
                  </a:lnTo>
                  <a:lnTo>
                    <a:pt x="208767" y="6133"/>
                  </a:lnTo>
                  <a:cubicBezTo>
                    <a:pt x="208767" y="2740"/>
                    <a:pt x="206027" y="0"/>
                    <a:pt x="202667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6" name="Google Shape;4906;p25"/>
          <p:cNvGrpSpPr/>
          <p:nvPr/>
        </p:nvGrpSpPr>
        <p:grpSpPr>
          <a:xfrm>
            <a:off x="7873187" y="1334190"/>
            <a:ext cx="397181" cy="321212"/>
            <a:chOff x="37949495" y="-19544666"/>
            <a:chExt cx="5219200" cy="4220925"/>
          </a:xfrm>
        </p:grpSpPr>
        <p:sp>
          <p:nvSpPr>
            <p:cNvPr id="4907" name="Google Shape;4907;p25"/>
            <p:cNvSpPr/>
            <p:nvPr/>
          </p:nvSpPr>
          <p:spPr>
            <a:xfrm>
              <a:off x="40732770" y="-17913666"/>
              <a:ext cx="1610625" cy="2589925"/>
            </a:xfrm>
            <a:custGeom>
              <a:rect b="b" l="l" r="r" t="t"/>
              <a:pathLst>
                <a:path extrusionOk="0" h="103597" w="64425">
                  <a:moveTo>
                    <a:pt x="32196" y="0"/>
                  </a:moveTo>
                  <a:cubicBezTo>
                    <a:pt x="14419" y="0"/>
                    <a:pt x="1" y="14451"/>
                    <a:pt x="1" y="32229"/>
                  </a:cubicBezTo>
                  <a:cubicBezTo>
                    <a:pt x="1" y="41036"/>
                    <a:pt x="3524" y="49289"/>
                    <a:pt x="9787" y="55356"/>
                  </a:cubicBezTo>
                  <a:lnTo>
                    <a:pt x="9787" y="97468"/>
                  </a:lnTo>
                  <a:cubicBezTo>
                    <a:pt x="9787" y="101033"/>
                    <a:pt x="12732" y="103597"/>
                    <a:pt x="15915" y="103597"/>
                  </a:cubicBezTo>
                  <a:cubicBezTo>
                    <a:pt x="16956" y="103597"/>
                    <a:pt x="18021" y="103323"/>
                    <a:pt x="19018" y="102720"/>
                  </a:cubicBezTo>
                  <a:lnTo>
                    <a:pt x="32196" y="94826"/>
                  </a:lnTo>
                  <a:lnTo>
                    <a:pt x="45375" y="102720"/>
                  </a:lnTo>
                  <a:cubicBezTo>
                    <a:pt x="46373" y="103316"/>
                    <a:pt x="47443" y="103588"/>
                    <a:pt x="48488" y="103588"/>
                  </a:cubicBezTo>
                  <a:cubicBezTo>
                    <a:pt x="51678" y="103588"/>
                    <a:pt x="54639" y="101055"/>
                    <a:pt x="54639" y="97468"/>
                  </a:cubicBezTo>
                  <a:lnTo>
                    <a:pt x="54639" y="55356"/>
                  </a:lnTo>
                  <a:cubicBezTo>
                    <a:pt x="60869" y="49289"/>
                    <a:pt x="64425" y="41036"/>
                    <a:pt x="64425" y="32229"/>
                  </a:cubicBezTo>
                  <a:cubicBezTo>
                    <a:pt x="64425" y="14451"/>
                    <a:pt x="49974" y="0"/>
                    <a:pt x="32196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8" name="Google Shape;4908;p25"/>
            <p:cNvSpPr/>
            <p:nvPr/>
          </p:nvSpPr>
          <p:spPr>
            <a:xfrm>
              <a:off x="37949495" y="-19544666"/>
              <a:ext cx="5219200" cy="3730925"/>
            </a:xfrm>
            <a:custGeom>
              <a:rect b="b" l="l" r="r" t="t"/>
              <a:pathLst>
                <a:path extrusionOk="0" h="149237" w="208768">
                  <a:moveTo>
                    <a:pt x="117432" y="26096"/>
                  </a:moveTo>
                  <a:cubicBezTo>
                    <a:pt x="120824" y="26096"/>
                    <a:pt x="123564" y="28836"/>
                    <a:pt x="123564" y="32229"/>
                  </a:cubicBezTo>
                  <a:cubicBezTo>
                    <a:pt x="123564" y="35589"/>
                    <a:pt x="120824" y="38329"/>
                    <a:pt x="117432" y="38329"/>
                  </a:cubicBezTo>
                  <a:lnTo>
                    <a:pt x="91336" y="38329"/>
                  </a:lnTo>
                  <a:cubicBezTo>
                    <a:pt x="87943" y="38329"/>
                    <a:pt x="85236" y="35589"/>
                    <a:pt x="85236" y="32229"/>
                  </a:cubicBezTo>
                  <a:cubicBezTo>
                    <a:pt x="85236" y="28836"/>
                    <a:pt x="87943" y="26096"/>
                    <a:pt x="91336" y="26096"/>
                  </a:cubicBezTo>
                  <a:close/>
                  <a:moveTo>
                    <a:pt x="48799" y="26031"/>
                  </a:moveTo>
                  <a:cubicBezTo>
                    <a:pt x="52159" y="26031"/>
                    <a:pt x="54899" y="28771"/>
                    <a:pt x="54899" y="32164"/>
                  </a:cubicBezTo>
                  <a:lnTo>
                    <a:pt x="54899" y="32653"/>
                  </a:lnTo>
                  <a:cubicBezTo>
                    <a:pt x="58977" y="33860"/>
                    <a:pt x="61782" y="36372"/>
                    <a:pt x="61782" y="36372"/>
                  </a:cubicBezTo>
                  <a:cubicBezTo>
                    <a:pt x="64261" y="38655"/>
                    <a:pt x="64424" y="42504"/>
                    <a:pt x="62141" y="45016"/>
                  </a:cubicBezTo>
                  <a:cubicBezTo>
                    <a:pt x="60950" y="46328"/>
                    <a:pt x="59301" y="46991"/>
                    <a:pt x="57646" y="46991"/>
                  </a:cubicBezTo>
                  <a:cubicBezTo>
                    <a:pt x="56174" y="46991"/>
                    <a:pt x="54696" y="46467"/>
                    <a:pt x="53529" y="45407"/>
                  </a:cubicBezTo>
                  <a:cubicBezTo>
                    <a:pt x="52475" y="44617"/>
                    <a:pt x="51036" y="44122"/>
                    <a:pt x="49432" y="44122"/>
                  </a:cubicBezTo>
                  <a:cubicBezTo>
                    <a:pt x="48654" y="44122"/>
                    <a:pt x="47836" y="44238"/>
                    <a:pt x="47005" y="44494"/>
                  </a:cubicBezTo>
                  <a:cubicBezTo>
                    <a:pt x="45374" y="44983"/>
                    <a:pt x="44918" y="46679"/>
                    <a:pt x="44852" y="47169"/>
                  </a:cubicBezTo>
                  <a:cubicBezTo>
                    <a:pt x="44624" y="48245"/>
                    <a:pt x="44918" y="48930"/>
                    <a:pt x="45081" y="49061"/>
                  </a:cubicBezTo>
                  <a:cubicBezTo>
                    <a:pt x="47560" y="51018"/>
                    <a:pt x="52551" y="52812"/>
                    <a:pt x="55584" y="53888"/>
                  </a:cubicBezTo>
                  <a:cubicBezTo>
                    <a:pt x="71698" y="59597"/>
                    <a:pt x="69741" y="81028"/>
                    <a:pt x="54899" y="86410"/>
                  </a:cubicBezTo>
                  <a:lnTo>
                    <a:pt x="54899" y="87683"/>
                  </a:lnTo>
                  <a:cubicBezTo>
                    <a:pt x="54899" y="91042"/>
                    <a:pt x="52159" y="93782"/>
                    <a:pt x="48799" y="93782"/>
                  </a:cubicBezTo>
                  <a:cubicBezTo>
                    <a:pt x="45407" y="93782"/>
                    <a:pt x="42667" y="91042"/>
                    <a:pt x="42667" y="87683"/>
                  </a:cubicBezTo>
                  <a:lnTo>
                    <a:pt x="42667" y="87095"/>
                  </a:lnTo>
                  <a:cubicBezTo>
                    <a:pt x="39861" y="86606"/>
                    <a:pt x="37285" y="85530"/>
                    <a:pt x="34023" y="83409"/>
                  </a:cubicBezTo>
                  <a:cubicBezTo>
                    <a:pt x="31217" y="81550"/>
                    <a:pt x="30402" y="77766"/>
                    <a:pt x="32261" y="74961"/>
                  </a:cubicBezTo>
                  <a:cubicBezTo>
                    <a:pt x="33443" y="73156"/>
                    <a:pt x="35404" y="72182"/>
                    <a:pt x="37405" y="72182"/>
                  </a:cubicBezTo>
                  <a:cubicBezTo>
                    <a:pt x="38550" y="72182"/>
                    <a:pt x="39709" y="72502"/>
                    <a:pt x="40742" y="73167"/>
                  </a:cubicBezTo>
                  <a:cubicBezTo>
                    <a:pt x="43516" y="74995"/>
                    <a:pt x="44552" y="75258"/>
                    <a:pt x="48002" y="75258"/>
                  </a:cubicBezTo>
                  <a:cubicBezTo>
                    <a:pt x="48244" y="75258"/>
                    <a:pt x="48499" y="75257"/>
                    <a:pt x="48767" y="75254"/>
                  </a:cubicBezTo>
                  <a:cubicBezTo>
                    <a:pt x="52681" y="75222"/>
                    <a:pt x="54247" y="72123"/>
                    <a:pt x="54573" y="70329"/>
                  </a:cubicBezTo>
                  <a:cubicBezTo>
                    <a:pt x="54834" y="68698"/>
                    <a:pt x="54540" y="66512"/>
                    <a:pt x="51507" y="65436"/>
                  </a:cubicBezTo>
                  <a:cubicBezTo>
                    <a:pt x="46842" y="63805"/>
                    <a:pt x="41362" y="61685"/>
                    <a:pt x="37513" y="58683"/>
                  </a:cubicBezTo>
                  <a:cubicBezTo>
                    <a:pt x="29130" y="52094"/>
                    <a:pt x="31674" y="37057"/>
                    <a:pt x="42667" y="33044"/>
                  </a:cubicBezTo>
                  <a:lnTo>
                    <a:pt x="42667" y="32164"/>
                  </a:lnTo>
                  <a:cubicBezTo>
                    <a:pt x="42667" y="28771"/>
                    <a:pt x="45407" y="26031"/>
                    <a:pt x="48799" y="26031"/>
                  </a:cubicBezTo>
                  <a:close/>
                  <a:moveTo>
                    <a:pt x="75026" y="99793"/>
                  </a:moveTo>
                  <a:cubicBezTo>
                    <a:pt x="76591" y="99793"/>
                    <a:pt x="78157" y="100388"/>
                    <a:pt x="79364" y="101579"/>
                  </a:cubicBezTo>
                  <a:cubicBezTo>
                    <a:pt x="81745" y="103960"/>
                    <a:pt x="81745" y="107842"/>
                    <a:pt x="79364" y="110223"/>
                  </a:cubicBezTo>
                  <a:lnTo>
                    <a:pt x="72840" y="116747"/>
                  </a:lnTo>
                  <a:cubicBezTo>
                    <a:pt x="70736" y="118833"/>
                    <a:pt x="67988" y="119877"/>
                    <a:pt x="65241" y="119877"/>
                  </a:cubicBezTo>
                  <a:cubicBezTo>
                    <a:pt x="62964" y="119877"/>
                    <a:pt x="60688" y="119160"/>
                    <a:pt x="58781" y="117725"/>
                  </a:cubicBezTo>
                  <a:lnTo>
                    <a:pt x="53268" y="123271"/>
                  </a:lnTo>
                  <a:cubicBezTo>
                    <a:pt x="51164" y="125358"/>
                    <a:pt x="48416" y="126402"/>
                    <a:pt x="45668" y="126402"/>
                  </a:cubicBezTo>
                  <a:cubicBezTo>
                    <a:pt x="42920" y="126402"/>
                    <a:pt x="40171" y="125358"/>
                    <a:pt x="38067" y="123271"/>
                  </a:cubicBezTo>
                  <a:lnTo>
                    <a:pt x="31543" y="116747"/>
                  </a:lnTo>
                  <a:cubicBezTo>
                    <a:pt x="29162" y="114366"/>
                    <a:pt x="29162" y="110484"/>
                    <a:pt x="31543" y="108103"/>
                  </a:cubicBezTo>
                  <a:cubicBezTo>
                    <a:pt x="32750" y="106912"/>
                    <a:pt x="34316" y="106317"/>
                    <a:pt x="35882" y="106317"/>
                  </a:cubicBezTo>
                  <a:cubicBezTo>
                    <a:pt x="37448" y="106317"/>
                    <a:pt x="39013" y="106912"/>
                    <a:pt x="40220" y="108103"/>
                  </a:cubicBezTo>
                  <a:lnTo>
                    <a:pt x="45668" y="113550"/>
                  </a:lnTo>
                  <a:lnTo>
                    <a:pt x="51115" y="108103"/>
                  </a:lnTo>
                  <a:cubicBezTo>
                    <a:pt x="53232" y="106003"/>
                    <a:pt x="55980" y="104962"/>
                    <a:pt x="58718" y="104962"/>
                  </a:cubicBezTo>
                  <a:cubicBezTo>
                    <a:pt x="61001" y="104962"/>
                    <a:pt x="63276" y="105686"/>
                    <a:pt x="65174" y="107124"/>
                  </a:cubicBezTo>
                  <a:lnTo>
                    <a:pt x="70687" y="101579"/>
                  </a:lnTo>
                  <a:cubicBezTo>
                    <a:pt x="71894" y="100388"/>
                    <a:pt x="73460" y="99793"/>
                    <a:pt x="75026" y="99793"/>
                  </a:cubicBezTo>
                  <a:close/>
                  <a:moveTo>
                    <a:pt x="24889" y="0"/>
                  </a:moveTo>
                  <a:cubicBezTo>
                    <a:pt x="21496" y="0"/>
                    <a:pt x="18756" y="2740"/>
                    <a:pt x="18756" y="6133"/>
                  </a:cubicBezTo>
                  <a:cubicBezTo>
                    <a:pt x="18756" y="12755"/>
                    <a:pt x="12983" y="18365"/>
                    <a:pt x="6133" y="18365"/>
                  </a:cubicBezTo>
                  <a:cubicBezTo>
                    <a:pt x="2740" y="18365"/>
                    <a:pt x="0" y="21105"/>
                    <a:pt x="0" y="24465"/>
                  </a:cubicBezTo>
                  <a:lnTo>
                    <a:pt x="0" y="124771"/>
                  </a:lnTo>
                  <a:cubicBezTo>
                    <a:pt x="0" y="128164"/>
                    <a:pt x="2740" y="130904"/>
                    <a:pt x="6133" y="130904"/>
                  </a:cubicBezTo>
                  <a:cubicBezTo>
                    <a:pt x="12983" y="130904"/>
                    <a:pt x="18756" y="136514"/>
                    <a:pt x="18756" y="143136"/>
                  </a:cubicBezTo>
                  <a:cubicBezTo>
                    <a:pt x="18756" y="146496"/>
                    <a:pt x="21496" y="149236"/>
                    <a:pt x="24889" y="149236"/>
                  </a:cubicBezTo>
                  <a:lnTo>
                    <a:pt x="108885" y="149236"/>
                  </a:lnTo>
                  <a:lnTo>
                    <a:pt x="108885" y="125293"/>
                  </a:lnTo>
                  <a:cubicBezTo>
                    <a:pt x="102818" y="117791"/>
                    <a:pt x="99099" y="108070"/>
                    <a:pt x="99099" y="97469"/>
                  </a:cubicBezTo>
                  <a:cubicBezTo>
                    <a:pt x="99099" y="72971"/>
                    <a:pt x="119030" y="53008"/>
                    <a:pt x="143527" y="53008"/>
                  </a:cubicBezTo>
                  <a:cubicBezTo>
                    <a:pt x="168025" y="53008"/>
                    <a:pt x="187988" y="72971"/>
                    <a:pt x="187988" y="97469"/>
                  </a:cubicBezTo>
                  <a:cubicBezTo>
                    <a:pt x="187988" y="108070"/>
                    <a:pt x="184237" y="117791"/>
                    <a:pt x="178202" y="125293"/>
                  </a:cubicBezTo>
                  <a:lnTo>
                    <a:pt x="178202" y="149236"/>
                  </a:lnTo>
                  <a:lnTo>
                    <a:pt x="183911" y="149236"/>
                  </a:lnTo>
                  <a:cubicBezTo>
                    <a:pt x="187271" y="149236"/>
                    <a:pt x="190011" y="146496"/>
                    <a:pt x="190011" y="143136"/>
                  </a:cubicBezTo>
                  <a:cubicBezTo>
                    <a:pt x="190011" y="136514"/>
                    <a:pt x="195784" y="130904"/>
                    <a:pt x="202667" y="130904"/>
                  </a:cubicBezTo>
                  <a:cubicBezTo>
                    <a:pt x="206027" y="130904"/>
                    <a:pt x="208767" y="128164"/>
                    <a:pt x="208767" y="124771"/>
                  </a:cubicBezTo>
                  <a:lnTo>
                    <a:pt x="208767" y="24465"/>
                  </a:lnTo>
                  <a:cubicBezTo>
                    <a:pt x="208767" y="21105"/>
                    <a:pt x="206027" y="18365"/>
                    <a:pt x="202667" y="18365"/>
                  </a:cubicBezTo>
                  <a:cubicBezTo>
                    <a:pt x="195784" y="18365"/>
                    <a:pt x="190011" y="12755"/>
                    <a:pt x="190011" y="6133"/>
                  </a:cubicBezTo>
                  <a:cubicBezTo>
                    <a:pt x="190011" y="2740"/>
                    <a:pt x="187271" y="0"/>
                    <a:pt x="183911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9" name="Google Shape;4909;p25"/>
          <p:cNvGrpSpPr/>
          <p:nvPr/>
        </p:nvGrpSpPr>
        <p:grpSpPr>
          <a:xfrm>
            <a:off x="803500" y="1330200"/>
            <a:ext cx="329184" cy="329190"/>
            <a:chOff x="-58078258" y="-7600172"/>
            <a:chExt cx="5405317" cy="5405426"/>
          </a:xfrm>
        </p:grpSpPr>
        <p:sp>
          <p:nvSpPr>
            <p:cNvPr id="4910" name="Google Shape;4910;p25"/>
            <p:cNvSpPr/>
            <p:nvPr/>
          </p:nvSpPr>
          <p:spPr>
            <a:xfrm>
              <a:off x="-55725892" y="-5417471"/>
              <a:ext cx="697202" cy="390603"/>
            </a:xfrm>
            <a:custGeom>
              <a:rect b="b" l="l" r="r" t="t"/>
              <a:pathLst>
                <a:path extrusionOk="0" h="15071" w="26945">
                  <a:moveTo>
                    <a:pt x="33" y="0"/>
                  </a:moveTo>
                  <a:cubicBezTo>
                    <a:pt x="1" y="5122"/>
                    <a:pt x="229" y="10113"/>
                    <a:pt x="718" y="15071"/>
                  </a:cubicBezTo>
                  <a:lnTo>
                    <a:pt x="26945" y="15071"/>
                  </a:lnTo>
                  <a:lnTo>
                    <a:pt x="26945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1" name="Google Shape;4911;p25"/>
            <p:cNvSpPr/>
            <p:nvPr/>
          </p:nvSpPr>
          <p:spPr>
            <a:xfrm>
              <a:off x="-57055271" y="-5417471"/>
              <a:ext cx="1030601" cy="390603"/>
            </a:xfrm>
            <a:custGeom>
              <a:rect b="b" l="l" r="r" t="t"/>
              <a:pathLst>
                <a:path extrusionOk="0" h="15071" w="39830">
                  <a:moveTo>
                    <a:pt x="33" y="0"/>
                  </a:moveTo>
                  <a:cubicBezTo>
                    <a:pt x="0" y="5154"/>
                    <a:pt x="424" y="10145"/>
                    <a:pt x="1272" y="15071"/>
                  </a:cubicBezTo>
                  <a:lnTo>
                    <a:pt x="39829" y="15071"/>
                  </a:lnTo>
                  <a:cubicBezTo>
                    <a:pt x="39372" y="9982"/>
                    <a:pt x="39144" y="5024"/>
                    <a:pt x="39177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2" name="Google Shape;4912;p25"/>
            <p:cNvSpPr/>
            <p:nvPr/>
          </p:nvSpPr>
          <p:spPr>
            <a:xfrm>
              <a:off x="-54627763" y="-4709910"/>
              <a:ext cx="759638" cy="760912"/>
            </a:xfrm>
            <a:custGeom>
              <a:rect b="b" l="l" r="r" t="t"/>
              <a:pathLst>
                <a:path extrusionOk="0" h="29359" w="29358">
                  <a:moveTo>
                    <a:pt x="0" y="0"/>
                  </a:moveTo>
                  <a:lnTo>
                    <a:pt x="0" y="6133"/>
                  </a:lnTo>
                  <a:cubicBezTo>
                    <a:pt x="0" y="18952"/>
                    <a:pt x="10406" y="29358"/>
                    <a:pt x="23225" y="29358"/>
                  </a:cubicBezTo>
                  <a:lnTo>
                    <a:pt x="29358" y="29358"/>
                  </a:lnTo>
                  <a:lnTo>
                    <a:pt x="29358" y="12233"/>
                  </a:lnTo>
                  <a:cubicBezTo>
                    <a:pt x="29358" y="5480"/>
                    <a:pt x="23845" y="0"/>
                    <a:pt x="17125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3" name="Google Shape;4913;p25"/>
            <p:cNvSpPr/>
            <p:nvPr/>
          </p:nvSpPr>
          <p:spPr>
            <a:xfrm>
              <a:off x="-54729065" y="-7600172"/>
              <a:ext cx="2028264" cy="1865879"/>
            </a:xfrm>
            <a:custGeom>
              <a:rect b="b" l="l" r="r" t="t"/>
              <a:pathLst>
                <a:path extrusionOk="0" h="71993" w="78387">
                  <a:moveTo>
                    <a:pt x="1" y="1"/>
                  </a:moveTo>
                  <a:lnTo>
                    <a:pt x="1" y="1"/>
                  </a:lnTo>
                  <a:cubicBezTo>
                    <a:pt x="10733" y="2317"/>
                    <a:pt x="20421" y="11385"/>
                    <a:pt x="27695" y="26162"/>
                  </a:cubicBezTo>
                  <a:cubicBezTo>
                    <a:pt x="33958" y="38884"/>
                    <a:pt x="37970" y="54835"/>
                    <a:pt x="39308" y="71993"/>
                  </a:cubicBezTo>
                  <a:lnTo>
                    <a:pt x="78386" y="71993"/>
                  </a:lnTo>
                  <a:cubicBezTo>
                    <a:pt x="72515" y="33045"/>
                    <a:pt x="39895" y="2578"/>
                    <a:pt x="1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4" name="Google Shape;4914;p25"/>
            <p:cNvSpPr/>
            <p:nvPr/>
          </p:nvSpPr>
          <p:spPr>
            <a:xfrm>
              <a:off x="-58078258" y="-4709910"/>
              <a:ext cx="4210069" cy="2515164"/>
            </a:xfrm>
            <a:custGeom>
              <a:rect b="b" l="l" r="r" t="t"/>
              <a:pathLst>
                <a:path extrusionOk="0" h="97045" w="162708">
                  <a:moveTo>
                    <a:pt x="81550" y="29358"/>
                  </a:moveTo>
                  <a:cubicBezTo>
                    <a:pt x="92119" y="29358"/>
                    <a:pt x="100730" y="37970"/>
                    <a:pt x="100730" y="48539"/>
                  </a:cubicBezTo>
                  <a:cubicBezTo>
                    <a:pt x="100730" y="59107"/>
                    <a:pt x="92119" y="67686"/>
                    <a:pt x="81550" y="67686"/>
                  </a:cubicBezTo>
                  <a:cubicBezTo>
                    <a:pt x="70981" y="67686"/>
                    <a:pt x="62402" y="59107"/>
                    <a:pt x="62402" y="48539"/>
                  </a:cubicBezTo>
                  <a:cubicBezTo>
                    <a:pt x="62402" y="37970"/>
                    <a:pt x="70981" y="29358"/>
                    <a:pt x="81550" y="29358"/>
                  </a:cubicBezTo>
                  <a:close/>
                  <a:moveTo>
                    <a:pt x="42014" y="0"/>
                  </a:moveTo>
                  <a:lnTo>
                    <a:pt x="42014" y="6133"/>
                  </a:lnTo>
                  <a:cubicBezTo>
                    <a:pt x="42014" y="25672"/>
                    <a:pt x="26096" y="41591"/>
                    <a:pt x="6524" y="41591"/>
                  </a:cubicBezTo>
                  <a:lnTo>
                    <a:pt x="0" y="41591"/>
                  </a:lnTo>
                  <a:lnTo>
                    <a:pt x="0" y="55454"/>
                  </a:lnTo>
                  <a:lnTo>
                    <a:pt x="6524" y="55454"/>
                  </a:lnTo>
                  <a:cubicBezTo>
                    <a:pt x="26096" y="55454"/>
                    <a:pt x="42014" y="71372"/>
                    <a:pt x="42014" y="90944"/>
                  </a:cubicBezTo>
                  <a:lnTo>
                    <a:pt x="42014" y="97044"/>
                  </a:lnTo>
                  <a:lnTo>
                    <a:pt x="121118" y="97044"/>
                  </a:lnTo>
                  <a:lnTo>
                    <a:pt x="121118" y="90944"/>
                  </a:lnTo>
                  <a:cubicBezTo>
                    <a:pt x="121118" y="71372"/>
                    <a:pt x="137003" y="55454"/>
                    <a:pt x="156575" y="55454"/>
                  </a:cubicBezTo>
                  <a:lnTo>
                    <a:pt x="162708" y="55454"/>
                  </a:lnTo>
                  <a:lnTo>
                    <a:pt x="162708" y="41591"/>
                  </a:lnTo>
                  <a:lnTo>
                    <a:pt x="156575" y="41591"/>
                  </a:lnTo>
                  <a:cubicBezTo>
                    <a:pt x="137003" y="41591"/>
                    <a:pt x="121118" y="25672"/>
                    <a:pt x="121118" y="6133"/>
                  </a:cubicBezTo>
                  <a:lnTo>
                    <a:pt x="121118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5" name="Google Shape;4915;p25"/>
            <p:cNvSpPr/>
            <p:nvPr/>
          </p:nvSpPr>
          <p:spPr>
            <a:xfrm>
              <a:off x="-56147068" y="-3632100"/>
              <a:ext cx="358731" cy="359320"/>
            </a:xfrm>
            <a:custGeom>
              <a:rect b="b" l="l" r="r" t="t"/>
              <a:pathLst>
                <a:path extrusionOk="0" h="13864" w="13864">
                  <a:moveTo>
                    <a:pt x="6916" y="1"/>
                  </a:moveTo>
                  <a:cubicBezTo>
                    <a:pt x="3099" y="1"/>
                    <a:pt x="0" y="3099"/>
                    <a:pt x="0" y="6949"/>
                  </a:cubicBezTo>
                  <a:cubicBezTo>
                    <a:pt x="0" y="10765"/>
                    <a:pt x="3099" y="13864"/>
                    <a:pt x="6916" y="13864"/>
                  </a:cubicBezTo>
                  <a:cubicBezTo>
                    <a:pt x="10732" y="13864"/>
                    <a:pt x="13864" y="10765"/>
                    <a:pt x="13864" y="6949"/>
                  </a:cubicBezTo>
                  <a:cubicBezTo>
                    <a:pt x="13864" y="3099"/>
                    <a:pt x="10732" y="1"/>
                    <a:pt x="6916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6" name="Google Shape;4916;p25"/>
            <p:cNvSpPr/>
            <p:nvPr/>
          </p:nvSpPr>
          <p:spPr>
            <a:xfrm>
              <a:off x="-55711531" y="-7261177"/>
              <a:ext cx="682841" cy="1526852"/>
            </a:xfrm>
            <a:custGeom>
              <a:rect b="b" l="l" r="r" t="t"/>
              <a:pathLst>
                <a:path extrusionOk="0" h="58912" w="26390">
                  <a:moveTo>
                    <a:pt x="26390" y="0"/>
                  </a:moveTo>
                  <a:cubicBezTo>
                    <a:pt x="20551" y="2675"/>
                    <a:pt x="14940" y="9101"/>
                    <a:pt x="10308" y="18463"/>
                  </a:cubicBezTo>
                  <a:cubicBezTo>
                    <a:pt x="4795" y="29619"/>
                    <a:pt x="1240" y="43678"/>
                    <a:pt x="0" y="58912"/>
                  </a:cubicBezTo>
                  <a:lnTo>
                    <a:pt x="26390" y="58912"/>
                  </a:lnTo>
                  <a:lnTo>
                    <a:pt x="26390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7" name="Google Shape;4917;p25"/>
            <p:cNvSpPr/>
            <p:nvPr/>
          </p:nvSpPr>
          <p:spPr>
            <a:xfrm>
              <a:off x="-54627763" y="-2955818"/>
              <a:ext cx="759638" cy="760912"/>
            </a:xfrm>
            <a:custGeom>
              <a:rect b="b" l="l" r="r" t="t"/>
              <a:pathLst>
                <a:path extrusionOk="0" h="29359" w="29358">
                  <a:moveTo>
                    <a:pt x="23225" y="0"/>
                  </a:moveTo>
                  <a:cubicBezTo>
                    <a:pt x="10406" y="0"/>
                    <a:pt x="0" y="10439"/>
                    <a:pt x="0" y="23258"/>
                  </a:cubicBezTo>
                  <a:lnTo>
                    <a:pt x="0" y="29358"/>
                  </a:lnTo>
                  <a:lnTo>
                    <a:pt x="17125" y="29358"/>
                  </a:lnTo>
                  <a:cubicBezTo>
                    <a:pt x="23845" y="29358"/>
                    <a:pt x="29358" y="23878"/>
                    <a:pt x="29358" y="17126"/>
                  </a:cubicBezTo>
                  <a:lnTo>
                    <a:pt x="29358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8" name="Google Shape;4918;p25"/>
            <p:cNvSpPr/>
            <p:nvPr/>
          </p:nvSpPr>
          <p:spPr>
            <a:xfrm>
              <a:off x="-53738138" y="-5417471"/>
              <a:ext cx="1065196" cy="1756818"/>
            </a:xfrm>
            <a:custGeom>
              <a:rect b="b" l="l" r="r" t="t"/>
              <a:pathLst>
                <a:path extrusionOk="0" h="67785" w="41167">
                  <a:moveTo>
                    <a:pt x="1501" y="0"/>
                  </a:moveTo>
                  <a:cubicBezTo>
                    <a:pt x="1501" y="7829"/>
                    <a:pt x="979" y="15201"/>
                    <a:pt x="0" y="22214"/>
                  </a:cubicBezTo>
                  <a:cubicBezTo>
                    <a:pt x="4437" y="26651"/>
                    <a:pt x="7209" y="32783"/>
                    <a:pt x="7209" y="39536"/>
                  </a:cubicBezTo>
                  <a:lnTo>
                    <a:pt x="7209" y="67784"/>
                  </a:lnTo>
                  <a:cubicBezTo>
                    <a:pt x="28314" y="51931"/>
                    <a:pt x="41167" y="26879"/>
                    <a:pt x="41036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9" name="Google Shape;4919;p25"/>
            <p:cNvSpPr/>
            <p:nvPr/>
          </p:nvSpPr>
          <p:spPr>
            <a:xfrm>
              <a:off x="-58078258" y="-2955818"/>
              <a:ext cx="770609" cy="760912"/>
            </a:xfrm>
            <a:custGeom>
              <a:rect b="b" l="l" r="r" t="t"/>
              <a:pathLst>
                <a:path extrusionOk="0" h="29359" w="29782">
                  <a:moveTo>
                    <a:pt x="0" y="0"/>
                  </a:moveTo>
                  <a:lnTo>
                    <a:pt x="0" y="17126"/>
                  </a:lnTo>
                  <a:cubicBezTo>
                    <a:pt x="0" y="23878"/>
                    <a:pt x="5480" y="29358"/>
                    <a:pt x="12232" y="29358"/>
                  </a:cubicBezTo>
                  <a:lnTo>
                    <a:pt x="29782" y="29358"/>
                  </a:lnTo>
                  <a:lnTo>
                    <a:pt x="29782" y="23258"/>
                  </a:lnTo>
                  <a:cubicBezTo>
                    <a:pt x="29782" y="10439"/>
                    <a:pt x="19344" y="0"/>
                    <a:pt x="6524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0" name="Google Shape;4920;p25"/>
            <p:cNvSpPr/>
            <p:nvPr/>
          </p:nvSpPr>
          <p:spPr>
            <a:xfrm>
              <a:off x="-54712168" y="-5417471"/>
              <a:ext cx="696348" cy="408356"/>
            </a:xfrm>
            <a:custGeom>
              <a:rect b="b" l="l" r="r" t="t"/>
              <a:pathLst>
                <a:path extrusionOk="0" h="15756" w="26912">
                  <a:moveTo>
                    <a:pt x="0" y="0"/>
                  </a:moveTo>
                  <a:lnTo>
                    <a:pt x="0" y="15071"/>
                  </a:lnTo>
                  <a:cubicBezTo>
                    <a:pt x="7350" y="15071"/>
                    <a:pt x="12283" y="15045"/>
                    <a:pt x="15734" y="15045"/>
                  </a:cubicBezTo>
                  <a:cubicBezTo>
                    <a:pt x="22635" y="15045"/>
                    <a:pt x="23606" y="15147"/>
                    <a:pt x="26129" y="15756"/>
                  </a:cubicBezTo>
                  <a:cubicBezTo>
                    <a:pt x="26650" y="10569"/>
                    <a:pt x="26911" y="5350"/>
                    <a:pt x="26911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1" name="Google Shape;4921;p25"/>
            <p:cNvSpPr/>
            <p:nvPr/>
          </p:nvSpPr>
          <p:spPr>
            <a:xfrm>
              <a:off x="-54712168" y="-7261177"/>
              <a:ext cx="682841" cy="1526852"/>
            </a:xfrm>
            <a:custGeom>
              <a:rect b="b" l="l" r="r" t="t"/>
              <a:pathLst>
                <a:path extrusionOk="0" h="58912" w="26390">
                  <a:moveTo>
                    <a:pt x="0" y="0"/>
                  </a:moveTo>
                  <a:lnTo>
                    <a:pt x="0" y="58912"/>
                  </a:lnTo>
                  <a:lnTo>
                    <a:pt x="26389" y="58912"/>
                  </a:lnTo>
                  <a:cubicBezTo>
                    <a:pt x="25117" y="43678"/>
                    <a:pt x="21562" y="29619"/>
                    <a:pt x="16049" y="18463"/>
                  </a:cubicBezTo>
                  <a:cubicBezTo>
                    <a:pt x="11450" y="9101"/>
                    <a:pt x="5806" y="2675"/>
                    <a:pt x="0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2" name="Google Shape;4922;p25"/>
            <p:cNvSpPr/>
            <p:nvPr/>
          </p:nvSpPr>
          <p:spPr>
            <a:xfrm>
              <a:off x="-57030793" y="-7600172"/>
              <a:ext cx="2018121" cy="1865879"/>
            </a:xfrm>
            <a:custGeom>
              <a:rect b="b" l="l" r="r" t="t"/>
              <a:pathLst>
                <a:path extrusionOk="0" h="71993" w="77995">
                  <a:moveTo>
                    <a:pt x="77994" y="1"/>
                  </a:moveTo>
                  <a:cubicBezTo>
                    <a:pt x="38198" y="2578"/>
                    <a:pt x="5839" y="32980"/>
                    <a:pt x="0" y="71993"/>
                  </a:cubicBezTo>
                  <a:lnTo>
                    <a:pt x="38687" y="71993"/>
                  </a:lnTo>
                  <a:cubicBezTo>
                    <a:pt x="40025" y="54835"/>
                    <a:pt x="44037" y="38884"/>
                    <a:pt x="50300" y="26162"/>
                  </a:cubicBezTo>
                  <a:cubicBezTo>
                    <a:pt x="57574" y="11385"/>
                    <a:pt x="67262" y="2317"/>
                    <a:pt x="77994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3" name="Google Shape;4923;p25"/>
            <p:cNvSpPr/>
            <p:nvPr/>
          </p:nvSpPr>
          <p:spPr>
            <a:xfrm>
              <a:off x="-58078258" y="-4709910"/>
              <a:ext cx="770609" cy="760912"/>
            </a:xfrm>
            <a:custGeom>
              <a:rect b="b" l="l" r="r" t="t"/>
              <a:pathLst>
                <a:path extrusionOk="0" h="29359" w="29782">
                  <a:moveTo>
                    <a:pt x="12232" y="0"/>
                  </a:moveTo>
                  <a:cubicBezTo>
                    <a:pt x="5480" y="0"/>
                    <a:pt x="0" y="5480"/>
                    <a:pt x="0" y="12233"/>
                  </a:cubicBezTo>
                  <a:lnTo>
                    <a:pt x="0" y="29358"/>
                  </a:lnTo>
                  <a:lnTo>
                    <a:pt x="6524" y="29358"/>
                  </a:lnTo>
                  <a:cubicBezTo>
                    <a:pt x="19344" y="29358"/>
                    <a:pt x="29782" y="18952"/>
                    <a:pt x="29782" y="6133"/>
                  </a:cubicBezTo>
                  <a:lnTo>
                    <a:pt x="29782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4" name="Google Shape;4924;p25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8" name="Shape 4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9" name="Google Shape;4929;p26"/>
          <p:cNvSpPr/>
          <p:nvPr/>
        </p:nvSpPr>
        <p:spPr>
          <a:xfrm>
            <a:off x="3953687" y="1510334"/>
            <a:ext cx="21460" cy="756542"/>
          </a:xfrm>
          <a:custGeom>
            <a:rect b="b" l="l" r="r" t="t"/>
            <a:pathLst>
              <a:path extrusionOk="0" h="24607" w="698">
                <a:moveTo>
                  <a:pt x="349" y="0"/>
                </a:moveTo>
                <a:cubicBezTo>
                  <a:pt x="159" y="0"/>
                  <a:pt x="1" y="159"/>
                  <a:pt x="1" y="349"/>
                </a:cubicBezTo>
                <a:lnTo>
                  <a:pt x="1" y="24259"/>
                </a:lnTo>
                <a:cubicBezTo>
                  <a:pt x="1" y="24449"/>
                  <a:pt x="159" y="24607"/>
                  <a:pt x="349" y="24607"/>
                </a:cubicBezTo>
                <a:cubicBezTo>
                  <a:pt x="539" y="24607"/>
                  <a:pt x="698" y="24449"/>
                  <a:pt x="698" y="24259"/>
                </a:cubicBezTo>
                <a:lnTo>
                  <a:pt x="698" y="349"/>
                </a:lnTo>
                <a:cubicBezTo>
                  <a:pt x="698" y="159"/>
                  <a:pt x="539" y="0"/>
                  <a:pt x="349" y="0"/>
                </a:cubicBezTo>
                <a:close/>
              </a:path>
            </a:pathLst>
          </a:custGeom>
          <a:solidFill>
            <a:srgbClr val="336B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0" name="Google Shape;4930;p26"/>
          <p:cNvSpPr/>
          <p:nvPr/>
        </p:nvSpPr>
        <p:spPr>
          <a:xfrm>
            <a:off x="3915717" y="2207477"/>
            <a:ext cx="97400" cy="97369"/>
          </a:xfrm>
          <a:custGeom>
            <a:rect b="b" l="l" r="r" t="t"/>
            <a:pathLst>
              <a:path extrusionOk="0" h="3167" w="3168">
                <a:moveTo>
                  <a:pt x="1584" y="0"/>
                </a:moveTo>
                <a:cubicBezTo>
                  <a:pt x="729" y="0"/>
                  <a:pt x="1" y="728"/>
                  <a:pt x="1" y="1584"/>
                </a:cubicBezTo>
                <a:cubicBezTo>
                  <a:pt x="1" y="2470"/>
                  <a:pt x="729" y="3167"/>
                  <a:pt x="1584" y="3167"/>
                </a:cubicBezTo>
                <a:cubicBezTo>
                  <a:pt x="2471" y="3167"/>
                  <a:pt x="3168" y="2470"/>
                  <a:pt x="3168" y="1584"/>
                </a:cubicBezTo>
                <a:cubicBezTo>
                  <a:pt x="3168" y="728"/>
                  <a:pt x="2471" y="0"/>
                  <a:pt x="1584" y="0"/>
                </a:cubicBezTo>
                <a:close/>
              </a:path>
            </a:pathLst>
          </a:custGeom>
          <a:solidFill>
            <a:srgbClr val="336B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1" name="Google Shape;4931;p26"/>
          <p:cNvSpPr/>
          <p:nvPr/>
        </p:nvSpPr>
        <p:spPr>
          <a:xfrm>
            <a:off x="3689834" y="1228925"/>
            <a:ext cx="549167" cy="549198"/>
          </a:xfrm>
          <a:custGeom>
            <a:rect b="b" l="l" r="r" t="t"/>
            <a:pathLst>
              <a:path extrusionOk="0" h="17863" w="17862">
                <a:moveTo>
                  <a:pt x="8931" y="1"/>
                </a:moveTo>
                <a:cubicBezTo>
                  <a:pt x="3991" y="1"/>
                  <a:pt x="1" y="3991"/>
                  <a:pt x="1" y="8931"/>
                </a:cubicBezTo>
                <a:cubicBezTo>
                  <a:pt x="1" y="13872"/>
                  <a:pt x="3991" y="17862"/>
                  <a:pt x="8931" y="17862"/>
                </a:cubicBezTo>
                <a:cubicBezTo>
                  <a:pt x="13872" y="17862"/>
                  <a:pt x="17862" y="13872"/>
                  <a:pt x="17862" y="8931"/>
                </a:cubicBezTo>
                <a:cubicBezTo>
                  <a:pt x="17862" y="3991"/>
                  <a:pt x="13872" y="1"/>
                  <a:pt x="8931" y="1"/>
                </a:cubicBezTo>
                <a:close/>
              </a:path>
            </a:pathLst>
          </a:custGeom>
          <a:solidFill>
            <a:srgbClr val="336B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2" name="Google Shape;4932;p26"/>
          <p:cNvSpPr/>
          <p:nvPr/>
        </p:nvSpPr>
        <p:spPr>
          <a:xfrm>
            <a:off x="3634339" y="1173430"/>
            <a:ext cx="660187" cy="660187"/>
          </a:xfrm>
          <a:custGeom>
            <a:rect b="b" l="l" r="r" t="t"/>
            <a:pathLst>
              <a:path extrusionOk="0" h="21473" w="21473">
                <a:moveTo>
                  <a:pt x="10736" y="476"/>
                </a:moveTo>
                <a:cubicBezTo>
                  <a:pt x="16405" y="476"/>
                  <a:pt x="20997" y="5068"/>
                  <a:pt x="20997" y="10736"/>
                </a:cubicBezTo>
                <a:cubicBezTo>
                  <a:pt x="20997" y="16405"/>
                  <a:pt x="16405" y="20997"/>
                  <a:pt x="10736" y="20997"/>
                </a:cubicBezTo>
                <a:cubicBezTo>
                  <a:pt x="5099" y="20997"/>
                  <a:pt x="476" y="16405"/>
                  <a:pt x="476" y="10736"/>
                </a:cubicBezTo>
                <a:cubicBezTo>
                  <a:pt x="476" y="5068"/>
                  <a:pt x="5099" y="476"/>
                  <a:pt x="10736" y="476"/>
                </a:cubicBezTo>
                <a:close/>
                <a:moveTo>
                  <a:pt x="10736" y="1"/>
                </a:moveTo>
                <a:cubicBezTo>
                  <a:pt x="4814" y="1"/>
                  <a:pt x="0" y="4814"/>
                  <a:pt x="0" y="10736"/>
                </a:cubicBezTo>
                <a:cubicBezTo>
                  <a:pt x="0" y="16659"/>
                  <a:pt x="4814" y="21472"/>
                  <a:pt x="10736" y="21472"/>
                </a:cubicBezTo>
                <a:cubicBezTo>
                  <a:pt x="16658" y="21472"/>
                  <a:pt x="21472" y="16659"/>
                  <a:pt x="21472" y="10736"/>
                </a:cubicBezTo>
                <a:cubicBezTo>
                  <a:pt x="21472" y="4814"/>
                  <a:pt x="16658" y="1"/>
                  <a:pt x="10736" y="1"/>
                </a:cubicBezTo>
                <a:close/>
              </a:path>
            </a:pathLst>
          </a:custGeom>
          <a:solidFill>
            <a:srgbClr val="336B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3" name="Google Shape;4933;p26"/>
          <p:cNvSpPr/>
          <p:nvPr/>
        </p:nvSpPr>
        <p:spPr>
          <a:xfrm>
            <a:off x="2312089" y="2563812"/>
            <a:ext cx="2257974" cy="580343"/>
          </a:xfrm>
          <a:custGeom>
            <a:rect b="b" l="l" r="r" t="t"/>
            <a:pathLst>
              <a:path extrusionOk="0" h="18876" w="73442">
                <a:moveTo>
                  <a:pt x="73441" y="1"/>
                </a:moveTo>
                <a:lnTo>
                  <a:pt x="62737" y="7411"/>
                </a:lnTo>
                <a:lnTo>
                  <a:pt x="36389" y="6715"/>
                </a:lnTo>
                <a:lnTo>
                  <a:pt x="1" y="8647"/>
                </a:lnTo>
                <a:lnTo>
                  <a:pt x="60235" y="11307"/>
                </a:lnTo>
                <a:lnTo>
                  <a:pt x="63719" y="18876"/>
                </a:lnTo>
                <a:lnTo>
                  <a:pt x="65841" y="11117"/>
                </a:lnTo>
                <a:lnTo>
                  <a:pt x="73441" y="1"/>
                </a:ln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4" name="Google Shape;4934;p26"/>
          <p:cNvSpPr/>
          <p:nvPr/>
        </p:nvSpPr>
        <p:spPr>
          <a:xfrm>
            <a:off x="3738534" y="2369103"/>
            <a:ext cx="398240" cy="373890"/>
          </a:xfrm>
          <a:custGeom>
            <a:rect b="b" l="l" r="r" t="t"/>
            <a:pathLst>
              <a:path extrusionOk="0" h="12161" w="12953">
                <a:moveTo>
                  <a:pt x="12953" y="0"/>
                </a:moveTo>
                <a:lnTo>
                  <a:pt x="10514" y="1330"/>
                </a:lnTo>
                <a:lnTo>
                  <a:pt x="0" y="1932"/>
                </a:lnTo>
                <a:lnTo>
                  <a:pt x="7062" y="4022"/>
                </a:lnTo>
                <a:lnTo>
                  <a:pt x="10768" y="12161"/>
                </a:lnTo>
                <a:lnTo>
                  <a:pt x="11211" y="7791"/>
                </a:lnTo>
                <a:lnTo>
                  <a:pt x="12953" y="0"/>
                </a:ln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5" name="Google Shape;4935;p26"/>
          <p:cNvSpPr/>
          <p:nvPr/>
        </p:nvSpPr>
        <p:spPr>
          <a:xfrm>
            <a:off x="6150295" y="3185998"/>
            <a:ext cx="2325152" cy="588121"/>
          </a:xfrm>
          <a:custGeom>
            <a:rect b="b" l="l" r="r" t="t"/>
            <a:pathLst>
              <a:path extrusionOk="0" h="19129" w="75627">
                <a:moveTo>
                  <a:pt x="75626" y="0"/>
                </a:moveTo>
                <a:lnTo>
                  <a:pt x="60742" y="7474"/>
                </a:lnTo>
                <a:lnTo>
                  <a:pt x="9754" y="6809"/>
                </a:lnTo>
                <a:lnTo>
                  <a:pt x="2091" y="8899"/>
                </a:lnTo>
                <a:lnTo>
                  <a:pt x="0" y="10546"/>
                </a:lnTo>
                <a:lnTo>
                  <a:pt x="62135" y="10483"/>
                </a:lnTo>
                <a:lnTo>
                  <a:pt x="65555" y="19128"/>
                </a:lnTo>
                <a:lnTo>
                  <a:pt x="67867" y="9913"/>
                </a:lnTo>
                <a:lnTo>
                  <a:pt x="75626" y="0"/>
                </a:ln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6" name="Google Shape;4936;p26"/>
          <p:cNvSpPr/>
          <p:nvPr/>
        </p:nvSpPr>
        <p:spPr>
          <a:xfrm>
            <a:off x="669537" y="3185998"/>
            <a:ext cx="7805910" cy="294076"/>
          </a:xfrm>
          <a:custGeom>
            <a:rect b="b" l="l" r="r" t="t"/>
            <a:pathLst>
              <a:path extrusionOk="0" h="9565" w="253892">
                <a:moveTo>
                  <a:pt x="10039" y="0"/>
                </a:moveTo>
                <a:lnTo>
                  <a:pt x="0" y="8899"/>
                </a:lnTo>
                <a:lnTo>
                  <a:pt x="0" y="9564"/>
                </a:lnTo>
                <a:lnTo>
                  <a:pt x="253891" y="9564"/>
                </a:lnTo>
                <a:lnTo>
                  <a:pt x="253891" y="0"/>
                </a:ln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7" name="Google Shape;4937;p26"/>
          <p:cNvSpPr/>
          <p:nvPr/>
        </p:nvSpPr>
        <p:spPr>
          <a:xfrm>
            <a:off x="8165783" y="3185998"/>
            <a:ext cx="309664" cy="588121"/>
          </a:xfrm>
          <a:custGeom>
            <a:rect b="b" l="l" r="r" t="t"/>
            <a:pathLst>
              <a:path extrusionOk="0" h="19129" w="10072">
                <a:moveTo>
                  <a:pt x="10071" y="0"/>
                </a:moveTo>
                <a:lnTo>
                  <a:pt x="0" y="8899"/>
                </a:lnTo>
                <a:lnTo>
                  <a:pt x="0" y="19128"/>
                </a:lnTo>
                <a:lnTo>
                  <a:pt x="10071" y="10261"/>
                </a:lnTo>
                <a:lnTo>
                  <a:pt x="10071" y="0"/>
                </a:ln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8" name="Google Shape;4938;p26"/>
          <p:cNvSpPr/>
          <p:nvPr/>
        </p:nvSpPr>
        <p:spPr>
          <a:xfrm>
            <a:off x="668553" y="3459598"/>
            <a:ext cx="7497260" cy="314521"/>
          </a:xfrm>
          <a:custGeom>
            <a:rect b="b" l="l" r="r" t="t"/>
            <a:pathLst>
              <a:path extrusionOk="0" h="10230" w="243853">
                <a:moveTo>
                  <a:pt x="1" y="0"/>
                </a:moveTo>
                <a:lnTo>
                  <a:pt x="1" y="10229"/>
                </a:lnTo>
                <a:lnTo>
                  <a:pt x="243852" y="10229"/>
                </a:lnTo>
                <a:lnTo>
                  <a:pt x="243852" y="0"/>
                </a:lnTo>
                <a:close/>
              </a:path>
            </a:pathLst>
          </a:custGeom>
          <a:solidFill>
            <a:srgbClr val="01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9" name="Google Shape;4939;p26"/>
          <p:cNvSpPr/>
          <p:nvPr/>
        </p:nvSpPr>
        <p:spPr>
          <a:xfrm>
            <a:off x="7788972" y="1510334"/>
            <a:ext cx="20476" cy="1370920"/>
          </a:xfrm>
          <a:custGeom>
            <a:rect b="b" l="l" r="r" t="t"/>
            <a:pathLst>
              <a:path extrusionOk="0" h="44590" w="666">
                <a:moveTo>
                  <a:pt x="317" y="0"/>
                </a:moveTo>
                <a:cubicBezTo>
                  <a:pt x="127" y="0"/>
                  <a:pt x="0" y="159"/>
                  <a:pt x="0" y="349"/>
                </a:cubicBezTo>
                <a:lnTo>
                  <a:pt x="0" y="44242"/>
                </a:lnTo>
                <a:cubicBezTo>
                  <a:pt x="0" y="44432"/>
                  <a:pt x="127" y="44590"/>
                  <a:pt x="317" y="44590"/>
                </a:cubicBezTo>
                <a:cubicBezTo>
                  <a:pt x="507" y="44590"/>
                  <a:pt x="665" y="44432"/>
                  <a:pt x="665" y="44242"/>
                </a:cubicBezTo>
                <a:lnTo>
                  <a:pt x="665" y="349"/>
                </a:lnTo>
                <a:cubicBezTo>
                  <a:pt x="665" y="159"/>
                  <a:pt x="507" y="0"/>
                  <a:pt x="317" y="0"/>
                </a:cubicBez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0" name="Google Shape;4940;p26"/>
          <p:cNvSpPr/>
          <p:nvPr/>
        </p:nvSpPr>
        <p:spPr>
          <a:xfrm>
            <a:off x="7751002" y="2821854"/>
            <a:ext cx="97400" cy="97400"/>
          </a:xfrm>
          <a:custGeom>
            <a:rect b="b" l="l" r="r" t="t"/>
            <a:pathLst>
              <a:path extrusionOk="0" h="3168" w="3168">
                <a:moveTo>
                  <a:pt x="1584" y="0"/>
                </a:moveTo>
                <a:cubicBezTo>
                  <a:pt x="697" y="0"/>
                  <a:pt x="0" y="729"/>
                  <a:pt x="0" y="1584"/>
                </a:cubicBezTo>
                <a:cubicBezTo>
                  <a:pt x="0" y="2470"/>
                  <a:pt x="697" y="3167"/>
                  <a:pt x="1584" y="3167"/>
                </a:cubicBezTo>
                <a:cubicBezTo>
                  <a:pt x="2439" y="3167"/>
                  <a:pt x="3167" y="2470"/>
                  <a:pt x="3167" y="1584"/>
                </a:cubicBezTo>
                <a:cubicBezTo>
                  <a:pt x="3167" y="729"/>
                  <a:pt x="2439" y="0"/>
                  <a:pt x="1584" y="0"/>
                </a:cubicBez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1" name="Google Shape;4941;p26"/>
          <p:cNvSpPr/>
          <p:nvPr/>
        </p:nvSpPr>
        <p:spPr>
          <a:xfrm>
            <a:off x="7525119" y="1228925"/>
            <a:ext cx="548183" cy="549198"/>
          </a:xfrm>
          <a:custGeom>
            <a:rect b="b" l="l" r="r" t="t"/>
            <a:pathLst>
              <a:path extrusionOk="0" h="17863" w="17830">
                <a:moveTo>
                  <a:pt x="8899" y="1"/>
                </a:moveTo>
                <a:cubicBezTo>
                  <a:pt x="3990" y="1"/>
                  <a:pt x="0" y="3991"/>
                  <a:pt x="0" y="8931"/>
                </a:cubicBezTo>
                <a:cubicBezTo>
                  <a:pt x="0" y="13872"/>
                  <a:pt x="3990" y="17862"/>
                  <a:pt x="8899" y="17862"/>
                </a:cubicBezTo>
                <a:cubicBezTo>
                  <a:pt x="13839" y="17862"/>
                  <a:pt x="17830" y="13872"/>
                  <a:pt x="17830" y="8931"/>
                </a:cubicBezTo>
                <a:cubicBezTo>
                  <a:pt x="17830" y="3991"/>
                  <a:pt x="13839" y="1"/>
                  <a:pt x="8899" y="1"/>
                </a:cubicBez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2" name="Google Shape;4942;p26"/>
          <p:cNvSpPr/>
          <p:nvPr/>
        </p:nvSpPr>
        <p:spPr>
          <a:xfrm>
            <a:off x="7468640" y="1173430"/>
            <a:ext cx="661140" cy="660187"/>
          </a:xfrm>
          <a:custGeom>
            <a:rect b="b" l="l" r="r" t="t"/>
            <a:pathLst>
              <a:path extrusionOk="0" h="21473" w="21504">
                <a:moveTo>
                  <a:pt x="10768" y="476"/>
                </a:moveTo>
                <a:cubicBezTo>
                  <a:pt x="16405" y="476"/>
                  <a:pt x="20997" y="5068"/>
                  <a:pt x="20997" y="10736"/>
                </a:cubicBezTo>
                <a:cubicBezTo>
                  <a:pt x="20997" y="16405"/>
                  <a:pt x="16405" y="20997"/>
                  <a:pt x="10768" y="20997"/>
                </a:cubicBezTo>
                <a:cubicBezTo>
                  <a:pt x="5099" y="20997"/>
                  <a:pt x="507" y="16405"/>
                  <a:pt x="507" y="10736"/>
                </a:cubicBezTo>
                <a:cubicBezTo>
                  <a:pt x="507" y="5068"/>
                  <a:pt x="5099" y="476"/>
                  <a:pt x="10768" y="476"/>
                </a:cubicBezTo>
                <a:close/>
                <a:moveTo>
                  <a:pt x="10736" y="1"/>
                </a:moveTo>
                <a:cubicBezTo>
                  <a:pt x="4814" y="1"/>
                  <a:pt x="0" y="4814"/>
                  <a:pt x="0" y="10736"/>
                </a:cubicBezTo>
                <a:cubicBezTo>
                  <a:pt x="0" y="16659"/>
                  <a:pt x="4814" y="21472"/>
                  <a:pt x="10736" y="21472"/>
                </a:cubicBezTo>
                <a:cubicBezTo>
                  <a:pt x="16658" y="21472"/>
                  <a:pt x="21504" y="16659"/>
                  <a:pt x="21504" y="10736"/>
                </a:cubicBezTo>
                <a:cubicBezTo>
                  <a:pt x="21504" y="4814"/>
                  <a:pt x="16658" y="1"/>
                  <a:pt x="10736" y="1"/>
                </a:cubicBez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3" name="Google Shape;4943;p26"/>
          <p:cNvSpPr/>
          <p:nvPr/>
        </p:nvSpPr>
        <p:spPr>
          <a:xfrm>
            <a:off x="7588392" y="2978592"/>
            <a:ext cx="398271" cy="372968"/>
          </a:xfrm>
          <a:custGeom>
            <a:rect b="b" l="l" r="r" t="t"/>
            <a:pathLst>
              <a:path extrusionOk="0" h="12131" w="12954">
                <a:moveTo>
                  <a:pt x="12953" y="1"/>
                </a:moveTo>
                <a:lnTo>
                  <a:pt x="10356" y="1078"/>
                </a:lnTo>
                <a:lnTo>
                  <a:pt x="1" y="1901"/>
                </a:lnTo>
                <a:lnTo>
                  <a:pt x="10135" y="3136"/>
                </a:lnTo>
                <a:lnTo>
                  <a:pt x="10768" y="12130"/>
                </a:lnTo>
                <a:lnTo>
                  <a:pt x="11148" y="6081"/>
                </a:lnTo>
                <a:lnTo>
                  <a:pt x="12953" y="1"/>
                </a:ln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4" name="Google Shape;4944;p26"/>
          <p:cNvSpPr/>
          <p:nvPr/>
        </p:nvSpPr>
        <p:spPr>
          <a:xfrm>
            <a:off x="7588392" y="2978592"/>
            <a:ext cx="398271" cy="305759"/>
          </a:xfrm>
          <a:custGeom>
            <a:rect b="b" l="l" r="r" t="t"/>
            <a:pathLst>
              <a:path extrusionOk="0" h="9945" w="12954">
                <a:moveTo>
                  <a:pt x="2154" y="1"/>
                </a:moveTo>
                <a:lnTo>
                  <a:pt x="1" y="1901"/>
                </a:lnTo>
                <a:lnTo>
                  <a:pt x="1" y="2218"/>
                </a:lnTo>
                <a:lnTo>
                  <a:pt x="12953" y="9945"/>
                </a:lnTo>
                <a:lnTo>
                  <a:pt x="12953" y="1"/>
                </a:ln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5" name="Google Shape;4945;p26"/>
          <p:cNvSpPr/>
          <p:nvPr/>
        </p:nvSpPr>
        <p:spPr>
          <a:xfrm>
            <a:off x="7919454" y="2978592"/>
            <a:ext cx="67209" cy="372968"/>
          </a:xfrm>
          <a:custGeom>
            <a:rect b="b" l="l" r="r" t="t"/>
            <a:pathLst>
              <a:path extrusionOk="0" h="12131" w="2186">
                <a:moveTo>
                  <a:pt x="2185" y="1"/>
                </a:moveTo>
                <a:lnTo>
                  <a:pt x="0" y="1901"/>
                </a:lnTo>
                <a:lnTo>
                  <a:pt x="0" y="12130"/>
                </a:lnTo>
                <a:lnTo>
                  <a:pt x="2185" y="10230"/>
                </a:lnTo>
                <a:lnTo>
                  <a:pt x="2185" y="1"/>
                </a:ln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6" name="Google Shape;4946;p26"/>
          <p:cNvSpPr/>
          <p:nvPr/>
        </p:nvSpPr>
        <p:spPr>
          <a:xfrm>
            <a:off x="7588392" y="3037008"/>
            <a:ext cx="331093" cy="314552"/>
          </a:xfrm>
          <a:custGeom>
            <a:rect b="b" l="l" r="r" t="t"/>
            <a:pathLst>
              <a:path extrusionOk="0" h="10231" w="10769">
                <a:moveTo>
                  <a:pt x="1" y="1"/>
                </a:moveTo>
                <a:lnTo>
                  <a:pt x="1" y="10230"/>
                </a:lnTo>
                <a:lnTo>
                  <a:pt x="10768" y="10230"/>
                </a:lnTo>
                <a:lnTo>
                  <a:pt x="10768" y="1"/>
                </a:lnTo>
                <a:close/>
              </a:path>
            </a:pathLst>
          </a:custGeom>
          <a:solidFill>
            <a:srgbClr val="01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7" name="Google Shape;4947;p26"/>
          <p:cNvSpPr/>
          <p:nvPr/>
        </p:nvSpPr>
        <p:spPr>
          <a:xfrm>
            <a:off x="5878632" y="1510334"/>
            <a:ext cx="20476" cy="1055476"/>
          </a:xfrm>
          <a:custGeom>
            <a:rect b="b" l="l" r="r" t="t"/>
            <a:pathLst>
              <a:path extrusionOk="0" h="34330" w="666">
                <a:moveTo>
                  <a:pt x="349" y="0"/>
                </a:moveTo>
                <a:cubicBezTo>
                  <a:pt x="159" y="0"/>
                  <a:pt x="1" y="159"/>
                  <a:pt x="1" y="349"/>
                </a:cubicBezTo>
                <a:lnTo>
                  <a:pt x="1" y="34013"/>
                </a:lnTo>
                <a:cubicBezTo>
                  <a:pt x="1" y="34203"/>
                  <a:pt x="159" y="34329"/>
                  <a:pt x="349" y="34329"/>
                </a:cubicBezTo>
                <a:cubicBezTo>
                  <a:pt x="507" y="34329"/>
                  <a:pt x="666" y="34203"/>
                  <a:pt x="666" y="34013"/>
                </a:cubicBezTo>
                <a:lnTo>
                  <a:pt x="666" y="349"/>
                </a:lnTo>
                <a:cubicBezTo>
                  <a:pt x="666" y="159"/>
                  <a:pt x="539" y="0"/>
                  <a:pt x="349" y="0"/>
                </a:cubicBezTo>
                <a:close/>
              </a:path>
            </a:pathLst>
          </a:custGeom>
          <a:solidFill>
            <a:srgbClr val="F4AA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8" name="Google Shape;4948;p26"/>
          <p:cNvSpPr/>
          <p:nvPr/>
        </p:nvSpPr>
        <p:spPr>
          <a:xfrm>
            <a:off x="5840662" y="2507364"/>
            <a:ext cx="97400" cy="97369"/>
          </a:xfrm>
          <a:custGeom>
            <a:rect b="b" l="l" r="r" t="t"/>
            <a:pathLst>
              <a:path extrusionOk="0" h="3167" w="3168">
                <a:moveTo>
                  <a:pt x="1584" y="0"/>
                </a:moveTo>
                <a:cubicBezTo>
                  <a:pt x="697" y="0"/>
                  <a:pt x="1" y="697"/>
                  <a:pt x="1" y="1584"/>
                </a:cubicBezTo>
                <a:cubicBezTo>
                  <a:pt x="1" y="2439"/>
                  <a:pt x="697" y="3167"/>
                  <a:pt x="1584" y="3167"/>
                </a:cubicBezTo>
                <a:cubicBezTo>
                  <a:pt x="2439" y="3167"/>
                  <a:pt x="3168" y="2439"/>
                  <a:pt x="3168" y="1584"/>
                </a:cubicBezTo>
                <a:cubicBezTo>
                  <a:pt x="3168" y="697"/>
                  <a:pt x="2439" y="0"/>
                  <a:pt x="1584" y="0"/>
                </a:cubicBezTo>
                <a:close/>
              </a:path>
            </a:pathLst>
          </a:custGeom>
          <a:solidFill>
            <a:srgbClr val="F4AA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9" name="Google Shape;4949;p26"/>
          <p:cNvSpPr/>
          <p:nvPr/>
        </p:nvSpPr>
        <p:spPr>
          <a:xfrm>
            <a:off x="5614778" y="1228925"/>
            <a:ext cx="548214" cy="549198"/>
          </a:xfrm>
          <a:custGeom>
            <a:rect b="b" l="l" r="r" t="t"/>
            <a:pathLst>
              <a:path extrusionOk="0" h="17863" w="17831">
                <a:moveTo>
                  <a:pt x="8931" y="1"/>
                </a:moveTo>
                <a:cubicBezTo>
                  <a:pt x="3991" y="1"/>
                  <a:pt x="0" y="3991"/>
                  <a:pt x="0" y="8931"/>
                </a:cubicBezTo>
                <a:cubicBezTo>
                  <a:pt x="0" y="13872"/>
                  <a:pt x="3991" y="17862"/>
                  <a:pt x="8931" y="17862"/>
                </a:cubicBezTo>
                <a:cubicBezTo>
                  <a:pt x="13840" y="17862"/>
                  <a:pt x="17830" y="13872"/>
                  <a:pt x="17830" y="8931"/>
                </a:cubicBezTo>
                <a:cubicBezTo>
                  <a:pt x="17830" y="3991"/>
                  <a:pt x="13840" y="1"/>
                  <a:pt x="8931" y="1"/>
                </a:cubicBezTo>
                <a:close/>
              </a:path>
            </a:pathLst>
          </a:custGeom>
          <a:solidFill>
            <a:srgbClr val="F4AA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0" name="Google Shape;4950;p26"/>
          <p:cNvSpPr/>
          <p:nvPr/>
        </p:nvSpPr>
        <p:spPr>
          <a:xfrm>
            <a:off x="5558300" y="1173430"/>
            <a:ext cx="661140" cy="660187"/>
          </a:xfrm>
          <a:custGeom>
            <a:rect b="b" l="l" r="r" t="t"/>
            <a:pathLst>
              <a:path extrusionOk="0" h="21473" w="21504">
                <a:moveTo>
                  <a:pt x="10768" y="476"/>
                </a:moveTo>
                <a:cubicBezTo>
                  <a:pt x="16405" y="476"/>
                  <a:pt x="21029" y="5068"/>
                  <a:pt x="21029" y="10736"/>
                </a:cubicBezTo>
                <a:cubicBezTo>
                  <a:pt x="21029" y="16405"/>
                  <a:pt x="16405" y="20997"/>
                  <a:pt x="10768" y="20997"/>
                </a:cubicBezTo>
                <a:cubicBezTo>
                  <a:pt x="5099" y="20997"/>
                  <a:pt x="507" y="16405"/>
                  <a:pt x="507" y="10736"/>
                </a:cubicBezTo>
                <a:cubicBezTo>
                  <a:pt x="507" y="5068"/>
                  <a:pt x="5099" y="476"/>
                  <a:pt x="10768" y="476"/>
                </a:cubicBezTo>
                <a:close/>
                <a:moveTo>
                  <a:pt x="10736" y="1"/>
                </a:moveTo>
                <a:cubicBezTo>
                  <a:pt x="4814" y="1"/>
                  <a:pt x="1" y="4814"/>
                  <a:pt x="1" y="10736"/>
                </a:cubicBezTo>
                <a:cubicBezTo>
                  <a:pt x="1" y="16659"/>
                  <a:pt x="4814" y="21472"/>
                  <a:pt x="10736" y="21472"/>
                </a:cubicBezTo>
                <a:cubicBezTo>
                  <a:pt x="16659" y="21472"/>
                  <a:pt x="21504" y="16659"/>
                  <a:pt x="21504" y="10736"/>
                </a:cubicBezTo>
                <a:cubicBezTo>
                  <a:pt x="21504" y="4814"/>
                  <a:pt x="16659" y="1"/>
                  <a:pt x="10736" y="1"/>
                </a:cubicBezTo>
                <a:close/>
              </a:path>
            </a:pathLst>
          </a:custGeom>
          <a:solidFill>
            <a:srgbClr val="F4AA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1" name="Google Shape;4951;p26"/>
          <p:cNvSpPr/>
          <p:nvPr/>
        </p:nvSpPr>
        <p:spPr>
          <a:xfrm>
            <a:off x="4271129" y="2870524"/>
            <a:ext cx="2252102" cy="589105"/>
          </a:xfrm>
          <a:custGeom>
            <a:rect b="b" l="l" r="r" t="t"/>
            <a:pathLst>
              <a:path extrusionOk="0" h="19161" w="73251">
                <a:moveTo>
                  <a:pt x="73251" y="1"/>
                </a:moveTo>
                <a:lnTo>
                  <a:pt x="61438" y="6524"/>
                </a:lnTo>
                <a:lnTo>
                  <a:pt x="23657" y="6841"/>
                </a:lnTo>
                <a:lnTo>
                  <a:pt x="0" y="8900"/>
                </a:lnTo>
                <a:lnTo>
                  <a:pt x="61691" y="10831"/>
                </a:lnTo>
                <a:lnTo>
                  <a:pt x="63212" y="19160"/>
                </a:lnTo>
                <a:lnTo>
                  <a:pt x="64700" y="10420"/>
                </a:lnTo>
                <a:lnTo>
                  <a:pt x="73251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2" name="Google Shape;4952;p26"/>
          <p:cNvSpPr/>
          <p:nvPr/>
        </p:nvSpPr>
        <p:spPr>
          <a:xfrm>
            <a:off x="669537" y="2870524"/>
            <a:ext cx="5853694" cy="295060"/>
          </a:xfrm>
          <a:custGeom>
            <a:rect b="b" l="l" r="r" t="t"/>
            <a:pathLst>
              <a:path extrusionOk="0" h="9597" w="190395">
                <a:moveTo>
                  <a:pt x="10039" y="1"/>
                </a:moveTo>
                <a:lnTo>
                  <a:pt x="0" y="8900"/>
                </a:lnTo>
                <a:lnTo>
                  <a:pt x="0" y="9596"/>
                </a:lnTo>
                <a:lnTo>
                  <a:pt x="190395" y="9596"/>
                </a:lnTo>
                <a:lnTo>
                  <a:pt x="190395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3" name="Google Shape;4953;p26"/>
          <p:cNvSpPr/>
          <p:nvPr/>
        </p:nvSpPr>
        <p:spPr>
          <a:xfrm>
            <a:off x="6214552" y="2870524"/>
            <a:ext cx="308680" cy="589105"/>
          </a:xfrm>
          <a:custGeom>
            <a:rect b="b" l="l" r="r" t="t"/>
            <a:pathLst>
              <a:path extrusionOk="0" h="19161" w="10040">
                <a:moveTo>
                  <a:pt x="10040" y="1"/>
                </a:moveTo>
                <a:lnTo>
                  <a:pt x="1" y="8900"/>
                </a:lnTo>
                <a:lnTo>
                  <a:pt x="1" y="19160"/>
                </a:lnTo>
                <a:lnTo>
                  <a:pt x="10040" y="10261"/>
                </a:lnTo>
                <a:lnTo>
                  <a:pt x="10040" y="1"/>
                </a:lnTo>
                <a:close/>
              </a:path>
            </a:pathLst>
          </a:custGeom>
          <a:solidFill>
            <a:srgbClr val="F4AA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4" name="Google Shape;4954;p26"/>
          <p:cNvSpPr/>
          <p:nvPr/>
        </p:nvSpPr>
        <p:spPr>
          <a:xfrm>
            <a:off x="668553" y="3144123"/>
            <a:ext cx="5546029" cy="315505"/>
          </a:xfrm>
          <a:custGeom>
            <a:rect b="b" l="l" r="r" t="t"/>
            <a:pathLst>
              <a:path extrusionOk="0" h="10262" w="180388">
                <a:moveTo>
                  <a:pt x="1" y="1"/>
                </a:moveTo>
                <a:lnTo>
                  <a:pt x="1" y="10261"/>
                </a:lnTo>
                <a:lnTo>
                  <a:pt x="180388" y="10261"/>
                </a:lnTo>
                <a:lnTo>
                  <a:pt x="180388" y="1"/>
                </a:lnTo>
                <a:close/>
              </a:path>
            </a:pathLst>
          </a:custGeom>
          <a:solidFill>
            <a:srgbClr val="E59F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5" name="Google Shape;4955;p26"/>
          <p:cNvSpPr/>
          <p:nvPr/>
        </p:nvSpPr>
        <p:spPr>
          <a:xfrm>
            <a:off x="5673194" y="2663149"/>
            <a:ext cx="398271" cy="373890"/>
          </a:xfrm>
          <a:custGeom>
            <a:rect b="b" l="l" r="r" t="t"/>
            <a:pathLst>
              <a:path extrusionOk="0" h="12161" w="12954">
                <a:moveTo>
                  <a:pt x="12953" y="0"/>
                </a:moveTo>
                <a:lnTo>
                  <a:pt x="10166" y="982"/>
                </a:lnTo>
                <a:lnTo>
                  <a:pt x="1" y="1932"/>
                </a:lnTo>
                <a:lnTo>
                  <a:pt x="9280" y="3294"/>
                </a:lnTo>
                <a:lnTo>
                  <a:pt x="10768" y="12161"/>
                </a:lnTo>
                <a:lnTo>
                  <a:pt x="11243" y="5669"/>
                </a:lnTo>
                <a:lnTo>
                  <a:pt x="12953" y="0"/>
                </a:lnTo>
                <a:close/>
              </a:path>
            </a:pathLst>
          </a:custGeom>
          <a:solidFill>
            <a:srgbClr val="F4AA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6" name="Google Shape;4956;p26"/>
          <p:cNvSpPr/>
          <p:nvPr/>
        </p:nvSpPr>
        <p:spPr>
          <a:xfrm>
            <a:off x="5673194" y="2663149"/>
            <a:ext cx="398271" cy="305759"/>
          </a:xfrm>
          <a:custGeom>
            <a:rect b="b" l="l" r="r" t="t"/>
            <a:pathLst>
              <a:path extrusionOk="0" h="9945" w="12954">
                <a:moveTo>
                  <a:pt x="2186" y="0"/>
                </a:moveTo>
                <a:lnTo>
                  <a:pt x="1" y="1932"/>
                </a:lnTo>
                <a:lnTo>
                  <a:pt x="1" y="2217"/>
                </a:lnTo>
                <a:lnTo>
                  <a:pt x="12953" y="9944"/>
                </a:lnTo>
                <a:lnTo>
                  <a:pt x="12953" y="0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7" name="Google Shape;4957;p26"/>
          <p:cNvSpPr/>
          <p:nvPr/>
        </p:nvSpPr>
        <p:spPr>
          <a:xfrm>
            <a:off x="6004256" y="2663149"/>
            <a:ext cx="67209" cy="373890"/>
          </a:xfrm>
          <a:custGeom>
            <a:rect b="b" l="l" r="r" t="t"/>
            <a:pathLst>
              <a:path extrusionOk="0" h="12161" w="2186">
                <a:moveTo>
                  <a:pt x="2185" y="0"/>
                </a:moveTo>
                <a:lnTo>
                  <a:pt x="0" y="1932"/>
                </a:lnTo>
                <a:lnTo>
                  <a:pt x="0" y="12161"/>
                </a:lnTo>
                <a:lnTo>
                  <a:pt x="2185" y="10229"/>
                </a:lnTo>
                <a:lnTo>
                  <a:pt x="2185" y="0"/>
                </a:lnTo>
                <a:close/>
              </a:path>
            </a:pathLst>
          </a:custGeom>
          <a:solidFill>
            <a:srgbClr val="F4AA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8" name="Google Shape;4958;p26"/>
          <p:cNvSpPr/>
          <p:nvPr/>
        </p:nvSpPr>
        <p:spPr>
          <a:xfrm>
            <a:off x="5673194" y="2722517"/>
            <a:ext cx="331062" cy="314521"/>
          </a:xfrm>
          <a:custGeom>
            <a:rect b="b" l="l" r="r" t="t"/>
            <a:pathLst>
              <a:path extrusionOk="0" h="10230" w="10768">
                <a:moveTo>
                  <a:pt x="1" y="1"/>
                </a:moveTo>
                <a:lnTo>
                  <a:pt x="1" y="10230"/>
                </a:lnTo>
                <a:lnTo>
                  <a:pt x="10768" y="10230"/>
                </a:lnTo>
                <a:lnTo>
                  <a:pt x="10768" y="1"/>
                </a:lnTo>
                <a:close/>
              </a:path>
            </a:pathLst>
          </a:custGeom>
          <a:solidFill>
            <a:srgbClr val="E59F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9" name="Google Shape;4959;p26"/>
          <p:cNvSpPr/>
          <p:nvPr/>
        </p:nvSpPr>
        <p:spPr>
          <a:xfrm>
            <a:off x="669537" y="2556033"/>
            <a:ext cx="3910272" cy="294076"/>
          </a:xfrm>
          <a:custGeom>
            <a:rect b="b" l="l" r="r" t="t"/>
            <a:pathLst>
              <a:path extrusionOk="0" h="9565" w="127184">
                <a:moveTo>
                  <a:pt x="10039" y="1"/>
                </a:moveTo>
                <a:lnTo>
                  <a:pt x="0" y="8900"/>
                </a:lnTo>
                <a:lnTo>
                  <a:pt x="0" y="9565"/>
                </a:lnTo>
                <a:lnTo>
                  <a:pt x="127183" y="9565"/>
                </a:lnTo>
                <a:lnTo>
                  <a:pt x="127183" y="1"/>
                </a:ln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0" name="Google Shape;4960;p26"/>
          <p:cNvSpPr/>
          <p:nvPr/>
        </p:nvSpPr>
        <p:spPr>
          <a:xfrm>
            <a:off x="4271129" y="2556033"/>
            <a:ext cx="308680" cy="588121"/>
          </a:xfrm>
          <a:custGeom>
            <a:rect b="b" l="l" r="r" t="t"/>
            <a:pathLst>
              <a:path extrusionOk="0" h="19129" w="10040">
                <a:moveTo>
                  <a:pt x="10039" y="1"/>
                </a:moveTo>
                <a:lnTo>
                  <a:pt x="0" y="8900"/>
                </a:lnTo>
                <a:lnTo>
                  <a:pt x="0" y="19129"/>
                </a:lnTo>
                <a:lnTo>
                  <a:pt x="10039" y="10230"/>
                </a:lnTo>
                <a:lnTo>
                  <a:pt x="10039" y="1"/>
                </a:lnTo>
                <a:close/>
              </a:path>
            </a:pathLst>
          </a:custGeom>
          <a:solidFill>
            <a:srgbClr val="336B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1" name="Google Shape;4961;p26"/>
          <p:cNvSpPr/>
          <p:nvPr/>
        </p:nvSpPr>
        <p:spPr>
          <a:xfrm>
            <a:off x="668553" y="2829633"/>
            <a:ext cx="3602607" cy="314521"/>
          </a:xfrm>
          <a:custGeom>
            <a:rect b="b" l="l" r="r" t="t"/>
            <a:pathLst>
              <a:path extrusionOk="0" h="10230" w="117177">
                <a:moveTo>
                  <a:pt x="1" y="1"/>
                </a:moveTo>
                <a:lnTo>
                  <a:pt x="1" y="10230"/>
                </a:lnTo>
                <a:lnTo>
                  <a:pt x="117176" y="10230"/>
                </a:lnTo>
                <a:lnTo>
                  <a:pt x="117176" y="1"/>
                </a:lnTo>
                <a:close/>
              </a:path>
            </a:pathLst>
          </a:custGeom>
          <a:solidFill>
            <a:srgbClr val="2F6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2" name="Google Shape;4962;p26"/>
          <p:cNvSpPr/>
          <p:nvPr/>
        </p:nvSpPr>
        <p:spPr>
          <a:xfrm>
            <a:off x="3738534" y="2369103"/>
            <a:ext cx="398240" cy="305759"/>
          </a:xfrm>
          <a:custGeom>
            <a:rect b="b" l="l" r="r" t="t"/>
            <a:pathLst>
              <a:path extrusionOk="0" h="9945" w="12953">
                <a:moveTo>
                  <a:pt x="2154" y="0"/>
                </a:moveTo>
                <a:lnTo>
                  <a:pt x="0" y="1932"/>
                </a:lnTo>
                <a:lnTo>
                  <a:pt x="0" y="2217"/>
                </a:lnTo>
                <a:lnTo>
                  <a:pt x="12953" y="9944"/>
                </a:lnTo>
                <a:lnTo>
                  <a:pt x="12953" y="0"/>
                </a:ln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3" name="Google Shape;4963;p26"/>
          <p:cNvSpPr/>
          <p:nvPr/>
        </p:nvSpPr>
        <p:spPr>
          <a:xfrm>
            <a:off x="4069565" y="2369103"/>
            <a:ext cx="67209" cy="373890"/>
          </a:xfrm>
          <a:custGeom>
            <a:rect b="b" l="l" r="r" t="t"/>
            <a:pathLst>
              <a:path extrusionOk="0" h="12161" w="2186">
                <a:moveTo>
                  <a:pt x="2186" y="0"/>
                </a:moveTo>
                <a:lnTo>
                  <a:pt x="1" y="1932"/>
                </a:lnTo>
                <a:lnTo>
                  <a:pt x="1" y="12161"/>
                </a:lnTo>
                <a:lnTo>
                  <a:pt x="2186" y="10229"/>
                </a:lnTo>
                <a:lnTo>
                  <a:pt x="2186" y="0"/>
                </a:lnTo>
                <a:close/>
              </a:path>
            </a:pathLst>
          </a:custGeom>
          <a:solidFill>
            <a:srgbClr val="336B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4" name="Google Shape;4964;p26"/>
          <p:cNvSpPr/>
          <p:nvPr/>
        </p:nvSpPr>
        <p:spPr>
          <a:xfrm>
            <a:off x="3738534" y="2427519"/>
            <a:ext cx="331062" cy="314521"/>
          </a:xfrm>
          <a:custGeom>
            <a:rect b="b" l="l" r="r" t="t"/>
            <a:pathLst>
              <a:path extrusionOk="0" h="10230" w="10768">
                <a:moveTo>
                  <a:pt x="0" y="0"/>
                </a:moveTo>
                <a:lnTo>
                  <a:pt x="0" y="10229"/>
                </a:lnTo>
                <a:lnTo>
                  <a:pt x="10768" y="10229"/>
                </a:lnTo>
                <a:lnTo>
                  <a:pt x="10768" y="0"/>
                </a:lnTo>
                <a:close/>
              </a:path>
            </a:pathLst>
          </a:custGeom>
          <a:solidFill>
            <a:srgbClr val="2F6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5" name="Google Shape;4965;p26"/>
          <p:cNvSpPr/>
          <p:nvPr/>
        </p:nvSpPr>
        <p:spPr>
          <a:xfrm>
            <a:off x="1946992" y="1510334"/>
            <a:ext cx="21429" cy="444019"/>
          </a:xfrm>
          <a:custGeom>
            <a:rect b="b" l="l" r="r" t="t"/>
            <a:pathLst>
              <a:path extrusionOk="0" h="14442" w="697">
                <a:moveTo>
                  <a:pt x="348" y="0"/>
                </a:moveTo>
                <a:cubicBezTo>
                  <a:pt x="158" y="0"/>
                  <a:pt x="0" y="159"/>
                  <a:pt x="0" y="349"/>
                </a:cubicBezTo>
                <a:lnTo>
                  <a:pt x="0" y="14093"/>
                </a:lnTo>
                <a:cubicBezTo>
                  <a:pt x="0" y="14283"/>
                  <a:pt x="158" y="14441"/>
                  <a:pt x="348" y="14441"/>
                </a:cubicBezTo>
                <a:cubicBezTo>
                  <a:pt x="538" y="14441"/>
                  <a:pt x="697" y="14283"/>
                  <a:pt x="697" y="14093"/>
                </a:cubicBezTo>
                <a:lnTo>
                  <a:pt x="697" y="349"/>
                </a:lnTo>
                <a:cubicBezTo>
                  <a:pt x="697" y="159"/>
                  <a:pt x="538" y="0"/>
                  <a:pt x="348" y="0"/>
                </a:cubicBez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6" name="Google Shape;4966;p26"/>
          <p:cNvSpPr/>
          <p:nvPr/>
        </p:nvSpPr>
        <p:spPr>
          <a:xfrm>
            <a:off x="1908991" y="1894923"/>
            <a:ext cx="97400" cy="97400"/>
          </a:xfrm>
          <a:custGeom>
            <a:rect b="b" l="l" r="r" t="t"/>
            <a:pathLst>
              <a:path extrusionOk="0" h="3168" w="3168">
                <a:moveTo>
                  <a:pt x="1584" y="0"/>
                </a:moveTo>
                <a:cubicBezTo>
                  <a:pt x="698" y="0"/>
                  <a:pt x="1" y="697"/>
                  <a:pt x="1" y="1584"/>
                </a:cubicBezTo>
                <a:cubicBezTo>
                  <a:pt x="1" y="2471"/>
                  <a:pt x="698" y="3167"/>
                  <a:pt x="1584" y="3167"/>
                </a:cubicBezTo>
                <a:cubicBezTo>
                  <a:pt x="2471" y="3167"/>
                  <a:pt x="3168" y="2471"/>
                  <a:pt x="3168" y="1584"/>
                </a:cubicBezTo>
                <a:cubicBezTo>
                  <a:pt x="3168" y="697"/>
                  <a:pt x="2471" y="0"/>
                  <a:pt x="1584" y="0"/>
                </a:cubicBez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7" name="Google Shape;4967;p26"/>
          <p:cNvSpPr/>
          <p:nvPr/>
        </p:nvSpPr>
        <p:spPr>
          <a:xfrm>
            <a:off x="1683108" y="1228925"/>
            <a:ext cx="549198" cy="549198"/>
          </a:xfrm>
          <a:custGeom>
            <a:rect b="b" l="l" r="r" t="t"/>
            <a:pathLst>
              <a:path extrusionOk="0" h="17863" w="17863">
                <a:moveTo>
                  <a:pt x="8931" y="1"/>
                </a:moveTo>
                <a:cubicBezTo>
                  <a:pt x="3991" y="1"/>
                  <a:pt x="1" y="3991"/>
                  <a:pt x="1" y="8931"/>
                </a:cubicBezTo>
                <a:cubicBezTo>
                  <a:pt x="1" y="13872"/>
                  <a:pt x="3991" y="17862"/>
                  <a:pt x="8931" y="17862"/>
                </a:cubicBezTo>
                <a:cubicBezTo>
                  <a:pt x="13872" y="17862"/>
                  <a:pt x="17862" y="13872"/>
                  <a:pt x="17862" y="8931"/>
                </a:cubicBezTo>
                <a:cubicBezTo>
                  <a:pt x="17862" y="3991"/>
                  <a:pt x="13872" y="1"/>
                  <a:pt x="8931" y="1"/>
                </a:cubicBez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8" name="Google Shape;4968;p26"/>
          <p:cNvSpPr/>
          <p:nvPr/>
        </p:nvSpPr>
        <p:spPr>
          <a:xfrm>
            <a:off x="1627613" y="1173430"/>
            <a:ext cx="660187" cy="660187"/>
          </a:xfrm>
          <a:custGeom>
            <a:rect b="b" l="l" r="r" t="t"/>
            <a:pathLst>
              <a:path extrusionOk="0" h="21473" w="21473">
                <a:moveTo>
                  <a:pt x="10736" y="476"/>
                </a:moveTo>
                <a:cubicBezTo>
                  <a:pt x="16405" y="476"/>
                  <a:pt x="20997" y="5068"/>
                  <a:pt x="20997" y="10736"/>
                </a:cubicBezTo>
                <a:cubicBezTo>
                  <a:pt x="20997" y="16405"/>
                  <a:pt x="16405" y="20997"/>
                  <a:pt x="10736" y="20997"/>
                </a:cubicBezTo>
                <a:cubicBezTo>
                  <a:pt x="5068" y="20997"/>
                  <a:pt x="476" y="16405"/>
                  <a:pt x="476" y="10736"/>
                </a:cubicBezTo>
                <a:cubicBezTo>
                  <a:pt x="476" y="5068"/>
                  <a:pt x="5068" y="476"/>
                  <a:pt x="10736" y="476"/>
                </a:cubicBezTo>
                <a:close/>
                <a:moveTo>
                  <a:pt x="10736" y="1"/>
                </a:moveTo>
                <a:cubicBezTo>
                  <a:pt x="4814" y="1"/>
                  <a:pt x="1" y="4814"/>
                  <a:pt x="1" y="10736"/>
                </a:cubicBezTo>
                <a:cubicBezTo>
                  <a:pt x="1" y="16659"/>
                  <a:pt x="4814" y="21472"/>
                  <a:pt x="10736" y="21472"/>
                </a:cubicBezTo>
                <a:cubicBezTo>
                  <a:pt x="16658" y="21472"/>
                  <a:pt x="21472" y="16659"/>
                  <a:pt x="21472" y="10736"/>
                </a:cubicBezTo>
                <a:cubicBezTo>
                  <a:pt x="21472" y="4814"/>
                  <a:pt x="16658" y="1"/>
                  <a:pt x="10736" y="1"/>
                </a:cubicBez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9" name="Google Shape;4969;p26"/>
          <p:cNvSpPr/>
          <p:nvPr/>
        </p:nvSpPr>
        <p:spPr>
          <a:xfrm>
            <a:off x="669537" y="2240559"/>
            <a:ext cx="1951231" cy="589105"/>
          </a:xfrm>
          <a:custGeom>
            <a:rect b="b" l="l" r="r" t="t"/>
            <a:pathLst>
              <a:path extrusionOk="0" h="19161" w="63465">
                <a:moveTo>
                  <a:pt x="63465" y="1"/>
                </a:moveTo>
                <a:lnTo>
                  <a:pt x="54883" y="3991"/>
                </a:lnTo>
                <a:lnTo>
                  <a:pt x="45730" y="7380"/>
                </a:lnTo>
                <a:lnTo>
                  <a:pt x="0" y="8900"/>
                </a:lnTo>
                <a:lnTo>
                  <a:pt x="50576" y="10515"/>
                </a:lnTo>
                <a:lnTo>
                  <a:pt x="53426" y="19161"/>
                </a:lnTo>
                <a:lnTo>
                  <a:pt x="55769" y="11338"/>
                </a:lnTo>
                <a:lnTo>
                  <a:pt x="63465" y="1"/>
                </a:ln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0" name="Google Shape;4970;p26"/>
          <p:cNvSpPr/>
          <p:nvPr/>
        </p:nvSpPr>
        <p:spPr>
          <a:xfrm>
            <a:off x="1757111" y="2043883"/>
            <a:ext cx="398271" cy="373921"/>
          </a:xfrm>
          <a:custGeom>
            <a:rect b="b" l="l" r="r" t="t"/>
            <a:pathLst>
              <a:path extrusionOk="0" h="12162" w="12954">
                <a:moveTo>
                  <a:pt x="12953" y="1"/>
                </a:moveTo>
                <a:lnTo>
                  <a:pt x="10198" y="1204"/>
                </a:lnTo>
                <a:lnTo>
                  <a:pt x="1" y="1933"/>
                </a:lnTo>
                <a:lnTo>
                  <a:pt x="8076" y="3294"/>
                </a:lnTo>
                <a:lnTo>
                  <a:pt x="10800" y="12162"/>
                </a:lnTo>
                <a:lnTo>
                  <a:pt x="11148" y="4498"/>
                </a:lnTo>
                <a:lnTo>
                  <a:pt x="12953" y="1"/>
                </a:ln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1" name="Google Shape;4971;p26"/>
          <p:cNvSpPr/>
          <p:nvPr/>
        </p:nvSpPr>
        <p:spPr>
          <a:xfrm>
            <a:off x="669537" y="2240559"/>
            <a:ext cx="1951231" cy="294076"/>
          </a:xfrm>
          <a:custGeom>
            <a:rect b="b" l="l" r="r" t="t"/>
            <a:pathLst>
              <a:path extrusionOk="0" h="9565" w="63465">
                <a:moveTo>
                  <a:pt x="10039" y="1"/>
                </a:moveTo>
                <a:lnTo>
                  <a:pt x="0" y="8900"/>
                </a:lnTo>
                <a:lnTo>
                  <a:pt x="0" y="9565"/>
                </a:lnTo>
                <a:lnTo>
                  <a:pt x="63465" y="9565"/>
                </a:lnTo>
                <a:lnTo>
                  <a:pt x="63465" y="1"/>
                </a:ln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2" name="Google Shape;4972;p26"/>
          <p:cNvSpPr/>
          <p:nvPr/>
        </p:nvSpPr>
        <p:spPr>
          <a:xfrm>
            <a:off x="2312089" y="2240559"/>
            <a:ext cx="308680" cy="589105"/>
          </a:xfrm>
          <a:custGeom>
            <a:rect b="b" l="l" r="r" t="t"/>
            <a:pathLst>
              <a:path extrusionOk="0" h="19161" w="10040">
                <a:moveTo>
                  <a:pt x="10040" y="1"/>
                </a:moveTo>
                <a:lnTo>
                  <a:pt x="1" y="8900"/>
                </a:lnTo>
                <a:lnTo>
                  <a:pt x="1" y="19161"/>
                </a:lnTo>
                <a:lnTo>
                  <a:pt x="10040" y="10262"/>
                </a:lnTo>
                <a:lnTo>
                  <a:pt x="10040" y="1"/>
                </a:ln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3" name="Google Shape;4973;p26"/>
          <p:cNvSpPr/>
          <p:nvPr/>
        </p:nvSpPr>
        <p:spPr>
          <a:xfrm>
            <a:off x="668553" y="2514158"/>
            <a:ext cx="1643566" cy="315505"/>
          </a:xfrm>
          <a:custGeom>
            <a:rect b="b" l="l" r="r" t="t"/>
            <a:pathLst>
              <a:path extrusionOk="0" h="10262" w="53458">
                <a:moveTo>
                  <a:pt x="1" y="1"/>
                </a:moveTo>
                <a:lnTo>
                  <a:pt x="1" y="10262"/>
                </a:lnTo>
                <a:lnTo>
                  <a:pt x="53458" y="10262"/>
                </a:lnTo>
                <a:lnTo>
                  <a:pt x="53458" y="1"/>
                </a:lnTo>
                <a:close/>
              </a:path>
            </a:pathLst>
          </a:custGeom>
          <a:solidFill>
            <a:srgbClr val="BC6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4" name="Google Shape;4974;p26"/>
          <p:cNvSpPr/>
          <p:nvPr/>
        </p:nvSpPr>
        <p:spPr>
          <a:xfrm>
            <a:off x="1757111" y="2043883"/>
            <a:ext cx="398271" cy="305759"/>
          </a:xfrm>
          <a:custGeom>
            <a:rect b="b" l="l" r="r" t="t"/>
            <a:pathLst>
              <a:path extrusionOk="0" h="9945" w="12954">
                <a:moveTo>
                  <a:pt x="2186" y="1"/>
                </a:moveTo>
                <a:lnTo>
                  <a:pt x="1" y="1933"/>
                </a:lnTo>
                <a:lnTo>
                  <a:pt x="1" y="2218"/>
                </a:lnTo>
                <a:lnTo>
                  <a:pt x="12953" y="9945"/>
                </a:lnTo>
                <a:lnTo>
                  <a:pt x="12953" y="1"/>
                </a:ln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5" name="Google Shape;4975;p26"/>
          <p:cNvSpPr/>
          <p:nvPr/>
        </p:nvSpPr>
        <p:spPr>
          <a:xfrm>
            <a:off x="2089126" y="2043883"/>
            <a:ext cx="66255" cy="373921"/>
          </a:xfrm>
          <a:custGeom>
            <a:rect b="b" l="l" r="r" t="t"/>
            <a:pathLst>
              <a:path extrusionOk="0" h="12162" w="2155">
                <a:moveTo>
                  <a:pt x="2154" y="1"/>
                </a:moveTo>
                <a:lnTo>
                  <a:pt x="1" y="1933"/>
                </a:lnTo>
                <a:lnTo>
                  <a:pt x="1" y="12162"/>
                </a:lnTo>
                <a:lnTo>
                  <a:pt x="2154" y="10230"/>
                </a:lnTo>
                <a:lnTo>
                  <a:pt x="2154" y="1"/>
                </a:ln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6" name="Google Shape;4976;p26"/>
          <p:cNvSpPr/>
          <p:nvPr/>
        </p:nvSpPr>
        <p:spPr>
          <a:xfrm>
            <a:off x="1757111" y="2103282"/>
            <a:ext cx="331093" cy="314521"/>
          </a:xfrm>
          <a:custGeom>
            <a:rect b="b" l="l" r="r" t="t"/>
            <a:pathLst>
              <a:path extrusionOk="0" h="10230" w="10769">
                <a:moveTo>
                  <a:pt x="1" y="1"/>
                </a:moveTo>
                <a:lnTo>
                  <a:pt x="1" y="10230"/>
                </a:lnTo>
                <a:lnTo>
                  <a:pt x="10768" y="10230"/>
                </a:lnTo>
                <a:lnTo>
                  <a:pt x="10768" y="1"/>
                </a:lnTo>
                <a:close/>
              </a:path>
            </a:pathLst>
          </a:custGeom>
          <a:solidFill>
            <a:srgbClr val="BC6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7" name="Google Shape;4977;p26"/>
          <p:cNvSpPr txBox="1"/>
          <p:nvPr/>
        </p:nvSpPr>
        <p:spPr>
          <a:xfrm>
            <a:off x="668550" y="4236600"/>
            <a:ext cx="1545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8" name="Google Shape;4978;p26"/>
          <p:cNvSpPr txBox="1"/>
          <p:nvPr/>
        </p:nvSpPr>
        <p:spPr>
          <a:xfrm>
            <a:off x="6951750" y="4236600"/>
            <a:ext cx="152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It’s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the farthest planet from 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9" name="Google Shape;4979;p26"/>
          <p:cNvSpPr txBox="1"/>
          <p:nvPr/>
        </p:nvSpPr>
        <p:spPr>
          <a:xfrm>
            <a:off x="4871750" y="4236600"/>
            <a:ext cx="152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0" name="Google Shape;4980;p26"/>
          <p:cNvSpPr txBox="1"/>
          <p:nvPr/>
        </p:nvSpPr>
        <p:spPr>
          <a:xfrm>
            <a:off x="2770150" y="4236600"/>
            <a:ext cx="1545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1" name="Google Shape;4981;p26"/>
          <p:cNvSpPr txBox="1"/>
          <p:nvPr/>
        </p:nvSpPr>
        <p:spPr>
          <a:xfrm>
            <a:off x="668550" y="3959950"/>
            <a:ext cx="15453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E762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EE7623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82" name="Google Shape;4982;p26"/>
          <p:cNvSpPr txBox="1"/>
          <p:nvPr/>
        </p:nvSpPr>
        <p:spPr>
          <a:xfrm>
            <a:off x="2770152" y="3959950"/>
            <a:ext cx="15453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073A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4073A3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83" name="Google Shape;4983;p26"/>
          <p:cNvSpPr txBox="1"/>
          <p:nvPr/>
        </p:nvSpPr>
        <p:spPr>
          <a:xfrm>
            <a:off x="4871754" y="3959950"/>
            <a:ext cx="15237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CBD2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CBD2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84" name="Google Shape;4984;p26"/>
          <p:cNvSpPr txBox="1"/>
          <p:nvPr/>
        </p:nvSpPr>
        <p:spPr>
          <a:xfrm>
            <a:off x="6951757" y="3959950"/>
            <a:ext cx="15237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51C2C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051C2C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985" name="Google Shape;4985;p26"/>
          <p:cNvGrpSpPr/>
          <p:nvPr/>
        </p:nvGrpSpPr>
        <p:grpSpPr>
          <a:xfrm>
            <a:off x="1788865" y="1334683"/>
            <a:ext cx="337682" cy="337682"/>
            <a:chOff x="1190625" y="238125"/>
            <a:chExt cx="5219200" cy="5219200"/>
          </a:xfrm>
        </p:grpSpPr>
        <p:sp>
          <p:nvSpPr>
            <p:cNvPr id="4986" name="Google Shape;4986;p26"/>
            <p:cNvSpPr/>
            <p:nvPr/>
          </p:nvSpPr>
          <p:spPr>
            <a:xfrm>
              <a:off x="1190625" y="238125"/>
              <a:ext cx="5219200" cy="3384325"/>
            </a:xfrm>
            <a:custGeom>
              <a:rect b="b" l="l" r="r" t="t"/>
              <a:pathLst>
                <a:path extrusionOk="0" h="135373" w="208768">
                  <a:moveTo>
                    <a:pt x="190435" y="0"/>
                  </a:moveTo>
                  <a:cubicBezTo>
                    <a:pt x="180290" y="0"/>
                    <a:pt x="172070" y="8220"/>
                    <a:pt x="172070" y="18365"/>
                  </a:cubicBezTo>
                  <a:cubicBezTo>
                    <a:pt x="172070" y="20355"/>
                    <a:pt x="172461" y="22247"/>
                    <a:pt x="173081" y="24073"/>
                  </a:cubicBezTo>
                  <a:lnTo>
                    <a:pt x="97468" y="99686"/>
                  </a:lnTo>
                  <a:cubicBezTo>
                    <a:pt x="95446" y="99018"/>
                    <a:pt x="93595" y="98683"/>
                    <a:pt x="91743" y="98683"/>
                  </a:cubicBezTo>
                  <a:cubicBezTo>
                    <a:pt x="89892" y="98683"/>
                    <a:pt x="88041" y="99018"/>
                    <a:pt x="86019" y="99686"/>
                  </a:cubicBezTo>
                  <a:lnTo>
                    <a:pt x="72383" y="86051"/>
                  </a:lnTo>
                  <a:cubicBezTo>
                    <a:pt x="73003" y="84224"/>
                    <a:pt x="73395" y="82333"/>
                    <a:pt x="73395" y="80343"/>
                  </a:cubicBezTo>
                  <a:cubicBezTo>
                    <a:pt x="73395" y="70198"/>
                    <a:pt x="65174" y="61978"/>
                    <a:pt x="55062" y="61978"/>
                  </a:cubicBezTo>
                  <a:cubicBezTo>
                    <a:pt x="44918" y="61978"/>
                    <a:pt x="36697" y="70198"/>
                    <a:pt x="36697" y="80343"/>
                  </a:cubicBezTo>
                  <a:cubicBezTo>
                    <a:pt x="36697" y="82333"/>
                    <a:pt x="37089" y="84224"/>
                    <a:pt x="37709" y="86051"/>
                  </a:cubicBezTo>
                  <a:lnTo>
                    <a:pt x="24073" y="99686"/>
                  </a:lnTo>
                  <a:cubicBezTo>
                    <a:pt x="22247" y="99067"/>
                    <a:pt x="20355" y="98675"/>
                    <a:pt x="18365" y="98675"/>
                  </a:cubicBezTo>
                  <a:cubicBezTo>
                    <a:pt x="8220" y="98675"/>
                    <a:pt x="0" y="106895"/>
                    <a:pt x="0" y="117040"/>
                  </a:cubicBezTo>
                  <a:cubicBezTo>
                    <a:pt x="0" y="127152"/>
                    <a:pt x="8220" y="135372"/>
                    <a:pt x="18365" y="135372"/>
                  </a:cubicBezTo>
                  <a:cubicBezTo>
                    <a:pt x="28477" y="135372"/>
                    <a:pt x="36697" y="127152"/>
                    <a:pt x="36697" y="117040"/>
                  </a:cubicBezTo>
                  <a:cubicBezTo>
                    <a:pt x="36697" y="113419"/>
                    <a:pt x="35621" y="110092"/>
                    <a:pt x="33827" y="107254"/>
                  </a:cubicBezTo>
                  <a:lnTo>
                    <a:pt x="45244" y="95805"/>
                  </a:lnTo>
                  <a:cubicBezTo>
                    <a:pt x="48114" y="97599"/>
                    <a:pt x="51442" y="98675"/>
                    <a:pt x="55062" y="98675"/>
                  </a:cubicBezTo>
                  <a:cubicBezTo>
                    <a:pt x="58651" y="98675"/>
                    <a:pt x="62010" y="97599"/>
                    <a:pt x="64848" y="95805"/>
                  </a:cubicBezTo>
                  <a:lnTo>
                    <a:pt x="76265" y="107254"/>
                  </a:lnTo>
                  <a:cubicBezTo>
                    <a:pt x="74471" y="110092"/>
                    <a:pt x="73395" y="113419"/>
                    <a:pt x="73395" y="117040"/>
                  </a:cubicBezTo>
                  <a:cubicBezTo>
                    <a:pt x="73395" y="127152"/>
                    <a:pt x="81615" y="135372"/>
                    <a:pt x="91760" y="135372"/>
                  </a:cubicBezTo>
                  <a:cubicBezTo>
                    <a:pt x="101872" y="135372"/>
                    <a:pt x="110092" y="127152"/>
                    <a:pt x="110092" y="117040"/>
                  </a:cubicBezTo>
                  <a:cubicBezTo>
                    <a:pt x="110092" y="113419"/>
                    <a:pt x="109016" y="110092"/>
                    <a:pt x="107221" y="107254"/>
                  </a:cubicBezTo>
                  <a:lnTo>
                    <a:pt x="180616" y="33827"/>
                  </a:lnTo>
                  <a:cubicBezTo>
                    <a:pt x="183454" y="35621"/>
                    <a:pt x="186814" y="36697"/>
                    <a:pt x="190435" y="36697"/>
                  </a:cubicBezTo>
                  <a:cubicBezTo>
                    <a:pt x="200547" y="36697"/>
                    <a:pt x="208767" y="28477"/>
                    <a:pt x="208767" y="18365"/>
                  </a:cubicBezTo>
                  <a:cubicBezTo>
                    <a:pt x="208767" y="8220"/>
                    <a:pt x="200547" y="0"/>
                    <a:pt x="1904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7" name="Google Shape;4987;p26"/>
            <p:cNvSpPr/>
            <p:nvPr/>
          </p:nvSpPr>
          <p:spPr>
            <a:xfrm>
              <a:off x="2719675" y="3406325"/>
              <a:ext cx="611650" cy="2051000"/>
            </a:xfrm>
            <a:custGeom>
              <a:rect b="b" l="l" r="r" t="t"/>
              <a:pathLst>
                <a:path extrusionOk="0" h="82040" w="24466">
                  <a:moveTo>
                    <a:pt x="0" y="0"/>
                  </a:moveTo>
                  <a:lnTo>
                    <a:pt x="0" y="82039"/>
                  </a:lnTo>
                  <a:lnTo>
                    <a:pt x="24465" y="82039"/>
                  </a:lnTo>
                  <a:lnTo>
                    <a:pt x="24465" y="24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8" name="Google Shape;4988;p26"/>
            <p:cNvSpPr/>
            <p:nvPr/>
          </p:nvSpPr>
          <p:spPr>
            <a:xfrm>
              <a:off x="3637100" y="3400600"/>
              <a:ext cx="619800" cy="2056725"/>
            </a:xfrm>
            <a:custGeom>
              <a:rect b="b" l="l" r="r" t="t"/>
              <a:pathLst>
                <a:path extrusionOk="0" h="82269" w="24792">
                  <a:moveTo>
                    <a:pt x="24792" y="1"/>
                  </a:moveTo>
                  <a:lnTo>
                    <a:pt x="1" y="24694"/>
                  </a:lnTo>
                  <a:lnTo>
                    <a:pt x="1" y="82268"/>
                  </a:lnTo>
                  <a:lnTo>
                    <a:pt x="24792" y="82268"/>
                  </a:lnTo>
                  <a:lnTo>
                    <a:pt x="247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9" name="Google Shape;4989;p26"/>
            <p:cNvSpPr/>
            <p:nvPr/>
          </p:nvSpPr>
          <p:spPr>
            <a:xfrm>
              <a:off x="1496425" y="3406325"/>
              <a:ext cx="917450" cy="2051000"/>
            </a:xfrm>
            <a:custGeom>
              <a:rect b="b" l="l" r="r" t="t"/>
              <a:pathLst>
                <a:path extrusionOk="0" h="82040" w="36698">
                  <a:moveTo>
                    <a:pt x="36698" y="0"/>
                  </a:moveTo>
                  <a:lnTo>
                    <a:pt x="1795" y="34903"/>
                  </a:lnTo>
                  <a:cubicBezTo>
                    <a:pt x="653" y="36045"/>
                    <a:pt x="0" y="37611"/>
                    <a:pt x="0" y="39242"/>
                  </a:cubicBezTo>
                  <a:lnTo>
                    <a:pt x="0" y="75939"/>
                  </a:lnTo>
                  <a:cubicBezTo>
                    <a:pt x="0" y="79299"/>
                    <a:pt x="2741" y="82039"/>
                    <a:pt x="6133" y="82039"/>
                  </a:cubicBezTo>
                  <a:lnTo>
                    <a:pt x="36698" y="82039"/>
                  </a:lnTo>
                  <a:lnTo>
                    <a:pt x="366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0" name="Google Shape;4990;p26"/>
            <p:cNvSpPr/>
            <p:nvPr/>
          </p:nvSpPr>
          <p:spPr>
            <a:xfrm>
              <a:off x="4574925" y="2526400"/>
              <a:ext cx="570050" cy="2930925"/>
            </a:xfrm>
            <a:custGeom>
              <a:rect b="b" l="l" r="r" t="t"/>
              <a:pathLst>
                <a:path extrusionOk="0" h="117237" w="22802">
                  <a:moveTo>
                    <a:pt x="22802" y="0"/>
                  </a:moveTo>
                  <a:lnTo>
                    <a:pt x="0" y="22736"/>
                  </a:lnTo>
                  <a:lnTo>
                    <a:pt x="0" y="117236"/>
                  </a:lnTo>
                  <a:lnTo>
                    <a:pt x="22802" y="117236"/>
                  </a:lnTo>
                  <a:lnTo>
                    <a:pt x="22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1" name="Google Shape;4991;p26"/>
            <p:cNvSpPr/>
            <p:nvPr/>
          </p:nvSpPr>
          <p:spPr>
            <a:xfrm>
              <a:off x="5452400" y="1481475"/>
              <a:ext cx="957425" cy="3975850"/>
            </a:xfrm>
            <a:custGeom>
              <a:rect b="b" l="l" r="r" t="t"/>
              <a:pathLst>
                <a:path extrusionOk="0" h="159034" w="38297">
                  <a:moveTo>
                    <a:pt x="32127" y="0"/>
                  </a:moveTo>
                  <a:cubicBezTo>
                    <a:pt x="30623" y="0"/>
                    <a:pt x="29094" y="559"/>
                    <a:pt x="27858" y="1805"/>
                  </a:cubicBezTo>
                  <a:lnTo>
                    <a:pt x="0" y="29565"/>
                  </a:lnTo>
                  <a:lnTo>
                    <a:pt x="0" y="159033"/>
                  </a:lnTo>
                  <a:lnTo>
                    <a:pt x="32196" y="159033"/>
                  </a:lnTo>
                  <a:cubicBezTo>
                    <a:pt x="35556" y="159033"/>
                    <a:pt x="38296" y="156293"/>
                    <a:pt x="38296" y="152933"/>
                  </a:cubicBezTo>
                  <a:lnTo>
                    <a:pt x="38296" y="6144"/>
                  </a:lnTo>
                  <a:cubicBezTo>
                    <a:pt x="38296" y="2438"/>
                    <a:pt x="35268" y="0"/>
                    <a:pt x="32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92" name="Google Shape;4992;p26"/>
          <p:cNvGrpSpPr/>
          <p:nvPr/>
        </p:nvGrpSpPr>
        <p:grpSpPr>
          <a:xfrm>
            <a:off x="3795280" y="1334387"/>
            <a:ext cx="338274" cy="338274"/>
            <a:chOff x="1190625" y="238125"/>
            <a:chExt cx="5228350" cy="5228350"/>
          </a:xfrm>
        </p:grpSpPr>
        <p:sp>
          <p:nvSpPr>
            <p:cNvPr id="4993" name="Google Shape;4993;p26"/>
            <p:cNvSpPr/>
            <p:nvPr/>
          </p:nvSpPr>
          <p:spPr>
            <a:xfrm>
              <a:off x="1190625" y="3015575"/>
              <a:ext cx="2450900" cy="2450900"/>
            </a:xfrm>
            <a:custGeom>
              <a:rect b="b" l="l" r="r" t="t"/>
              <a:pathLst>
                <a:path extrusionOk="0" h="98036" w="98036">
                  <a:moveTo>
                    <a:pt x="6127" y="0"/>
                  </a:moveTo>
                  <a:cubicBezTo>
                    <a:pt x="2745" y="0"/>
                    <a:pt x="0" y="2745"/>
                    <a:pt x="0" y="6127"/>
                  </a:cubicBezTo>
                  <a:cubicBezTo>
                    <a:pt x="0" y="56812"/>
                    <a:pt x="41224" y="98035"/>
                    <a:pt x="91908" y="98035"/>
                  </a:cubicBezTo>
                  <a:cubicBezTo>
                    <a:pt x="95290" y="98035"/>
                    <a:pt x="98035" y="95290"/>
                    <a:pt x="98035" y="91908"/>
                  </a:cubicBezTo>
                  <a:lnTo>
                    <a:pt x="98035" y="6127"/>
                  </a:lnTo>
                  <a:cubicBezTo>
                    <a:pt x="98035" y="2745"/>
                    <a:pt x="95290" y="0"/>
                    <a:pt x="919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4" name="Google Shape;4994;p26"/>
            <p:cNvSpPr/>
            <p:nvPr/>
          </p:nvSpPr>
          <p:spPr>
            <a:xfrm>
              <a:off x="1823550" y="504650"/>
              <a:ext cx="1825925" cy="2184375"/>
            </a:xfrm>
            <a:custGeom>
              <a:rect b="b" l="l" r="r" t="t"/>
              <a:pathLst>
                <a:path extrusionOk="0" h="87375" w="73037">
                  <a:moveTo>
                    <a:pt x="49263" y="0"/>
                  </a:moveTo>
                  <a:cubicBezTo>
                    <a:pt x="19975" y="15196"/>
                    <a:pt x="1" y="45954"/>
                    <a:pt x="1" y="81247"/>
                  </a:cubicBezTo>
                  <a:cubicBezTo>
                    <a:pt x="1" y="84678"/>
                    <a:pt x="2697" y="87374"/>
                    <a:pt x="6128" y="87374"/>
                  </a:cubicBezTo>
                  <a:lnTo>
                    <a:pt x="73037" y="87374"/>
                  </a:lnTo>
                  <a:lnTo>
                    <a:pt x="492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5" name="Google Shape;4995;p26"/>
            <p:cNvSpPr/>
            <p:nvPr/>
          </p:nvSpPr>
          <p:spPr>
            <a:xfrm>
              <a:off x="3336975" y="238125"/>
              <a:ext cx="3082000" cy="4595400"/>
            </a:xfrm>
            <a:custGeom>
              <a:rect b="b" l="l" r="r" t="t"/>
              <a:pathLst>
                <a:path extrusionOk="0" h="183816" w="123280">
                  <a:moveTo>
                    <a:pt x="68135" y="49263"/>
                  </a:moveTo>
                  <a:cubicBezTo>
                    <a:pt x="71517" y="49263"/>
                    <a:pt x="74262" y="52008"/>
                    <a:pt x="74262" y="55390"/>
                  </a:cubicBezTo>
                  <a:lnTo>
                    <a:pt x="74262" y="62473"/>
                  </a:lnTo>
                  <a:cubicBezTo>
                    <a:pt x="78306" y="63919"/>
                    <a:pt x="81860" y="66639"/>
                    <a:pt x="84065" y="70463"/>
                  </a:cubicBezTo>
                  <a:cubicBezTo>
                    <a:pt x="85756" y="73379"/>
                    <a:pt x="84752" y="77129"/>
                    <a:pt x="81835" y="78820"/>
                  </a:cubicBezTo>
                  <a:cubicBezTo>
                    <a:pt x="80858" y="79377"/>
                    <a:pt x="79799" y="79642"/>
                    <a:pt x="78757" y="79642"/>
                  </a:cubicBezTo>
                  <a:cubicBezTo>
                    <a:pt x="76636" y="79642"/>
                    <a:pt x="74587" y="78546"/>
                    <a:pt x="73453" y="76590"/>
                  </a:cubicBezTo>
                  <a:cubicBezTo>
                    <a:pt x="72350" y="74703"/>
                    <a:pt x="70316" y="73526"/>
                    <a:pt x="68135" y="73526"/>
                  </a:cubicBezTo>
                  <a:cubicBezTo>
                    <a:pt x="64752" y="73526"/>
                    <a:pt x="62007" y="76271"/>
                    <a:pt x="62007" y="79654"/>
                  </a:cubicBezTo>
                  <a:cubicBezTo>
                    <a:pt x="62007" y="83036"/>
                    <a:pt x="64752" y="85781"/>
                    <a:pt x="68135" y="85781"/>
                  </a:cubicBezTo>
                  <a:cubicBezTo>
                    <a:pt x="78281" y="85781"/>
                    <a:pt x="86516" y="94016"/>
                    <a:pt x="86516" y="104162"/>
                  </a:cubicBezTo>
                  <a:cubicBezTo>
                    <a:pt x="86516" y="112152"/>
                    <a:pt x="81394" y="118868"/>
                    <a:pt x="74262" y="121416"/>
                  </a:cubicBezTo>
                  <a:lnTo>
                    <a:pt x="74262" y="128181"/>
                  </a:lnTo>
                  <a:cubicBezTo>
                    <a:pt x="74262" y="131563"/>
                    <a:pt x="71517" y="134308"/>
                    <a:pt x="68135" y="134308"/>
                  </a:cubicBezTo>
                  <a:cubicBezTo>
                    <a:pt x="64752" y="134308"/>
                    <a:pt x="62007" y="131563"/>
                    <a:pt x="62007" y="128181"/>
                  </a:cubicBezTo>
                  <a:lnTo>
                    <a:pt x="62007" y="121343"/>
                  </a:lnTo>
                  <a:cubicBezTo>
                    <a:pt x="57963" y="119897"/>
                    <a:pt x="54434" y="117176"/>
                    <a:pt x="52228" y="113353"/>
                  </a:cubicBezTo>
                  <a:cubicBezTo>
                    <a:pt x="50537" y="110437"/>
                    <a:pt x="51542" y="106687"/>
                    <a:pt x="54459" y="104996"/>
                  </a:cubicBezTo>
                  <a:cubicBezTo>
                    <a:pt x="55433" y="104428"/>
                    <a:pt x="56495" y="104158"/>
                    <a:pt x="57542" y="104158"/>
                  </a:cubicBezTo>
                  <a:cubicBezTo>
                    <a:pt x="59657" y="104158"/>
                    <a:pt x="61710" y="105259"/>
                    <a:pt x="62841" y="107226"/>
                  </a:cubicBezTo>
                  <a:cubicBezTo>
                    <a:pt x="63919" y="109113"/>
                    <a:pt x="65953" y="110289"/>
                    <a:pt x="68135" y="110289"/>
                  </a:cubicBezTo>
                  <a:cubicBezTo>
                    <a:pt x="71517" y="110289"/>
                    <a:pt x="74262" y="107544"/>
                    <a:pt x="74262" y="104162"/>
                  </a:cubicBezTo>
                  <a:cubicBezTo>
                    <a:pt x="74262" y="100780"/>
                    <a:pt x="71517" y="98035"/>
                    <a:pt x="68135" y="98035"/>
                  </a:cubicBezTo>
                  <a:cubicBezTo>
                    <a:pt x="58012" y="98035"/>
                    <a:pt x="49753" y="89800"/>
                    <a:pt x="49753" y="79654"/>
                  </a:cubicBezTo>
                  <a:cubicBezTo>
                    <a:pt x="49753" y="71664"/>
                    <a:pt x="54900" y="64948"/>
                    <a:pt x="62007" y="62399"/>
                  </a:cubicBezTo>
                  <a:lnTo>
                    <a:pt x="62007" y="55390"/>
                  </a:lnTo>
                  <a:cubicBezTo>
                    <a:pt x="62007" y="52008"/>
                    <a:pt x="64752" y="49263"/>
                    <a:pt x="68135" y="49263"/>
                  </a:cubicBezTo>
                  <a:close/>
                  <a:moveTo>
                    <a:pt x="31371" y="0"/>
                  </a:moveTo>
                  <a:cubicBezTo>
                    <a:pt x="20343" y="0"/>
                    <a:pt x="9804" y="1961"/>
                    <a:pt x="0" y="5637"/>
                  </a:cubicBezTo>
                  <a:lnTo>
                    <a:pt x="25122" y="98035"/>
                  </a:lnTo>
                  <a:lnTo>
                    <a:pt x="25244" y="98280"/>
                  </a:lnTo>
                  <a:cubicBezTo>
                    <a:pt x="25489" y="99261"/>
                    <a:pt x="25489" y="100241"/>
                    <a:pt x="25244" y="101221"/>
                  </a:cubicBezTo>
                  <a:lnTo>
                    <a:pt x="25244" y="177689"/>
                  </a:lnTo>
                  <a:cubicBezTo>
                    <a:pt x="25244" y="181120"/>
                    <a:pt x="27940" y="183816"/>
                    <a:pt x="31371" y="183816"/>
                  </a:cubicBezTo>
                  <a:cubicBezTo>
                    <a:pt x="82105" y="183816"/>
                    <a:pt x="123279" y="142641"/>
                    <a:pt x="123279" y="91908"/>
                  </a:cubicBezTo>
                  <a:cubicBezTo>
                    <a:pt x="123279" y="41175"/>
                    <a:pt x="82105" y="0"/>
                    <a:pt x="313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96" name="Google Shape;4996;p26"/>
          <p:cNvSpPr/>
          <p:nvPr/>
        </p:nvSpPr>
        <p:spPr>
          <a:xfrm>
            <a:off x="5768595" y="1316945"/>
            <a:ext cx="240581" cy="373158"/>
          </a:xfrm>
          <a:custGeom>
            <a:rect b="b" l="l" r="r" t="t"/>
            <a:pathLst>
              <a:path extrusionOk="0" h="208760" w="134591">
                <a:moveTo>
                  <a:pt x="67296" y="98667"/>
                </a:moveTo>
                <a:cubicBezTo>
                  <a:pt x="70688" y="98667"/>
                  <a:pt x="73395" y="101407"/>
                  <a:pt x="73395" y="104767"/>
                </a:cubicBezTo>
                <a:lnTo>
                  <a:pt x="73395" y="112106"/>
                </a:lnTo>
                <a:cubicBezTo>
                  <a:pt x="76592" y="113150"/>
                  <a:pt x="79658" y="114879"/>
                  <a:pt x="82431" y="117521"/>
                </a:cubicBezTo>
                <a:cubicBezTo>
                  <a:pt x="84845" y="119870"/>
                  <a:pt x="84910" y="123752"/>
                  <a:pt x="82562" y="126198"/>
                </a:cubicBezTo>
                <a:cubicBezTo>
                  <a:pt x="81363" y="127430"/>
                  <a:pt x="79766" y="128050"/>
                  <a:pt x="78167" y="128050"/>
                </a:cubicBezTo>
                <a:cubicBezTo>
                  <a:pt x="76634" y="128050"/>
                  <a:pt x="75100" y="127479"/>
                  <a:pt x="73917" y="126329"/>
                </a:cubicBezTo>
                <a:cubicBezTo>
                  <a:pt x="71750" y="124232"/>
                  <a:pt x="69429" y="123122"/>
                  <a:pt x="67287" y="123122"/>
                </a:cubicBezTo>
                <a:cubicBezTo>
                  <a:pt x="66463" y="123122"/>
                  <a:pt x="65666" y="123286"/>
                  <a:pt x="64914" y="123621"/>
                </a:cubicBezTo>
                <a:cubicBezTo>
                  <a:pt x="62664" y="124567"/>
                  <a:pt x="61163" y="126785"/>
                  <a:pt x="61163" y="129232"/>
                </a:cubicBezTo>
                <a:cubicBezTo>
                  <a:pt x="61163" y="132624"/>
                  <a:pt x="63936" y="135364"/>
                  <a:pt x="67296" y="135364"/>
                </a:cubicBezTo>
                <a:cubicBezTo>
                  <a:pt x="77408" y="135364"/>
                  <a:pt x="85661" y="143585"/>
                  <a:pt x="85661" y="153697"/>
                </a:cubicBezTo>
                <a:cubicBezTo>
                  <a:pt x="85661" y="161395"/>
                  <a:pt x="80800" y="168343"/>
                  <a:pt x="73559" y="170953"/>
                </a:cubicBezTo>
                <a:cubicBezTo>
                  <a:pt x="73542" y="170969"/>
                  <a:pt x="73518" y="170969"/>
                  <a:pt x="73493" y="170969"/>
                </a:cubicBezTo>
                <a:cubicBezTo>
                  <a:pt x="73469" y="170969"/>
                  <a:pt x="73444" y="170969"/>
                  <a:pt x="73428" y="170985"/>
                </a:cubicBezTo>
                <a:lnTo>
                  <a:pt x="73428" y="178162"/>
                </a:lnTo>
                <a:cubicBezTo>
                  <a:pt x="73428" y="181554"/>
                  <a:pt x="70688" y="184294"/>
                  <a:pt x="67296" y="184294"/>
                </a:cubicBezTo>
                <a:cubicBezTo>
                  <a:pt x="63903" y="184294"/>
                  <a:pt x="61163" y="181554"/>
                  <a:pt x="61163" y="178162"/>
                </a:cubicBezTo>
                <a:lnTo>
                  <a:pt x="61163" y="170953"/>
                </a:lnTo>
                <a:cubicBezTo>
                  <a:pt x="57151" y="169583"/>
                  <a:pt x="53302" y="167006"/>
                  <a:pt x="50007" y="163059"/>
                </a:cubicBezTo>
                <a:cubicBezTo>
                  <a:pt x="47822" y="160482"/>
                  <a:pt x="48148" y="156633"/>
                  <a:pt x="50757" y="154447"/>
                </a:cubicBezTo>
                <a:cubicBezTo>
                  <a:pt x="51896" y="153481"/>
                  <a:pt x="53290" y="153012"/>
                  <a:pt x="54677" y="153012"/>
                </a:cubicBezTo>
                <a:cubicBezTo>
                  <a:pt x="56428" y="153012"/>
                  <a:pt x="58168" y="153759"/>
                  <a:pt x="59369" y="155197"/>
                </a:cubicBezTo>
                <a:cubicBezTo>
                  <a:pt x="61906" y="158221"/>
                  <a:pt x="64704" y="159836"/>
                  <a:pt x="67306" y="159836"/>
                </a:cubicBezTo>
                <a:cubicBezTo>
                  <a:pt x="68016" y="159836"/>
                  <a:pt x="68712" y="159715"/>
                  <a:pt x="69383" y="159471"/>
                </a:cubicBezTo>
                <a:cubicBezTo>
                  <a:pt x="71797" y="158590"/>
                  <a:pt x="73395" y="156274"/>
                  <a:pt x="73395" y="153697"/>
                </a:cubicBezTo>
                <a:cubicBezTo>
                  <a:pt x="73395" y="150337"/>
                  <a:pt x="70655" y="147597"/>
                  <a:pt x="67296" y="147597"/>
                </a:cubicBezTo>
                <a:cubicBezTo>
                  <a:pt x="57183" y="147597"/>
                  <a:pt x="48931" y="139377"/>
                  <a:pt x="48931" y="129232"/>
                </a:cubicBezTo>
                <a:cubicBezTo>
                  <a:pt x="48931" y="122023"/>
                  <a:pt x="53008" y="115010"/>
                  <a:pt x="61163" y="112074"/>
                </a:cubicBezTo>
                <a:lnTo>
                  <a:pt x="61163" y="104767"/>
                </a:lnTo>
                <a:cubicBezTo>
                  <a:pt x="61163" y="101407"/>
                  <a:pt x="63903" y="98667"/>
                  <a:pt x="67296" y="98667"/>
                </a:cubicBezTo>
                <a:close/>
                <a:moveTo>
                  <a:pt x="103993" y="0"/>
                </a:moveTo>
                <a:cubicBezTo>
                  <a:pt x="102419" y="0"/>
                  <a:pt x="100845" y="595"/>
                  <a:pt x="99654" y="1786"/>
                </a:cubicBezTo>
                <a:lnTo>
                  <a:pt x="81322" y="20118"/>
                </a:lnTo>
                <a:cubicBezTo>
                  <a:pt x="78941" y="22500"/>
                  <a:pt x="78941" y="26381"/>
                  <a:pt x="81322" y="28763"/>
                </a:cubicBezTo>
                <a:cubicBezTo>
                  <a:pt x="82513" y="29970"/>
                  <a:pt x="84078" y="30573"/>
                  <a:pt x="85644" y="30573"/>
                </a:cubicBezTo>
                <a:cubicBezTo>
                  <a:pt x="87210" y="30573"/>
                  <a:pt x="88776" y="29970"/>
                  <a:pt x="89966" y="28763"/>
                </a:cubicBezTo>
                <a:lnTo>
                  <a:pt x="97893" y="20869"/>
                </a:lnTo>
                <a:lnTo>
                  <a:pt x="97893" y="81640"/>
                </a:lnTo>
                <a:cubicBezTo>
                  <a:pt x="88694" y="76910"/>
                  <a:pt x="78321" y="74202"/>
                  <a:pt x="67296" y="74202"/>
                </a:cubicBezTo>
                <a:cubicBezTo>
                  <a:pt x="56270" y="74202"/>
                  <a:pt x="45897" y="76910"/>
                  <a:pt x="36698" y="81640"/>
                </a:cubicBezTo>
                <a:lnTo>
                  <a:pt x="36698" y="51434"/>
                </a:lnTo>
                <a:lnTo>
                  <a:pt x="44625" y="59360"/>
                </a:lnTo>
                <a:cubicBezTo>
                  <a:pt x="45815" y="60551"/>
                  <a:pt x="47381" y="61146"/>
                  <a:pt x="48947" y="61146"/>
                </a:cubicBezTo>
                <a:cubicBezTo>
                  <a:pt x="50513" y="61146"/>
                  <a:pt x="52078" y="60551"/>
                  <a:pt x="53269" y="59360"/>
                </a:cubicBezTo>
                <a:cubicBezTo>
                  <a:pt x="55650" y="56979"/>
                  <a:pt x="55650" y="53097"/>
                  <a:pt x="53269" y="50716"/>
                </a:cubicBezTo>
                <a:lnTo>
                  <a:pt x="34937" y="32351"/>
                </a:lnTo>
                <a:cubicBezTo>
                  <a:pt x="33746" y="31160"/>
                  <a:pt x="32172" y="30565"/>
                  <a:pt x="30598" y="30565"/>
                </a:cubicBezTo>
                <a:cubicBezTo>
                  <a:pt x="29024" y="30565"/>
                  <a:pt x="27450" y="31160"/>
                  <a:pt x="26260" y="32351"/>
                </a:cubicBezTo>
                <a:lnTo>
                  <a:pt x="7927" y="50716"/>
                </a:lnTo>
                <a:cubicBezTo>
                  <a:pt x="5546" y="53097"/>
                  <a:pt x="5546" y="56979"/>
                  <a:pt x="7927" y="59360"/>
                </a:cubicBezTo>
                <a:cubicBezTo>
                  <a:pt x="9118" y="60551"/>
                  <a:pt x="10684" y="61146"/>
                  <a:pt x="12250" y="61146"/>
                </a:cubicBezTo>
                <a:cubicBezTo>
                  <a:pt x="13815" y="61146"/>
                  <a:pt x="15381" y="60551"/>
                  <a:pt x="16572" y="59360"/>
                </a:cubicBezTo>
                <a:lnTo>
                  <a:pt x="24466" y="51434"/>
                </a:lnTo>
                <a:lnTo>
                  <a:pt x="24466" y="89631"/>
                </a:lnTo>
                <a:cubicBezTo>
                  <a:pt x="9558" y="101962"/>
                  <a:pt x="1" y="120620"/>
                  <a:pt x="1" y="141464"/>
                </a:cubicBezTo>
                <a:cubicBezTo>
                  <a:pt x="1" y="178586"/>
                  <a:pt x="30207" y="208759"/>
                  <a:pt x="67296" y="208759"/>
                </a:cubicBezTo>
                <a:cubicBezTo>
                  <a:pt x="104384" y="208759"/>
                  <a:pt x="134590" y="178586"/>
                  <a:pt x="134590" y="141464"/>
                </a:cubicBezTo>
                <a:cubicBezTo>
                  <a:pt x="134590" y="120620"/>
                  <a:pt x="125033" y="101962"/>
                  <a:pt x="110125" y="89631"/>
                </a:cubicBezTo>
                <a:lnTo>
                  <a:pt x="110125" y="20869"/>
                </a:lnTo>
                <a:lnTo>
                  <a:pt x="118019" y="28763"/>
                </a:lnTo>
                <a:cubicBezTo>
                  <a:pt x="119210" y="29970"/>
                  <a:pt x="120776" y="30573"/>
                  <a:pt x="122342" y="30573"/>
                </a:cubicBezTo>
                <a:cubicBezTo>
                  <a:pt x="123907" y="30573"/>
                  <a:pt x="125473" y="29970"/>
                  <a:pt x="126664" y="28763"/>
                </a:cubicBezTo>
                <a:cubicBezTo>
                  <a:pt x="129045" y="26381"/>
                  <a:pt x="129045" y="22500"/>
                  <a:pt x="126664" y="20118"/>
                </a:cubicBezTo>
                <a:lnTo>
                  <a:pt x="108331" y="1786"/>
                </a:lnTo>
                <a:cubicBezTo>
                  <a:pt x="107141" y="595"/>
                  <a:pt x="105567" y="0"/>
                  <a:pt x="10399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97" name="Google Shape;4997;p26"/>
          <p:cNvGrpSpPr/>
          <p:nvPr/>
        </p:nvGrpSpPr>
        <p:grpSpPr>
          <a:xfrm>
            <a:off x="7607069" y="1341398"/>
            <a:ext cx="384284" cy="324253"/>
            <a:chOff x="1190625" y="646800"/>
            <a:chExt cx="5228350" cy="4411600"/>
          </a:xfrm>
        </p:grpSpPr>
        <p:sp>
          <p:nvSpPr>
            <p:cNvPr id="4998" name="Google Shape;4998;p26"/>
            <p:cNvSpPr/>
            <p:nvPr/>
          </p:nvSpPr>
          <p:spPr>
            <a:xfrm>
              <a:off x="1190625" y="4241000"/>
              <a:ext cx="816775" cy="817400"/>
            </a:xfrm>
            <a:custGeom>
              <a:rect b="b" l="l" r="r" t="t"/>
              <a:pathLst>
                <a:path extrusionOk="0" h="32696" w="32671">
                  <a:moveTo>
                    <a:pt x="0" y="1"/>
                  </a:moveTo>
                  <a:lnTo>
                    <a:pt x="0" y="14314"/>
                  </a:lnTo>
                  <a:cubicBezTo>
                    <a:pt x="0" y="24436"/>
                    <a:pt x="8235" y="32696"/>
                    <a:pt x="18382" y="32696"/>
                  </a:cubicBezTo>
                  <a:lnTo>
                    <a:pt x="32670" y="32696"/>
                  </a:lnTo>
                  <a:lnTo>
                    <a:pt x="32670" y="26568"/>
                  </a:lnTo>
                  <a:cubicBezTo>
                    <a:pt x="32670" y="11912"/>
                    <a:pt x="20759" y="1"/>
                    <a:pt x="61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9" name="Google Shape;4999;p26"/>
            <p:cNvSpPr/>
            <p:nvPr/>
          </p:nvSpPr>
          <p:spPr>
            <a:xfrm>
              <a:off x="5602200" y="4241000"/>
              <a:ext cx="816775" cy="817400"/>
            </a:xfrm>
            <a:custGeom>
              <a:rect b="b" l="l" r="r" t="t"/>
              <a:pathLst>
                <a:path extrusionOk="0" h="32696" w="32671">
                  <a:moveTo>
                    <a:pt x="26543" y="1"/>
                  </a:moveTo>
                  <a:cubicBezTo>
                    <a:pt x="11911" y="1"/>
                    <a:pt x="0" y="11912"/>
                    <a:pt x="0" y="26568"/>
                  </a:cubicBezTo>
                  <a:lnTo>
                    <a:pt x="0" y="32696"/>
                  </a:lnTo>
                  <a:lnTo>
                    <a:pt x="14289" y="32696"/>
                  </a:lnTo>
                  <a:cubicBezTo>
                    <a:pt x="24435" y="32696"/>
                    <a:pt x="32670" y="24436"/>
                    <a:pt x="32670" y="14314"/>
                  </a:cubicBezTo>
                  <a:lnTo>
                    <a:pt x="326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0" name="Google Shape;5000;p26"/>
            <p:cNvSpPr/>
            <p:nvPr/>
          </p:nvSpPr>
          <p:spPr>
            <a:xfrm>
              <a:off x="1190625" y="1483775"/>
              <a:ext cx="816775" cy="817400"/>
            </a:xfrm>
            <a:custGeom>
              <a:rect b="b" l="l" r="r" t="t"/>
              <a:pathLst>
                <a:path extrusionOk="0" h="32696" w="32671">
                  <a:moveTo>
                    <a:pt x="18382" y="0"/>
                  </a:moveTo>
                  <a:cubicBezTo>
                    <a:pt x="8235" y="0"/>
                    <a:pt x="0" y="8260"/>
                    <a:pt x="0" y="18382"/>
                  </a:cubicBezTo>
                  <a:lnTo>
                    <a:pt x="0" y="32695"/>
                  </a:lnTo>
                  <a:lnTo>
                    <a:pt x="6127" y="32695"/>
                  </a:lnTo>
                  <a:cubicBezTo>
                    <a:pt x="20759" y="32695"/>
                    <a:pt x="32670" y="20784"/>
                    <a:pt x="32670" y="6128"/>
                  </a:cubicBezTo>
                  <a:lnTo>
                    <a:pt x="326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1" name="Google Shape;5001;p26"/>
            <p:cNvSpPr/>
            <p:nvPr/>
          </p:nvSpPr>
          <p:spPr>
            <a:xfrm>
              <a:off x="1190625" y="646800"/>
              <a:ext cx="5228350" cy="4411600"/>
            </a:xfrm>
            <a:custGeom>
              <a:rect b="b" l="l" r="r" t="t"/>
              <a:pathLst>
                <a:path extrusionOk="0" h="176464" w="209134">
                  <a:moveTo>
                    <a:pt x="140925" y="12255"/>
                  </a:moveTo>
                  <a:cubicBezTo>
                    <a:pt x="142053" y="12255"/>
                    <a:pt x="142960" y="13162"/>
                    <a:pt x="142960" y="14289"/>
                  </a:cubicBezTo>
                  <a:lnTo>
                    <a:pt x="142960" y="33479"/>
                  </a:lnTo>
                  <a:lnTo>
                    <a:pt x="66174" y="33479"/>
                  </a:lnTo>
                  <a:lnTo>
                    <a:pt x="66174" y="14289"/>
                  </a:lnTo>
                  <a:cubicBezTo>
                    <a:pt x="66174" y="13162"/>
                    <a:pt x="67081" y="12255"/>
                    <a:pt x="68208" y="12255"/>
                  </a:cubicBezTo>
                  <a:close/>
                  <a:moveTo>
                    <a:pt x="104579" y="66174"/>
                  </a:moveTo>
                  <a:cubicBezTo>
                    <a:pt x="107961" y="66174"/>
                    <a:pt x="110706" y="68919"/>
                    <a:pt x="110706" y="72301"/>
                  </a:cubicBezTo>
                  <a:lnTo>
                    <a:pt x="110706" y="74335"/>
                  </a:lnTo>
                  <a:lnTo>
                    <a:pt x="116833" y="74335"/>
                  </a:lnTo>
                  <a:cubicBezTo>
                    <a:pt x="120216" y="74335"/>
                    <a:pt x="122961" y="77080"/>
                    <a:pt x="122961" y="80463"/>
                  </a:cubicBezTo>
                  <a:cubicBezTo>
                    <a:pt x="122961" y="83845"/>
                    <a:pt x="120216" y="86590"/>
                    <a:pt x="116833" y="86590"/>
                  </a:cubicBezTo>
                  <a:lnTo>
                    <a:pt x="104579" y="86590"/>
                  </a:lnTo>
                  <a:cubicBezTo>
                    <a:pt x="101197" y="86590"/>
                    <a:pt x="98452" y="89335"/>
                    <a:pt x="98452" y="92717"/>
                  </a:cubicBezTo>
                  <a:cubicBezTo>
                    <a:pt x="98452" y="96099"/>
                    <a:pt x="101197" y="98844"/>
                    <a:pt x="104579" y="98844"/>
                  </a:cubicBezTo>
                  <a:cubicBezTo>
                    <a:pt x="114701" y="98844"/>
                    <a:pt x="122961" y="107079"/>
                    <a:pt x="122961" y="117226"/>
                  </a:cubicBezTo>
                  <a:cubicBezTo>
                    <a:pt x="122961" y="125216"/>
                    <a:pt x="117838" y="132029"/>
                    <a:pt x="110706" y="134554"/>
                  </a:cubicBezTo>
                  <a:lnTo>
                    <a:pt x="110706" y="137642"/>
                  </a:lnTo>
                  <a:cubicBezTo>
                    <a:pt x="110706" y="141024"/>
                    <a:pt x="107961" y="143769"/>
                    <a:pt x="104579" y="143769"/>
                  </a:cubicBezTo>
                  <a:cubicBezTo>
                    <a:pt x="101197" y="143769"/>
                    <a:pt x="98452" y="141024"/>
                    <a:pt x="98452" y="137642"/>
                  </a:cubicBezTo>
                  <a:lnTo>
                    <a:pt x="98452" y="135607"/>
                  </a:lnTo>
                  <a:lnTo>
                    <a:pt x="92325" y="135607"/>
                  </a:lnTo>
                  <a:cubicBezTo>
                    <a:pt x="88942" y="135607"/>
                    <a:pt x="86197" y="132862"/>
                    <a:pt x="86197" y="129480"/>
                  </a:cubicBezTo>
                  <a:cubicBezTo>
                    <a:pt x="86197" y="126098"/>
                    <a:pt x="88942" y="123353"/>
                    <a:pt x="92325" y="123353"/>
                  </a:cubicBezTo>
                  <a:lnTo>
                    <a:pt x="104579" y="123353"/>
                  </a:lnTo>
                  <a:cubicBezTo>
                    <a:pt x="107937" y="123353"/>
                    <a:pt x="110706" y="120608"/>
                    <a:pt x="110706" y="117226"/>
                  </a:cubicBezTo>
                  <a:cubicBezTo>
                    <a:pt x="110706" y="113844"/>
                    <a:pt x="107937" y="111099"/>
                    <a:pt x="104579" y="111099"/>
                  </a:cubicBezTo>
                  <a:cubicBezTo>
                    <a:pt x="94432" y="111099"/>
                    <a:pt x="86197" y="102864"/>
                    <a:pt x="86197" y="92717"/>
                  </a:cubicBezTo>
                  <a:cubicBezTo>
                    <a:pt x="86197" y="84727"/>
                    <a:pt x="91320" y="77914"/>
                    <a:pt x="98452" y="75389"/>
                  </a:cubicBezTo>
                  <a:lnTo>
                    <a:pt x="98452" y="72301"/>
                  </a:lnTo>
                  <a:cubicBezTo>
                    <a:pt x="98452" y="68919"/>
                    <a:pt x="101197" y="66174"/>
                    <a:pt x="104579" y="66174"/>
                  </a:cubicBezTo>
                  <a:close/>
                  <a:moveTo>
                    <a:pt x="68208" y="0"/>
                  </a:moveTo>
                  <a:cubicBezTo>
                    <a:pt x="60341" y="0"/>
                    <a:pt x="53919" y="6397"/>
                    <a:pt x="53919" y="14289"/>
                  </a:cubicBezTo>
                  <a:lnTo>
                    <a:pt x="53919" y="33479"/>
                  </a:lnTo>
                  <a:lnTo>
                    <a:pt x="44925" y="33479"/>
                  </a:lnTo>
                  <a:lnTo>
                    <a:pt x="44925" y="39607"/>
                  </a:lnTo>
                  <a:cubicBezTo>
                    <a:pt x="44925" y="61003"/>
                    <a:pt x="27523" y="78428"/>
                    <a:pt x="6127" y="78428"/>
                  </a:cubicBezTo>
                  <a:lnTo>
                    <a:pt x="0" y="78428"/>
                  </a:lnTo>
                  <a:lnTo>
                    <a:pt x="0" y="131514"/>
                  </a:lnTo>
                  <a:lnTo>
                    <a:pt x="6127" y="131514"/>
                  </a:lnTo>
                  <a:cubicBezTo>
                    <a:pt x="27523" y="131514"/>
                    <a:pt x="44925" y="148940"/>
                    <a:pt x="44925" y="170336"/>
                  </a:cubicBezTo>
                  <a:lnTo>
                    <a:pt x="44925" y="176464"/>
                  </a:lnTo>
                  <a:lnTo>
                    <a:pt x="164209" y="176464"/>
                  </a:lnTo>
                  <a:lnTo>
                    <a:pt x="164209" y="170336"/>
                  </a:lnTo>
                  <a:cubicBezTo>
                    <a:pt x="164209" y="148940"/>
                    <a:pt x="181610" y="131514"/>
                    <a:pt x="203006" y="131514"/>
                  </a:cubicBezTo>
                  <a:lnTo>
                    <a:pt x="209133" y="131514"/>
                  </a:lnTo>
                  <a:lnTo>
                    <a:pt x="209133" y="78428"/>
                  </a:lnTo>
                  <a:lnTo>
                    <a:pt x="203006" y="78428"/>
                  </a:lnTo>
                  <a:cubicBezTo>
                    <a:pt x="181610" y="78428"/>
                    <a:pt x="164209" y="61003"/>
                    <a:pt x="164209" y="39607"/>
                  </a:cubicBezTo>
                  <a:lnTo>
                    <a:pt x="164209" y="33479"/>
                  </a:lnTo>
                  <a:lnTo>
                    <a:pt x="155214" y="33479"/>
                  </a:lnTo>
                  <a:lnTo>
                    <a:pt x="155214" y="14289"/>
                  </a:lnTo>
                  <a:cubicBezTo>
                    <a:pt x="155214" y="6397"/>
                    <a:pt x="148817" y="0"/>
                    <a:pt x="140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2" name="Google Shape;5002;p26"/>
            <p:cNvSpPr/>
            <p:nvPr/>
          </p:nvSpPr>
          <p:spPr>
            <a:xfrm>
              <a:off x="5602200" y="1483775"/>
              <a:ext cx="816775" cy="817400"/>
            </a:xfrm>
            <a:custGeom>
              <a:rect b="b" l="l" r="r" t="t"/>
              <a:pathLst>
                <a:path extrusionOk="0" h="32696" w="32671">
                  <a:moveTo>
                    <a:pt x="0" y="0"/>
                  </a:moveTo>
                  <a:lnTo>
                    <a:pt x="0" y="6128"/>
                  </a:lnTo>
                  <a:cubicBezTo>
                    <a:pt x="0" y="20784"/>
                    <a:pt x="11911" y="32695"/>
                    <a:pt x="26543" y="32695"/>
                  </a:cubicBezTo>
                  <a:lnTo>
                    <a:pt x="32670" y="32695"/>
                  </a:lnTo>
                  <a:lnTo>
                    <a:pt x="32670" y="18382"/>
                  </a:lnTo>
                  <a:cubicBezTo>
                    <a:pt x="32670" y="8260"/>
                    <a:pt x="24435" y="0"/>
                    <a:pt x="142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03" name="Google Shape;5003;p26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7" name="Shape 5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8" name="Google Shape;5008;p27"/>
          <p:cNvSpPr/>
          <p:nvPr/>
        </p:nvSpPr>
        <p:spPr>
          <a:xfrm>
            <a:off x="3358646" y="3631300"/>
            <a:ext cx="2500530" cy="1105126"/>
          </a:xfrm>
          <a:custGeom>
            <a:rect b="b" l="l" r="r" t="t"/>
            <a:pathLst>
              <a:path extrusionOk="0" h="35075" w="79363">
                <a:moveTo>
                  <a:pt x="8646" y="1"/>
                </a:moveTo>
                <a:lnTo>
                  <a:pt x="3515" y="3294"/>
                </a:lnTo>
                <a:cubicBezTo>
                  <a:pt x="0" y="5543"/>
                  <a:pt x="0" y="10705"/>
                  <a:pt x="3515" y="12985"/>
                </a:cubicBezTo>
                <a:lnTo>
                  <a:pt x="36578" y="34172"/>
                </a:lnTo>
                <a:cubicBezTo>
                  <a:pt x="37512" y="34773"/>
                  <a:pt x="38589" y="35074"/>
                  <a:pt x="39670" y="35074"/>
                </a:cubicBezTo>
                <a:cubicBezTo>
                  <a:pt x="40750" y="35074"/>
                  <a:pt x="41835" y="34773"/>
                  <a:pt x="42785" y="34172"/>
                </a:cubicBezTo>
                <a:lnTo>
                  <a:pt x="75816" y="12985"/>
                </a:lnTo>
                <a:cubicBezTo>
                  <a:pt x="79363" y="10705"/>
                  <a:pt x="79363" y="5575"/>
                  <a:pt x="75816" y="3294"/>
                </a:cubicBezTo>
                <a:lnTo>
                  <a:pt x="70686" y="1"/>
                </a:lnTo>
                <a:lnTo>
                  <a:pt x="42532" y="18084"/>
                </a:lnTo>
                <a:cubicBezTo>
                  <a:pt x="41661" y="18638"/>
                  <a:pt x="40671" y="18915"/>
                  <a:pt x="39682" y="18915"/>
                </a:cubicBezTo>
                <a:cubicBezTo>
                  <a:pt x="38692" y="18915"/>
                  <a:pt x="37702" y="18638"/>
                  <a:pt x="36831" y="18084"/>
                </a:cubicBezTo>
                <a:lnTo>
                  <a:pt x="8646" y="1"/>
                </a:ln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9" name="Google Shape;5009;p27"/>
          <p:cNvSpPr/>
          <p:nvPr/>
        </p:nvSpPr>
        <p:spPr>
          <a:xfrm>
            <a:off x="3428498" y="3172330"/>
            <a:ext cx="2359849" cy="1054966"/>
          </a:xfrm>
          <a:custGeom>
            <a:rect b="b" l="l" r="r" t="t"/>
            <a:pathLst>
              <a:path extrusionOk="0" h="33483" w="74898">
                <a:moveTo>
                  <a:pt x="8994" y="0"/>
                </a:moveTo>
                <a:lnTo>
                  <a:pt x="3262" y="3642"/>
                </a:lnTo>
                <a:cubicBezTo>
                  <a:pt x="0" y="5732"/>
                  <a:pt x="0" y="10483"/>
                  <a:pt x="3262" y="12541"/>
                </a:cubicBezTo>
                <a:lnTo>
                  <a:pt x="6429" y="14568"/>
                </a:lnTo>
                <a:lnTo>
                  <a:pt x="34583" y="32651"/>
                </a:lnTo>
                <a:cubicBezTo>
                  <a:pt x="35454" y="33205"/>
                  <a:pt x="36443" y="33482"/>
                  <a:pt x="37433" y="33482"/>
                </a:cubicBezTo>
                <a:cubicBezTo>
                  <a:pt x="38423" y="33482"/>
                  <a:pt x="39412" y="33205"/>
                  <a:pt x="40283" y="32651"/>
                </a:cubicBezTo>
                <a:lnTo>
                  <a:pt x="68469" y="14568"/>
                </a:lnTo>
                <a:lnTo>
                  <a:pt x="71635" y="12541"/>
                </a:lnTo>
                <a:cubicBezTo>
                  <a:pt x="74897" y="10483"/>
                  <a:pt x="74897" y="5732"/>
                  <a:pt x="71635" y="3674"/>
                </a:cubicBezTo>
                <a:lnTo>
                  <a:pt x="65903" y="0"/>
                </a:lnTo>
                <a:lnTo>
                  <a:pt x="55801" y="6461"/>
                </a:lnTo>
                <a:lnTo>
                  <a:pt x="40061" y="16563"/>
                </a:lnTo>
                <a:cubicBezTo>
                  <a:pt x="39270" y="17070"/>
                  <a:pt x="38359" y="17323"/>
                  <a:pt x="37449" y="17323"/>
                </a:cubicBezTo>
                <a:cubicBezTo>
                  <a:pt x="36538" y="17323"/>
                  <a:pt x="35628" y="17070"/>
                  <a:pt x="34836" y="16563"/>
                </a:cubicBezTo>
                <a:lnTo>
                  <a:pt x="19097" y="6461"/>
                </a:lnTo>
                <a:lnTo>
                  <a:pt x="8994" y="0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0" name="Google Shape;5010;p27"/>
          <p:cNvSpPr/>
          <p:nvPr/>
        </p:nvSpPr>
        <p:spPr>
          <a:xfrm>
            <a:off x="3499327" y="2712321"/>
            <a:ext cx="2218160" cy="1005845"/>
          </a:xfrm>
          <a:custGeom>
            <a:rect b="b" l="l" r="r" t="t"/>
            <a:pathLst>
              <a:path extrusionOk="0" h="31924" w="70401">
                <a:moveTo>
                  <a:pt x="9311" y="1"/>
                </a:moveTo>
                <a:lnTo>
                  <a:pt x="2977" y="4054"/>
                </a:lnTo>
                <a:cubicBezTo>
                  <a:pt x="1" y="5955"/>
                  <a:pt x="1" y="10262"/>
                  <a:pt x="2977" y="12162"/>
                </a:cubicBezTo>
                <a:lnTo>
                  <a:pt x="6746" y="14600"/>
                </a:lnTo>
                <a:lnTo>
                  <a:pt x="16849" y="21061"/>
                </a:lnTo>
                <a:lnTo>
                  <a:pt x="32620" y="31163"/>
                </a:lnTo>
                <a:cubicBezTo>
                  <a:pt x="33411" y="31670"/>
                  <a:pt x="34314" y="31923"/>
                  <a:pt x="35217" y="31923"/>
                </a:cubicBezTo>
                <a:cubicBezTo>
                  <a:pt x="36119" y="31923"/>
                  <a:pt x="37022" y="31670"/>
                  <a:pt x="37813" y="31163"/>
                </a:cubicBezTo>
                <a:lnTo>
                  <a:pt x="53553" y="21061"/>
                </a:lnTo>
                <a:lnTo>
                  <a:pt x="63655" y="14600"/>
                </a:lnTo>
                <a:lnTo>
                  <a:pt x="67456" y="12162"/>
                </a:lnTo>
                <a:cubicBezTo>
                  <a:pt x="70401" y="10262"/>
                  <a:pt x="70401" y="5955"/>
                  <a:pt x="67456" y="4054"/>
                </a:cubicBezTo>
                <a:lnTo>
                  <a:pt x="61090" y="1"/>
                </a:lnTo>
                <a:lnTo>
                  <a:pt x="50988" y="6461"/>
                </a:lnTo>
                <a:lnTo>
                  <a:pt x="40885" y="12953"/>
                </a:lnTo>
                <a:lnTo>
                  <a:pt x="37560" y="15075"/>
                </a:lnTo>
                <a:cubicBezTo>
                  <a:pt x="36848" y="15534"/>
                  <a:pt x="36032" y="15764"/>
                  <a:pt x="35217" y="15764"/>
                </a:cubicBezTo>
                <a:cubicBezTo>
                  <a:pt x="34401" y="15764"/>
                  <a:pt x="33586" y="15534"/>
                  <a:pt x="32873" y="15075"/>
                </a:cubicBezTo>
                <a:lnTo>
                  <a:pt x="29516" y="12953"/>
                </a:lnTo>
                <a:lnTo>
                  <a:pt x="19414" y="6461"/>
                </a:lnTo>
                <a:lnTo>
                  <a:pt x="9311" y="1"/>
                </a:ln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1" name="Google Shape;5011;p27"/>
          <p:cNvSpPr/>
          <p:nvPr/>
        </p:nvSpPr>
        <p:spPr>
          <a:xfrm>
            <a:off x="3570188" y="2252343"/>
            <a:ext cx="2076470" cy="956694"/>
          </a:xfrm>
          <a:custGeom>
            <a:rect b="b" l="l" r="r" t="t"/>
            <a:pathLst>
              <a:path extrusionOk="0" h="30364" w="65904">
                <a:moveTo>
                  <a:pt x="9627" y="0"/>
                </a:moveTo>
                <a:lnTo>
                  <a:pt x="2660" y="4466"/>
                </a:lnTo>
                <a:cubicBezTo>
                  <a:pt x="0" y="6176"/>
                  <a:pt x="0" y="10071"/>
                  <a:pt x="2660" y="11781"/>
                </a:cubicBezTo>
                <a:lnTo>
                  <a:pt x="7062" y="14600"/>
                </a:lnTo>
                <a:lnTo>
                  <a:pt x="17165" y="21060"/>
                </a:lnTo>
                <a:lnTo>
                  <a:pt x="27267" y="27552"/>
                </a:lnTo>
                <a:lnTo>
                  <a:pt x="30592" y="29674"/>
                </a:lnTo>
                <a:cubicBezTo>
                  <a:pt x="31321" y="30133"/>
                  <a:pt x="32136" y="30363"/>
                  <a:pt x="32952" y="30363"/>
                </a:cubicBezTo>
                <a:cubicBezTo>
                  <a:pt x="33767" y="30363"/>
                  <a:pt x="34583" y="30133"/>
                  <a:pt x="35311" y="29674"/>
                </a:cubicBezTo>
                <a:lnTo>
                  <a:pt x="38636" y="27552"/>
                </a:lnTo>
                <a:lnTo>
                  <a:pt x="48739" y="21060"/>
                </a:lnTo>
                <a:lnTo>
                  <a:pt x="58841" y="14600"/>
                </a:lnTo>
                <a:lnTo>
                  <a:pt x="63243" y="11781"/>
                </a:lnTo>
                <a:cubicBezTo>
                  <a:pt x="65903" y="10071"/>
                  <a:pt x="65903" y="6176"/>
                  <a:pt x="63243" y="4466"/>
                </a:cubicBezTo>
                <a:lnTo>
                  <a:pt x="56276" y="0"/>
                </a:lnTo>
                <a:lnTo>
                  <a:pt x="46174" y="6461"/>
                </a:lnTo>
                <a:lnTo>
                  <a:pt x="36071" y="12953"/>
                </a:lnTo>
                <a:lnTo>
                  <a:pt x="35058" y="13586"/>
                </a:lnTo>
                <a:cubicBezTo>
                  <a:pt x="34409" y="13998"/>
                  <a:pt x="33680" y="14204"/>
                  <a:pt x="32952" y="14204"/>
                </a:cubicBezTo>
                <a:cubicBezTo>
                  <a:pt x="32223" y="14204"/>
                  <a:pt x="31495" y="13998"/>
                  <a:pt x="30846" y="13586"/>
                </a:cubicBezTo>
                <a:lnTo>
                  <a:pt x="29832" y="12953"/>
                </a:lnTo>
                <a:lnTo>
                  <a:pt x="19730" y="6461"/>
                </a:lnTo>
                <a:lnTo>
                  <a:pt x="9627" y="0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2" name="Google Shape;5012;p27"/>
          <p:cNvSpPr/>
          <p:nvPr/>
        </p:nvSpPr>
        <p:spPr>
          <a:xfrm>
            <a:off x="3641016" y="1792365"/>
            <a:ext cx="1934781" cy="907511"/>
          </a:xfrm>
          <a:custGeom>
            <a:rect b="b" l="l" r="r" t="t"/>
            <a:pathLst>
              <a:path extrusionOk="0" h="28803" w="61407">
                <a:moveTo>
                  <a:pt x="9976" y="0"/>
                </a:moveTo>
                <a:lnTo>
                  <a:pt x="2376" y="4845"/>
                </a:lnTo>
                <a:cubicBezTo>
                  <a:pt x="1" y="6366"/>
                  <a:pt x="1" y="9849"/>
                  <a:pt x="2376" y="11369"/>
                </a:cubicBezTo>
                <a:lnTo>
                  <a:pt x="7379" y="14599"/>
                </a:lnTo>
                <a:lnTo>
                  <a:pt x="17482" y="21060"/>
                </a:lnTo>
                <a:lnTo>
                  <a:pt x="27584" y="27552"/>
                </a:lnTo>
                <a:lnTo>
                  <a:pt x="28598" y="28185"/>
                </a:lnTo>
                <a:cubicBezTo>
                  <a:pt x="29247" y="28597"/>
                  <a:pt x="29975" y="28803"/>
                  <a:pt x="30704" y="28803"/>
                </a:cubicBezTo>
                <a:cubicBezTo>
                  <a:pt x="31432" y="28803"/>
                  <a:pt x="32161" y="28597"/>
                  <a:pt x="32810" y="28185"/>
                </a:cubicBezTo>
                <a:lnTo>
                  <a:pt x="33823" y="27552"/>
                </a:lnTo>
                <a:lnTo>
                  <a:pt x="43926" y="21060"/>
                </a:lnTo>
                <a:lnTo>
                  <a:pt x="54028" y="14599"/>
                </a:lnTo>
                <a:lnTo>
                  <a:pt x="59032" y="11369"/>
                </a:lnTo>
                <a:cubicBezTo>
                  <a:pt x="61407" y="9849"/>
                  <a:pt x="61407" y="6366"/>
                  <a:pt x="59032" y="4845"/>
                </a:cubicBezTo>
                <a:lnTo>
                  <a:pt x="51463" y="0"/>
                </a:lnTo>
                <a:lnTo>
                  <a:pt x="41360" y="6461"/>
                </a:lnTo>
                <a:lnTo>
                  <a:pt x="32556" y="12098"/>
                </a:lnTo>
                <a:cubicBezTo>
                  <a:pt x="31986" y="12462"/>
                  <a:pt x="31345" y="12644"/>
                  <a:pt x="30704" y="12644"/>
                </a:cubicBezTo>
                <a:cubicBezTo>
                  <a:pt x="30062" y="12644"/>
                  <a:pt x="29421" y="12462"/>
                  <a:pt x="28851" y="12098"/>
                </a:cubicBezTo>
                <a:lnTo>
                  <a:pt x="20079" y="6461"/>
                </a:lnTo>
                <a:lnTo>
                  <a:pt x="9976" y="0"/>
                </a:lnTo>
                <a:close/>
              </a:path>
            </a:pathLst>
          </a:custGeom>
          <a:solidFill>
            <a:srgbClr val="E7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3" name="Google Shape;5013;p27"/>
          <p:cNvSpPr/>
          <p:nvPr/>
        </p:nvSpPr>
        <p:spPr>
          <a:xfrm>
            <a:off x="3711877" y="985615"/>
            <a:ext cx="1793092" cy="1205130"/>
          </a:xfrm>
          <a:custGeom>
            <a:rect b="b" l="l" r="r" t="t"/>
            <a:pathLst>
              <a:path extrusionOk="0" h="38249" w="56910">
                <a:moveTo>
                  <a:pt x="28455" y="1"/>
                </a:moveTo>
                <a:cubicBezTo>
                  <a:pt x="27813" y="1"/>
                  <a:pt x="27172" y="175"/>
                  <a:pt x="26602" y="523"/>
                </a:cubicBezTo>
                <a:lnTo>
                  <a:pt x="2090" y="16263"/>
                </a:lnTo>
                <a:cubicBezTo>
                  <a:pt x="0" y="17593"/>
                  <a:pt x="0" y="20665"/>
                  <a:pt x="2090" y="21995"/>
                </a:cubicBezTo>
                <a:lnTo>
                  <a:pt x="7696" y="25605"/>
                </a:lnTo>
                <a:lnTo>
                  <a:pt x="17798" y="32066"/>
                </a:lnTo>
                <a:lnTo>
                  <a:pt x="26602" y="37703"/>
                </a:lnTo>
                <a:cubicBezTo>
                  <a:pt x="27172" y="38067"/>
                  <a:pt x="27813" y="38249"/>
                  <a:pt x="28455" y="38249"/>
                </a:cubicBezTo>
                <a:cubicBezTo>
                  <a:pt x="29096" y="38249"/>
                  <a:pt x="29737" y="38067"/>
                  <a:pt x="30307" y="37703"/>
                </a:cubicBezTo>
                <a:lnTo>
                  <a:pt x="39111" y="32066"/>
                </a:lnTo>
                <a:lnTo>
                  <a:pt x="49214" y="25605"/>
                </a:lnTo>
                <a:lnTo>
                  <a:pt x="54819" y="21995"/>
                </a:lnTo>
                <a:cubicBezTo>
                  <a:pt x="56909" y="20665"/>
                  <a:pt x="56909" y="17593"/>
                  <a:pt x="54819" y="16263"/>
                </a:cubicBezTo>
                <a:lnTo>
                  <a:pt x="30307" y="523"/>
                </a:lnTo>
                <a:cubicBezTo>
                  <a:pt x="29737" y="175"/>
                  <a:pt x="29096" y="1"/>
                  <a:pt x="28455" y="1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4" name="Google Shape;5014;p27"/>
          <p:cNvSpPr/>
          <p:nvPr/>
        </p:nvSpPr>
        <p:spPr>
          <a:xfrm>
            <a:off x="2373785" y="3856831"/>
            <a:ext cx="832208" cy="10996"/>
          </a:xfrm>
          <a:custGeom>
            <a:rect b="b" l="l" r="r" t="t"/>
            <a:pathLst>
              <a:path extrusionOk="0" h="349" w="26413">
                <a:moveTo>
                  <a:pt x="1" y="0"/>
                </a:moveTo>
                <a:lnTo>
                  <a:pt x="1" y="348"/>
                </a:lnTo>
                <a:lnTo>
                  <a:pt x="26413" y="348"/>
                </a:lnTo>
                <a:lnTo>
                  <a:pt x="26413" y="0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5" name="Google Shape;5015;p27"/>
          <p:cNvSpPr/>
          <p:nvPr/>
        </p:nvSpPr>
        <p:spPr>
          <a:xfrm>
            <a:off x="5937976" y="3396821"/>
            <a:ext cx="832208" cy="11028"/>
          </a:xfrm>
          <a:custGeom>
            <a:rect b="b" l="l" r="r" t="t"/>
            <a:pathLst>
              <a:path extrusionOk="0" h="350" w="26413">
                <a:moveTo>
                  <a:pt x="1" y="1"/>
                </a:moveTo>
                <a:lnTo>
                  <a:pt x="1" y="349"/>
                </a:lnTo>
                <a:lnTo>
                  <a:pt x="26413" y="349"/>
                </a:lnTo>
                <a:lnTo>
                  <a:pt x="26413" y="1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6" name="Google Shape;5016;p27"/>
          <p:cNvSpPr/>
          <p:nvPr/>
        </p:nvSpPr>
        <p:spPr>
          <a:xfrm>
            <a:off x="2373785" y="2937851"/>
            <a:ext cx="914033" cy="10996"/>
          </a:xfrm>
          <a:custGeom>
            <a:rect b="b" l="l" r="r" t="t"/>
            <a:pathLst>
              <a:path extrusionOk="0" h="349" w="29010">
                <a:moveTo>
                  <a:pt x="1" y="0"/>
                </a:moveTo>
                <a:lnTo>
                  <a:pt x="1" y="348"/>
                </a:lnTo>
                <a:lnTo>
                  <a:pt x="29010" y="348"/>
                </a:lnTo>
                <a:lnTo>
                  <a:pt x="29010" y="0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7" name="Google Shape;5017;p27"/>
          <p:cNvSpPr/>
          <p:nvPr/>
        </p:nvSpPr>
        <p:spPr>
          <a:xfrm>
            <a:off x="5856151" y="2476834"/>
            <a:ext cx="914033" cy="11028"/>
          </a:xfrm>
          <a:custGeom>
            <a:rect b="b" l="l" r="r" t="t"/>
            <a:pathLst>
              <a:path extrusionOk="0" h="350" w="29010">
                <a:moveTo>
                  <a:pt x="1" y="1"/>
                </a:moveTo>
                <a:lnTo>
                  <a:pt x="1" y="349"/>
                </a:lnTo>
                <a:lnTo>
                  <a:pt x="29010" y="349"/>
                </a:lnTo>
                <a:lnTo>
                  <a:pt x="29010" y="1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8" name="Google Shape;5018;p27"/>
          <p:cNvSpPr/>
          <p:nvPr/>
        </p:nvSpPr>
        <p:spPr>
          <a:xfrm>
            <a:off x="2373785" y="2017864"/>
            <a:ext cx="1023805" cy="10996"/>
          </a:xfrm>
          <a:custGeom>
            <a:rect b="b" l="l" r="r" t="t"/>
            <a:pathLst>
              <a:path extrusionOk="0" h="349" w="32494">
                <a:moveTo>
                  <a:pt x="1" y="0"/>
                </a:moveTo>
                <a:lnTo>
                  <a:pt x="1" y="349"/>
                </a:lnTo>
                <a:lnTo>
                  <a:pt x="32493" y="349"/>
                </a:lnTo>
                <a:lnTo>
                  <a:pt x="32493" y="0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9" name="Google Shape;5019;p27"/>
          <p:cNvSpPr/>
          <p:nvPr/>
        </p:nvSpPr>
        <p:spPr>
          <a:xfrm>
            <a:off x="5746411" y="1557854"/>
            <a:ext cx="1023773" cy="11028"/>
          </a:xfrm>
          <a:custGeom>
            <a:rect b="b" l="l" r="r" t="t"/>
            <a:pathLst>
              <a:path extrusionOk="0" h="350" w="32493">
                <a:moveTo>
                  <a:pt x="0" y="1"/>
                </a:moveTo>
                <a:lnTo>
                  <a:pt x="0" y="349"/>
                </a:lnTo>
                <a:lnTo>
                  <a:pt x="32493" y="349"/>
                </a:lnTo>
                <a:lnTo>
                  <a:pt x="32493" y="1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0" name="Google Shape;5020;p27"/>
          <p:cNvSpPr/>
          <p:nvPr/>
        </p:nvSpPr>
        <p:spPr>
          <a:xfrm>
            <a:off x="3372604" y="1997888"/>
            <a:ext cx="49939" cy="49939"/>
          </a:xfrm>
          <a:custGeom>
            <a:rect b="b" l="l" r="r" t="t"/>
            <a:pathLst>
              <a:path extrusionOk="0" h="1585" w="1585">
                <a:moveTo>
                  <a:pt x="792" y="1"/>
                </a:moveTo>
                <a:cubicBezTo>
                  <a:pt x="349" y="1"/>
                  <a:pt x="1" y="349"/>
                  <a:pt x="1" y="793"/>
                </a:cubicBezTo>
                <a:cubicBezTo>
                  <a:pt x="1" y="1236"/>
                  <a:pt x="349" y="1584"/>
                  <a:pt x="792" y="1584"/>
                </a:cubicBezTo>
                <a:cubicBezTo>
                  <a:pt x="1236" y="1584"/>
                  <a:pt x="1584" y="1236"/>
                  <a:pt x="1584" y="793"/>
                </a:cubicBezTo>
                <a:cubicBezTo>
                  <a:pt x="1584" y="349"/>
                  <a:pt x="1236" y="1"/>
                  <a:pt x="792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1" name="Google Shape;5021;p27"/>
          <p:cNvSpPr/>
          <p:nvPr/>
        </p:nvSpPr>
        <p:spPr>
          <a:xfrm>
            <a:off x="2348862" y="1997888"/>
            <a:ext cx="49908" cy="49939"/>
          </a:xfrm>
          <a:custGeom>
            <a:rect b="b" l="l" r="r" t="t"/>
            <a:pathLst>
              <a:path extrusionOk="0" h="1585" w="1584">
                <a:moveTo>
                  <a:pt x="792" y="1"/>
                </a:moveTo>
                <a:cubicBezTo>
                  <a:pt x="348" y="1"/>
                  <a:pt x="0" y="349"/>
                  <a:pt x="0" y="793"/>
                </a:cubicBezTo>
                <a:cubicBezTo>
                  <a:pt x="0" y="1236"/>
                  <a:pt x="348" y="1584"/>
                  <a:pt x="792" y="1584"/>
                </a:cubicBezTo>
                <a:cubicBezTo>
                  <a:pt x="1235" y="1584"/>
                  <a:pt x="1584" y="1236"/>
                  <a:pt x="1584" y="793"/>
                </a:cubicBezTo>
                <a:cubicBezTo>
                  <a:pt x="1584" y="349"/>
                  <a:pt x="1235" y="1"/>
                  <a:pt x="792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2" name="Google Shape;5022;p27"/>
          <p:cNvSpPr/>
          <p:nvPr/>
        </p:nvSpPr>
        <p:spPr>
          <a:xfrm>
            <a:off x="3262832" y="2917876"/>
            <a:ext cx="49939" cy="49939"/>
          </a:xfrm>
          <a:custGeom>
            <a:rect b="b" l="l" r="r" t="t"/>
            <a:pathLst>
              <a:path extrusionOk="0" h="1585" w="1585">
                <a:moveTo>
                  <a:pt x="793" y="1"/>
                </a:moveTo>
                <a:cubicBezTo>
                  <a:pt x="381" y="1"/>
                  <a:pt x="1" y="349"/>
                  <a:pt x="1" y="792"/>
                </a:cubicBezTo>
                <a:cubicBezTo>
                  <a:pt x="1" y="1236"/>
                  <a:pt x="381" y="1584"/>
                  <a:pt x="793" y="1584"/>
                </a:cubicBezTo>
                <a:cubicBezTo>
                  <a:pt x="1236" y="1584"/>
                  <a:pt x="1584" y="1236"/>
                  <a:pt x="1584" y="792"/>
                </a:cubicBezTo>
                <a:cubicBezTo>
                  <a:pt x="1584" y="349"/>
                  <a:pt x="1236" y="1"/>
                  <a:pt x="793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3" name="Google Shape;5023;p27"/>
          <p:cNvSpPr/>
          <p:nvPr/>
        </p:nvSpPr>
        <p:spPr>
          <a:xfrm>
            <a:off x="3181038" y="3837863"/>
            <a:ext cx="49908" cy="49908"/>
          </a:xfrm>
          <a:custGeom>
            <a:rect b="b" l="l" r="r" t="t"/>
            <a:pathLst>
              <a:path extrusionOk="0" h="1584" w="1584">
                <a:moveTo>
                  <a:pt x="792" y="0"/>
                </a:moveTo>
                <a:cubicBezTo>
                  <a:pt x="348" y="0"/>
                  <a:pt x="0" y="349"/>
                  <a:pt x="0" y="792"/>
                </a:cubicBezTo>
                <a:cubicBezTo>
                  <a:pt x="0" y="1235"/>
                  <a:pt x="348" y="1584"/>
                  <a:pt x="792" y="1584"/>
                </a:cubicBezTo>
                <a:cubicBezTo>
                  <a:pt x="1235" y="1584"/>
                  <a:pt x="1584" y="1235"/>
                  <a:pt x="1584" y="792"/>
                </a:cubicBezTo>
                <a:cubicBezTo>
                  <a:pt x="1584" y="349"/>
                  <a:pt x="1235" y="0"/>
                  <a:pt x="792" y="0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4" name="Google Shape;5024;p27"/>
          <p:cNvSpPr/>
          <p:nvPr/>
        </p:nvSpPr>
        <p:spPr>
          <a:xfrm>
            <a:off x="5913054" y="3377885"/>
            <a:ext cx="49908" cy="49908"/>
          </a:xfrm>
          <a:custGeom>
            <a:rect b="b" l="l" r="r" t="t"/>
            <a:pathLst>
              <a:path extrusionOk="0" h="1584" w="1584">
                <a:moveTo>
                  <a:pt x="792" y="0"/>
                </a:moveTo>
                <a:cubicBezTo>
                  <a:pt x="348" y="0"/>
                  <a:pt x="0" y="348"/>
                  <a:pt x="0" y="792"/>
                </a:cubicBezTo>
                <a:cubicBezTo>
                  <a:pt x="0" y="1235"/>
                  <a:pt x="348" y="1583"/>
                  <a:pt x="792" y="1583"/>
                </a:cubicBezTo>
                <a:cubicBezTo>
                  <a:pt x="1235" y="1583"/>
                  <a:pt x="1583" y="1235"/>
                  <a:pt x="1583" y="792"/>
                </a:cubicBezTo>
                <a:cubicBezTo>
                  <a:pt x="1583" y="348"/>
                  <a:pt x="1235" y="0"/>
                  <a:pt x="792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5" name="Google Shape;5025;p27"/>
          <p:cNvSpPr/>
          <p:nvPr/>
        </p:nvSpPr>
        <p:spPr>
          <a:xfrm>
            <a:off x="6745230" y="3377885"/>
            <a:ext cx="49908" cy="49908"/>
          </a:xfrm>
          <a:custGeom>
            <a:rect b="b" l="l" r="r" t="t"/>
            <a:pathLst>
              <a:path extrusionOk="0" h="1584" w="1584">
                <a:moveTo>
                  <a:pt x="792" y="0"/>
                </a:moveTo>
                <a:cubicBezTo>
                  <a:pt x="348" y="0"/>
                  <a:pt x="0" y="348"/>
                  <a:pt x="0" y="792"/>
                </a:cubicBezTo>
                <a:cubicBezTo>
                  <a:pt x="0" y="1235"/>
                  <a:pt x="348" y="1583"/>
                  <a:pt x="792" y="1583"/>
                </a:cubicBezTo>
                <a:cubicBezTo>
                  <a:pt x="1235" y="1583"/>
                  <a:pt x="1583" y="1235"/>
                  <a:pt x="1583" y="792"/>
                </a:cubicBezTo>
                <a:cubicBezTo>
                  <a:pt x="1583" y="348"/>
                  <a:pt x="1235" y="0"/>
                  <a:pt x="792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6" name="Google Shape;5026;p27"/>
          <p:cNvSpPr/>
          <p:nvPr/>
        </p:nvSpPr>
        <p:spPr>
          <a:xfrm>
            <a:off x="6745230" y="2457898"/>
            <a:ext cx="49908" cy="49908"/>
          </a:xfrm>
          <a:custGeom>
            <a:rect b="b" l="l" r="r" t="t"/>
            <a:pathLst>
              <a:path extrusionOk="0" h="1584" w="1584">
                <a:moveTo>
                  <a:pt x="792" y="0"/>
                </a:moveTo>
                <a:cubicBezTo>
                  <a:pt x="348" y="0"/>
                  <a:pt x="0" y="349"/>
                  <a:pt x="0" y="792"/>
                </a:cubicBezTo>
                <a:cubicBezTo>
                  <a:pt x="0" y="1235"/>
                  <a:pt x="348" y="1584"/>
                  <a:pt x="792" y="1584"/>
                </a:cubicBezTo>
                <a:cubicBezTo>
                  <a:pt x="1235" y="1584"/>
                  <a:pt x="1583" y="1235"/>
                  <a:pt x="1583" y="792"/>
                </a:cubicBezTo>
                <a:cubicBezTo>
                  <a:pt x="1583" y="349"/>
                  <a:pt x="1235" y="0"/>
                  <a:pt x="792" y="0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7" name="Google Shape;5027;p27"/>
          <p:cNvSpPr/>
          <p:nvPr/>
        </p:nvSpPr>
        <p:spPr>
          <a:xfrm>
            <a:off x="6745230" y="1537910"/>
            <a:ext cx="49908" cy="49939"/>
          </a:xfrm>
          <a:custGeom>
            <a:rect b="b" l="l" r="r" t="t"/>
            <a:pathLst>
              <a:path extrusionOk="0" h="1585" w="1584">
                <a:moveTo>
                  <a:pt x="792" y="1"/>
                </a:moveTo>
                <a:cubicBezTo>
                  <a:pt x="348" y="1"/>
                  <a:pt x="0" y="349"/>
                  <a:pt x="0" y="792"/>
                </a:cubicBezTo>
                <a:cubicBezTo>
                  <a:pt x="0" y="1236"/>
                  <a:pt x="348" y="1584"/>
                  <a:pt x="792" y="1584"/>
                </a:cubicBezTo>
                <a:cubicBezTo>
                  <a:pt x="1235" y="1584"/>
                  <a:pt x="1583" y="1236"/>
                  <a:pt x="1583" y="792"/>
                </a:cubicBezTo>
                <a:cubicBezTo>
                  <a:pt x="1583" y="349"/>
                  <a:pt x="1235" y="1"/>
                  <a:pt x="792" y="1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8" name="Google Shape;5028;p27"/>
          <p:cNvSpPr/>
          <p:nvPr/>
        </p:nvSpPr>
        <p:spPr>
          <a:xfrm>
            <a:off x="5721457" y="1537910"/>
            <a:ext cx="49939" cy="49939"/>
          </a:xfrm>
          <a:custGeom>
            <a:rect b="b" l="l" r="r" t="t"/>
            <a:pathLst>
              <a:path extrusionOk="0" h="1585" w="1585">
                <a:moveTo>
                  <a:pt x="792" y="1"/>
                </a:moveTo>
                <a:cubicBezTo>
                  <a:pt x="349" y="1"/>
                  <a:pt x="1" y="349"/>
                  <a:pt x="1" y="792"/>
                </a:cubicBezTo>
                <a:cubicBezTo>
                  <a:pt x="1" y="1236"/>
                  <a:pt x="349" y="1584"/>
                  <a:pt x="792" y="1584"/>
                </a:cubicBezTo>
                <a:cubicBezTo>
                  <a:pt x="1236" y="1584"/>
                  <a:pt x="1584" y="1236"/>
                  <a:pt x="1584" y="792"/>
                </a:cubicBezTo>
                <a:cubicBezTo>
                  <a:pt x="1584" y="349"/>
                  <a:pt x="1236" y="1"/>
                  <a:pt x="792" y="1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9" name="Google Shape;5029;p27"/>
          <p:cNvSpPr/>
          <p:nvPr/>
        </p:nvSpPr>
        <p:spPr>
          <a:xfrm>
            <a:off x="5831229" y="2457898"/>
            <a:ext cx="49908" cy="49908"/>
          </a:xfrm>
          <a:custGeom>
            <a:rect b="b" l="l" r="r" t="t"/>
            <a:pathLst>
              <a:path extrusionOk="0" h="1584" w="1584">
                <a:moveTo>
                  <a:pt x="792" y="0"/>
                </a:moveTo>
                <a:cubicBezTo>
                  <a:pt x="349" y="0"/>
                  <a:pt x="0" y="349"/>
                  <a:pt x="0" y="792"/>
                </a:cubicBezTo>
                <a:cubicBezTo>
                  <a:pt x="0" y="1235"/>
                  <a:pt x="349" y="1584"/>
                  <a:pt x="792" y="1584"/>
                </a:cubicBezTo>
                <a:cubicBezTo>
                  <a:pt x="1204" y="1584"/>
                  <a:pt x="1584" y="1235"/>
                  <a:pt x="1584" y="792"/>
                </a:cubicBezTo>
                <a:cubicBezTo>
                  <a:pt x="1584" y="349"/>
                  <a:pt x="1204" y="0"/>
                  <a:pt x="792" y="0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0" name="Google Shape;5030;p27"/>
          <p:cNvSpPr/>
          <p:nvPr/>
        </p:nvSpPr>
        <p:spPr>
          <a:xfrm>
            <a:off x="2348862" y="2917876"/>
            <a:ext cx="49908" cy="49939"/>
          </a:xfrm>
          <a:custGeom>
            <a:rect b="b" l="l" r="r" t="t"/>
            <a:pathLst>
              <a:path extrusionOk="0" h="1585" w="1584">
                <a:moveTo>
                  <a:pt x="792" y="1"/>
                </a:moveTo>
                <a:cubicBezTo>
                  <a:pt x="348" y="1"/>
                  <a:pt x="0" y="349"/>
                  <a:pt x="0" y="792"/>
                </a:cubicBezTo>
                <a:cubicBezTo>
                  <a:pt x="0" y="1236"/>
                  <a:pt x="348" y="1584"/>
                  <a:pt x="792" y="1584"/>
                </a:cubicBezTo>
                <a:cubicBezTo>
                  <a:pt x="1235" y="1584"/>
                  <a:pt x="1584" y="1236"/>
                  <a:pt x="1584" y="792"/>
                </a:cubicBezTo>
                <a:cubicBezTo>
                  <a:pt x="1584" y="349"/>
                  <a:pt x="1235" y="1"/>
                  <a:pt x="792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1" name="Google Shape;5031;p27"/>
          <p:cNvSpPr/>
          <p:nvPr/>
        </p:nvSpPr>
        <p:spPr>
          <a:xfrm>
            <a:off x="2348862" y="3837863"/>
            <a:ext cx="49908" cy="49908"/>
          </a:xfrm>
          <a:custGeom>
            <a:rect b="b" l="l" r="r" t="t"/>
            <a:pathLst>
              <a:path extrusionOk="0" h="1584" w="1584">
                <a:moveTo>
                  <a:pt x="792" y="0"/>
                </a:moveTo>
                <a:cubicBezTo>
                  <a:pt x="348" y="0"/>
                  <a:pt x="0" y="349"/>
                  <a:pt x="0" y="792"/>
                </a:cubicBezTo>
                <a:cubicBezTo>
                  <a:pt x="0" y="1235"/>
                  <a:pt x="348" y="1584"/>
                  <a:pt x="792" y="1584"/>
                </a:cubicBezTo>
                <a:cubicBezTo>
                  <a:pt x="1235" y="1584"/>
                  <a:pt x="1584" y="1235"/>
                  <a:pt x="1584" y="792"/>
                </a:cubicBezTo>
                <a:cubicBezTo>
                  <a:pt x="1584" y="349"/>
                  <a:pt x="1235" y="0"/>
                  <a:pt x="792" y="0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2" name="Google Shape;5032;p27"/>
          <p:cNvSpPr/>
          <p:nvPr/>
        </p:nvSpPr>
        <p:spPr>
          <a:xfrm>
            <a:off x="2632241" y="1470075"/>
            <a:ext cx="315327" cy="425099"/>
          </a:xfrm>
          <a:custGeom>
            <a:rect b="b" l="l" r="r" t="t"/>
            <a:pathLst>
              <a:path extrusionOk="0" h="13492" w="10008">
                <a:moveTo>
                  <a:pt x="8044" y="1425"/>
                </a:moveTo>
                <a:cubicBezTo>
                  <a:pt x="8266" y="1425"/>
                  <a:pt x="8424" y="1615"/>
                  <a:pt x="8424" y="1837"/>
                </a:cubicBezTo>
                <a:cubicBezTo>
                  <a:pt x="8424" y="2059"/>
                  <a:pt x="8266" y="2217"/>
                  <a:pt x="8044" y="2217"/>
                </a:cubicBezTo>
                <a:lnTo>
                  <a:pt x="1964" y="2217"/>
                </a:lnTo>
                <a:cubicBezTo>
                  <a:pt x="1742" y="2217"/>
                  <a:pt x="1552" y="2059"/>
                  <a:pt x="1552" y="1837"/>
                </a:cubicBezTo>
                <a:cubicBezTo>
                  <a:pt x="1552" y="1615"/>
                  <a:pt x="1742" y="1425"/>
                  <a:pt x="1964" y="1425"/>
                </a:cubicBezTo>
                <a:close/>
                <a:moveTo>
                  <a:pt x="8044" y="2787"/>
                </a:moveTo>
                <a:cubicBezTo>
                  <a:pt x="8266" y="2787"/>
                  <a:pt x="8456" y="2977"/>
                  <a:pt x="8456" y="3199"/>
                </a:cubicBezTo>
                <a:cubicBezTo>
                  <a:pt x="8456" y="3420"/>
                  <a:pt x="8266" y="3610"/>
                  <a:pt x="8044" y="3610"/>
                </a:cubicBezTo>
                <a:lnTo>
                  <a:pt x="1964" y="3610"/>
                </a:lnTo>
                <a:cubicBezTo>
                  <a:pt x="1742" y="3610"/>
                  <a:pt x="1552" y="3420"/>
                  <a:pt x="1552" y="3199"/>
                </a:cubicBezTo>
                <a:cubicBezTo>
                  <a:pt x="1552" y="2977"/>
                  <a:pt x="1742" y="2787"/>
                  <a:pt x="1964" y="2787"/>
                </a:cubicBezTo>
                <a:close/>
                <a:moveTo>
                  <a:pt x="6176" y="4180"/>
                </a:moveTo>
                <a:cubicBezTo>
                  <a:pt x="6397" y="4180"/>
                  <a:pt x="6587" y="4339"/>
                  <a:pt x="6587" y="4560"/>
                </a:cubicBezTo>
                <a:cubicBezTo>
                  <a:pt x="6587" y="4782"/>
                  <a:pt x="6397" y="4972"/>
                  <a:pt x="6176" y="4972"/>
                </a:cubicBezTo>
                <a:lnTo>
                  <a:pt x="1964" y="4972"/>
                </a:lnTo>
                <a:cubicBezTo>
                  <a:pt x="1742" y="4972"/>
                  <a:pt x="1552" y="4782"/>
                  <a:pt x="1552" y="4560"/>
                </a:cubicBezTo>
                <a:cubicBezTo>
                  <a:pt x="1552" y="4339"/>
                  <a:pt x="1742" y="4180"/>
                  <a:pt x="1964" y="4180"/>
                </a:cubicBezTo>
                <a:close/>
                <a:moveTo>
                  <a:pt x="8044" y="5795"/>
                </a:moveTo>
                <a:cubicBezTo>
                  <a:pt x="8266" y="5795"/>
                  <a:pt x="8456" y="5986"/>
                  <a:pt x="8456" y="6207"/>
                </a:cubicBezTo>
                <a:lnTo>
                  <a:pt x="8456" y="11654"/>
                </a:lnTo>
                <a:cubicBezTo>
                  <a:pt x="8456" y="11876"/>
                  <a:pt x="8266" y="12066"/>
                  <a:pt x="8044" y="12066"/>
                </a:cubicBezTo>
                <a:lnTo>
                  <a:pt x="1964" y="12066"/>
                </a:lnTo>
                <a:cubicBezTo>
                  <a:pt x="1742" y="12066"/>
                  <a:pt x="1552" y="11876"/>
                  <a:pt x="1552" y="11654"/>
                </a:cubicBezTo>
                <a:lnTo>
                  <a:pt x="1552" y="6207"/>
                </a:lnTo>
                <a:cubicBezTo>
                  <a:pt x="1552" y="5986"/>
                  <a:pt x="1742" y="5795"/>
                  <a:pt x="1964" y="5795"/>
                </a:cubicBezTo>
                <a:close/>
                <a:moveTo>
                  <a:pt x="412" y="0"/>
                </a:moveTo>
                <a:cubicBezTo>
                  <a:pt x="190" y="0"/>
                  <a:pt x="0" y="190"/>
                  <a:pt x="0" y="412"/>
                </a:cubicBezTo>
                <a:lnTo>
                  <a:pt x="0" y="13079"/>
                </a:lnTo>
                <a:cubicBezTo>
                  <a:pt x="0" y="13301"/>
                  <a:pt x="190" y="13491"/>
                  <a:pt x="412" y="13491"/>
                </a:cubicBezTo>
                <a:lnTo>
                  <a:pt x="9596" y="13491"/>
                </a:lnTo>
                <a:cubicBezTo>
                  <a:pt x="9818" y="13491"/>
                  <a:pt x="10008" y="13301"/>
                  <a:pt x="10008" y="13079"/>
                </a:cubicBezTo>
                <a:lnTo>
                  <a:pt x="10008" y="412"/>
                </a:lnTo>
                <a:cubicBezTo>
                  <a:pt x="10008" y="190"/>
                  <a:pt x="9818" y="0"/>
                  <a:pt x="9596" y="0"/>
                </a:cubicBezTo>
                <a:close/>
              </a:path>
            </a:pathLst>
          </a:custGeom>
          <a:solidFill>
            <a:srgbClr val="E7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3" name="Google Shape;5033;p27"/>
          <p:cNvSpPr/>
          <p:nvPr/>
        </p:nvSpPr>
        <p:spPr>
          <a:xfrm>
            <a:off x="2707071" y="1678591"/>
            <a:ext cx="165666" cy="146730"/>
          </a:xfrm>
          <a:custGeom>
            <a:rect b="b" l="l" r="r" t="t"/>
            <a:pathLst>
              <a:path extrusionOk="0" h="4657" w="5258">
                <a:moveTo>
                  <a:pt x="2629" y="413"/>
                </a:moveTo>
                <a:cubicBezTo>
                  <a:pt x="2851" y="413"/>
                  <a:pt x="3041" y="603"/>
                  <a:pt x="3041" y="824"/>
                </a:cubicBezTo>
                <a:lnTo>
                  <a:pt x="3041" y="888"/>
                </a:lnTo>
                <a:lnTo>
                  <a:pt x="3136" y="888"/>
                </a:lnTo>
                <a:cubicBezTo>
                  <a:pt x="3357" y="888"/>
                  <a:pt x="3547" y="1046"/>
                  <a:pt x="3547" y="1268"/>
                </a:cubicBezTo>
                <a:cubicBezTo>
                  <a:pt x="3547" y="1489"/>
                  <a:pt x="3357" y="1679"/>
                  <a:pt x="3136" y="1679"/>
                </a:cubicBezTo>
                <a:lnTo>
                  <a:pt x="2629" y="1679"/>
                </a:lnTo>
                <a:cubicBezTo>
                  <a:pt x="2566" y="1679"/>
                  <a:pt x="2502" y="1743"/>
                  <a:pt x="2502" y="1806"/>
                </a:cubicBezTo>
                <a:cubicBezTo>
                  <a:pt x="2502" y="1869"/>
                  <a:pt x="2566" y="1933"/>
                  <a:pt x="2629" y="1933"/>
                </a:cubicBezTo>
                <a:cubicBezTo>
                  <a:pt x="3136" y="1933"/>
                  <a:pt x="3547" y="2344"/>
                  <a:pt x="3547" y="2851"/>
                </a:cubicBezTo>
                <a:cubicBezTo>
                  <a:pt x="3547" y="3199"/>
                  <a:pt x="3326" y="3516"/>
                  <a:pt x="3041" y="3674"/>
                </a:cubicBezTo>
                <a:lnTo>
                  <a:pt x="3041" y="3801"/>
                </a:lnTo>
                <a:cubicBezTo>
                  <a:pt x="3041" y="4023"/>
                  <a:pt x="2851" y="4213"/>
                  <a:pt x="2629" y="4213"/>
                </a:cubicBezTo>
                <a:cubicBezTo>
                  <a:pt x="2407" y="4213"/>
                  <a:pt x="2217" y="4023"/>
                  <a:pt x="2217" y="3801"/>
                </a:cubicBezTo>
                <a:lnTo>
                  <a:pt x="2217" y="3738"/>
                </a:lnTo>
                <a:lnTo>
                  <a:pt x="2122" y="3738"/>
                </a:lnTo>
                <a:cubicBezTo>
                  <a:pt x="1900" y="3738"/>
                  <a:pt x="1710" y="3579"/>
                  <a:pt x="1710" y="3358"/>
                </a:cubicBezTo>
                <a:cubicBezTo>
                  <a:pt x="1710" y="3136"/>
                  <a:pt x="1900" y="2946"/>
                  <a:pt x="2122" y="2946"/>
                </a:cubicBezTo>
                <a:lnTo>
                  <a:pt x="2629" y="2946"/>
                </a:lnTo>
                <a:cubicBezTo>
                  <a:pt x="2692" y="2946"/>
                  <a:pt x="2756" y="2914"/>
                  <a:pt x="2756" y="2851"/>
                </a:cubicBezTo>
                <a:cubicBezTo>
                  <a:pt x="2756" y="2788"/>
                  <a:pt x="2692" y="2724"/>
                  <a:pt x="2629" y="2724"/>
                </a:cubicBezTo>
                <a:cubicBezTo>
                  <a:pt x="2122" y="2724"/>
                  <a:pt x="1710" y="2313"/>
                  <a:pt x="1710" y="1806"/>
                </a:cubicBezTo>
                <a:cubicBezTo>
                  <a:pt x="1710" y="1426"/>
                  <a:pt x="1932" y="1109"/>
                  <a:pt x="2217" y="983"/>
                </a:cubicBezTo>
                <a:lnTo>
                  <a:pt x="2217" y="824"/>
                </a:lnTo>
                <a:cubicBezTo>
                  <a:pt x="2217" y="603"/>
                  <a:pt x="2407" y="413"/>
                  <a:pt x="2629" y="413"/>
                </a:cubicBezTo>
                <a:close/>
                <a:moveTo>
                  <a:pt x="0" y="1"/>
                </a:moveTo>
                <a:lnTo>
                  <a:pt x="0" y="4656"/>
                </a:lnTo>
                <a:lnTo>
                  <a:pt x="5257" y="4656"/>
                </a:lnTo>
                <a:lnTo>
                  <a:pt x="5257" y="1"/>
                </a:lnTo>
                <a:close/>
              </a:path>
            </a:pathLst>
          </a:custGeom>
          <a:solidFill>
            <a:srgbClr val="E7EF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4" name="Google Shape;5034;p27"/>
          <p:cNvSpPr/>
          <p:nvPr/>
        </p:nvSpPr>
        <p:spPr>
          <a:xfrm>
            <a:off x="6316161" y="3047592"/>
            <a:ext cx="75870" cy="226539"/>
          </a:xfrm>
          <a:custGeom>
            <a:rect b="b" l="l" r="r" t="t"/>
            <a:pathLst>
              <a:path extrusionOk="0" h="7190" w="2408">
                <a:moveTo>
                  <a:pt x="0" y="1"/>
                </a:moveTo>
                <a:lnTo>
                  <a:pt x="0" y="7189"/>
                </a:lnTo>
                <a:lnTo>
                  <a:pt x="2407" y="7189"/>
                </a:lnTo>
                <a:lnTo>
                  <a:pt x="2407" y="1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5" name="Google Shape;5035;p27"/>
          <p:cNvSpPr/>
          <p:nvPr/>
        </p:nvSpPr>
        <p:spPr>
          <a:xfrm>
            <a:off x="6190446" y="3047592"/>
            <a:ext cx="100792" cy="226539"/>
          </a:xfrm>
          <a:custGeom>
            <a:rect b="b" l="l" r="r" t="t"/>
            <a:pathLst>
              <a:path extrusionOk="0" h="7190" w="3199">
                <a:moveTo>
                  <a:pt x="0" y="1"/>
                </a:moveTo>
                <a:lnTo>
                  <a:pt x="0" y="6809"/>
                </a:lnTo>
                <a:cubicBezTo>
                  <a:pt x="0" y="7031"/>
                  <a:pt x="158" y="7189"/>
                  <a:pt x="380" y="7189"/>
                </a:cubicBezTo>
                <a:lnTo>
                  <a:pt x="3199" y="7189"/>
                </a:lnTo>
                <a:lnTo>
                  <a:pt x="3199" y="1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6" name="Google Shape;5036;p27"/>
          <p:cNvSpPr/>
          <p:nvPr/>
        </p:nvSpPr>
        <p:spPr>
          <a:xfrm>
            <a:off x="6417930" y="3047592"/>
            <a:ext cx="100824" cy="226539"/>
          </a:xfrm>
          <a:custGeom>
            <a:rect b="b" l="l" r="r" t="t"/>
            <a:pathLst>
              <a:path extrusionOk="0" h="7190" w="3200">
                <a:moveTo>
                  <a:pt x="1" y="1"/>
                </a:moveTo>
                <a:lnTo>
                  <a:pt x="1" y="7189"/>
                </a:lnTo>
                <a:lnTo>
                  <a:pt x="2787" y="7189"/>
                </a:lnTo>
                <a:cubicBezTo>
                  <a:pt x="3009" y="7189"/>
                  <a:pt x="3199" y="7031"/>
                  <a:pt x="3199" y="6809"/>
                </a:cubicBezTo>
                <a:lnTo>
                  <a:pt x="3199" y="1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7" name="Google Shape;5037;p27"/>
          <p:cNvSpPr/>
          <p:nvPr/>
        </p:nvSpPr>
        <p:spPr>
          <a:xfrm>
            <a:off x="6153519" y="2850040"/>
            <a:ext cx="402130" cy="171653"/>
          </a:xfrm>
          <a:custGeom>
            <a:rect b="b" l="l" r="r" t="t"/>
            <a:pathLst>
              <a:path extrusionOk="0" h="5448" w="12763">
                <a:moveTo>
                  <a:pt x="4117" y="0"/>
                </a:moveTo>
                <a:cubicBezTo>
                  <a:pt x="3167" y="0"/>
                  <a:pt x="2407" y="792"/>
                  <a:pt x="2407" y="1742"/>
                </a:cubicBezTo>
                <a:cubicBezTo>
                  <a:pt x="2407" y="2059"/>
                  <a:pt x="2502" y="2375"/>
                  <a:pt x="2660" y="2660"/>
                </a:cubicBezTo>
                <a:lnTo>
                  <a:pt x="412" y="2660"/>
                </a:lnTo>
                <a:cubicBezTo>
                  <a:pt x="190" y="2660"/>
                  <a:pt x="0" y="2850"/>
                  <a:pt x="0" y="3072"/>
                </a:cubicBezTo>
                <a:lnTo>
                  <a:pt x="0" y="5447"/>
                </a:lnTo>
                <a:lnTo>
                  <a:pt x="4371" y="5447"/>
                </a:lnTo>
                <a:lnTo>
                  <a:pt x="4371" y="2660"/>
                </a:lnTo>
                <a:lnTo>
                  <a:pt x="4117" y="2660"/>
                </a:lnTo>
                <a:cubicBezTo>
                  <a:pt x="3611" y="2660"/>
                  <a:pt x="3199" y="2249"/>
                  <a:pt x="3199" y="1742"/>
                </a:cubicBezTo>
                <a:cubicBezTo>
                  <a:pt x="3199" y="1235"/>
                  <a:pt x="3611" y="824"/>
                  <a:pt x="4117" y="824"/>
                </a:cubicBezTo>
                <a:lnTo>
                  <a:pt x="4181" y="824"/>
                </a:lnTo>
                <a:cubicBezTo>
                  <a:pt x="5162" y="824"/>
                  <a:pt x="5986" y="1615"/>
                  <a:pt x="5986" y="2597"/>
                </a:cubicBezTo>
                <a:lnTo>
                  <a:pt x="5986" y="2660"/>
                </a:lnTo>
                <a:lnTo>
                  <a:pt x="5162" y="2660"/>
                </a:lnTo>
                <a:lnTo>
                  <a:pt x="5162" y="5447"/>
                </a:lnTo>
                <a:lnTo>
                  <a:pt x="7569" y="5447"/>
                </a:lnTo>
                <a:lnTo>
                  <a:pt x="7569" y="2660"/>
                </a:lnTo>
                <a:lnTo>
                  <a:pt x="6777" y="2660"/>
                </a:lnTo>
                <a:lnTo>
                  <a:pt x="6777" y="2597"/>
                </a:lnTo>
                <a:cubicBezTo>
                  <a:pt x="6777" y="1615"/>
                  <a:pt x="7569" y="824"/>
                  <a:pt x="8551" y="824"/>
                </a:cubicBezTo>
                <a:lnTo>
                  <a:pt x="8614" y="824"/>
                </a:lnTo>
                <a:cubicBezTo>
                  <a:pt x="9121" y="824"/>
                  <a:pt x="9533" y="1235"/>
                  <a:pt x="9533" y="1742"/>
                </a:cubicBezTo>
                <a:cubicBezTo>
                  <a:pt x="9533" y="2249"/>
                  <a:pt x="9121" y="2660"/>
                  <a:pt x="8614" y="2660"/>
                </a:cubicBezTo>
                <a:lnTo>
                  <a:pt x="8393" y="2660"/>
                </a:lnTo>
                <a:lnTo>
                  <a:pt x="8393" y="5447"/>
                </a:lnTo>
                <a:lnTo>
                  <a:pt x="12763" y="5447"/>
                </a:lnTo>
                <a:lnTo>
                  <a:pt x="12763" y="3072"/>
                </a:lnTo>
                <a:cubicBezTo>
                  <a:pt x="12763" y="2850"/>
                  <a:pt x="12573" y="2660"/>
                  <a:pt x="12351" y="2660"/>
                </a:cubicBezTo>
                <a:lnTo>
                  <a:pt x="10071" y="2660"/>
                </a:lnTo>
                <a:cubicBezTo>
                  <a:pt x="10261" y="2407"/>
                  <a:pt x="10356" y="2090"/>
                  <a:pt x="10356" y="1742"/>
                </a:cubicBezTo>
                <a:cubicBezTo>
                  <a:pt x="10356" y="792"/>
                  <a:pt x="9564" y="0"/>
                  <a:pt x="8614" y="0"/>
                </a:cubicBezTo>
                <a:lnTo>
                  <a:pt x="8551" y="0"/>
                </a:lnTo>
                <a:cubicBezTo>
                  <a:pt x="7633" y="0"/>
                  <a:pt x="6841" y="475"/>
                  <a:pt x="6366" y="1204"/>
                </a:cubicBezTo>
                <a:cubicBezTo>
                  <a:pt x="5922" y="475"/>
                  <a:pt x="5099" y="0"/>
                  <a:pt x="4181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8" name="Google Shape;5038;p27"/>
          <p:cNvSpPr/>
          <p:nvPr/>
        </p:nvSpPr>
        <p:spPr>
          <a:xfrm>
            <a:off x="2606279" y="2519747"/>
            <a:ext cx="58919" cy="73885"/>
          </a:xfrm>
          <a:custGeom>
            <a:rect b="b" l="l" r="r" t="t"/>
            <a:pathLst>
              <a:path extrusionOk="0" h="2345" w="1870">
                <a:moveTo>
                  <a:pt x="1869" y="1"/>
                </a:moveTo>
                <a:lnTo>
                  <a:pt x="1" y="1173"/>
                </a:lnTo>
                <a:lnTo>
                  <a:pt x="1869" y="2344"/>
                </a:lnTo>
                <a:lnTo>
                  <a:pt x="1869" y="1"/>
                </a:ln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9" name="Google Shape;5039;p27"/>
          <p:cNvSpPr/>
          <p:nvPr/>
        </p:nvSpPr>
        <p:spPr>
          <a:xfrm>
            <a:off x="2914611" y="2519747"/>
            <a:ext cx="58888" cy="73885"/>
          </a:xfrm>
          <a:custGeom>
            <a:rect b="b" l="l" r="r" t="t"/>
            <a:pathLst>
              <a:path extrusionOk="0" h="2345" w="1869">
                <a:moveTo>
                  <a:pt x="0" y="1"/>
                </a:moveTo>
                <a:lnTo>
                  <a:pt x="0" y="2344"/>
                </a:lnTo>
                <a:lnTo>
                  <a:pt x="1869" y="1173"/>
                </a:lnTo>
                <a:lnTo>
                  <a:pt x="0" y="1"/>
                </a:ln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0" name="Google Shape;5040;p27"/>
          <p:cNvSpPr/>
          <p:nvPr/>
        </p:nvSpPr>
        <p:spPr>
          <a:xfrm>
            <a:off x="2738011" y="2436945"/>
            <a:ext cx="103786" cy="76847"/>
          </a:xfrm>
          <a:custGeom>
            <a:rect b="b" l="l" r="r" t="t"/>
            <a:pathLst>
              <a:path extrusionOk="0" h="2439" w="3294">
                <a:moveTo>
                  <a:pt x="1013" y="0"/>
                </a:moveTo>
                <a:cubicBezTo>
                  <a:pt x="728" y="380"/>
                  <a:pt x="380" y="729"/>
                  <a:pt x="0" y="1014"/>
                </a:cubicBezTo>
                <a:lnTo>
                  <a:pt x="0" y="2439"/>
                </a:lnTo>
                <a:cubicBezTo>
                  <a:pt x="443" y="2122"/>
                  <a:pt x="1013" y="1932"/>
                  <a:pt x="1647" y="1932"/>
                </a:cubicBezTo>
                <a:cubicBezTo>
                  <a:pt x="2249" y="1932"/>
                  <a:pt x="2850" y="2122"/>
                  <a:pt x="3294" y="2439"/>
                </a:cubicBezTo>
                <a:lnTo>
                  <a:pt x="3294" y="1014"/>
                </a:lnTo>
                <a:cubicBezTo>
                  <a:pt x="2914" y="729"/>
                  <a:pt x="2565" y="412"/>
                  <a:pt x="2280" y="0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1" name="Google Shape;5041;p27"/>
          <p:cNvSpPr/>
          <p:nvPr/>
        </p:nvSpPr>
        <p:spPr>
          <a:xfrm>
            <a:off x="2738011" y="2606550"/>
            <a:ext cx="103786" cy="64905"/>
          </a:xfrm>
          <a:custGeom>
            <a:rect b="b" l="l" r="r" t="t"/>
            <a:pathLst>
              <a:path extrusionOk="0" h="2060" w="3294">
                <a:moveTo>
                  <a:pt x="0" y="1"/>
                </a:moveTo>
                <a:lnTo>
                  <a:pt x="0" y="1014"/>
                </a:lnTo>
                <a:lnTo>
                  <a:pt x="1647" y="2059"/>
                </a:lnTo>
                <a:lnTo>
                  <a:pt x="3294" y="1014"/>
                </a:lnTo>
                <a:lnTo>
                  <a:pt x="3294" y="1"/>
                </a:lnTo>
                <a:cubicBezTo>
                  <a:pt x="2850" y="318"/>
                  <a:pt x="2249" y="508"/>
                  <a:pt x="1647" y="508"/>
                </a:cubicBezTo>
                <a:cubicBezTo>
                  <a:pt x="1045" y="508"/>
                  <a:pt x="443" y="318"/>
                  <a:pt x="0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2" name="Google Shape;5042;p27"/>
          <p:cNvSpPr/>
          <p:nvPr/>
        </p:nvSpPr>
        <p:spPr>
          <a:xfrm>
            <a:off x="2738011" y="2523748"/>
            <a:ext cx="103786" cy="72877"/>
          </a:xfrm>
          <a:custGeom>
            <a:rect b="b" l="l" r="r" t="t"/>
            <a:pathLst>
              <a:path extrusionOk="0" h="2313" w="3294">
                <a:moveTo>
                  <a:pt x="1647" y="0"/>
                </a:moveTo>
                <a:cubicBezTo>
                  <a:pt x="760" y="0"/>
                  <a:pt x="0" y="539"/>
                  <a:pt x="0" y="1172"/>
                </a:cubicBezTo>
                <a:cubicBezTo>
                  <a:pt x="0" y="1774"/>
                  <a:pt x="760" y="2312"/>
                  <a:pt x="1647" y="2312"/>
                </a:cubicBezTo>
                <a:cubicBezTo>
                  <a:pt x="2534" y="2312"/>
                  <a:pt x="3294" y="1774"/>
                  <a:pt x="3294" y="1172"/>
                </a:cubicBezTo>
                <a:cubicBezTo>
                  <a:pt x="3294" y="539"/>
                  <a:pt x="2534" y="0"/>
                  <a:pt x="1647" y="0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3" name="Google Shape;5043;p27"/>
          <p:cNvSpPr/>
          <p:nvPr/>
        </p:nvSpPr>
        <p:spPr>
          <a:xfrm>
            <a:off x="2691097" y="2390031"/>
            <a:ext cx="197615" cy="232525"/>
          </a:xfrm>
          <a:custGeom>
            <a:rect b="b" l="l" r="r" t="t"/>
            <a:pathLst>
              <a:path extrusionOk="0" h="7380" w="6272">
                <a:moveTo>
                  <a:pt x="571" y="1"/>
                </a:moveTo>
                <a:cubicBezTo>
                  <a:pt x="254" y="1"/>
                  <a:pt x="1" y="254"/>
                  <a:pt x="1" y="571"/>
                </a:cubicBezTo>
                <a:lnTo>
                  <a:pt x="1" y="6968"/>
                </a:lnTo>
                <a:lnTo>
                  <a:pt x="666" y="7380"/>
                </a:lnTo>
                <a:lnTo>
                  <a:pt x="666" y="2281"/>
                </a:lnTo>
                <a:cubicBezTo>
                  <a:pt x="666" y="2123"/>
                  <a:pt x="729" y="1996"/>
                  <a:pt x="856" y="1901"/>
                </a:cubicBezTo>
                <a:cubicBezTo>
                  <a:pt x="1299" y="1648"/>
                  <a:pt x="1647" y="1299"/>
                  <a:pt x="1901" y="856"/>
                </a:cubicBezTo>
                <a:cubicBezTo>
                  <a:pt x="1964" y="761"/>
                  <a:pt x="2122" y="666"/>
                  <a:pt x="2249" y="666"/>
                </a:cubicBezTo>
                <a:lnTo>
                  <a:pt x="4023" y="666"/>
                </a:lnTo>
                <a:cubicBezTo>
                  <a:pt x="4149" y="666"/>
                  <a:pt x="4308" y="729"/>
                  <a:pt x="4371" y="856"/>
                </a:cubicBezTo>
                <a:cubicBezTo>
                  <a:pt x="4624" y="1299"/>
                  <a:pt x="4973" y="1648"/>
                  <a:pt x="5416" y="1901"/>
                </a:cubicBezTo>
                <a:cubicBezTo>
                  <a:pt x="5543" y="1996"/>
                  <a:pt x="5606" y="2123"/>
                  <a:pt x="5606" y="2281"/>
                </a:cubicBezTo>
                <a:lnTo>
                  <a:pt x="5606" y="7380"/>
                </a:lnTo>
                <a:lnTo>
                  <a:pt x="6271" y="6968"/>
                </a:lnTo>
                <a:lnTo>
                  <a:pt x="6271" y="571"/>
                </a:lnTo>
                <a:cubicBezTo>
                  <a:pt x="6271" y="254"/>
                  <a:pt x="6018" y="1"/>
                  <a:pt x="5701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4" name="Google Shape;5044;p27"/>
          <p:cNvSpPr/>
          <p:nvPr/>
        </p:nvSpPr>
        <p:spPr>
          <a:xfrm>
            <a:off x="2593329" y="2579611"/>
            <a:ext cx="392174" cy="234542"/>
          </a:xfrm>
          <a:custGeom>
            <a:rect b="b" l="l" r="r" t="t"/>
            <a:pathLst>
              <a:path extrusionOk="0" h="7444" w="12447">
                <a:moveTo>
                  <a:pt x="12446" y="1"/>
                </a:moveTo>
                <a:lnTo>
                  <a:pt x="12446" y="1"/>
                </a:lnTo>
                <a:lnTo>
                  <a:pt x="12446" y="1"/>
                </a:lnTo>
                <a:cubicBezTo>
                  <a:pt x="12446" y="1"/>
                  <a:pt x="12446" y="1"/>
                  <a:pt x="12446" y="1"/>
                </a:cubicBezTo>
                <a:close/>
                <a:moveTo>
                  <a:pt x="0" y="1"/>
                </a:moveTo>
                <a:lnTo>
                  <a:pt x="0" y="7063"/>
                </a:lnTo>
                <a:cubicBezTo>
                  <a:pt x="0" y="7285"/>
                  <a:pt x="190" y="7443"/>
                  <a:pt x="412" y="7443"/>
                </a:cubicBezTo>
                <a:lnTo>
                  <a:pt x="12034" y="7443"/>
                </a:lnTo>
                <a:cubicBezTo>
                  <a:pt x="12288" y="7443"/>
                  <a:pt x="12446" y="7285"/>
                  <a:pt x="12446" y="7063"/>
                </a:cubicBezTo>
                <a:lnTo>
                  <a:pt x="12446" y="1"/>
                </a:lnTo>
                <a:lnTo>
                  <a:pt x="12446" y="1"/>
                </a:lnTo>
                <a:cubicBezTo>
                  <a:pt x="12415" y="40"/>
                  <a:pt x="6429" y="3769"/>
                  <a:pt x="6429" y="3769"/>
                </a:cubicBezTo>
                <a:cubicBezTo>
                  <a:pt x="6366" y="3801"/>
                  <a:pt x="6302" y="3801"/>
                  <a:pt x="6239" y="3801"/>
                </a:cubicBezTo>
                <a:cubicBezTo>
                  <a:pt x="6176" y="3801"/>
                  <a:pt x="6112" y="3801"/>
                  <a:pt x="6049" y="3769"/>
                </a:cubicBezTo>
                <a:cubicBezTo>
                  <a:pt x="6017" y="3769"/>
                  <a:pt x="0" y="1"/>
                  <a:pt x="0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5" name="Google Shape;5045;p27"/>
          <p:cNvSpPr/>
          <p:nvPr/>
        </p:nvSpPr>
        <p:spPr>
          <a:xfrm>
            <a:off x="6142523" y="1266505"/>
            <a:ext cx="167683" cy="168660"/>
          </a:xfrm>
          <a:custGeom>
            <a:rect b="b" l="l" r="r" t="t"/>
            <a:pathLst>
              <a:path extrusionOk="0" h="5353" w="5322">
                <a:moveTo>
                  <a:pt x="2946" y="1"/>
                </a:moveTo>
                <a:lnTo>
                  <a:pt x="476" y="2471"/>
                </a:lnTo>
                <a:cubicBezTo>
                  <a:pt x="159" y="2787"/>
                  <a:pt x="1" y="3231"/>
                  <a:pt x="1" y="3674"/>
                </a:cubicBezTo>
                <a:cubicBezTo>
                  <a:pt x="1" y="4118"/>
                  <a:pt x="159" y="4529"/>
                  <a:pt x="476" y="4846"/>
                </a:cubicBezTo>
                <a:cubicBezTo>
                  <a:pt x="793" y="5163"/>
                  <a:pt x="1204" y="5353"/>
                  <a:pt x="1648" y="5353"/>
                </a:cubicBezTo>
                <a:cubicBezTo>
                  <a:pt x="2123" y="5353"/>
                  <a:pt x="2534" y="5163"/>
                  <a:pt x="2851" y="4846"/>
                </a:cubicBezTo>
                <a:lnTo>
                  <a:pt x="5321" y="2376"/>
                </a:lnTo>
                <a:cubicBezTo>
                  <a:pt x="4340" y="1837"/>
                  <a:pt x="3516" y="1014"/>
                  <a:pt x="2946" y="1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6" name="Google Shape;5046;p27"/>
          <p:cNvSpPr/>
          <p:nvPr/>
        </p:nvSpPr>
        <p:spPr>
          <a:xfrm>
            <a:off x="6237329" y="1011073"/>
            <a:ext cx="329316" cy="328308"/>
          </a:xfrm>
          <a:custGeom>
            <a:rect b="b" l="l" r="r" t="t"/>
            <a:pathLst>
              <a:path extrusionOk="0" h="10420" w="10452">
                <a:moveTo>
                  <a:pt x="5226" y="1647"/>
                </a:moveTo>
                <a:cubicBezTo>
                  <a:pt x="7189" y="1647"/>
                  <a:pt x="8804" y="3231"/>
                  <a:pt x="8804" y="5194"/>
                </a:cubicBezTo>
                <a:cubicBezTo>
                  <a:pt x="8773" y="7158"/>
                  <a:pt x="7189" y="8773"/>
                  <a:pt x="5226" y="8773"/>
                </a:cubicBezTo>
                <a:cubicBezTo>
                  <a:pt x="3262" y="8773"/>
                  <a:pt x="1647" y="7158"/>
                  <a:pt x="1647" y="5194"/>
                </a:cubicBezTo>
                <a:cubicBezTo>
                  <a:pt x="1647" y="3231"/>
                  <a:pt x="3262" y="1647"/>
                  <a:pt x="5226" y="1647"/>
                </a:cubicBezTo>
                <a:close/>
                <a:moveTo>
                  <a:pt x="5226" y="0"/>
                </a:moveTo>
                <a:cubicBezTo>
                  <a:pt x="2344" y="0"/>
                  <a:pt x="0" y="2344"/>
                  <a:pt x="0" y="5194"/>
                </a:cubicBezTo>
                <a:cubicBezTo>
                  <a:pt x="0" y="8076"/>
                  <a:pt x="2344" y="10419"/>
                  <a:pt x="5226" y="10419"/>
                </a:cubicBezTo>
                <a:cubicBezTo>
                  <a:pt x="8108" y="10419"/>
                  <a:pt x="10451" y="8076"/>
                  <a:pt x="10451" y="5194"/>
                </a:cubicBezTo>
                <a:cubicBezTo>
                  <a:pt x="10451" y="2312"/>
                  <a:pt x="8108" y="0"/>
                  <a:pt x="5226" y="0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7" name="Google Shape;5047;p27"/>
          <p:cNvSpPr/>
          <p:nvPr/>
        </p:nvSpPr>
        <p:spPr>
          <a:xfrm>
            <a:off x="6315152" y="1087889"/>
            <a:ext cx="173669" cy="174646"/>
          </a:xfrm>
          <a:custGeom>
            <a:rect b="b" l="l" r="r" t="t"/>
            <a:pathLst>
              <a:path extrusionOk="0" h="5543" w="5512">
                <a:moveTo>
                  <a:pt x="2756" y="444"/>
                </a:moveTo>
                <a:cubicBezTo>
                  <a:pt x="2978" y="444"/>
                  <a:pt x="3168" y="634"/>
                  <a:pt x="3168" y="856"/>
                </a:cubicBezTo>
                <a:lnTo>
                  <a:pt x="3168" y="1046"/>
                </a:lnTo>
                <a:lnTo>
                  <a:pt x="3421" y="1046"/>
                </a:lnTo>
                <a:cubicBezTo>
                  <a:pt x="3643" y="1046"/>
                  <a:pt x="3833" y="1204"/>
                  <a:pt x="3833" y="1426"/>
                </a:cubicBezTo>
                <a:cubicBezTo>
                  <a:pt x="3833" y="1648"/>
                  <a:pt x="3643" y="1838"/>
                  <a:pt x="3421" y="1838"/>
                </a:cubicBezTo>
                <a:lnTo>
                  <a:pt x="2756" y="1838"/>
                </a:lnTo>
                <a:cubicBezTo>
                  <a:pt x="2598" y="1838"/>
                  <a:pt x="2503" y="1964"/>
                  <a:pt x="2503" y="2091"/>
                </a:cubicBezTo>
                <a:cubicBezTo>
                  <a:pt x="2471" y="2249"/>
                  <a:pt x="2598" y="2376"/>
                  <a:pt x="2756" y="2376"/>
                </a:cubicBezTo>
                <a:cubicBezTo>
                  <a:pt x="3358" y="2376"/>
                  <a:pt x="3833" y="2851"/>
                  <a:pt x="3833" y="3421"/>
                </a:cubicBezTo>
                <a:cubicBezTo>
                  <a:pt x="3833" y="3896"/>
                  <a:pt x="3548" y="4276"/>
                  <a:pt x="3168" y="4435"/>
                </a:cubicBezTo>
                <a:lnTo>
                  <a:pt x="3168" y="4688"/>
                </a:lnTo>
                <a:cubicBezTo>
                  <a:pt x="3168" y="4910"/>
                  <a:pt x="2978" y="5100"/>
                  <a:pt x="2756" y="5100"/>
                </a:cubicBezTo>
                <a:cubicBezTo>
                  <a:pt x="2534" y="5100"/>
                  <a:pt x="2344" y="4910"/>
                  <a:pt x="2344" y="4688"/>
                </a:cubicBezTo>
                <a:lnTo>
                  <a:pt x="2344" y="4498"/>
                </a:lnTo>
                <a:lnTo>
                  <a:pt x="2091" y="4498"/>
                </a:lnTo>
                <a:cubicBezTo>
                  <a:pt x="1869" y="4498"/>
                  <a:pt x="1679" y="4340"/>
                  <a:pt x="1679" y="4118"/>
                </a:cubicBezTo>
                <a:cubicBezTo>
                  <a:pt x="1679" y="3896"/>
                  <a:pt x="1869" y="3706"/>
                  <a:pt x="2091" y="3706"/>
                </a:cubicBezTo>
                <a:lnTo>
                  <a:pt x="2756" y="3706"/>
                </a:lnTo>
                <a:cubicBezTo>
                  <a:pt x="2914" y="3706"/>
                  <a:pt x="3009" y="3579"/>
                  <a:pt x="3009" y="3421"/>
                </a:cubicBezTo>
                <a:cubicBezTo>
                  <a:pt x="3009" y="3294"/>
                  <a:pt x="2914" y="3168"/>
                  <a:pt x="2756" y="3168"/>
                </a:cubicBezTo>
                <a:cubicBezTo>
                  <a:pt x="2154" y="3168"/>
                  <a:pt x="1679" y="2693"/>
                  <a:pt x="1679" y="2091"/>
                </a:cubicBezTo>
                <a:cubicBezTo>
                  <a:pt x="1679" y="1648"/>
                  <a:pt x="1964" y="1268"/>
                  <a:pt x="2344" y="1109"/>
                </a:cubicBezTo>
                <a:lnTo>
                  <a:pt x="2344" y="856"/>
                </a:lnTo>
                <a:cubicBezTo>
                  <a:pt x="2344" y="634"/>
                  <a:pt x="2534" y="444"/>
                  <a:pt x="2756" y="444"/>
                </a:cubicBezTo>
                <a:close/>
                <a:moveTo>
                  <a:pt x="2756" y="1"/>
                </a:moveTo>
                <a:cubicBezTo>
                  <a:pt x="1236" y="1"/>
                  <a:pt x="1" y="1236"/>
                  <a:pt x="1" y="2756"/>
                </a:cubicBezTo>
                <a:cubicBezTo>
                  <a:pt x="1" y="4308"/>
                  <a:pt x="1236" y="5543"/>
                  <a:pt x="2756" y="5543"/>
                </a:cubicBezTo>
                <a:cubicBezTo>
                  <a:pt x="4276" y="5543"/>
                  <a:pt x="5511" y="4308"/>
                  <a:pt x="5511" y="2756"/>
                </a:cubicBezTo>
                <a:cubicBezTo>
                  <a:pt x="5511" y="1236"/>
                  <a:pt x="4276" y="1"/>
                  <a:pt x="2756" y="1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8" name="Google Shape;5048;p27"/>
          <p:cNvSpPr/>
          <p:nvPr/>
        </p:nvSpPr>
        <p:spPr>
          <a:xfrm>
            <a:off x="6383996" y="2177512"/>
            <a:ext cx="37967" cy="35194"/>
          </a:xfrm>
          <a:custGeom>
            <a:rect b="b" l="l" r="r" t="t"/>
            <a:pathLst>
              <a:path extrusionOk="0" h="1117" w="1205">
                <a:moveTo>
                  <a:pt x="603" y="0"/>
                </a:moveTo>
                <a:cubicBezTo>
                  <a:pt x="476" y="0"/>
                  <a:pt x="318" y="64"/>
                  <a:pt x="223" y="159"/>
                </a:cubicBezTo>
                <a:cubicBezTo>
                  <a:pt x="1" y="380"/>
                  <a:pt x="1" y="729"/>
                  <a:pt x="223" y="950"/>
                </a:cubicBezTo>
                <a:cubicBezTo>
                  <a:pt x="333" y="1061"/>
                  <a:pt x="476" y="1117"/>
                  <a:pt x="614" y="1117"/>
                </a:cubicBezTo>
                <a:cubicBezTo>
                  <a:pt x="753" y="1117"/>
                  <a:pt x="888" y="1061"/>
                  <a:pt x="983" y="950"/>
                </a:cubicBezTo>
                <a:cubicBezTo>
                  <a:pt x="1204" y="729"/>
                  <a:pt x="1204" y="380"/>
                  <a:pt x="983" y="159"/>
                </a:cubicBezTo>
                <a:cubicBezTo>
                  <a:pt x="888" y="64"/>
                  <a:pt x="729" y="0"/>
                  <a:pt x="603" y="0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9" name="Google Shape;5049;p27"/>
          <p:cNvSpPr/>
          <p:nvPr/>
        </p:nvSpPr>
        <p:spPr>
          <a:xfrm>
            <a:off x="6150526" y="1930053"/>
            <a:ext cx="407140" cy="425099"/>
          </a:xfrm>
          <a:custGeom>
            <a:rect b="b" l="l" r="r" t="t"/>
            <a:pathLst>
              <a:path extrusionOk="0" h="13492" w="12922">
                <a:moveTo>
                  <a:pt x="4909" y="3935"/>
                </a:moveTo>
                <a:cubicBezTo>
                  <a:pt x="5265" y="3935"/>
                  <a:pt x="5622" y="4070"/>
                  <a:pt x="5891" y="4339"/>
                </a:cubicBezTo>
                <a:cubicBezTo>
                  <a:pt x="6429" y="4877"/>
                  <a:pt x="6429" y="5733"/>
                  <a:pt x="5891" y="6271"/>
                </a:cubicBezTo>
                <a:cubicBezTo>
                  <a:pt x="5637" y="6556"/>
                  <a:pt x="5289" y="6683"/>
                  <a:pt x="4909" y="6683"/>
                </a:cubicBezTo>
                <a:cubicBezTo>
                  <a:pt x="4561" y="6683"/>
                  <a:pt x="4212" y="6556"/>
                  <a:pt x="3927" y="6271"/>
                </a:cubicBezTo>
                <a:cubicBezTo>
                  <a:pt x="3389" y="5764"/>
                  <a:pt x="3389" y="4877"/>
                  <a:pt x="3927" y="4339"/>
                </a:cubicBezTo>
                <a:cubicBezTo>
                  <a:pt x="4196" y="4070"/>
                  <a:pt x="4553" y="3935"/>
                  <a:pt x="4909" y="3935"/>
                </a:cubicBezTo>
                <a:close/>
                <a:moveTo>
                  <a:pt x="8646" y="4252"/>
                </a:moveTo>
                <a:cubicBezTo>
                  <a:pt x="8749" y="4252"/>
                  <a:pt x="8852" y="4292"/>
                  <a:pt x="8931" y="4371"/>
                </a:cubicBezTo>
                <a:cubicBezTo>
                  <a:pt x="9121" y="4529"/>
                  <a:pt x="9121" y="4814"/>
                  <a:pt x="8931" y="4972"/>
                </a:cubicBezTo>
                <a:lnTo>
                  <a:pt x="4561" y="9343"/>
                </a:lnTo>
                <a:cubicBezTo>
                  <a:pt x="4497" y="9406"/>
                  <a:pt x="4402" y="9469"/>
                  <a:pt x="4276" y="9469"/>
                </a:cubicBezTo>
                <a:cubicBezTo>
                  <a:pt x="4181" y="9469"/>
                  <a:pt x="4054" y="9406"/>
                  <a:pt x="3991" y="9343"/>
                </a:cubicBezTo>
                <a:cubicBezTo>
                  <a:pt x="3832" y="9184"/>
                  <a:pt x="3832" y="8899"/>
                  <a:pt x="3991" y="8741"/>
                </a:cubicBezTo>
                <a:lnTo>
                  <a:pt x="8361" y="4371"/>
                </a:lnTo>
                <a:cubicBezTo>
                  <a:pt x="8440" y="4292"/>
                  <a:pt x="8543" y="4252"/>
                  <a:pt x="8646" y="4252"/>
                </a:cubicBezTo>
                <a:close/>
                <a:moveTo>
                  <a:pt x="8013" y="7007"/>
                </a:moveTo>
                <a:cubicBezTo>
                  <a:pt x="8369" y="7007"/>
                  <a:pt x="8725" y="7142"/>
                  <a:pt x="8994" y="7411"/>
                </a:cubicBezTo>
                <a:cubicBezTo>
                  <a:pt x="9533" y="7949"/>
                  <a:pt x="9533" y="8836"/>
                  <a:pt x="8994" y="9374"/>
                </a:cubicBezTo>
                <a:cubicBezTo>
                  <a:pt x="8709" y="9659"/>
                  <a:pt x="8361" y="9786"/>
                  <a:pt x="8013" y="9786"/>
                </a:cubicBezTo>
                <a:cubicBezTo>
                  <a:pt x="7664" y="9786"/>
                  <a:pt x="7316" y="9659"/>
                  <a:pt x="7031" y="9374"/>
                </a:cubicBezTo>
                <a:cubicBezTo>
                  <a:pt x="6492" y="8836"/>
                  <a:pt x="6492" y="7981"/>
                  <a:pt x="7031" y="7411"/>
                </a:cubicBezTo>
                <a:cubicBezTo>
                  <a:pt x="7300" y="7142"/>
                  <a:pt x="7656" y="7007"/>
                  <a:pt x="8013" y="7007"/>
                </a:cubicBezTo>
                <a:close/>
                <a:moveTo>
                  <a:pt x="6465" y="0"/>
                </a:moveTo>
                <a:cubicBezTo>
                  <a:pt x="6382" y="0"/>
                  <a:pt x="6302" y="32"/>
                  <a:pt x="6239" y="95"/>
                </a:cubicBezTo>
                <a:lnTo>
                  <a:pt x="4687" y="1204"/>
                </a:lnTo>
                <a:lnTo>
                  <a:pt x="2755" y="1204"/>
                </a:lnTo>
                <a:cubicBezTo>
                  <a:pt x="2565" y="1204"/>
                  <a:pt x="2407" y="1331"/>
                  <a:pt x="2375" y="1489"/>
                </a:cubicBezTo>
                <a:lnTo>
                  <a:pt x="1774" y="3326"/>
                </a:lnTo>
                <a:lnTo>
                  <a:pt x="222" y="4466"/>
                </a:lnTo>
                <a:cubicBezTo>
                  <a:pt x="64" y="4561"/>
                  <a:pt x="0" y="4751"/>
                  <a:pt x="64" y="4909"/>
                </a:cubicBezTo>
                <a:lnTo>
                  <a:pt x="665" y="6746"/>
                </a:lnTo>
                <a:lnTo>
                  <a:pt x="64" y="8583"/>
                </a:lnTo>
                <a:cubicBezTo>
                  <a:pt x="0" y="8741"/>
                  <a:pt x="64" y="8931"/>
                  <a:pt x="222" y="9026"/>
                </a:cubicBezTo>
                <a:lnTo>
                  <a:pt x="1774" y="10166"/>
                </a:lnTo>
                <a:lnTo>
                  <a:pt x="2375" y="11971"/>
                </a:lnTo>
                <a:cubicBezTo>
                  <a:pt x="2407" y="12161"/>
                  <a:pt x="2565" y="12288"/>
                  <a:pt x="2755" y="12288"/>
                </a:cubicBezTo>
                <a:lnTo>
                  <a:pt x="4687" y="12288"/>
                </a:lnTo>
                <a:lnTo>
                  <a:pt x="6239" y="13396"/>
                </a:lnTo>
                <a:cubicBezTo>
                  <a:pt x="6302" y="13460"/>
                  <a:pt x="6397" y="13491"/>
                  <a:pt x="6461" y="13491"/>
                </a:cubicBezTo>
                <a:cubicBezTo>
                  <a:pt x="6556" y="13491"/>
                  <a:pt x="6651" y="13460"/>
                  <a:pt x="6714" y="13396"/>
                </a:cubicBezTo>
                <a:lnTo>
                  <a:pt x="8266" y="12288"/>
                </a:lnTo>
                <a:lnTo>
                  <a:pt x="10198" y="12288"/>
                </a:lnTo>
                <a:cubicBezTo>
                  <a:pt x="10356" y="12288"/>
                  <a:pt x="10514" y="12161"/>
                  <a:pt x="10578" y="11971"/>
                </a:cubicBezTo>
                <a:lnTo>
                  <a:pt x="11179" y="10166"/>
                </a:lnTo>
                <a:lnTo>
                  <a:pt x="12731" y="9026"/>
                </a:lnTo>
                <a:cubicBezTo>
                  <a:pt x="12858" y="8931"/>
                  <a:pt x="12921" y="8741"/>
                  <a:pt x="12890" y="8583"/>
                </a:cubicBezTo>
                <a:lnTo>
                  <a:pt x="12288" y="6746"/>
                </a:lnTo>
                <a:lnTo>
                  <a:pt x="12858" y="4909"/>
                </a:lnTo>
                <a:cubicBezTo>
                  <a:pt x="12921" y="4751"/>
                  <a:pt x="12858" y="4561"/>
                  <a:pt x="12731" y="4466"/>
                </a:cubicBezTo>
                <a:lnTo>
                  <a:pt x="11179" y="3326"/>
                </a:lnTo>
                <a:lnTo>
                  <a:pt x="10578" y="1489"/>
                </a:lnTo>
                <a:cubicBezTo>
                  <a:pt x="10514" y="1331"/>
                  <a:pt x="10356" y="1204"/>
                  <a:pt x="10166" y="1204"/>
                </a:cubicBezTo>
                <a:lnTo>
                  <a:pt x="8266" y="1204"/>
                </a:lnTo>
                <a:lnTo>
                  <a:pt x="6714" y="95"/>
                </a:lnTo>
                <a:cubicBezTo>
                  <a:pt x="6635" y="32"/>
                  <a:pt x="6548" y="0"/>
                  <a:pt x="6465" y="0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0" name="Google Shape;5050;p27"/>
          <p:cNvSpPr/>
          <p:nvPr/>
        </p:nvSpPr>
        <p:spPr>
          <a:xfrm>
            <a:off x="6286229" y="2079713"/>
            <a:ext cx="38943" cy="35225"/>
          </a:xfrm>
          <a:custGeom>
            <a:rect b="b" l="l" r="r" t="t"/>
            <a:pathLst>
              <a:path extrusionOk="0" h="1118" w="1236">
                <a:moveTo>
                  <a:pt x="602" y="1"/>
                </a:moveTo>
                <a:cubicBezTo>
                  <a:pt x="475" y="1"/>
                  <a:pt x="317" y="64"/>
                  <a:pt x="222" y="159"/>
                </a:cubicBezTo>
                <a:cubicBezTo>
                  <a:pt x="0" y="381"/>
                  <a:pt x="0" y="729"/>
                  <a:pt x="222" y="951"/>
                </a:cubicBezTo>
                <a:cubicBezTo>
                  <a:pt x="333" y="1062"/>
                  <a:pt x="475" y="1117"/>
                  <a:pt x="618" y="1117"/>
                </a:cubicBezTo>
                <a:cubicBezTo>
                  <a:pt x="760" y="1117"/>
                  <a:pt x="903" y="1062"/>
                  <a:pt x="1014" y="951"/>
                </a:cubicBezTo>
                <a:cubicBezTo>
                  <a:pt x="1235" y="729"/>
                  <a:pt x="1235" y="381"/>
                  <a:pt x="1014" y="159"/>
                </a:cubicBezTo>
                <a:cubicBezTo>
                  <a:pt x="887" y="64"/>
                  <a:pt x="760" y="1"/>
                  <a:pt x="602" y="1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1" name="Google Shape;5051;p27"/>
          <p:cNvSpPr/>
          <p:nvPr/>
        </p:nvSpPr>
        <p:spPr>
          <a:xfrm>
            <a:off x="2607287" y="3377885"/>
            <a:ext cx="365235" cy="356224"/>
          </a:xfrm>
          <a:custGeom>
            <a:rect b="b" l="l" r="r" t="t"/>
            <a:pathLst>
              <a:path extrusionOk="0" h="11306" w="11592">
                <a:moveTo>
                  <a:pt x="5796" y="1963"/>
                </a:moveTo>
                <a:cubicBezTo>
                  <a:pt x="6018" y="1963"/>
                  <a:pt x="6239" y="2153"/>
                  <a:pt x="6239" y="2407"/>
                </a:cubicBezTo>
                <a:lnTo>
                  <a:pt x="6239" y="2882"/>
                </a:lnTo>
                <a:lnTo>
                  <a:pt x="6841" y="2882"/>
                </a:lnTo>
                <a:cubicBezTo>
                  <a:pt x="7063" y="2882"/>
                  <a:pt x="7284" y="3072"/>
                  <a:pt x="7284" y="3325"/>
                </a:cubicBezTo>
                <a:cubicBezTo>
                  <a:pt x="7284" y="3547"/>
                  <a:pt x="7063" y="3737"/>
                  <a:pt x="6841" y="3737"/>
                </a:cubicBezTo>
                <a:lnTo>
                  <a:pt x="5796" y="3737"/>
                </a:lnTo>
                <a:cubicBezTo>
                  <a:pt x="5447" y="3737"/>
                  <a:pt x="5194" y="4022"/>
                  <a:pt x="5194" y="4370"/>
                </a:cubicBezTo>
                <a:cubicBezTo>
                  <a:pt x="5194" y="4687"/>
                  <a:pt x="5447" y="4972"/>
                  <a:pt x="5796" y="4972"/>
                </a:cubicBezTo>
                <a:cubicBezTo>
                  <a:pt x="6619" y="4972"/>
                  <a:pt x="7284" y="5637"/>
                  <a:pt x="7284" y="6460"/>
                </a:cubicBezTo>
                <a:cubicBezTo>
                  <a:pt x="7284" y="7126"/>
                  <a:pt x="6841" y="7696"/>
                  <a:pt x="6239" y="7854"/>
                </a:cubicBezTo>
                <a:lnTo>
                  <a:pt x="6239" y="8424"/>
                </a:lnTo>
                <a:cubicBezTo>
                  <a:pt x="6239" y="8646"/>
                  <a:pt x="6018" y="8836"/>
                  <a:pt x="5796" y="8836"/>
                </a:cubicBezTo>
                <a:cubicBezTo>
                  <a:pt x="5543" y="8836"/>
                  <a:pt x="5352" y="8646"/>
                  <a:pt x="5352" y="8424"/>
                </a:cubicBezTo>
                <a:lnTo>
                  <a:pt x="5352" y="7917"/>
                </a:lnTo>
                <a:lnTo>
                  <a:pt x="4751" y="7917"/>
                </a:lnTo>
                <a:cubicBezTo>
                  <a:pt x="4497" y="7917"/>
                  <a:pt x="4307" y="7727"/>
                  <a:pt x="4307" y="7506"/>
                </a:cubicBezTo>
                <a:cubicBezTo>
                  <a:pt x="4307" y="7252"/>
                  <a:pt x="4497" y="7062"/>
                  <a:pt x="4751" y="7062"/>
                </a:cubicBezTo>
                <a:lnTo>
                  <a:pt x="5796" y="7062"/>
                </a:lnTo>
                <a:cubicBezTo>
                  <a:pt x="6144" y="7062"/>
                  <a:pt x="6398" y="6777"/>
                  <a:pt x="6398" y="6460"/>
                </a:cubicBezTo>
                <a:cubicBezTo>
                  <a:pt x="6398" y="6112"/>
                  <a:pt x="6144" y="5827"/>
                  <a:pt x="5796" y="5827"/>
                </a:cubicBezTo>
                <a:cubicBezTo>
                  <a:pt x="4972" y="5827"/>
                  <a:pt x="4307" y="5162"/>
                  <a:pt x="4307" y="4370"/>
                </a:cubicBezTo>
                <a:cubicBezTo>
                  <a:pt x="4307" y="3705"/>
                  <a:pt x="4751" y="3135"/>
                  <a:pt x="5352" y="2945"/>
                </a:cubicBezTo>
                <a:lnTo>
                  <a:pt x="5352" y="2407"/>
                </a:lnTo>
                <a:cubicBezTo>
                  <a:pt x="5352" y="2153"/>
                  <a:pt x="5543" y="1963"/>
                  <a:pt x="5796" y="1963"/>
                </a:cubicBezTo>
                <a:close/>
                <a:moveTo>
                  <a:pt x="1869" y="0"/>
                </a:moveTo>
                <a:cubicBezTo>
                  <a:pt x="1837" y="570"/>
                  <a:pt x="1552" y="1077"/>
                  <a:pt x="1109" y="1393"/>
                </a:cubicBezTo>
                <a:cubicBezTo>
                  <a:pt x="412" y="1932"/>
                  <a:pt x="0" y="2724"/>
                  <a:pt x="0" y="3610"/>
                </a:cubicBezTo>
                <a:lnTo>
                  <a:pt x="0" y="9659"/>
                </a:lnTo>
                <a:cubicBezTo>
                  <a:pt x="0" y="10577"/>
                  <a:pt x="760" y="11306"/>
                  <a:pt x="1679" y="11306"/>
                </a:cubicBezTo>
                <a:lnTo>
                  <a:pt x="9913" y="11306"/>
                </a:lnTo>
                <a:cubicBezTo>
                  <a:pt x="10831" y="11306"/>
                  <a:pt x="11591" y="10577"/>
                  <a:pt x="11591" y="9659"/>
                </a:cubicBezTo>
                <a:lnTo>
                  <a:pt x="11591" y="3610"/>
                </a:lnTo>
                <a:cubicBezTo>
                  <a:pt x="11591" y="2724"/>
                  <a:pt x="11180" y="1932"/>
                  <a:pt x="10483" y="1393"/>
                </a:cubicBezTo>
                <a:cubicBezTo>
                  <a:pt x="10040" y="1077"/>
                  <a:pt x="9754" y="570"/>
                  <a:pt x="9723" y="0"/>
                </a:cubicBezTo>
                <a:cubicBezTo>
                  <a:pt x="9596" y="32"/>
                  <a:pt x="9469" y="63"/>
                  <a:pt x="9311" y="63"/>
                </a:cubicBezTo>
                <a:lnTo>
                  <a:pt x="2281" y="63"/>
                </a:lnTo>
                <a:cubicBezTo>
                  <a:pt x="2122" y="63"/>
                  <a:pt x="1996" y="32"/>
                  <a:pt x="1869" y="0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2" name="Google Shape;5052;p27"/>
          <p:cNvSpPr/>
          <p:nvPr/>
        </p:nvSpPr>
        <p:spPr>
          <a:xfrm>
            <a:off x="2658171" y="3310018"/>
            <a:ext cx="263466" cy="42945"/>
          </a:xfrm>
          <a:custGeom>
            <a:rect b="b" l="l" r="r" t="t"/>
            <a:pathLst>
              <a:path extrusionOk="0" h="1363" w="8362">
                <a:moveTo>
                  <a:pt x="666" y="1"/>
                </a:moveTo>
                <a:cubicBezTo>
                  <a:pt x="286" y="1"/>
                  <a:pt x="1" y="317"/>
                  <a:pt x="1" y="666"/>
                </a:cubicBezTo>
                <a:cubicBezTo>
                  <a:pt x="1" y="1046"/>
                  <a:pt x="286" y="1362"/>
                  <a:pt x="666" y="1362"/>
                </a:cubicBezTo>
                <a:lnTo>
                  <a:pt x="7696" y="1362"/>
                </a:lnTo>
                <a:cubicBezTo>
                  <a:pt x="8076" y="1362"/>
                  <a:pt x="8361" y="1046"/>
                  <a:pt x="8361" y="666"/>
                </a:cubicBezTo>
                <a:cubicBezTo>
                  <a:pt x="8361" y="317"/>
                  <a:pt x="8076" y="1"/>
                  <a:pt x="7696" y="1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3" name="Google Shape;5053;p27"/>
          <p:cNvSpPr txBox="1"/>
          <p:nvPr/>
        </p:nvSpPr>
        <p:spPr>
          <a:xfrm>
            <a:off x="467376" y="134217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054" name="Google Shape;5054;p27"/>
          <p:cNvSpPr txBox="1"/>
          <p:nvPr/>
        </p:nvSpPr>
        <p:spPr>
          <a:xfrm>
            <a:off x="467376" y="162722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5" name="Google Shape;5055;p27"/>
          <p:cNvSpPr txBox="1"/>
          <p:nvPr/>
        </p:nvSpPr>
        <p:spPr>
          <a:xfrm>
            <a:off x="467375" y="2247871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056" name="Google Shape;5056;p27"/>
          <p:cNvSpPr txBox="1"/>
          <p:nvPr/>
        </p:nvSpPr>
        <p:spPr>
          <a:xfrm>
            <a:off x="467375" y="2508569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7" name="Google Shape;5057;p27"/>
          <p:cNvSpPr txBox="1"/>
          <p:nvPr/>
        </p:nvSpPr>
        <p:spPr>
          <a:xfrm>
            <a:off x="467375" y="3248039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058" name="Google Shape;5058;p27"/>
          <p:cNvSpPr txBox="1"/>
          <p:nvPr/>
        </p:nvSpPr>
        <p:spPr>
          <a:xfrm>
            <a:off x="467375" y="3508738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9" name="Google Shape;5059;p27"/>
          <p:cNvSpPr txBox="1"/>
          <p:nvPr/>
        </p:nvSpPr>
        <p:spPr>
          <a:xfrm>
            <a:off x="6841500" y="91760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060" name="Google Shape;5060;p27"/>
          <p:cNvSpPr txBox="1"/>
          <p:nvPr/>
        </p:nvSpPr>
        <p:spPr>
          <a:xfrm>
            <a:off x="6841500" y="1202648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1" name="Google Shape;5061;p27"/>
          <p:cNvSpPr txBox="1"/>
          <p:nvPr/>
        </p:nvSpPr>
        <p:spPr>
          <a:xfrm>
            <a:off x="6841500" y="186144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062" name="Google Shape;5062;p27"/>
          <p:cNvSpPr txBox="1"/>
          <p:nvPr/>
        </p:nvSpPr>
        <p:spPr>
          <a:xfrm>
            <a:off x="6841500" y="212213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third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3" name="Google Shape;5063;p27"/>
          <p:cNvSpPr txBox="1"/>
          <p:nvPr/>
        </p:nvSpPr>
        <p:spPr>
          <a:xfrm>
            <a:off x="6841500" y="278092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064" name="Google Shape;5064;p27"/>
          <p:cNvSpPr txBox="1"/>
          <p:nvPr/>
        </p:nvSpPr>
        <p:spPr>
          <a:xfrm>
            <a:off x="6841500" y="3041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it’s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5" name="Google Shape;5065;p27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9" name="Shape 5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0" name="Google Shape;5070;p28"/>
          <p:cNvSpPr/>
          <p:nvPr/>
        </p:nvSpPr>
        <p:spPr>
          <a:xfrm>
            <a:off x="965920" y="4037245"/>
            <a:ext cx="481313" cy="481283"/>
          </a:xfrm>
          <a:custGeom>
            <a:rect b="b" l="l" r="r" t="t"/>
            <a:pathLst>
              <a:path extrusionOk="0" h="15772" w="15773">
                <a:moveTo>
                  <a:pt x="12067" y="412"/>
                </a:moveTo>
                <a:cubicBezTo>
                  <a:pt x="13872" y="412"/>
                  <a:pt x="15360" y="1900"/>
                  <a:pt x="15360" y="3706"/>
                </a:cubicBezTo>
                <a:lnTo>
                  <a:pt x="15360" y="12066"/>
                </a:lnTo>
                <a:cubicBezTo>
                  <a:pt x="15360" y="13903"/>
                  <a:pt x="13872" y="15391"/>
                  <a:pt x="12067" y="15391"/>
                </a:cubicBezTo>
                <a:lnTo>
                  <a:pt x="3706" y="15391"/>
                </a:lnTo>
                <a:cubicBezTo>
                  <a:pt x="1869" y="15391"/>
                  <a:pt x="381" y="13903"/>
                  <a:pt x="381" y="12066"/>
                </a:cubicBezTo>
                <a:lnTo>
                  <a:pt x="381" y="3706"/>
                </a:lnTo>
                <a:cubicBezTo>
                  <a:pt x="381" y="1900"/>
                  <a:pt x="1869" y="412"/>
                  <a:pt x="3706" y="412"/>
                </a:cubicBezTo>
                <a:close/>
                <a:moveTo>
                  <a:pt x="3706" y="0"/>
                </a:moveTo>
                <a:cubicBezTo>
                  <a:pt x="1648" y="0"/>
                  <a:pt x="1" y="1679"/>
                  <a:pt x="1" y="3706"/>
                </a:cubicBezTo>
                <a:lnTo>
                  <a:pt x="1" y="12066"/>
                </a:lnTo>
                <a:cubicBezTo>
                  <a:pt x="1" y="14125"/>
                  <a:pt x="1648" y="15771"/>
                  <a:pt x="3706" y="15771"/>
                </a:cubicBezTo>
                <a:lnTo>
                  <a:pt x="12067" y="15771"/>
                </a:lnTo>
                <a:cubicBezTo>
                  <a:pt x="14094" y="15771"/>
                  <a:pt x="15772" y="14125"/>
                  <a:pt x="15772" y="12066"/>
                </a:cubicBezTo>
                <a:lnTo>
                  <a:pt x="15772" y="3706"/>
                </a:lnTo>
                <a:cubicBezTo>
                  <a:pt x="15772" y="1679"/>
                  <a:pt x="14094" y="0"/>
                  <a:pt x="12067" y="0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1" name="Google Shape;5071;p28"/>
          <p:cNvSpPr/>
          <p:nvPr/>
        </p:nvSpPr>
        <p:spPr>
          <a:xfrm>
            <a:off x="965920" y="992184"/>
            <a:ext cx="481313" cy="482259"/>
          </a:xfrm>
          <a:custGeom>
            <a:rect b="b" l="l" r="r" t="t"/>
            <a:pathLst>
              <a:path extrusionOk="0" h="15804" w="15773">
                <a:moveTo>
                  <a:pt x="12067" y="412"/>
                </a:moveTo>
                <a:cubicBezTo>
                  <a:pt x="13872" y="412"/>
                  <a:pt x="15360" y="1901"/>
                  <a:pt x="15360" y="3706"/>
                </a:cubicBezTo>
                <a:lnTo>
                  <a:pt x="15360" y="12098"/>
                </a:lnTo>
                <a:cubicBezTo>
                  <a:pt x="15360" y="13903"/>
                  <a:pt x="13872" y="15392"/>
                  <a:pt x="12067" y="15392"/>
                </a:cubicBezTo>
                <a:lnTo>
                  <a:pt x="3706" y="15392"/>
                </a:lnTo>
                <a:cubicBezTo>
                  <a:pt x="1869" y="15392"/>
                  <a:pt x="381" y="13903"/>
                  <a:pt x="381" y="12098"/>
                </a:cubicBezTo>
                <a:lnTo>
                  <a:pt x="381" y="3706"/>
                </a:lnTo>
                <a:cubicBezTo>
                  <a:pt x="381" y="1901"/>
                  <a:pt x="1869" y="412"/>
                  <a:pt x="3706" y="412"/>
                </a:cubicBezTo>
                <a:close/>
                <a:moveTo>
                  <a:pt x="3706" y="1"/>
                </a:moveTo>
                <a:cubicBezTo>
                  <a:pt x="1648" y="1"/>
                  <a:pt x="1" y="1679"/>
                  <a:pt x="1" y="3706"/>
                </a:cubicBezTo>
                <a:lnTo>
                  <a:pt x="1" y="12098"/>
                </a:lnTo>
                <a:cubicBezTo>
                  <a:pt x="1" y="14125"/>
                  <a:pt x="1648" y="15803"/>
                  <a:pt x="3706" y="15803"/>
                </a:cubicBezTo>
                <a:lnTo>
                  <a:pt x="12067" y="15803"/>
                </a:lnTo>
                <a:cubicBezTo>
                  <a:pt x="14094" y="15803"/>
                  <a:pt x="15772" y="14125"/>
                  <a:pt x="15772" y="12098"/>
                </a:cubicBezTo>
                <a:lnTo>
                  <a:pt x="15772" y="3706"/>
                </a:lnTo>
                <a:cubicBezTo>
                  <a:pt x="15772" y="1679"/>
                  <a:pt x="14094" y="1"/>
                  <a:pt x="12067" y="1"/>
                </a:cubicBezTo>
                <a:close/>
              </a:path>
            </a:pathLst>
          </a:custGeom>
          <a:solidFill>
            <a:srgbClr val="D6E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2" name="Google Shape;5072;p28"/>
          <p:cNvSpPr/>
          <p:nvPr/>
        </p:nvSpPr>
        <p:spPr>
          <a:xfrm>
            <a:off x="965920" y="1601965"/>
            <a:ext cx="481313" cy="481283"/>
          </a:xfrm>
          <a:custGeom>
            <a:rect b="b" l="l" r="r" t="t"/>
            <a:pathLst>
              <a:path extrusionOk="0" h="15772" w="15773">
                <a:moveTo>
                  <a:pt x="12067" y="381"/>
                </a:moveTo>
                <a:cubicBezTo>
                  <a:pt x="13872" y="381"/>
                  <a:pt x="15360" y="1869"/>
                  <a:pt x="15360" y="3674"/>
                </a:cubicBezTo>
                <a:lnTo>
                  <a:pt x="15360" y="12067"/>
                </a:lnTo>
                <a:cubicBezTo>
                  <a:pt x="15360" y="13872"/>
                  <a:pt x="13872" y="15360"/>
                  <a:pt x="12067" y="15360"/>
                </a:cubicBezTo>
                <a:lnTo>
                  <a:pt x="3706" y="15360"/>
                </a:lnTo>
                <a:cubicBezTo>
                  <a:pt x="1869" y="15360"/>
                  <a:pt x="381" y="13872"/>
                  <a:pt x="381" y="12067"/>
                </a:cubicBezTo>
                <a:lnTo>
                  <a:pt x="381" y="3674"/>
                </a:lnTo>
                <a:cubicBezTo>
                  <a:pt x="381" y="1869"/>
                  <a:pt x="1869" y="381"/>
                  <a:pt x="3706" y="381"/>
                </a:cubicBezTo>
                <a:close/>
                <a:moveTo>
                  <a:pt x="3706" y="1"/>
                </a:moveTo>
                <a:cubicBezTo>
                  <a:pt x="1648" y="1"/>
                  <a:pt x="1" y="1648"/>
                  <a:pt x="1" y="3674"/>
                </a:cubicBezTo>
                <a:lnTo>
                  <a:pt x="1" y="12067"/>
                </a:lnTo>
                <a:cubicBezTo>
                  <a:pt x="1" y="14093"/>
                  <a:pt x="1648" y="15772"/>
                  <a:pt x="3706" y="15772"/>
                </a:cubicBezTo>
                <a:lnTo>
                  <a:pt x="12067" y="15772"/>
                </a:lnTo>
                <a:cubicBezTo>
                  <a:pt x="14094" y="15772"/>
                  <a:pt x="15772" y="14093"/>
                  <a:pt x="15772" y="12067"/>
                </a:cubicBezTo>
                <a:lnTo>
                  <a:pt x="15772" y="3674"/>
                </a:lnTo>
                <a:cubicBezTo>
                  <a:pt x="15772" y="1648"/>
                  <a:pt x="14094" y="1"/>
                  <a:pt x="12067" y="1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3" name="Google Shape;5073;p28"/>
          <p:cNvSpPr/>
          <p:nvPr/>
        </p:nvSpPr>
        <p:spPr>
          <a:xfrm>
            <a:off x="965920" y="2819605"/>
            <a:ext cx="481313" cy="481283"/>
          </a:xfrm>
          <a:custGeom>
            <a:rect b="b" l="l" r="r" t="t"/>
            <a:pathLst>
              <a:path extrusionOk="0" h="15772" w="15773">
                <a:moveTo>
                  <a:pt x="12067" y="381"/>
                </a:moveTo>
                <a:cubicBezTo>
                  <a:pt x="13872" y="381"/>
                  <a:pt x="15360" y="1869"/>
                  <a:pt x="15360" y="3706"/>
                </a:cubicBezTo>
                <a:lnTo>
                  <a:pt x="15360" y="12066"/>
                </a:lnTo>
                <a:cubicBezTo>
                  <a:pt x="15360" y="13903"/>
                  <a:pt x="13872" y="15392"/>
                  <a:pt x="12067" y="15392"/>
                </a:cubicBezTo>
                <a:lnTo>
                  <a:pt x="3706" y="15392"/>
                </a:lnTo>
                <a:cubicBezTo>
                  <a:pt x="1869" y="15392"/>
                  <a:pt x="381" y="13903"/>
                  <a:pt x="381" y="12066"/>
                </a:cubicBezTo>
                <a:lnTo>
                  <a:pt x="381" y="3706"/>
                </a:lnTo>
                <a:cubicBezTo>
                  <a:pt x="381" y="1869"/>
                  <a:pt x="1869" y="381"/>
                  <a:pt x="3706" y="381"/>
                </a:cubicBezTo>
                <a:close/>
                <a:moveTo>
                  <a:pt x="3706" y="1"/>
                </a:moveTo>
                <a:cubicBezTo>
                  <a:pt x="1648" y="1"/>
                  <a:pt x="1" y="1647"/>
                  <a:pt x="1" y="3706"/>
                </a:cubicBezTo>
                <a:lnTo>
                  <a:pt x="1" y="12066"/>
                </a:lnTo>
                <a:cubicBezTo>
                  <a:pt x="1" y="14125"/>
                  <a:pt x="1648" y="15772"/>
                  <a:pt x="3706" y="15772"/>
                </a:cubicBezTo>
                <a:lnTo>
                  <a:pt x="12067" y="15772"/>
                </a:lnTo>
                <a:cubicBezTo>
                  <a:pt x="14094" y="15772"/>
                  <a:pt x="15772" y="14125"/>
                  <a:pt x="15772" y="12066"/>
                </a:cubicBezTo>
                <a:lnTo>
                  <a:pt x="15772" y="3706"/>
                </a:lnTo>
                <a:cubicBezTo>
                  <a:pt x="15772" y="1647"/>
                  <a:pt x="14094" y="1"/>
                  <a:pt x="12067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4" name="Google Shape;5074;p28"/>
          <p:cNvSpPr/>
          <p:nvPr/>
        </p:nvSpPr>
        <p:spPr>
          <a:xfrm>
            <a:off x="965920" y="2210800"/>
            <a:ext cx="481313" cy="481283"/>
          </a:xfrm>
          <a:custGeom>
            <a:rect b="b" l="l" r="r" t="t"/>
            <a:pathLst>
              <a:path extrusionOk="0" h="15772" w="15773">
                <a:moveTo>
                  <a:pt x="12067" y="380"/>
                </a:moveTo>
                <a:cubicBezTo>
                  <a:pt x="13872" y="380"/>
                  <a:pt x="15360" y="1869"/>
                  <a:pt x="15360" y="3705"/>
                </a:cubicBezTo>
                <a:lnTo>
                  <a:pt x="15360" y="12066"/>
                </a:lnTo>
                <a:cubicBezTo>
                  <a:pt x="15360" y="13871"/>
                  <a:pt x="13872" y="15360"/>
                  <a:pt x="12067" y="15360"/>
                </a:cubicBezTo>
                <a:lnTo>
                  <a:pt x="3706" y="15360"/>
                </a:lnTo>
                <a:cubicBezTo>
                  <a:pt x="1869" y="15360"/>
                  <a:pt x="381" y="13871"/>
                  <a:pt x="381" y="12066"/>
                </a:cubicBezTo>
                <a:lnTo>
                  <a:pt x="381" y="3705"/>
                </a:lnTo>
                <a:cubicBezTo>
                  <a:pt x="381" y="1869"/>
                  <a:pt x="1869" y="380"/>
                  <a:pt x="3706" y="380"/>
                </a:cubicBezTo>
                <a:close/>
                <a:moveTo>
                  <a:pt x="3706" y="0"/>
                </a:moveTo>
                <a:cubicBezTo>
                  <a:pt x="1648" y="0"/>
                  <a:pt x="1" y="1647"/>
                  <a:pt x="1" y="3705"/>
                </a:cubicBezTo>
                <a:lnTo>
                  <a:pt x="1" y="12066"/>
                </a:lnTo>
                <a:cubicBezTo>
                  <a:pt x="1" y="14093"/>
                  <a:pt x="1648" y="15771"/>
                  <a:pt x="3706" y="15771"/>
                </a:cubicBezTo>
                <a:lnTo>
                  <a:pt x="12067" y="15771"/>
                </a:lnTo>
                <a:cubicBezTo>
                  <a:pt x="14094" y="15771"/>
                  <a:pt x="15772" y="14093"/>
                  <a:pt x="15772" y="12066"/>
                </a:cubicBezTo>
                <a:lnTo>
                  <a:pt x="15772" y="3705"/>
                </a:lnTo>
                <a:cubicBezTo>
                  <a:pt x="15772" y="1647"/>
                  <a:pt x="14094" y="0"/>
                  <a:pt x="12067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5" name="Google Shape;5075;p28"/>
          <p:cNvSpPr/>
          <p:nvPr/>
        </p:nvSpPr>
        <p:spPr>
          <a:xfrm>
            <a:off x="965920" y="3428410"/>
            <a:ext cx="481313" cy="481313"/>
          </a:xfrm>
          <a:custGeom>
            <a:rect b="b" l="l" r="r" t="t"/>
            <a:pathLst>
              <a:path extrusionOk="0" h="15773" w="15773">
                <a:moveTo>
                  <a:pt x="12067" y="381"/>
                </a:moveTo>
                <a:cubicBezTo>
                  <a:pt x="13872" y="381"/>
                  <a:pt x="15360" y="1869"/>
                  <a:pt x="15360" y="3706"/>
                </a:cubicBezTo>
                <a:lnTo>
                  <a:pt x="15360" y="12067"/>
                </a:lnTo>
                <a:cubicBezTo>
                  <a:pt x="15360" y="13904"/>
                  <a:pt x="13872" y="15392"/>
                  <a:pt x="12067" y="15392"/>
                </a:cubicBezTo>
                <a:lnTo>
                  <a:pt x="3706" y="15392"/>
                </a:lnTo>
                <a:cubicBezTo>
                  <a:pt x="1869" y="15392"/>
                  <a:pt x="381" y="13904"/>
                  <a:pt x="381" y="12067"/>
                </a:cubicBezTo>
                <a:lnTo>
                  <a:pt x="381" y="3706"/>
                </a:lnTo>
                <a:cubicBezTo>
                  <a:pt x="381" y="1869"/>
                  <a:pt x="1869" y="381"/>
                  <a:pt x="3706" y="381"/>
                </a:cubicBezTo>
                <a:close/>
                <a:moveTo>
                  <a:pt x="3706" y="1"/>
                </a:moveTo>
                <a:cubicBezTo>
                  <a:pt x="1648" y="1"/>
                  <a:pt x="1" y="1648"/>
                  <a:pt x="1" y="3706"/>
                </a:cubicBezTo>
                <a:lnTo>
                  <a:pt x="1" y="12067"/>
                </a:lnTo>
                <a:cubicBezTo>
                  <a:pt x="1" y="14125"/>
                  <a:pt x="1648" y="15772"/>
                  <a:pt x="3706" y="15772"/>
                </a:cubicBezTo>
                <a:lnTo>
                  <a:pt x="12067" y="15772"/>
                </a:lnTo>
                <a:cubicBezTo>
                  <a:pt x="14094" y="15772"/>
                  <a:pt x="15772" y="14125"/>
                  <a:pt x="15772" y="12067"/>
                </a:cubicBezTo>
                <a:lnTo>
                  <a:pt x="15772" y="3706"/>
                </a:lnTo>
                <a:cubicBezTo>
                  <a:pt x="15772" y="1648"/>
                  <a:pt x="14094" y="1"/>
                  <a:pt x="12067" y="1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6" name="Google Shape;5076;p28"/>
          <p:cNvSpPr/>
          <p:nvPr/>
        </p:nvSpPr>
        <p:spPr>
          <a:xfrm>
            <a:off x="3848825" y="1207009"/>
            <a:ext cx="71253" cy="52211"/>
          </a:xfrm>
          <a:custGeom>
            <a:rect b="b" l="l" r="r" t="t"/>
            <a:pathLst>
              <a:path extrusionOk="0" h="1711" w="2335">
                <a:moveTo>
                  <a:pt x="1156" y="0"/>
                </a:moveTo>
                <a:cubicBezTo>
                  <a:pt x="487" y="0"/>
                  <a:pt x="0" y="777"/>
                  <a:pt x="533" y="1480"/>
                </a:cubicBezTo>
                <a:cubicBezTo>
                  <a:pt x="746" y="1641"/>
                  <a:pt x="966" y="1711"/>
                  <a:pt x="1170" y="1711"/>
                </a:cubicBezTo>
                <a:cubicBezTo>
                  <a:pt x="1843" y="1711"/>
                  <a:pt x="2335" y="950"/>
                  <a:pt x="1800" y="245"/>
                </a:cubicBezTo>
                <a:cubicBezTo>
                  <a:pt x="1584" y="73"/>
                  <a:pt x="1361" y="0"/>
                  <a:pt x="1156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7" name="Google Shape;5077;p28"/>
          <p:cNvSpPr/>
          <p:nvPr/>
        </p:nvSpPr>
        <p:spPr>
          <a:xfrm>
            <a:off x="3848733" y="1816241"/>
            <a:ext cx="71436" cy="52638"/>
          </a:xfrm>
          <a:custGeom>
            <a:rect b="b" l="l" r="r" t="t"/>
            <a:pathLst>
              <a:path extrusionOk="0" h="1725" w="2341">
                <a:moveTo>
                  <a:pt x="1168" y="0"/>
                </a:moveTo>
                <a:cubicBezTo>
                  <a:pt x="494" y="0"/>
                  <a:pt x="1" y="768"/>
                  <a:pt x="536" y="1498"/>
                </a:cubicBezTo>
                <a:cubicBezTo>
                  <a:pt x="745" y="1656"/>
                  <a:pt x="961" y="1725"/>
                  <a:pt x="1161" y="1725"/>
                </a:cubicBezTo>
                <a:cubicBezTo>
                  <a:pt x="1840" y="1725"/>
                  <a:pt x="2341" y="940"/>
                  <a:pt x="1803" y="231"/>
                </a:cubicBezTo>
                <a:cubicBezTo>
                  <a:pt x="1590" y="70"/>
                  <a:pt x="1371" y="0"/>
                  <a:pt x="1168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8" name="Google Shape;5078;p28"/>
          <p:cNvSpPr/>
          <p:nvPr/>
        </p:nvSpPr>
        <p:spPr>
          <a:xfrm>
            <a:off x="3848672" y="2425168"/>
            <a:ext cx="71497" cy="52547"/>
          </a:xfrm>
          <a:custGeom>
            <a:rect b="b" l="l" r="r" t="t"/>
            <a:pathLst>
              <a:path extrusionOk="0" h="1722" w="2343">
                <a:moveTo>
                  <a:pt x="1179" y="0"/>
                </a:moveTo>
                <a:cubicBezTo>
                  <a:pt x="501" y="0"/>
                  <a:pt x="0" y="785"/>
                  <a:pt x="538" y="1494"/>
                </a:cubicBezTo>
                <a:cubicBezTo>
                  <a:pt x="747" y="1653"/>
                  <a:pt x="963" y="1721"/>
                  <a:pt x="1163" y="1721"/>
                </a:cubicBezTo>
                <a:cubicBezTo>
                  <a:pt x="1842" y="1721"/>
                  <a:pt x="2343" y="936"/>
                  <a:pt x="1805" y="227"/>
                </a:cubicBezTo>
                <a:cubicBezTo>
                  <a:pt x="1596" y="69"/>
                  <a:pt x="1380" y="0"/>
                  <a:pt x="1179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9" name="Google Shape;5079;p28"/>
          <p:cNvSpPr/>
          <p:nvPr/>
        </p:nvSpPr>
        <p:spPr>
          <a:xfrm>
            <a:off x="3848672" y="3033973"/>
            <a:ext cx="71497" cy="52547"/>
          </a:xfrm>
          <a:custGeom>
            <a:rect b="b" l="l" r="r" t="t"/>
            <a:pathLst>
              <a:path extrusionOk="0" h="1722" w="2343">
                <a:moveTo>
                  <a:pt x="1179" y="1"/>
                </a:moveTo>
                <a:cubicBezTo>
                  <a:pt x="501" y="1"/>
                  <a:pt x="0" y="785"/>
                  <a:pt x="538" y="1494"/>
                </a:cubicBezTo>
                <a:cubicBezTo>
                  <a:pt x="747" y="1653"/>
                  <a:pt x="963" y="1722"/>
                  <a:pt x="1163" y="1722"/>
                </a:cubicBezTo>
                <a:cubicBezTo>
                  <a:pt x="1842" y="1722"/>
                  <a:pt x="2343" y="937"/>
                  <a:pt x="1805" y="228"/>
                </a:cubicBezTo>
                <a:cubicBezTo>
                  <a:pt x="1596" y="69"/>
                  <a:pt x="1380" y="1"/>
                  <a:pt x="1179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0" name="Google Shape;5080;p28"/>
          <p:cNvSpPr/>
          <p:nvPr/>
        </p:nvSpPr>
        <p:spPr>
          <a:xfrm>
            <a:off x="3848672" y="4251613"/>
            <a:ext cx="71497" cy="52547"/>
          </a:xfrm>
          <a:custGeom>
            <a:rect b="b" l="l" r="r" t="t"/>
            <a:pathLst>
              <a:path extrusionOk="0" h="1722" w="2343">
                <a:moveTo>
                  <a:pt x="1179" y="0"/>
                </a:moveTo>
                <a:cubicBezTo>
                  <a:pt x="501" y="0"/>
                  <a:pt x="0" y="785"/>
                  <a:pt x="538" y="1494"/>
                </a:cubicBezTo>
                <a:cubicBezTo>
                  <a:pt x="747" y="1653"/>
                  <a:pt x="963" y="1721"/>
                  <a:pt x="1163" y="1721"/>
                </a:cubicBezTo>
                <a:cubicBezTo>
                  <a:pt x="1842" y="1721"/>
                  <a:pt x="2343" y="937"/>
                  <a:pt x="1805" y="228"/>
                </a:cubicBezTo>
                <a:cubicBezTo>
                  <a:pt x="1596" y="69"/>
                  <a:pt x="1380" y="0"/>
                  <a:pt x="1179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81" name="Google Shape;5081;p28"/>
          <p:cNvGrpSpPr/>
          <p:nvPr/>
        </p:nvGrpSpPr>
        <p:grpSpPr>
          <a:xfrm>
            <a:off x="3884406" y="1079640"/>
            <a:ext cx="4293674" cy="3660183"/>
            <a:chOff x="3884406" y="1079640"/>
            <a:chExt cx="4293674" cy="3660183"/>
          </a:xfrm>
        </p:grpSpPr>
        <p:sp>
          <p:nvSpPr>
            <p:cNvPr id="5082" name="Google Shape;5082;p28"/>
            <p:cNvSpPr/>
            <p:nvPr/>
          </p:nvSpPr>
          <p:spPr>
            <a:xfrm>
              <a:off x="5525319" y="3523128"/>
              <a:ext cx="2411143" cy="1216694"/>
            </a:xfrm>
            <a:custGeom>
              <a:rect b="b" l="l" r="r" t="t"/>
              <a:pathLst>
                <a:path extrusionOk="0" h="39872" w="79015">
                  <a:moveTo>
                    <a:pt x="1" y="1"/>
                  </a:moveTo>
                  <a:lnTo>
                    <a:pt x="37402" y="24386"/>
                  </a:lnTo>
                  <a:lnTo>
                    <a:pt x="39524" y="39872"/>
                  </a:lnTo>
                  <a:lnTo>
                    <a:pt x="42849" y="23816"/>
                  </a:lnTo>
                  <a:lnTo>
                    <a:pt x="79015" y="1"/>
                  </a:lnTo>
                  <a:lnTo>
                    <a:pt x="39175" y="178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3" name="Google Shape;5083;p28"/>
            <p:cNvSpPr/>
            <p:nvPr/>
          </p:nvSpPr>
          <p:spPr>
            <a:xfrm>
              <a:off x="5525319" y="2827325"/>
              <a:ext cx="2411143" cy="1392583"/>
            </a:xfrm>
            <a:custGeom>
              <a:rect b="b" l="l" r="r" t="t"/>
              <a:pathLst>
                <a:path extrusionOk="0" h="45636" w="79015">
                  <a:moveTo>
                    <a:pt x="39524" y="1"/>
                  </a:moveTo>
                  <a:lnTo>
                    <a:pt x="1" y="22803"/>
                  </a:lnTo>
                  <a:lnTo>
                    <a:pt x="39524" y="45636"/>
                  </a:lnTo>
                  <a:lnTo>
                    <a:pt x="79015" y="22803"/>
                  </a:lnTo>
                  <a:lnTo>
                    <a:pt x="39524" y="1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4" name="Google Shape;5084;p28"/>
            <p:cNvSpPr/>
            <p:nvPr/>
          </p:nvSpPr>
          <p:spPr>
            <a:xfrm>
              <a:off x="6731363" y="3523128"/>
              <a:ext cx="1446716" cy="1216694"/>
            </a:xfrm>
            <a:custGeom>
              <a:rect b="b" l="l" r="r" t="t"/>
              <a:pathLst>
                <a:path extrusionOk="0" h="39872" w="47410">
                  <a:moveTo>
                    <a:pt x="39492" y="1"/>
                  </a:moveTo>
                  <a:lnTo>
                    <a:pt x="1" y="22834"/>
                  </a:lnTo>
                  <a:lnTo>
                    <a:pt x="1" y="39872"/>
                  </a:lnTo>
                  <a:lnTo>
                    <a:pt x="47409" y="12478"/>
                  </a:lnTo>
                  <a:lnTo>
                    <a:pt x="39492" y="1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5" name="Google Shape;5085;p28"/>
            <p:cNvSpPr/>
            <p:nvPr/>
          </p:nvSpPr>
          <p:spPr>
            <a:xfrm>
              <a:off x="5283732" y="3523128"/>
              <a:ext cx="1447662" cy="1216694"/>
            </a:xfrm>
            <a:custGeom>
              <a:rect b="b" l="l" r="r" t="t"/>
              <a:pathLst>
                <a:path extrusionOk="0" h="39872" w="47441">
                  <a:moveTo>
                    <a:pt x="7918" y="1"/>
                  </a:moveTo>
                  <a:lnTo>
                    <a:pt x="0" y="12478"/>
                  </a:lnTo>
                  <a:lnTo>
                    <a:pt x="47441" y="39872"/>
                  </a:lnTo>
                  <a:lnTo>
                    <a:pt x="47441" y="22834"/>
                  </a:lnTo>
                  <a:lnTo>
                    <a:pt x="7918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6" name="Google Shape;5086;p28"/>
            <p:cNvSpPr/>
            <p:nvPr/>
          </p:nvSpPr>
          <p:spPr>
            <a:xfrm>
              <a:off x="5765960" y="3035102"/>
              <a:ext cx="1929891" cy="1034062"/>
            </a:xfrm>
            <a:custGeom>
              <a:rect b="b" l="l" r="r" t="t"/>
              <a:pathLst>
                <a:path extrusionOk="0" h="33887" w="63244">
                  <a:moveTo>
                    <a:pt x="0" y="1"/>
                  </a:moveTo>
                  <a:lnTo>
                    <a:pt x="27394" y="19635"/>
                  </a:lnTo>
                  <a:lnTo>
                    <a:pt x="31289" y="33886"/>
                  </a:lnTo>
                  <a:lnTo>
                    <a:pt x="33791" y="18432"/>
                  </a:lnTo>
                  <a:lnTo>
                    <a:pt x="63243" y="1"/>
                  </a:lnTo>
                  <a:lnTo>
                    <a:pt x="31923" y="1599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7" name="Google Shape;5087;p28"/>
            <p:cNvSpPr/>
            <p:nvPr/>
          </p:nvSpPr>
          <p:spPr>
            <a:xfrm>
              <a:off x="5765960" y="2478478"/>
              <a:ext cx="1929891" cy="1113279"/>
            </a:xfrm>
            <a:custGeom>
              <a:rect b="b" l="l" r="r" t="t"/>
              <a:pathLst>
                <a:path extrusionOk="0" h="36483" w="63244">
                  <a:moveTo>
                    <a:pt x="31638" y="0"/>
                  </a:moveTo>
                  <a:lnTo>
                    <a:pt x="0" y="18242"/>
                  </a:lnTo>
                  <a:lnTo>
                    <a:pt x="31638" y="36483"/>
                  </a:lnTo>
                  <a:lnTo>
                    <a:pt x="63243" y="18242"/>
                  </a:lnTo>
                  <a:lnTo>
                    <a:pt x="31638" y="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8" name="Google Shape;5088;p28"/>
            <p:cNvSpPr/>
            <p:nvPr/>
          </p:nvSpPr>
          <p:spPr>
            <a:xfrm>
              <a:off x="6731363" y="3035102"/>
              <a:ext cx="1205098" cy="1077546"/>
            </a:xfrm>
            <a:custGeom>
              <a:rect b="b" l="l" r="r" t="t"/>
              <a:pathLst>
                <a:path extrusionOk="0" h="35312" w="39492">
                  <a:moveTo>
                    <a:pt x="31606" y="1"/>
                  </a:moveTo>
                  <a:lnTo>
                    <a:pt x="1" y="18242"/>
                  </a:lnTo>
                  <a:lnTo>
                    <a:pt x="1" y="35312"/>
                  </a:lnTo>
                  <a:lnTo>
                    <a:pt x="39492" y="12478"/>
                  </a:lnTo>
                  <a:lnTo>
                    <a:pt x="31606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9" name="Google Shape;5089;p28"/>
            <p:cNvSpPr/>
            <p:nvPr/>
          </p:nvSpPr>
          <p:spPr>
            <a:xfrm>
              <a:off x="5525319" y="3035102"/>
              <a:ext cx="1206075" cy="1077546"/>
            </a:xfrm>
            <a:custGeom>
              <a:rect b="b" l="l" r="r" t="t"/>
              <a:pathLst>
                <a:path extrusionOk="0" h="35312" w="39524">
                  <a:moveTo>
                    <a:pt x="7886" y="1"/>
                  </a:moveTo>
                  <a:lnTo>
                    <a:pt x="1" y="12478"/>
                  </a:lnTo>
                  <a:lnTo>
                    <a:pt x="39524" y="35312"/>
                  </a:lnTo>
                  <a:lnTo>
                    <a:pt x="39524" y="18242"/>
                  </a:lnTo>
                  <a:lnTo>
                    <a:pt x="7886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0" name="Google Shape;5090;p28"/>
            <p:cNvSpPr/>
            <p:nvPr/>
          </p:nvSpPr>
          <p:spPr>
            <a:xfrm>
              <a:off x="6007548" y="2547075"/>
              <a:ext cx="1446686" cy="937421"/>
            </a:xfrm>
            <a:custGeom>
              <a:rect b="b" l="l" r="r" t="t"/>
              <a:pathLst>
                <a:path extrusionOk="0" h="30720" w="47409">
                  <a:moveTo>
                    <a:pt x="47409" y="1"/>
                  </a:moveTo>
                  <a:lnTo>
                    <a:pt x="47409" y="1"/>
                  </a:lnTo>
                  <a:lnTo>
                    <a:pt x="47409" y="1"/>
                  </a:lnTo>
                  <a:close/>
                  <a:moveTo>
                    <a:pt x="0" y="1"/>
                  </a:moveTo>
                  <a:lnTo>
                    <a:pt x="20807" y="14759"/>
                  </a:lnTo>
                  <a:lnTo>
                    <a:pt x="23721" y="30720"/>
                  </a:lnTo>
                  <a:lnTo>
                    <a:pt x="25431" y="14759"/>
                  </a:lnTo>
                  <a:lnTo>
                    <a:pt x="47409" y="1"/>
                  </a:lnTo>
                  <a:lnTo>
                    <a:pt x="23689" y="109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1" name="Google Shape;5091;p28"/>
            <p:cNvSpPr/>
            <p:nvPr/>
          </p:nvSpPr>
          <p:spPr>
            <a:xfrm>
              <a:off x="6007548" y="2129600"/>
              <a:ext cx="1446686" cy="834982"/>
            </a:xfrm>
            <a:custGeom>
              <a:rect b="b" l="l" r="r" t="t"/>
              <a:pathLst>
                <a:path extrusionOk="0" h="27363" w="47409">
                  <a:moveTo>
                    <a:pt x="23721" y="1"/>
                  </a:moveTo>
                  <a:lnTo>
                    <a:pt x="0" y="13682"/>
                  </a:lnTo>
                  <a:lnTo>
                    <a:pt x="23721" y="27363"/>
                  </a:lnTo>
                  <a:lnTo>
                    <a:pt x="47409" y="13682"/>
                  </a:lnTo>
                  <a:lnTo>
                    <a:pt x="23721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2" name="Google Shape;5092;p28"/>
            <p:cNvSpPr/>
            <p:nvPr/>
          </p:nvSpPr>
          <p:spPr>
            <a:xfrm>
              <a:off x="6731363" y="2547075"/>
              <a:ext cx="964488" cy="937421"/>
            </a:xfrm>
            <a:custGeom>
              <a:rect b="b" l="l" r="r" t="t"/>
              <a:pathLst>
                <a:path extrusionOk="0" h="30720" w="31607">
                  <a:moveTo>
                    <a:pt x="23689" y="1"/>
                  </a:moveTo>
                  <a:lnTo>
                    <a:pt x="1" y="13682"/>
                  </a:lnTo>
                  <a:lnTo>
                    <a:pt x="1" y="30720"/>
                  </a:lnTo>
                  <a:lnTo>
                    <a:pt x="31606" y="12478"/>
                  </a:lnTo>
                  <a:lnTo>
                    <a:pt x="23689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3" name="Google Shape;5093;p28"/>
            <p:cNvSpPr/>
            <p:nvPr/>
          </p:nvSpPr>
          <p:spPr>
            <a:xfrm>
              <a:off x="5765960" y="2547075"/>
              <a:ext cx="965434" cy="937421"/>
            </a:xfrm>
            <a:custGeom>
              <a:rect b="b" l="l" r="r" t="t"/>
              <a:pathLst>
                <a:path extrusionOk="0" h="30720" w="31638">
                  <a:moveTo>
                    <a:pt x="7917" y="1"/>
                  </a:moveTo>
                  <a:lnTo>
                    <a:pt x="0" y="12478"/>
                  </a:lnTo>
                  <a:lnTo>
                    <a:pt x="31638" y="30720"/>
                  </a:lnTo>
                  <a:lnTo>
                    <a:pt x="31638" y="13682"/>
                  </a:lnTo>
                  <a:lnTo>
                    <a:pt x="7917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4" name="Google Shape;5094;p28"/>
            <p:cNvSpPr/>
            <p:nvPr/>
          </p:nvSpPr>
          <p:spPr>
            <a:xfrm>
              <a:off x="6248158" y="2059080"/>
              <a:ext cx="965464" cy="794366"/>
            </a:xfrm>
            <a:custGeom>
              <a:rect b="b" l="l" r="r" t="t"/>
              <a:pathLst>
                <a:path extrusionOk="0" h="26032" w="31639">
                  <a:moveTo>
                    <a:pt x="1" y="0"/>
                  </a:moveTo>
                  <a:lnTo>
                    <a:pt x="13935" y="10008"/>
                  </a:lnTo>
                  <a:lnTo>
                    <a:pt x="15836" y="26032"/>
                  </a:lnTo>
                  <a:lnTo>
                    <a:pt x="16754" y="9342"/>
                  </a:lnTo>
                  <a:lnTo>
                    <a:pt x="31638" y="0"/>
                  </a:lnTo>
                  <a:lnTo>
                    <a:pt x="31638" y="0"/>
                  </a:lnTo>
                  <a:lnTo>
                    <a:pt x="15804" y="72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5" name="Google Shape;5095;p28"/>
            <p:cNvSpPr/>
            <p:nvPr/>
          </p:nvSpPr>
          <p:spPr>
            <a:xfrm>
              <a:off x="6248158" y="1780752"/>
              <a:ext cx="965464" cy="556655"/>
            </a:xfrm>
            <a:custGeom>
              <a:rect b="b" l="l" r="r" t="t"/>
              <a:pathLst>
                <a:path extrusionOk="0" h="18242" w="31639">
                  <a:moveTo>
                    <a:pt x="15836" y="1"/>
                  </a:moveTo>
                  <a:lnTo>
                    <a:pt x="1" y="9121"/>
                  </a:lnTo>
                  <a:lnTo>
                    <a:pt x="15836" y="18242"/>
                  </a:lnTo>
                  <a:lnTo>
                    <a:pt x="31638" y="9121"/>
                  </a:lnTo>
                  <a:lnTo>
                    <a:pt x="15836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6" name="Google Shape;5096;p28"/>
            <p:cNvSpPr/>
            <p:nvPr/>
          </p:nvSpPr>
          <p:spPr>
            <a:xfrm>
              <a:off x="6731363" y="2059080"/>
              <a:ext cx="722870" cy="794366"/>
            </a:xfrm>
            <a:custGeom>
              <a:rect b="b" l="l" r="r" t="t"/>
              <a:pathLst>
                <a:path extrusionOk="0" h="26032" w="23689">
                  <a:moveTo>
                    <a:pt x="15803" y="0"/>
                  </a:moveTo>
                  <a:lnTo>
                    <a:pt x="1" y="8994"/>
                  </a:lnTo>
                  <a:lnTo>
                    <a:pt x="1" y="26032"/>
                  </a:lnTo>
                  <a:lnTo>
                    <a:pt x="23689" y="12319"/>
                  </a:lnTo>
                  <a:lnTo>
                    <a:pt x="15803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7" name="Google Shape;5097;p28"/>
            <p:cNvSpPr/>
            <p:nvPr/>
          </p:nvSpPr>
          <p:spPr>
            <a:xfrm>
              <a:off x="6007548" y="2059080"/>
              <a:ext cx="723846" cy="794366"/>
            </a:xfrm>
            <a:custGeom>
              <a:rect b="b" l="l" r="r" t="t"/>
              <a:pathLst>
                <a:path extrusionOk="0" h="26032" w="23721">
                  <a:moveTo>
                    <a:pt x="7886" y="0"/>
                  </a:moveTo>
                  <a:lnTo>
                    <a:pt x="0" y="12478"/>
                  </a:lnTo>
                  <a:lnTo>
                    <a:pt x="23721" y="26032"/>
                  </a:lnTo>
                  <a:lnTo>
                    <a:pt x="23721" y="8994"/>
                  </a:lnTo>
                  <a:lnTo>
                    <a:pt x="7886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8" name="Google Shape;5098;p28"/>
            <p:cNvSpPr/>
            <p:nvPr/>
          </p:nvSpPr>
          <p:spPr>
            <a:xfrm>
              <a:off x="6489776" y="1571053"/>
              <a:ext cx="482259" cy="659093"/>
            </a:xfrm>
            <a:custGeom>
              <a:rect b="b" l="l" r="r" t="t"/>
              <a:pathLst>
                <a:path extrusionOk="0" h="21599" w="15804">
                  <a:moveTo>
                    <a:pt x="0" y="0"/>
                  </a:moveTo>
                  <a:lnTo>
                    <a:pt x="5891" y="5479"/>
                  </a:lnTo>
                  <a:lnTo>
                    <a:pt x="7918" y="21599"/>
                  </a:lnTo>
                  <a:lnTo>
                    <a:pt x="8868" y="4624"/>
                  </a:lnTo>
                  <a:lnTo>
                    <a:pt x="15803" y="0"/>
                  </a:lnTo>
                  <a:lnTo>
                    <a:pt x="7252" y="31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9" name="Google Shape;5099;p28"/>
            <p:cNvSpPr/>
            <p:nvPr/>
          </p:nvSpPr>
          <p:spPr>
            <a:xfrm>
              <a:off x="6489776" y="1431905"/>
              <a:ext cx="482259" cy="278327"/>
            </a:xfrm>
            <a:custGeom>
              <a:rect b="b" l="l" r="r" t="t"/>
              <a:pathLst>
                <a:path extrusionOk="0" h="9121" w="15804">
                  <a:moveTo>
                    <a:pt x="7918" y="0"/>
                  </a:moveTo>
                  <a:lnTo>
                    <a:pt x="0" y="4560"/>
                  </a:lnTo>
                  <a:lnTo>
                    <a:pt x="7918" y="9121"/>
                  </a:lnTo>
                  <a:lnTo>
                    <a:pt x="15803" y="4560"/>
                  </a:lnTo>
                  <a:lnTo>
                    <a:pt x="7918" y="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0" name="Google Shape;5100;p28"/>
            <p:cNvSpPr/>
            <p:nvPr/>
          </p:nvSpPr>
          <p:spPr>
            <a:xfrm>
              <a:off x="6731363" y="1571053"/>
              <a:ext cx="482259" cy="659093"/>
            </a:xfrm>
            <a:custGeom>
              <a:rect b="b" l="l" r="r" t="t"/>
              <a:pathLst>
                <a:path extrusionOk="0" h="21599" w="15804">
                  <a:moveTo>
                    <a:pt x="7886" y="0"/>
                  </a:moveTo>
                  <a:lnTo>
                    <a:pt x="1" y="4561"/>
                  </a:lnTo>
                  <a:lnTo>
                    <a:pt x="1" y="21599"/>
                  </a:lnTo>
                  <a:lnTo>
                    <a:pt x="15803" y="12478"/>
                  </a:lnTo>
                  <a:lnTo>
                    <a:pt x="7886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1" name="Google Shape;5101;p28"/>
            <p:cNvSpPr/>
            <p:nvPr/>
          </p:nvSpPr>
          <p:spPr>
            <a:xfrm>
              <a:off x="6248158" y="1571053"/>
              <a:ext cx="483236" cy="659093"/>
            </a:xfrm>
            <a:custGeom>
              <a:rect b="b" l="l" r="r" t="t"/>
              <a:pathLst>
                <a:path extrusionOk="0" h="21599" w="15836">
                  <a:moveTo>
                    <a:pt x="7918" y="0"/>
                  </a:moveTo>
                  <a:lnTo>
                    <a:pt x="1" y="12478"/>
                  </a:lnTo>
                  <a:lnTo>
                    <a:pt x="15836" y="21599"/>
                  </a:lnTo>
                  <a:lnTo>
                    <a:pt x="15836" y="4561"/>
                  </a:lnTo>
                  <a:lnTo>
                    <a:pt x="7918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2" name="Google Shape;5102;p28"/>
            <p:cNvSpPr/>
            <p:nvPr/>
          </p:nvSpPr>
          <p:spPr>
            <a:xfrm>
              <a:off x="6687880" y="1083027"/>
              <a:ext cx="76379" cy="519945"/>
            </a:xfrm>
            <a:custGeom>
              <a:rect b="b" l="l" r="r" t="t"/>
              <a:pathLst>
                <a:path extrusionOk="0" h="17039" w="2503">
                  <a:moveTo>
                    <a:pt x="1426" y="1"/>
                  </a:moveTo>
                  <a:lnTo>
                    <a:pt x="0" y="10293"/>
                  </a:lnTo>
                  <a:lnTo>
                    <a:pt x="1426" y="17038"/>
                  </a:lnTo>
                  <a:lnTo>
                    <a:pt x="2502" y="12890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3" name="Google Shape;5103;p28"/>
            <p:cNvSpPr/>
            <p:nvPr/>
          </p:nvSpPr>
          <p:spPr>
            <a:xfrm>
              <a:off x="6731363" y="1083027"/>
              <a:ext cx="240672" cy="519945"/>
            </a:xfrm>
            <a:custGeom>
              <a:rect b="b" l="l" r="r" t="t"/>
              <a:pathLst>
                <a:path extrusionOk="0" h="17039" w="7887">
                  <a:moveTo>
                    <a:pt x="1" y="1"/>
                  </a:moveTo>
                  <a:lnTo>
                    <a:pt x="1" y="17038"/>
                  </a:lnTo>
                  <a:lnTo>
                    <a:pt x="7886" y="12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4" name="Google Shape;5104;p28"/>
            <p:cNvSpPr/>
            <p:nvPr/>
          </p:nvSpPr>
          <p:spPr>
            <a:xfrm>
              <a:off x="6489776" y="1083027"/>
              <a:ext cx="241618" cy="519945"/>
            </a:xfrm>
            <a:custGeom>
              <a:rect b="b" l="l" r="r" t="t"/>
              <a:pathLst>
                <a:path extrusionOk="0" h="17039" w="7918">
                  <a:moveTo>
                    <a:pt x="7918" y="1"/>
                  </a:moveTo>
                  <a:lnTo>
                    <a:pt x="0" y="12478"/>
                  </a:lnTo>
                  <a:lnTo>
                    <a:pt x="7918" y="17038"/>
                  </a:lnTo>
                  <a:lnTo>
                    <a:pt x="7918" y="1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5" name="Google Shape;5105;p28"/>
            <p:cNvSpPr/>
            <p:nvPr/>
          </p:nvSpPr>
          <p:spPr>
            <a:xfrm>
              <a:off x="5821986" y="1079640"/>
              <a:ext cx="341188" cy="307591"/>
            </a:xfrm>
            <a:custGeom>
              <a:rect b="b" l="l" r="r" t="t"/>
              <a:pathLst>
                <a:path extrusionOk="0" h="10080" w="11181">
                  <a:moveTo>
                    <a:pt x="5595" y="1"/>
                  </a:moveTo>
                  <a:cubicBezTo>
                    <a:pt x="4371" y="1"/>
                    <a:pt x="3147" y="446"/>
                    <a:pt x="2186" y="1347"/>
                  </a:cubicBezTo>
                  <a:cubicBezTo>
                    <a:pt x="128" y="3215"/>
                    <a:pt x="1" y="6414"/>
                    <a:pt x="1869" y="8472"/>
                  </a:cubicBezTo>
                  <a:cubicBezTo>
                    <a:pt x="2870" y="9539"/>
                    <a:pt x="4230" y="10079"/>
                    <a:pt x="5589" y="10079"/>
                  </a:cubicBezTo>
                  <a:cubicBezTo>
                    <a:pt x="6812" y="10079"/>
                    <a:pt x="8035" y="9642"/>
                    <a:pt x="8995" y="8757"/>
                  </a:cubicBezTo>
                  <a:cubicBezTo>
                    <a:pt x="11053" y="6857"/>
                    <a:pt x="11180" y="3690"/>
                    <a:pt x="9312" y="1632"/>
                  </a:cubicBezTo>
                  <a:cubicBezTo>
                    <a:pt x="8312" y="549"/>
                    <a:pt x="6954" y="1"/>
                    <a:pt x="5595" y="1"/>
                  </a:cubicBezTo>
                  <a:close/>
                </a:path>
              </a:pathLst>
            </a:custGeom>
            <a:solidFill>
              <a:srgbClr val="E7EFF2"/>
            </a:solidFill>
            <a:ln cap="flat" cmpd="sng" w="9500">
              <a:solidFill>
                <a:srgbClr val="FFFFFF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6" name="Google Shape;5106;p28"/>
            <p:cNvSpPr/>
            <p:nvPr/>
          </p:nvSpPr>
          <p:spPr>
            <a:xfrm>
              <a:off x="5943771" y="1179668"/>
              <a:ext cx="105368" cy="114065"/>
            </a:xfrm>
            <a:custGeom>
              <a:rect b="b" l="l" r="r" t="t"/>
              <a:pathLst>
                <a:path extrusionOk="0" h="3738" w="3453">
                  <a:moveTo>
                    <a:pt x="824" y="0"/>
                  </a:moveTo>
                  <a:cubicBezTo>
                    <a:pt x="380" y="0"/>
                    <a:pt x="0" y="380"/>
                    <a:pt x="0" y="824"/>
                  </a:cubicBezTo>
                  <a:lnTo>
                    <a:pt x="0" y="2914"/>
                  </a:lnTo>
                  <a:cubicBezTo>
                    <a:pt x="0" y="3357"/>
                    <a:pt x="380" y="3737"/>
                    <a:pt x="824" y="3737"/>
                  </a:cubicBezTo>
                  <a:cubicBezTo>
                    <a:pt x="982" y="3737"/>
                    <a:pt x="1109" y="3706"/>
                    <a:pt x="1235" y="3611"/>
                  </a:cubicBezTo>
                  <a:lnTo>
                    <a:pt x="3040" y="2566"/>
                  </a:lnTo>
                  <a:cubicBezTo>
                    <a:pt x="3294" y="2439"/>
                    <a:pt x="3452" y="2154"/>
                    <a:pt x="3452" y="1869"/>
                  </a:cubicBezTo>
                  <a:cubicBezTo>
                    <a:pt x="3452" y="1584"/>
                    <a:pt x="3294" y="1299"/>
                    <a:pt x="3040" y="1172"/>
                  </a:cubicBezTo>
                  <a:lnTo>
                    <a:pt x="1235" y="127"/>
                  </a:lnTo>
                  <a:cubicBezTo>
                    <a:pt x="1109" y="64"/>
                    <a:pt x="982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7" name="Google Shape;5107;p28"/>
            <p:cNvSpPr/>
            <p:nvPr/>
          </p:nvSpPr>
          <p:spPr>
            <a:xfrm>
              <a:off x="3884406" y="1227027"/>
              <a:ext cx="1954059" cy="11626"/>
            </a:xfrm>
            <a:custGeom>
              <a:rect b="b" l="l" r="r" t="t"/>
              <a:pathLst>
                <a:path extrusionOk="0" h="381" w="64036">
                  <a:moveTo>
                    <a:pt x="0" y="0"/>
                  </a:moveTo>
                  <a:lnTo>
                    <a:pt x="0" y="380"/>
                  </a:lnTo>
                  <a:lnTo>
                    <a:pt x="64035" y="380"/>
                  </a:lnTo>
                  <a:lnTo>
                    <a:pt x="64035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8" name="Google Shape;5108;p28"/>
            <p:cNvSpPr/>
            <p:nvPr/>
          </p:nvSpPr>
          <p:spPr>
            <a:xfrm>
              <a:off x="5821986" y="1688475"/>
              <a:ext cx="341188" cy="307957"/>
            </a:xfrm>
            <a:custGeom>
              <a:rect b="b" l="l" r="r" t="t"/>
              <a:pathLst>
                <a:path extrusionOk="0" h="10092" w="11181">
                  <a:moveTo>
                    <a:pt x="5595" y="0"/>
                  </a:moveTo>
                  <a:cubicBezTo>
                    <a:pt x="4371" y="0"/>
                    <a:pt x="3147" y="445"/>
                    <a:pt x="2186" y="1346"/>
                  </a:cubicBezTo>
                  <a:cubicBezTo>
                    <a:pt x="128" y="3215"/>
                    <a:pt x="1" y="6413"/>
                    <a:pt x="1869" y="8472"/>
                  </a:cubicBezTo>
                  <a:cubicBezTo>
                    <a:pt x="2873" y="9542"/>
                    <a:pt x="4239" y="10091"/>
                    <a:pt x="5603" y="10091"/>
                  </a:cubicBezTo>
                  <a:cubicBezTo>
                    <a:pt x="6822" y="10091"/>
                    <a:pt x="8039" y="9653"/>
                    <a:pt x="8995" y="8757"/>
                  </a:cubicBezTo>
                  <a:cubicBezTo>
                    <a:pt x="11053" y="6888"/>
                    <a:pt x="11180" y="3690"/>
                    <a:pt x="9312" y="1631"/>
                  </a:cubicBezTo>
                  <a:cubicBezTo>
                    <a:pt x="8312" y="548"/>
                    <a:pt x="6954" y="0"/>
                    <a:pt x="5595" y="0"/>
                  </a:cubicBezTo>
                  <a:close/>
                </a:path>
              </a:pathLst>
            </a:custGeom>
            <a:solidFill>
              <a:srgbClr val="EE7623"/>
            </a:solidFill>
            <a:ln cap="flat" cmpd="sng" w="9500">
              <a:solidFill>
                <a:srgbClr val="FFFFFF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9" name="Google Shape;5109;p28"/>
            <p:cNvSpPr/>
            <p:nvPr/>
          </p:nvSpPr>
          <p:spPr>
            <a:xfrm>
              <a:off x="5943771" y="1788473"/>
              <a:ext cx="105368" cy="114065"/>
            </a:xfrm>
            <a:custGeom>
              <a:rect b="b" l="l" r="r" t="t"/>
              <a:pathLst>
                <a:path extrusionOk="0" h="3738" w="3453">
                  <a:moveTo>
                    <a:pt x="824" y="1"/>
                  </a:moveTo>
                  <a:cubicBezTo>
                    <a:pt x="380" y="1"/>
                    <a:pt x="0" y="381"/>
                    <a:pt x="0" y="824"/>
                  </a:cubicBezTo>
                  <a:lnTo>
                    <a:pt x="0" y="2914"/>
                  </a:lnTo>
                  <a:cubicBezTo>
                    <a:pt x="0" y="3358"/>
                    <a:pt x="380" y="3738"/>
                    <a:pt x="824" y="3738"/>
                  </a:cubicBezTo>
                  <a:cubicBezTo>
                    <a:pt x="982" y="3738"/>
                    <a:pt x="1109" y="3706"/>
                    <a:pt x="1235" y="3611"/>
                  </a:cubicBezTo>
                  <a:lnTo>
                    <a:pt x="3040" y="2598"/>
                  </a:lnTo>
                  <a:cubicBezTo>
                    <a:pt x="3294" y="2439"/>
                    <a:pt x="3452" y="2186"/>
                    <a:pt x="3452" y="1869"/>
                  </a:cubicBezTo>
                  <a:cubicBezTo>
                    <a:pt x="3452" y="1584"/>
                    <a:pt x="3294" y="1299"/>
                    <a:pt x="3040" y="1173"/>
                  </a:cubicBezTo>
                  <a:lnTo>
                    <a:pt x="1235" y="128"/>
                  </a:lnTo>
                  <a:cubicBezTo>
                    <a:pt x="1109" y="64"/>
                    <a:pt x="982" y="1"/>
                    <a:pt x="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0" name="Google Shape;5110;p28"/>
            <p:cNvSpPr/>
            <p:nvPr/>
          </p:nvSpPr>
          <p:spPr>
            <a:xfrm>
              <a:off x="3884406" y="1836808"/>
              <a:ext cx="1954059" cy="11626"/>
            </a:xfrm>
            <a:custGeom>
              <a:rect b="b" l="l" r="r" t="t"/>
              <a:pathLst>
                <a:path extrusionOk="0" h="381" w="64036">
                  <a:moveTo>
                    <a:pt x="0" y="0"/>
                  </a:moveTo>
                  <a:lnTo>
                    <a:pt x="0" y="380"/>
                  </a:lnTo>
                  <a:lnTo>
                    <a:pt x="64035" y="380"/>
                  </a:lnTo>
                  <a:lnTo>
                    <a:pt x="64035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1" name="Google Shape;5111;p28"/>
            <p:cNvSpPr/>
            <p:nvPr/>
          </p:nvSpPr>
          <p:spPr>
            <a:xfrm>
              <a:off x="5821986" y="2297615"/>
              <a:ext cx="341188" cy="307957"/>
            </a:xfrm>
            <a:custGeom>
              <a:rect b="b" l="l" r="r" t="t"/>
              <a:pathLst>
                <a:path extrusionOk="0" h="10092" w="11181">
                  <a:moveTo>
                    <a:pt x="5578" y="1"/>
                  </a:moveTo>
                  <a:cubicBezTo>
                    <a:pt x="4359" y="1"/>
                    <a:pt x="3142" y="439"/>
                    <a:pt x="2186" y="1335"/>
                  </a:cubicBezTo>
                  <a:cubicBezTo>
                    <a:pt x="128" y="3204"/>
                    <a:pt x="1" y="6402"/>
                    <a:pt x="1869" y="8461"/>
                  </a:cubicBezTo>
                  <a:cubicBezTo>
                    <a:pt x="2869" y="9544"/>
                    <a:pt x="4228" y="10092"/>
                    <a:pt x="5586" y="10092"/>
                  </a:cubicBezTo>
                  <a:cubicBezTo>
                    <a:pt x="6810" y="10092"/>
                    <a:pt x="8034" y="9647"/>
                    <a:pt x="8995" y="8746"/>
                  </a:cubicBezTo>
                  <a:cubicBezTo>
                    <a:pt x="11053" y="6878"/>
                    <a:pt x="11180" y="3679"/>
                    <a:pt x="9312" y="1620"/>
                  </a:cubicBezTo>
                  <a:cubicBezTo>
                    <a:pt x="8308" y="550"/>
                    <a:pt x="6942" y="1"/>
                    <a:pt x="5578" y="1"/>
                  </a:cubicBezTo>
                  <a:close/>
                </a:path>
              </a:pathLst>
            </a:custGeom>
            <a:solidFill>
              <a:srgbClr val="BCC7CE"/>
            </a:solidFill>
            <a:ln cap="flat" cmpd="sng" w="9500">
              <a:solidFill>
                <a:srgbClr val="FFFFFF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2" name="Google Shape;5112;p28"/>
            <p:cNvSpPr/>
            <p:nvPr/>
          </p:nvSpPr>
          <p:spPr>
            <a:xfrm>
              <a:off x="5943771" y="2398254"/>
              <a:ext cx="105368" cy="113119"/>
            </a:xfrm>
            <a:custGeom>
              <a:rect b="b" l="l" r="r" t="t"/>
              <a:pathLst>
                <a:path extrusionOk="0" h="3707" w="3453">
                  <a:moveTo>
                    <a:pt x="824" y="1"/>
                  </a:moveTo>
                  <a:cubicBezTo>
                    <a:pt x="380" y="1"/>
                    <a:pt x="0" y="349"/>
                    <a:pt x="0" y="824"/>
                  </a:cubicBezTo>
                  <a:lnTo>
                    <a:pt x="0" y="2883"/>
                  </a:lnTo>
                  <a:cubicBezTo>
                    <a:pt x="0" y="3358"/>
                    <a:pt x="380" y="3706"/>
                    <a:pt x="824" y="3706"/>
                  </a:cubicBezTo>
                  <a:cubicBezTo>
                    <a:pt x="982" y="3706"/>
                    <a:pt x="1109" y="3675"/>
                    <a:pt x="1235" y="3611"/>
                  </a:cubicBezTo>
                  <a:lnTo>
                    <a:pt x="3040" y="2566"/>
                  </a:lnTo>
                  <a:cubicBezTo>
                    <a:pt x="3294" y="2408"/>
                    <a:pt x="3452" y="2154"/>
                    <a:pt x="3452" y="1838"/>
                  </a:cubicBezTo>
                  <a:cubicBezTo>
                    <a:pt x="3452" y="1553"/>
                    <a:pt x="3294" y="1299"/>
                    <a:pt x="3040" y="1141"/>
                  </a:cubicBezTo>
                  <a:lnTo>
                    <a:pt x="1235" y="96"/>
                  </a:lnTo>
                  <a:cubicBezTo>
                    <a:pt x="1109" y="33"/>
                    <a:pt x="982" y="1"/>
                    <a:pt x="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3" name="Google Shape;5113;p28"/>
            <p:cNvSpPr/>
            <p:nvPr/>
          </p:nvSpPr>
          <p:spPr>
            <a:xfrm>
              <a:off x="3884406" y="2445613"/>
              <a:ext cx="1954059" cy="11626"/>
            </a:xfrm>
            <a:custGeom>
              <a:rect b="b" l="l" r="r" t="t"/>
              <a:pathLst>
                <a:path extrusionOk="0" h="381" w="64036">
                  <a:moveTo>
                    <a:pt x="0" y="1"/>
                  </a:moveTo>
                  <a:lnTo>
                    <a:pt x="0" y="381"/>
                  </a:lnTo>
                  <a:lnTo>
                    <a:pt x="64035" y="381"/>
                  </a:lnTo>
                  <a:lnTo>
                    <a:pt x="64035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4" name="Google Shape;5114;p28"/>
            <p:cNvSpPr/>
            <p:nvPr/>
          </p:nvSpPr>
          <p:spPr>
            <a:xfrm>
              <a:off x="5821986" y="2906451"/>
              <a:ext cx="341188" cy="307957"/>
            </a:xfrm>
            <a:custGeom>
              <a:rect b="b" l="l" r="r" t="t"/>
              <a:pathLst>
                <a:path extrusionOk="0" h="10092" w="11181">
                  <a:moveTo>
                    <a:pt x="5578" y="0"/>
                  </a:moveTo>
                  <a:cubicBezTo>
                    <a:pt x="4359" y="0"/>
                    <a:pt x="3142" y="438"/>
                    <a:pt x="2186" y="1335"/>
                  </a:cubicBezTo>
                  <a:cubicBezTo>
                    <a:pt x="128" y="3235"/>
                    <a:pt x="1" y="6402"/>
                    <a:pt x="1869" y="8460"/>
                  </a:cubicBezTo>
                  <a:cubicBezTo>
                    <a:pt x="2869" y="9543"/>
                    <a:pt x="4228" y="10091"/>
                    <a:pt x="5586" y="10091"/>
                  </a:cubicBezTo>
                  <a:cubicBezTo>
                    <a:pt x="6810" y="10091"/>
                    <a:pt x="8034" y="9646"/>
                    <a:pt x="8995" y="8745"/>
                  </a:cubicBezTo>
                  <a:cubicBezTo>
                    <a:pt x="11053" y="6877"/>
                    <a:pt x="11180" y="3678"/>
                    <a:pt x="9312" y="1620"/>
                  </a:cubicBezTo>
                  <a:cubicBezTo>
                    <a:pt x="8308" y="549"/>
                    <a:pt x="6942" y="0"/>
                    <a:pt x="5578" y="0"/>
                  </a:cubicBezTo>
                  <a:close/>
                </a:path>
              </a:pathLst>
            </a:custGeom>
            <a:solidFill>
              <a:srgbClr val="4073A3"/>
            </a:solidFill>
            <a:ln cap="flat" cmpd="sng" w="9500">
              <a:solidFill>
                <a:srgbClr val="FFFFFF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5" name="Google Shape;5115;p28"/>
            <p:cNvSpPr/>
            <p:nvPr/>
          </p:nvSpPr>
          <p:spPr>
            <a:xfrm>
              <a:off x="5943771" y="3007089"/>
              <a:ext cx="105368" cy="113089"/>
            </a:xfrm>
            <a:custGeom>
              <a:rect b="b" l="l" r="r" t="t"/>
              <a:pathLst>
                <a:path extrusionOk="0" h="3706" w="3453">
                  <a:moveTo>
                    <a:pt x="824" y="0"/>
                  </a:moveTo>
                  <a:cubicBezTo>
                    <a:pt x="380" y="0"/>
                    <a:pt x="0" y="349"/>
                    <a:pt x="0" y="824"/>
                  </a:cubicBezTo>
                  <a:lnTo>
                    <a:pt x="0" y="2882"/>
                  </a:lnTo>
                  <a:cubicBezTo>
                    <a:pt x="0" y="3357"/>
                    <a:pt x="380" y="3706"/>
                    <a:pt x="824" y="3706"/>
                  </a:cubicBezTo>
                  <a:cubicBezTo>
                    <a:pt x="982" y="3706"/>
                    <a:pt x="1109" y="3674"/>
                    <a:pt x="1235" y="3611"/>
                  </a:cubicBezTo>
                  <a:lnTo>
                    <a:pt x="3040" y="2566"/>
                  </a:lnTo>
                  <a:cubicBezTo>
                    <a:pt x="3294" y="2407"/>
                    <a:pt x="3452" y="2154"/>
                    <a:pt x="3452" y="1869"/>
                  </a:cubicBezTo>
                  <a:cubicBezTo>
                    <a:pt x="3452" y="1552"/>
                    <a:pt x="3294" y="1299"/>
                    <a:pt x="3040" y="1140"/>
                  </a:cubicBezTo>
                  <a:lnTo>
                    <a:pt x="1235" y="95"/>
                  </a:lnTo>
                  <a:cubicBezTo>
                    <a:pt x="1109" y="32"/>
                    <a:pt x="982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6" name="Google Shape;5116;p28"/>
            <p:cNvSpPr/>
            <p:nvPr/>
          </p:nvSpPr>
          <p:spPr>
            <a:xfrm>
              <a:off x="3884406" y="3054448"/>
              <a:ext cx="1954059" cy="11626"/>
            </a:xfrm>
            <a:custGeom>
              <a:rect b="b" l="l" r="r" t="t"/>
              <a:pathLst>
                <a:path extrusionOk="0" h="381" w="64036">
                  <a:moveTo>
                    <a:pt x="0" y="0"/>
                  </a:moveTo>
                  <a:lnTo>
                    <a:pt x="0" y="380"/>
                  </a:lnTo>
                  <a:lnTo>
                    <a:pt x="64035" y="380"/>
                  </a:lnTo>
                  <a:lnTo>
                    <a:pt x="64035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7" name="Google Shape;5117;p28"/>
            <p:cNvSpPr/>
            <p:nvPr/>
          </p:nvSpPr>
          <p:spPr>
            <a:xfrm>
              <a:off x="5839379" y="4124213"/>
              <a:ext cx="307347" cy="307347"/>
            </a:xfrm>
            <a:custGeom>
              <a:rect b="b" l="l" r="r" t="t"/>
              <a:pathLst>
                <a:path extrusionOk="0" h="10072" w="10072">
                  <a:moveTo>
                    <a:pt x="5036" y="1"/>
                  </a:moveTo>
                  <a:cubicBezTo>
                    <a:pt x="2249" y="1"/>
                    <a:pt x="1" y="2249"/>
                    <a:pt x="1" y="5036"/>
                  </a:cubicBezTo>
                  <a:cubicBezTo>
                    <a:pt x="1" y="7823"/>
                    <a:pt x="2249" y="10071"/>
                    <a:pt x="5036" y="10071"/>
                  </a:cubicBezTo>
                  <a:cubicBezTo>
                    <a:pt x="7823" y="10071"/>
                    <a:pt x="10072" y="7823"/>
                    <a:pt x="10072" y="5036"/>
                  </a:cubicBezTo>
                  <a:cubicBezTo>
                    <a:pt x="10072" y="2249"/>
                    <a:pt x="7823" y="1"/>
                    <a:pt x="5036" y="1"/>
                  </a:cubicBezTo>
                  <a:close/>
                </a:path>
              </a:pathLst>
            </a:custGeom>
            <a:solidFill>
              <a:srgbClr val="051C2C"/>
            </a:solidFill>
            <a:ln cap="flat" cmpd="sng" w="10300">
              <a:solidFill>
                <a:srgbClr val="FFFFFF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8" name="Google Shape;5118;p28"/>
            <p:cNvSpPr/>
            <p:nvPr/>
          </p:nvSpPr>
          <p:spPr>
            <a:xfrm>
              <a:off x="5944717" y="4224729"/>
              <a:ext cx="105368" cy="114065"/>
            </a:xfrm>
            <a:custGeom>
              <a:rect b="b" l="l" r="r" t="t"/>
              <a:pathLst>
                <a:path extrusionOk="0" h="3738" w="3453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2914"/>
                  </a:lnTo>
                  <a:cubicBezTo>
                    <a:pt x="1" y="3357"/>
                    <a:pt x="381" y="3737"/>
                    <a:pt x="824" y="3737"/>
                  </a:cubicBezTo>
                  <a:cubicBezTo>
                    <a:pt x="951" y="3737"/>
                    <a:pt x="1109" y="3674"/>
                    <a:pt x="1236" y="3610"/>
                  </a:cubicBezTo>
                  <a:lnTo>
                    <a:pt x="3041" y="2565"/>
                  </a:lnTo>
                  <a:cubicBezTo>
                    <a:pt x="3294" y="2439"/>
                    <a:pt x="3453" y="2154"/>
                    <a:pt x="3453" y="1869"/>
                  </a:cubicBezTo>
                  <a:cubicBezTo>
                    <a:pt x="3453" y="1584"/>
                    <a:pt x="3294" y="1299"/>
                    <a:pt x="3041" y="1140"/>
                  </a:cubicBezTo>
                  <a:lnTo>
                    <a:pt x="1236" y="127"/>
                  </a:lnTo>
                  <a:cubicBezTo>
                    <a:pt x="1109" y="32"/>
                    <a:pt x="951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9" name="Google Shape;5119;p28"/>
            <p:cNvSpPr/>
            <p:nvPr/>
          </p:nvSpPr>
          <p:spPr>
            <a:xfrm>
              <a:off x="3884406" y="4272058"/>
              <a:ext cx="1954059" cy="11626"/>
            </a:xfrm>
            <a:custGeom>
              <a:rect b="b" l="l" r="r" t="t"/>
              <a:pathLst>
                <a:path extrusionOk="0" h="381" w="64036">
                  <a:moveTo>
                    <a:pt x="0" y="1"/>
                  </a:moveTo>
                  <a:lnTo>
                    <a:pt x="0" y="381"/>
                  </a:lnTo>
                  <a:lnTo>
                    <a:pt x="64035" y="381"/>
                  </a:lnTo>
                  <a:lnTo>
                    <a:pt x="64035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0" name="Google Shape;5120;p28"/>
            <p:cNvSpPr/>
            <p:nvPr/>
          </p:nvSpPr>
          <p:spPr>
            <a:xfrm>
              <a:off x="5821986" y="3515744"/>
              <a:ext cx="341188" cy="307622"/>
            </a:xfrm>
            <a:custGeom>
              <a:rect b="b" l="l" r="r" t="t"/>
              <a:pathLst>
                <a:path extrusionOk="0" h="10081" w="11181">
                  <a:moveTo>
                    <a:pt x="5578" y="0"/>
                  </a:moveTo>
                  <a:cubicBezTo>
                    <a:pt x="4359" y="0"/>
                    <a:pt x="3142" y="438"/>
                    <a:pt x="2186" y="1319"/>
                  </a:cubicBezTo>
                  <a:cubicBezTo>
                    <a:pt x="128" y="3219"/>
                    <a:pt x="1" y="6418"/>
                    <a:pt x="1869" y="8445"/>
                  </a:cubicBezTo>
                  <a:cubicBezTo>
                    <a:pt x="2873" y="9532"/>
                    <a:pt x="4239" y="10080"/>
                    <a:pt x="5603" y="10080"/>
                  </a:cubicBezTo>
                  <a:cubicBezTo>
                    <a:pt x="6822" y="10080"/>
                    <a:pt x="8039" y="9643"/>
                    <a:pt x="8995" y="8761"/>
                  </a:cubicBezTo>
                  <a:cubicBezTo>
                    <a:pt x="11053" y="6861"/>
                    <a:pt x="11180" y="3663"/>
                    <a:pt x="9312" y="1636"/>
                  </a:cubicBezTo>
                  <a:cubicBezTo>
                    <a:pt x="8308" y="549"/>
                    <a:pt x="6942" y="0"/>
                    <a:pt x="5578" y="0"/>
                  </a:cubicBezTo>
                  <a:close/>
                </a:path>
              </a:pathLst>
            </a:custGeom>
            <a:solidFill>
              <a:srgbClr val="FFB400"/>
            </a:solidFill>
            <a:ln cap="flat" cmpd="sng" w="9500">
              <a:solidFill>
                <a:srgbClr val="FFFFFF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1" name="Google Shape;5121;p28"/>
            <p:cNvSpPr/>
            <p:nvPr/>
          </p:nvSpPr>
          <p:spPr>
            <a:xfrm>
              <a:off x="5943771" y="3615894"/>
              <a:ext cx="105368" cy="113089"/>
            </a:xfrm>
            <a:custGeom>
              <a:rect b="b" l="l" r="r" t="t"/>
              <a:pathLst>
                <a:path extrusionOk="0" h="3706" w="3453">
                  <a:moveTo>
                    <a:pt x="824" y="1"/>
                  </a:moveTo>
                  <a:cubicBezTo>
                    <a:pt x="380" y="1"/>
                    <a:pt x="0" y="381"/>
                    <a:pt x="0" y="824"/>
                  </a:cubicBezTo>
                  <a:lnTo>
                    <a:pt x="0" y="2914"/>
                  </a:lnTo>
                  <a:cubicBezTo>
                    <a:pt x="0" y="3358"/>
                    <a:pt x="380" y="3706"/>
                    <a:pt x="824" y="3706"/>
                  </a:cubicBezTo>
                  <a:cubicBezTo>
                    <a:pt x="982" y="3706"/>
                    <a:pt x="1109" y="3674"/>
                    <a:pt x="1235" y="3611"/>
                  </a:cubicBezTo>
                  <a:lnTo>
                    <a:pt x="3040" y="2566"/>
                  </a:lnTo>
                  <a:cubicBezTo>
                    <a:pt x="3294" y="2408"/>
                    <a:pt x="3452" y="2154"/>
                    <a:pt x="3452" y="1869"/>
                  </a:cubicBezTo>
                  <a:cubicBezTo>
                    <a:pt x="3452" y="1553"/>
                    <a:pt x="3294" y="1299"/>
                    <a:pt x="3040" y="1141"/>
                  </a:cubicBezTo>
                  <a:lnTo>
                    <a:pt x="1235" y="96"/>
                  </a:lnTo>
                  <a:cubicBezTo>
                    <a:pt x="1109" y="32"/>
                    <a:pt x="982" y="1"/>
                    <a:pt x="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2" name="Google Shape;5122;p28"/>
            <p:cNvSpPr/>
            <p:nvPr/>
          </p:nvSpPr>
          <p:spPr>
            <a:xfrm>
              <a:off x="3884406" y="3663253"/>
              <a:ext cx="1954059" cy="11626"/>
            </a:xfrm>
            <a:custGeom>
              <a:rect b="b" l="l" r="r" t="t"/>
              <a:pathLst>
                <a:path extrusionOk="0" h="381" w="64036">
                  <a:moveTo>
                    <a:pt x="0" y="1"/>
                  </a:moveTo>
                  <a:lnTo>
                    <a:pt x="0" y="381"/>
                  </a:lnTo>
                  <a:lnTo>
                    <a:pt x="64035" y="381"/>
                  </a:lnTo>
                  <a:lnTo>
                    <a:pt x="64035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23" name="Google Shape;5123;p28"/>
          <p:cNvSpPr/>
          <p:nvPr/>
        </p:nvSpPr>
        <p:spPr>
          <a:xfrm>
            <a:off x="3848672" y="3642808"/>
            <a:ext cx="71497" cy="52516"/>
          </a:xfrm>
          <a:custGeom>
            <a:rect b="b" l="l" r="r" t="t"/>
            <a:pathLst>
              <a:path extrusionOk="0" h="1721" w="2343">
                <a:moveTo>
                  <a:pt x="1179" y="0"/>
                </a:moveTo>
                <a:cubicBezTo>
                  <a:pt x="501" y="0"/>
                  <a:pt x="0" y="785"/>
                  <a:pt x="538" y="1494"/>
                </a:cubicBezTo>
                <a:cubicBezTo>
                  <a:pt x="747" y="1653"/>
                  <a:pt x="963" y="1721"/>
                  <a:pt x="1163" y="1721"/>
                </a:cubicBezTo>
                <a:cubicBezTo>
                  <a:pt x="1842" y="1721"/>
                  <a:pt x="2343" y="936"/>
                  <a:pt x="1805" y="227"/>
                </a:cubicBezTo>
                <a:cubicBezTo>
                  <a:pt x="1596" y="68"/>
                  <a:pt x="1380" y="0"/>
                  <a:pt x="1179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4" name="Google Shape;5124;p28"/>
          <p:cNvSpPr txBox="1"/>
          <p:nvPr/>
        </p:nvSpPr>
        <p:spPr>
          <a:xfrm>
            <a:off x="1549825" y="992175"/>
            <a:ext cx="1835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5" name="Google Shape;5125;p28"/>
          <p:cNvSpPr txBox="1"/>
          <p:nvPr/>
        </p:nvSpPr>
        <p:spPr>
          <a:xfrm>
            <a:off x="1549825" y="1607557"/>
            <a:ext cx="18351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6" name="Google Shape;5126;p28"/>
          <p:cNvSpPr txBox="1"/>
          <p:nvPr/>
        </p:nvSpPr>
        <p:spPr>
          <a:xfrm>
            <a:off x="1549825" y="2207039"/>
            <a:ext cx="18351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7" name="Google Shape;5127;p28"/>
          <p:cNvSpPr txBox="1"/>
          <p:nvPr/>
        </p:nvSpPr>
        <p:spPr>
          <a:xfrm>
            <a:off x="1549825" y="2806522"/>
            <a:ext cx="1835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It’s the second planet</a:t>
            </a: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r>
              <a:rPr lang="en" sz="1100">
                <a:latin typeface="Roboto"/>
                <a:ea typeface="Roboto"/>
                <a:cs typeface="Roboto"/>
                <a:sym typeface="Roboto"/>
              </a:rPr>
              <a:t>from the Sun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8" name="Google Shape;5128;p28"/>
          <p:cNvSpPr txBox="1"/>
          <p:nvPr/>
        </p:nvSpPr>
        <p:spPr>
          <a:xfrm>
            <a:off x="1549825" y="4037286"/>
            <a:ext cx="1835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It’s the third planet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9" name="Google Shape;5129;p28"/>
          <p:cNvSpPr txBox="1"/>
          <p:nvPr/>
        </p:nvSpPr>
        <p:spPr>
          <a:xfrm>
            <a:off x="1549825" y="3421904"/>
            <a:ext cx="1835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Despite being red, it’s actually a cold place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130" name="Google Shape;5130;p28"/>
          <p:cNvGrpSpPr/>
          <p:nvPr/>
        </p:nvGrpSpPr>
        <p:grpSpPr>
          <a:xfrm>
            <a:off x="1074841" y="1051758"/>
            <a:ext cx="263447" cy="363110"/>
            <a:chOff x="1980825" y="340050"/>
            <a:chExt cx="3638775" cy="5015325"/>
          </a:xfrm>
        </p:grpSpPr>
        <p:sp>
          <p:nvSpPr>
            <p:cNvPr id="5131" name="Google Shape;5131;p28"/>
            <p:cNvSpPr/>
            <p:nvPr/>
          </p:nvSpPr>
          <p:spPr>
            <a:xfrm>
              <a:off x="4709475" y="518825"/>
              <a:ext cx="359675" cy="308100"/>
            </a:xfrm>
            <a:custGeom>
              <a:rect b="b" l="l" r="r" t="t"/>
              <a:pathLst>
                <a:path extrusionOk="0" h="12324" w="14387">
                  <a:moveTo>
                    <a:pt x="8232" y="4911"/>
                  </a:moveTo>
                  <a:cubicBezTo>
                    <a:pt x="8881" y="4911"/>
                    <a:pt x="9493" y="5408"/>
                    <a:pt x="9493" y="6158"/>
                  </a:cubicBezTo>
                  <a:cubicBezTo>
                    <a:pt x="9493" y="6876"/>
                    <a:pt x="8906" y="7431"/>
                    <a:pt x="8221" y="7431"/>
                  </a:cubicBezTo>
                  <a:cubicBezTo>
                    <a:pt x="7112" y="7398"/>
                    <a:pt x="6557" y="6061"/>
                    <a:pt x="7340" y="5278"/>
                  </a:cubicBezTo>
                  <a:cubicBezTo>
                    <a:pt x="7604" y="5025"/>
                    <a:pt x="7922" y="4911"/>
                    <a:pt x="8232" y="4911"/>
                  </a:cubicBezTo>
                  <a:close/>
                  <a:moveTo>
                    <a:pt x="8198" y="0"/>
                  </a:moveTo>
                  <a:cubicBezTo>
                    <a:pt x="6684" y="0"/>
                    <a:pt x="5140" y="563"/>
                    <a:pt x="3882" y="1820"/>
                  </a:cubicBezTo>
                  <a:cubicBezTo>
                    <a:pt x="1" y="5669"/>
                    <a:pt x="2741" y="12324"/>
                    <a:pt x="8221" y="12324"/>
                  </a:cubicBezTo>
                  <a:cubicBezTo>
                    <a:pt x="11613" y="12324"/>
                    <a:pt x="14353" y="9551"/>
                    <a:pt x="14386" y="6158"/>
                  </a:cubicBezTo>
                  <a:cubicBezTo>
                    <a:pt x="14386" y="2453"/>
                    <a:pt x="11359" y="0"/>
                    <a:pt x="8198" y="0"/>
                  </a:cubicBez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2" name="Google Shape;5132;p28"/>
            <p:cNvSpPr/>
            <p:nvPr/>
          </p:nvSpPr>
          <p:spPr>
            <a:xfrm>
              <a:off x="1980825" y="340050"/>
              <a:ext cx="3638775" cy="5015325"/>
            </a:xfrm>
            <a:custGeom>
              <a:rect b="b" l="l" r="r" t="t"/>
              <a:pathLst>
                <a:path extrusionOk="0" h="200613" w="145551">
                  <a:moveTo>
                    <a:pt x="127642" y="4893"/>
                  </a:moveTo>
                  <a:lnTo>
                    <a:pt x="133220" y="50496"/>
                  </a:lnTo>
                  <a:lnTo>
                    <a:pt x="119259" y="50496"/>
                  </a:lnTo>
                  <a:lnTo>
                    <a:pt x="105330" y="4893"/>
                  </a:lnTo>
                  <a:close/>
                  <a:moveTo>
                    <a:pt x="104645" y="19442"/>
                  </a:moveTo>
                  <a:lnTo>
                    <a:pt x="111724" y="42569"/>
                  </a:lnTo>
                  <a:cubicBezTo>
                    <a:pt x="109571" y="43320"/>
                    <a:pt x="107548" y="44494"/>
                    <a:pt x="105852" y="45994"/>
                  </a:cubicBezTo>
                  <a:lnTo>
                    <a:pt x="102068" y="49354"/>
                  </a:lnTo>
                  <a:cubicBezTo>
                    <a:pt x="98007" y="52381"/>
                    <a:pt x="93147" y="53934"/>
                    <a:pt x="88248" y="53934"/>
                  </a:cubicBezTo>
                  <a:cubicBezTo>
                    <a:pt x="84805" y="53934"/>
                    <a:pt x="81343" y="53167"/>
                    <a:pt x="78125" y="51605"/>
                  </a:cubicBezTo>
                  <a:lnTo>
                    <a:pt x="76559" y="50855"/>
                  </a:lnTo>
                  <a:cubicBezTo>
                    <a:pt x="73722" y="49485"/>
                    <a:pt x="70655" y="48800"/>
                    <a:pt x="67524" y="48800"/>
                  </a:cubicBezTo>
                  <a:lnTo>
                    <a:pt x="52127" y="48800"/>
                  </a:lnTo>
                  <a:cubicBezTo>
                    <a:pt x="48180" y="48800"/>
                    <a:pt x="44657" y="46190"/>
                    <a:pt x="43516" y="42406"/>
                  </a:cubicBezTo>
                  <a:lnTo>
                    <a:pt x="43516" y="42406"/>
                  </a:lnTo>
                  <a:lnTo>
                    <a:pt x="53693" y="42863"/>
                  </a:lnTo>
                  <a:cubicBezTo>
                    <a:pt x="54731" y="42912"/>
                    <a:pt x="55770" y="42937"/>
                    <a:pt x="56808" y="42937"/>
                  </a:cubicBezTo>
                  <a:cubicBezTo>
                    <a:pt x="59878" y="42937"/>
                    <a:pt x="62943" y="42723"/>
                    <a:pt x="65991" y="42308"/>
                  </a:cubicBezTo>
                  <a:cubicBezTo>
                    <a:pt x="67328" y="42113"/>
                    <a:pt x="68241" y="40873"/>
                    <a:pt x="68078" y="39536"/>
                  </a:cubicBezTo>
                  <a:cubicBezTo>
                    <a:pt x="67898" y="38302"/>
                    <a:pt x="66829" y="37429"/>
                    <a:pt x="65615" y="37429"/>
                  </a:cubicBezTo>
                  <a:cubicBezTo>
                    <a:pt x="65513" y="37429"/>
                    <a:pt x="65409" y="37435"/>
                    <a:pt x="65306" y="37448"/>
                  </a:cubicBezTo>
                  <a:cubicBezTo>
                    <a:pt x="62481" y="37841"/>
                    <a:pt x="59619" y="38031"/>
                    <a:pt x="56748" y="38031"/>
                  </a:cubicBezTo>
                  <a:cubicBezTo>
                    <a:pt x="55806" y="38031"/>
                    <a:pt x="54864" y="38010"/>
                    <a:pt x="53921" y="37970"/>
                  </a:cubicBezTo>
                  <a:lnTo>
                    <a:pt x="40808" y="37383"/>
                  </a:lnTo>
                  <a:cubicBezTo>
                    <a:pt x="40769" y="37381"/>
                    <a:pt x="40730" y="37380"/>
                    <a:pt x="40691" y="37380"/>
                  </a:cubicBezTo>
                  <a:cubicBezTo>
                    <a:pt x="39340" y="37380"/>
                    <a:pt x="38231" y="38466"/>
                    <a:pt x="38231" y="39829"/>
                  </a:cubicBezTo>
                  <a:cubicBezTo>
                    <a:pt x="38231" y="39960"/>
                    <a:pt x="38231" y="40090"/>
                    <a:pt x="38264" y="40221"/>
                  </a:cubicBezTo>
                  <a:lnTo>
                    <a:pt x="36861" y="40971"/>
                  </a:lnTo>
                  <a:lnTo>
                    <a:pt x="17844" y="51181"/>
                  </a:lnTo>
                  <a:cubicBezTo>
                    <a:pt x="16819" y="51741"/>
                    <a:pt x="15697" y="52015"/>
                    <a:pt x="14581" y="52015"/>
                  </a:cubicBezTo>
                  <a:cubicBezTo>
                    <a:pt x="13032" y="52015"/>
                    <a:pt x="11495" y="51487"/>
                    <a:pt x="10243" y="50463"/>
                  </a:cubicBezTo>
                  <a:lnTo>
                    <a:pt x="47887" y="24694"/>
                  </a:lnTo>
                  <a:cubicBezTo>
                    <a:pt x="51404" y="23005"/>
                    <a:pt x="55242" y="22143"/>
                    <a:pt x="59109" y="22143"/>
                  </a:cubicBezTo>
                  <a:cubicBezTo>
                    <a:pt x="60621" y="22143"/>
                    <a:pt x="62138" y="22275"/>
                    <a:pt x="63642" y="22541"/>
                  </a:cubicBezTo>
                  <a:lnTo>
                    <a:pt x="86704" y="26781"/>
                  </a:lnTo>
                  <a:cubicBezTo>
                    <a:pt x="87559" y="26987"/>
                    <a:pt x="88430" y="27089"/>
                    <a:pt x="89297" y="27089"/>
                  </a:cubicBezTo>
                  <a:cubicBezTo>
                    <a:pt x="91178" y="27089"/>
                    <a:pt x="93044" y="26610"/>
                    <a:pt x="94696" y="25672"/>
                  </a:cubicBezTo>
                  <a:cubicBezTo>
                    <a:pt x="94761" y="25672"/>
                    <a:pt x="94794" y="25640"/>
                    <a:pt x="94827" y="25607"/>
                  </a:cubicBezTo>
                  <a:lnTo>
                    <a:pt x="104645" y="19442"/>
                  </a:lnTo>
                  <a:close/>
                  <a:moveTo>
                    <a:pt x="39308" y="45179"/>
                  </a:moveTo>
                  <a:cubicBezTo>
                    <a:pt x="39699" y="46060"/>
                    <a:pt x="40156" y="46908"/>
                    <a:pt x="40710" y="47691"/>
                  </a:cubicBezTo>
                  <a:lnTo>
                    <a:pt x="29750" y="53562"/>
                  </a:lnTo>
                  <a:cubicBezTo>
                    <a:pt x="29223" y="53826"/>
                    <a:pt x="28635" y="53948"/>
                    <a:pt x="28028" y="53948"/>
                  </a:cubicBezTo>
                  <a:cubicBezTo>
                    <a:pt x="26979" y="53948"/>
                    <a:pt x="25872" y="53583"/>
                    <a:pt x="24922" y="52943"/>
                  </a:cubicBezTo>
                  <a:lnTo>
                    <a:pt x="39144" y="45277"/>
                  </a:lnTo>
                  <a:lnTo>
                    <a:pt x="39308" y="45179"/>
                  </a:lnTo>
                  <a:close/>
                  <a:moveTo>
                    <a:pt x="86237" y="103942"/>
                  </a:moveTo>
                  <a:cubicBezTo>
                    <a:pt x="86566" y="103942"/>
                    <a:pt x="86905" y="104028"/>
                    <a:pt x="87291" y="104188"/>
                  </a:cubicBezTo>
                  <a:cubicBezTo>
                    <a:pt x="88009" y="104515"/>
                    <a:pt x="88694" y="104873"/>
                    <a:pt x="89346" y="105297"/>
                  </a:cubicBezTo>
                  <a:cubicBezTo>
                    <a:pt x="91565" y="106570"/>
                    <a:pt x="94533" y="108298"/>
                    <a:pt x="97632" y="108462"/>
                  </a:cubicBezTo>
                  <a:cubicBezTo>
                    <a:pt x="97175" y="108853"/>
                    <a:pt x="96686" y="109212"/>
                    <a:pt x="96197" y="109603"/>
                  </a:cubicBezTo>
                  <a:cubicBezTo>
                    <a:pt x="94011" y="111299"/>
                    <a:pt x="91532" y="113224"/>
                    <a:pt x="88922" y="117008"/>
                  </a:cubicBezTo>
                  <a:cubicBezTo>
                    <a:pt x="86574" y="120433"/>
                    <a:pt x="84584" y="124054"/>
                    <a:pt x="82920" y="127838"/>
                  </a:cubicBezTo>
                  <a:lnTo>
                    <a:pt x="76266" y="127838"/>
                  </a:lnTo>
                  <a:cubicBezTo>
                    <a:pt x="76396" y="125848"/>
                    <a:pt x="76951" y="122912"/>
                    <a:pt x="78908" y="120694"/>
                  </a:cubicBezTo>
                  <a:cubicBezTo>
                    <a:pt x="79724" y="119781"/>
                    <a:pt x="80670" y="118998"/>
                    <a:pt x="81746" y="118443"/>
                  </a:cubicBezTo>
                  <a:cubicBezTo>
                    <a:pt x="82920" y="117791"/>
                    <a:pt x="83377" y="116290"/>
                    <a:pt x="82725" y="115116"/>
                  </a:cubicBezTo>
                  <a:cubicBezTo>
                    <a:pt x="82279" y="114291"/>
                    <a:pt x="81452" y="113832"/>
                    <a:pt x="80588" y="113832"/>
                  </a:cubicBezTo>
                  <a:cubicBezTo>
                    <a:pt x="80188" y="113832"/>
                    <a:pt x="79780" y="113931"/>
                    <a:pt x="79397" y="114137"/>
                  </a:cubicBezTo>
                  <a:cubicBezTo>
                    <a:pt x="77832" y="114986"/>
                    <a:pt x="76396" y="116095"/>
                    <a:pt x="75222" y="117465"/>
                  </a:cubicBezTo>
                  <a:cubicBezTo>
                    <a:pt x="72254" y="120857"/>
                    <a:pt x="71503" y="125065"/>
                    <a:pt x="71373" y="127838"/>
                  </a:cubicBezTo>
                  <a:lnTo>
                    <a:pt x="68829" y="127838"/>
                  </a:lnTo>
                  <a:cubicBezTo>
                    <a:pt x="67785" y="124771"/>
                    <a:pt x="65697" y="119520"/>
                    <a:pt x="64425" y="117497"/>
                  </a:cubicBezTo>
                  <a:cubicBezTo>
                    <a:pt x="63964" y="116764"/>
                    <a:pt x="63167" y="116367"/>
                    <a:pt x="62353" y="116367"/>
                  </a:cubicBezTo>
                  <a:cubicBezTo>
                    <a:pt x="61899" y="116367"/>
                    <a:pt x="61441" y="116490"/>
                    <a:pt x="61032" y="116747"/>
                  </a:cubicBezTo>
                  <a:cubicBezTo>
                    <a:pt x="59891" y="117465"/>
                    <a:pt x="59565" y="118965"/>
                    <a:pt x="60282" y="120107"/>
                  </a:cubicBezTo>
                  <a:cubicBezTo>
                    <a:pt x="61130" y="121444"/>
                    <a:pt x="62663" y="125130"/>
                    <a:pt x="63642" y="127838"/>
                  </a:cubicBezTo>
                  <a:lnTo>
                    <a:pt x="56107" y="127838"/>
                  </a:lnTo>
                  <a:cubicBezTo>
                    <a:pt x="54867" y="123825"/>
                    <a:pt x="53008" y="120009"/>
                    <a:pt x="50561" y="116616"/>
                  </a:cubicBezTo>
                  <a:cubicBezTo>
                    <a:pt x="48050" y="113094"/>
                    <a:pt x="44918" y="110060"/>
                    <a:pt x="41297" y="107679"/>
                  </a:cubicBezTo>
                  <a:cubicBezTo>
                    <a:pt x="40873" y="107450"/>
                    <a:pt x="40678" y="106994"/>
                    <a:pt x="40775" y="106537"/>
                  </a:cubicBezTo>
                  <a:cubicBezTo>
                    <a:pt x="40775" y="106472"/>
                    <a:pt x="40808" y="106406"/>
                    <a:pt x="40841" y="106374"/>
                  </a:cubicBezTo>
                  <a:cubicBezTo>
                    <a:pt x="40873" y="106374"/>
                    <a:pt x="40906" y="106341"/>
                    <a:pt x="40939" y="106341"/>
                  </a:cubicBezTo>
                  <a:cubicBezTo>
                    <a:pt x="41378" y="106212"/>
                    <a:pt x="42156" y="106154"/>
                    <a:pt x="42996" y="106154"/>
                  </a:cubicBezTo>
                  <a:cubicBezTo>
                    <a:pt x="44275" y="106154"/>
                    <a:pt x="45698" y="106288"/>
                    <a:pt x="46288" y="106504"/>
                  </a:cubicBezTo>
                  <a:cubicBezTo>
                    <a:pt x="46614" y="106635"/>
                    <a:pt x="46908" y="106798"/>
                    <a:pt x="47202" y="106928"/>
                  </a:cubicBezTo>
                  <a:cubicBezTo>
                    <a:pt x="47332" y="106994"/>
                    <a:pt x="47463" y="107059"/>
                    <a:pt x="47593" y="107091"/>
                  </a:cubicBezTo>
                  <a:cubicBezTo>
                    <a:pt x="49452" y="107907"/>
                    <a:pt x="51246" y="108918"/>
                    <a:pt x="52877" y="110158"/>
                  </a:cubicBezTo>
                  <a:lnTo>
                    <a:pt x="53269" y="110419"/>
                  </a:lnTo>
                  <a:cubicBezTo>
                    <a:pt x="54337" y="111213"/>
                    <a:pt x="55520" y="111938"/>
                    <a:pt x="57262" y="111938"/>
                  </a:cubicBezTo>
                  <a:cubicBezTo>
                    <a:pt x="57595" y="111938"/>
                    <a:pt x="57948" y="111912"/>
                    <a:pt x="58325" y="111854"/>
                  </a:cubicBezTo>
                  <a:cubicBezTo>
                    <a:pt x="60478" y="111495"/>
                    <a:pt x="61554" y="110060"/>
                    <a:pt x="62174" y="109016"/>
                  </a:cubicBezTo>
                  <a:cubicBezTo>
                    <a:pt x="62598" y="108298"/>
                    <a:pt x="62957" y="107581"/>
                    <a:pt x="63283" y="106831"/>
                  </a:cubicBezTo>
                  <a:cubicBezTo>
                    <a:pt x="63512" y="106341"/>
                    <a:pt x="63740" y="105885"/>
                    <a:pt x="64001" y="105428"/>
                  </a:cubicBezTo>
                  <a:cubicBezTo>
                    <a:pt x="64405" y="105192"/>
                    <a:pt x="64824" y="105072"/>
                    <a:pt x="65262" y="105072"/>
                  </a:cubicBezTo>
                  <a:cubicBezTo>
                    <a:pt x="66096" y="105072"/>
                    <a:pt x="66996" y="105508"/>
                    <a:pt x="67980" y="106406"/>
                  </a:cubicBezTo>
                  <a:cubicBezTo>
                    <a:pt x="70230" y="108409"/>
                    <a:pt x="72294" y="109341"/>
                    <a:pt x="74696" y="109341"/>
                  </a:cubicBezTo>
                  <a:cubicBezTo>
                    <a:pt x="75777" y="109341"/>
                    <a:pt x="76925" y="109152"/>
                    <a:pt x="78190" y="108788"/>
                  </a:cubicBezTo>
                  <a:cubicBezTo>
                    <a:pt x="78419" y="108722"/>
                    <a:pt x="78647" y="108625"/>
                    <a:pt x="78908" y="108559"/>
                  </a:cubicBezTo>
                  <a:cubicBezTo>
                    <a:pt x="79528" y="108298"/>
                    <a:pt x="82170" y="107091"/>
                    <a:pt x="83475" y="105721"/>
                  </a:cubicBezTo>
                  <a:cubicBezTo>
                    <a:pt x="84682" y="104468"/>
                    <a:pt x="85426" y="103942"/>
                    <a:pt x="86237" y="103942"/>
                  </a:cubicBezTo>
                  <a:close/>
                  <a:moveTo>
                    <a:pt x="85106" y="132731"/>
                  </a:moveTo>
                  <a:cubicBezTo>
                    <a:pt x="85204" y="132731"/>
                    <a:pt x="85269" y="132796"/>
                    <a:pt x="85269" y="132926"/>
                  </a:cubicBezTo>
                  <a:lnTo>
                    <a:pt x="85269" y="136221"/>
                  </a:lnTo>
                  <a:cubicBezTo>
                    <a:pt x="85269" y="136319"/>
                    <a:pt x="85204" y="136417"/>
                    <a:pt x="85106" y="136417"/>
                  </a:cubicBezTo>
                  <a:lnTo>
                    <a:pt x="52519" y="136417"/>
                  </a:lnTo>
                  <a:cubicBezTo>
                    <a:pt x="52421" y="136417"/>
                    <a:pt x="52323" y="136319"/>
                    <a:pt x="52323" y="136221"/>
                  </a:cubicBezTo>
                  <a:lnTo>
                    <a:pt x="52323" y="132926"/>
                  </a:lnTo>
                  <a:cubicBezTo>
                    <a:pt x="52323" y="132796"/>
                    <a:pt x="52421" y="132731"/>
                    <a:pt x="52519" y="132731"/>
                  </a:cubicBezTo>
                  <a:close/>
                  <a:moveTo>
                    <a:pt x="85465" y="141277"/>
                  </a:moveTo>
                  <a:cubicBezTo>
                    <a:pt x="95316" y="144996"/>
                    <a:pt x="102133" y="152433"/>
                    <a:pt x="105167" y="162806"/>
                  </a:cubicBezTo>
                  <a:cubicBezTo>
                    <a:pt x="105232" y="163002"/>
                    <a:pt x="105298" y="163230"/>
                    <a:pt x="105363" y="163459"/>
                  </a:cubicBezTo>
                  <a:cubicBezTo>
                    <a:pt x="107418" y="171059"/>
                    <a:pt x="105787" y="179149"/>
                    <a:pt x="100959" y="185347"/>
                  </a:cubicBezTo>
                  <a:cubicBezTo>
                    <a:pt x="95989" y="191876"/>
                    <a:pt x="88238" y="195720"/>
                    <a:pt x="80023" y="195720"/>
                  </a:cubicBezTo>
                  <a:cubicBezTo>
                    <a:pt x="79989" y="195720"/>
                    <a:pt x="79954" y="195720"/>
                    <a:pt x="79919" y="195720"/>
                  </a:cubicBezTo>
                  <a:lnTo>
                    <a:pt x="57705" y="195720"/>
                  </a:lnTo>
                  <a:cubicBezTo>
                    <a:pt x="57671" y="195720"/>
                    <a:pt x="57637" y="195720"/>
                    <a:pt x="57603" y="195720"/>
                  </a:cubicBezTo>
                  <a:cubicBezTo>
                    <a:pt x="49192" y="195720"/>
                    <a:pt x="41277" y="191712"/>
                    <a:pt x="36307" y="184890"/>
                  </a:cubicBezTo>
                  <a:cubicBezTo>
                    <a:pt x="31479" y="178431"/>
                    <a:pt x="30076" y="170048"/>
                    <a:pt x="32490" y="162382"/>
                  </a:cubicBezTo>
                  <a:cubicBezTo>
                    <a:pt x="32686" y="161795"/>
                    <a:pt x="32849" y="161240"/>
                    <a:pt x="33077" y="160686"/>
                  </a:cubicBezTo>
                  <a:cubicBezTo>
                    <a:pt x="37318" y="149041"/>
                    <a:pt x="47463" y="144246"/>
                    <a:pt x="52323" y="141930"/>
                  </a:cubicBezTo>
                  <a:cubicBezTo>
                    <a:pt x="52845" y="141701"/>
                    <a:pt x="53269" y="141505"/>
                    <a:pt x="53660" y="141310"/>
                  </a:cubicBezTo>
                  <a:lnTo>
                    <a:pt x="85106" y="141310"/>
                  </a:lnTo>
                  <a:cubicBezTo>
                    <a:pt x="85204" y="141310"/>
                    <a:pt x="85334" y="141310"/>
                    <a:pt x="85465" y="141277"/>
                  </a:cubicBezTo>
                  <a:close/>
                  <a:moveTo>
                    <a:pt x="102003" y="0"/>
                  </a:moveTo>
                  <a:cubicBezTo>
                    <a:pt x="100372" y="0"/>
                    <a:pt x="99198" y="1599"/>
                    <a:pt x="99687" y="3165"/>
                  </a:cubicBezTo>
                  <a:lnTo>
                    <a:pt x="103177" y="14582"/>
                  </a:lnTo>
                  <a:lnTo>
                    <a:pt x="92282" y="21432"/>
                  </a:lnTo>
                  <a:cubicBezTo>
                    <a:pt x="91355" y="21939"/>
                    <a:pt x="90324" y="22193"/>
                    <a:pt x="89289" y="22193"/>
                  </a:cubicBezTo>
                  <a:cubicBezTo>
                    <a:pt x="88794" y="22193"/>
                    <a:pt x="88299" y="22135"/>
                    <a:pt x="87813" y="22019"/>
                  </a:cubicBezTo>
                  <a:cubicBezTo>
                    <a:pt x="87781" y="21986"/>
                    <a:pt x="87715" y="21986"/>
                    <a:pt x="87650" y="21986"/>
                  </a:cubicBezTo>
                  <a:lnTo>
                    <a:pt x="64523" y="17713"/>
                  </a:lnTo>
                  <a:cubicBezTo>
                    <a:pt x="62746" y="17397"/>
                    <a:pt x="60953" y="17241"/>
                    <a:pt x="59163" y="17241"/>
                  </a:cubicBezTo>
                  <a:cubicBezTo>
                    <a:pt x="54478" y="17241"/>
                    <a:pt x="49819" y="18311"/>
                    <a:pt x="45571" y="20388"/>
                  </a:cubicBezTo>
                  <a:cubicBezTo>
                    <a:pt x="45473" y="20453"/>
                    <a:pt x="45375" y="20486"/>
                    <a:pt x="45277" y="20551"/>
                  </a:cubicBezTo>
                  <a:lnTo>
                    <a:pt x="5252" y="47952"/>
                  </a:lnTo>
                  <a:cubicBezTo>
                    <a:pt x="4176" y="48702"/>
                    <a:pt x="3882" y="50137"/>
                    <a:pt x="4535" y="51246"/>
                  </a:cubicBezTo>
                  <a:cubicBezTo>
                    <a:pt x="6725" y="54874"/>
                    <a:pt x="10595" y="56912"/>
                    <a:pt x="14578" y="56912"/>
                  </a:cubicBezTo>
                  <a:cubicBezTo>
                    <a:pt x="16469" y="56912"/>
                    <a:pt x="18385" y="56453"/>
                    <a:pt x="20160" y="55487"/>
                  </a:cubicBezTo>
                  <a:lnTo>
                    <a:pt x="20323" y="55389"/>
                  </a:lnTo>
                  <a:cubicBezTo>
                    <a:pt x="21465" y="56629"/>
                    <a:pt x="22900" y="57575"/>
                    <a:pt x="24466" y="58162"/>
                  </a:cubicBezTo>
                  <a:cubicBezTo>
                    <a:pt x="17452" y="64425"/>
                    <a:pt x="13407" y="73395"/>
                    <a:pt x="13407" y="82822"/>
                  </a:cubicBezTo>
                  <a:lnTo>
                    <a:pt x="13407" y="195720"/>
                  </a:lnTo>
                  <a:lnTo>
                    <a:pt x="2447" y="195720"/>
                  </a:lnTo>
                  <a:cubicBezTo>
                    <a:pt x="1077" y="195720"/>
                    <a:pt x="1" y="196829"/>
                    <a:pt x="1" y="198166"/>
                  </a:cubicBezTo>
                  <a:cubicBezTo>
                    <a:pt x="1" y="199504"/>
                    <a:pt x="1077" y="200613"/>
                    <a:pt x="2447" y="200613"/>
                  </a:cubicBezTo>
                  <a:lnTo>
                    <a:pt x="143104" y="200613"/>
                  </a:lnTo>
                  <a:cubicBezTo>
                    <a:pt x="144474" y="200613"/>
                    <a:pt x="145550" y="199504"/>
                    <a:pt x="145550" y="198166"/>
                  </a:cubicBezTo>
                  <a:cubicBezTo>
                    <a:pt x="145550" y="196829"/>
                    <a:pt x="144474" y="195720"/>
                    <a:pt x="143104" y="195720"/>
                  </a:cubicBezTo>
                  <a:lnTo>
                    <a:pt x="96816" y="195720"/>
                  </a:lnTo>
                  <a:cubicBezTo>
                    <a:pt x="99883" y="193730"/>
                    <a:pt x="102623" y="191251"/>
                    <a:pt x="104841" y="188315"/>
                  </a:cubicBezTo>
                  <a:cubicBezTo>
                    <a:pt x="110582" y="180910"/>
                    <a:pt x="112539" y="171222"/>
                    <a:pt x="110093" y="162186"/>
                  </a:cubicBezTo>
                  <a:cubicBezTo>
                    <a:pt x="109995" y="161925"/>
                    <a:pt x="109930" y="161665"/>
                    <a:pt x="109864" y="161404"/>
                  </a:cubicBezTo>
                  <a:cubicBezTo>
                    <a:pt x="106700" y="150672"/>
                    <a:pt x="99687" y="142419"/>
                    <a:pt x="89901" y="137852"/>
                  </a:cubicBezTo>
                  <a:cubicBezTo>
                    <a:pt x="90097" y="137330"/>
                    <a:pt x="90162" y="136776"/>
                    <a:pt x="90195" y="136221"/>
                  </a:cubicBezTo>
                  <a:lnTo>
                    <a:pt x="90195" y="132926"/>
                  </a:lnTo>
                  <a:cubicBezTo>
                    <a:pt x="90162" y="131198"/>
                    <a:pt x="89314" y="129632"/>
                    <a:pt x="87911" y="128686"/>
                  </a:cubicBezTo>
                  <a:cubicBezTo>
                    <a:pt x="89346" y="125587"/>
                    <a:pt x="91010" y="122619"/>
                    <a:pt x="92935" y="119781"/>
                  </a:cubicBezTo>
                  <a:cubicBezTo>
                    <a:pt x="95120" y="116616"/>
                    <a:pt x="97110" y="115083"/>
                    <a:pt x="99198" y="113452"/>
                  </a:cubicBezTo>
                  <a:cubicBezTo>
                    <a:pt x="100013" y="112833"/>
                    <a:pt x="100861" y="112180"/>
                    <a:pt x="101709" y="111430"/>
                  </a:cubicBezTo>
                  <a:cubicBezTo>
                    <a:pt x="103079" y="110223"/>
                    <a:pt x="103634" y="108364"/>
                    <a:pt x="103145" y="106602"/>
                  </a:cubicBezTo>
                  <a:cubicBezTo>
                    <a:pt x="102538" y="104723"/>
                    <a:pt x="100890" y="103548"/>
                    <a:pt x="98880" y="103548"/>
                  </a:cubicBezTo>
                  <a:cubicBezTo>
                    <a:pt x="98727" y="103548"/>
                    <a:pt x="98572" y="103555"/>
                    <a:pt x="98415" y="103569"/>
                  </a:cubicBezTo>
                  <a:cubicBezTo>
                    <a:pt x="98318" y="103576"/>
                    <a:pt x="98219" y="103580"/>
                    <a:pt x="98120" y="103580"/>
                  </a:cubicBezTo>
                  <a:cubicBezTo>
                    <a:pt x="96166" y="103580"/>
                    <a:pt x="93655" y="102112"/>
                    <a:pt x="91793" y="101057"/>
                  </a:cubicBezTo>
                  <a:cubicBezTo>
                    <a:pt x="90945" y="100502"/>
                    <a:pt x="90031" y="100046"/>
                    <a:pt x="89118" y="99654"/>
                  </a:cubicBezTo>
                  <a:cubicBezTo>
                    <a:pt x="88073" y="99232"/>
                    <a:pt x="87108" y="99058"/>
                    <a:pt x="86224" y="99058"/>
                  </a:cubicBezTo>
                  <a:cubicBezTo>
                    <a:pt x="83082" y="99058"/>
                    <a:pt x="80970" y="101260"/>
                    <a:pt x="79952" y="102329"/>
                  </a:cubicBezTo>
                  <a:cubicBezTo>
                    <a:pt x="79495" y="102818"/>
                    <a:pt x="77897" y="103699"/>
                    <a:pt x="77114" y="103993"/>
                  </a:cubicBezTo>
                  <a:cubicBezTo>
                    <a:pt x="77049" y="104025"/>
                    <a:pt x="76951" y="104058"/>
                    <a:pt x="76853" y="104090"/>
                  </a:cubicBezTo>
                  <a:cubicBezTo>
                    <a:pt x="76055" y="104319"/>
                    <a:pt x="75388" y="104455"/>
                    <a:pt x="74767" y="104455"/>
                  </a:cubicBezTo>
                  <a:cubicBezTo>
                    <a:pt x="73614" y="104455"/>
                    <a:pt x="72621" y="103983"/>
                    <a:pt x="71242" y="102753"/>
                  </a:cubicBezTo>
                  <a:cubicBezTo>
                    <a:pt x="69040" y="100794"/>
                    <a:pt x="66972" y="100199"/>
                    <a:pt x="65275" y="100199"/>
                  </a:cubicBezTo>
                  <a:cubicBezTo>
                    <a:pt x="63329" y="100199"/>
                    <a:pt x="61871" y="100982"/>
                    <a:pt x="61261" y="101383"/>
                  </a:cubicBezTo>
                  <a:cubicBezTo>
                    <a:pt x="60054" y="102166"/>
                    <a:pt x="59434" y="103503"/>
                    <a:pt x="58847" y="104775"/>
                  </a:cubicBezTo>
                  <a:cubicBezTo>
                    <a:pt x="58586" y="105363"/>
                    <a:pt x="58292" y="105950"/>
                    <a:pt x="57999" y="106504"/>
                  </a:cubicBezTo>
                  <a:cubicBezTo>
                    <a:pt x="57901" y="106700"/>
                    <a:pt x="57770" y="106863"/>
                    <a:pt x="57640" y="106994"/>
                  </a:cubicBezTo>
                  <a:cubicBezTo>
                    <a:pt x="57607" y="106994"/>
                    <a:pt x="57575" y="107026"/>
                    <a:pt x="57542" y="107026"/>
                  </a:cubicBezTo>
                  <a:cubicBezTo>
                    <a:pt x="57430" y="107042"/>
                    <a:pt x="57340" y="107054"/>
                    <a:pt x="57255" y="107054"/>
                  </a:cubicBezTo>
                  <a:cubicBezTo>
                    <a:pt x="56992" y="107054"/>
                    <a:pt x="56780" y="106940"/>
                    <a:pt x="56139" y="106472"/>
                  </a:cubicBezTo>
                  <a:lnTo>
                    <a:pt x="55781" y="106211"/>
                  </a:lnTo>
                  <a:cubicBezTo>
                    <a:pt x="53889" y="104775"/>
                    <a:pt x="51801" y="103569"/>
                    <a:pt x="49583" y="102623"/>
                  </a:cubicBezTo>
                  <a:cubicBezTo>
                    <a:pt x="49485" y="102590"/>
                    <a:pt x="49387" y="102557"/>
                    <a:pt x="49289" y="102492"/>
                  </a:cubicBezTo>
                  <a:cubicBezTo>
                    <a:pt x="48963" y="102329"/>
                    <a:pt x="48539" y="102133"/>
                    <a:pt x="48050" y="101970"/>
                  </a:cubicBezTo>
                  <a:cubicBezTo>
                    <a:pt x="46886" y="101505"/>
                    <a:pt x="44882" y="101258"/>
                    <a:pt x="43002" y="101258"/>
                  </a:cubicBezTo>
                  <a:cubicBezTo>
                    <a:pt x="41719" y="101258"/>
                    <a:pt x="40494" y="101373"/>
                    <a:pt x="39634" y="101611"/>
                  </a:cubicBezTo>
                  <a:cubicBezTo>
                    <a:pt x="39047" y="101774"/>
                    <a:pt x="38492" y="102003"/>
                    <a:pt x="38003" y="102329"/>
                  </a:cubicBezTo>
                  <a:cubicBezTo>
                    <a:pt x="37057" y="103014"/>
                    <a:pt x="36404" y="104025"/>
                    <a:pt x="36078" y="105134"/>
                  </a:cubicBezTo>
                  <a:cubicBezTo>
                    <a:pt x="35361" y="107646"/>
                    <a:pt x="36372" y="110321"/>
                    <a:pt x="38557" y="111756"/>
                  </a:cubicBezTo>
                  <a:cubicBezTo>
                    <a:pt x="41689" y="113811"/>
                    <a:pt x="44429" y="116421"/>
                    <a:pt x="46614" y="119487"/>
                  </a:cubicBezTo>
                  <a:cubicBezTo>
                    <a:pt x="48474" y="122097"/>
                    <a:pt x="49974" y="125000"/>
                    <a:pt x="51018" y="128066"/>
                  </a:cubicBezTo>
                  <a:cubicBezTo>
                    <a:pt x="48898" y="128718"/>
                    <a:pt x="47430" y="130676"/>
                    <a:pt x="47430" y="132926"/>
                  </a:cubicBezTo>
                  <a:lnTo>
                    <a:pt x="47430" y="136221"/>
                  </a:lnTo>
                  <a:cubicBezTo>
                    <a:pt x="47430" y="137037"/>
                    <a:pt x="47626" y="137852"/>
                    <a:pt x="48017" y="138602"/>
                  </a:cubicBezTo>
                  <a:cubicBezTo>
                    <a:pt x="42341" y="141440"/>
                    <a:pt x="32784" y="147214"/>
                    <a:pt x="28478" y="159022"/>
                  </a:cubicBezTo>
                  <a:cubicBezTo>
                    <a:pt x="28249" y="159642"/>
                    <a:pt x="28021" y="160262"/>
                    <a:pt x="27825" y="160882"/>
                  </a:cubicBezTo>
                  <a:cubicBezTo>
                    <a:pt x="24922" y="170080"/>
                    <a:pt x="26618" y="180095"/>
                    <a:pt x="32360" y="187793"/>
                  </a:cubicBezTo>
                  <a:cubicBezTo>
                    <a:pt x="34676" y="190925"/>
                    <a:pt x="37513" y="193632"/>
                    <a:pt x="40808" y="195720"/>
                  </a:cubicBezTo>
                  <a:lnTo>
                    <a:pt x="18300" y="195720"/>
                  </a:lnTo>
                  <a:lnTo>
                    <a:pt x="18300" y="82822"/>
                  </a:lnTo>
                  <a:cubicBezTo>
                    <a:pt x="18300" y="67100"/>
                    <a:pt x="31316" y="54345"/>
                    <a:pt x="47365" y="54345"/>
                  </a:cubicBezTo>
                  <a:cubicBezTo>
                    <a:pt x="63381" y="54345"/>
                    <a:pt x="76429" y="67100"/>
                    <a:pt x="76429" y="82822"/>
                  </a:cubicBezTo>
                  <a:cubicBezTo>
                    <a:pt x="76429" y="84160"/>
                    <a:pt x="77505" y="85269"/>
                    <a:pt x="78875" y="85269"/>
                  </a:cubicBezTo>
                  <a:cubicBezTo>
                    <a:pt x="80213" y="85269"/>
                    <a:pt x="81322" y="84160"/>
                    <a:pt x="81322" y="82822"/>
                  </a:cubicBezTo>
                  <a:cubicBezTo>
                    <a:pt x="81322" y="70329"/>
                    <a:pt x="74276" y="59401"/>
                    <a:pt x="63903" y="53693"/>
                  </a:cubicBezTo>
                  <a:lnTo>
                    <a:pt x="67524" y="53693"/>
                  </a:lnTo>
                  <a:cubicBezTo>
                    <a:pt x="69905" y="53693"/>
                    <a:pt x="72286" y="54215"/>
                    <a:pt x="74439" y="55259"/>
                  </a:cubicBezTo>
                  <a:lnTo>
                    <a:pt x="76005" y="56041"/>
                  </a:lnTo>
                  <a:cubicBezTo>
                    <a:pt x="79888" y="57916"/>
                    <a:pt x="84073" y="58840"/>
                    <a:pt x="88238" y="58840"/>
                  </a:cubicBezTo>
                  <a:cubicBezTo>
                    <a:pt x="94220" y="58840"/>
                    <a:pt x="100160" y="56934"/>
                    <a:pt x="105102" y="53203"/>
                  </a:cubicBezTo>
                  <a:cubicBezTo>
                    <a:pt x="105167" y="53138"/>
                    <a:pt x="105200" y="53106"/>
                    <a:pt x="105265" y="53073"/>
                  </a:cubicBezTo>
                  <a:lnTo>
                    <a:pt x="109081" y="49681"/>
                  </a:lnTo>
                  <a:cubicBezTo>
                    <a:pt x="110288" y="48604"/>
                    <a:pt x="111658" y="47789"/>
                    <a:pt x="113159" y="47267"/>
                  </a:cubicBezTo>
                  <a:lnTo>
                    <a:pt x="115116" y="53660"/>
                  </a:lnTo>
                  <a:cubicBezTo>
                    <a:pt x="115442" y="54704"/>
                    <a:pt x="116388" y="55389"/>
                    <a:pt x="117465" y="55389"/>
                  </a:cubicBezTo>
                  <a:lnTo>
                    <a:pt x="135993" y="55389"/>
                  </a:lnTo>
                  <a:cubicBezTo>
                    <a:pt x="137461" y="55389"/>
                    <a:pt x="138602" y="54117"/>
                    <a:pt x="138407" y="52649"/>
                  </a:cubicBezTo>
                  <a:lnTo>
                    <a:pt x="132242" y="2153"/>
                  </a:lnTo>
                  <a:cubicBezTo>
                    <a:pt x="132078" y="914"/>
                    <a:pt x="131035" y="0"/>
                    <a:pt x="129828" y="0"/>
                  </a:cubicBez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3" name="Google Shape;5133;p28"/>
            <p:cNvSpPr/>
            <p:nvPr/>
          </p:nvSpPr>
          <p:spPr>
            <a:xfrm>
              <a:off x="3224450" y="4069325"/>
              <a:ext cx="993300" cy="963125"/>
            </a:xfrm>
            <a:custGeom>
              <a:rect b="b" l="l" r="r" t="t"/>
              <a:pathLst>
                <a:path extrusionOk="0" h="38525" w="39732">
                  <a:moveTo>
                    <a:pt x="19866" y="4893"/>
                  </a:moveTo>
                  <a:cubicBezTo>
                    <a:pt x="28119" y="4893"/>
                    <a:pt x="34839" y="11352"/>
                    <a:pt x="34839" y="19278"/>
                  </a:cubicBezTo>
                  <a:cubicBezTo>
                    <a:pt x="34839" y="27172"/>
                    <a:pt x="28119" y="33631"/>
                    <a:pt x="19866" y="33631"/>
                  </a:cubicBezTo>
                  <a:cubicBezTo>
                    <a:pt x="11614" y="33631"/>
                    <a:pt x="4894" y="27172"/>
                    <a:pt x="4894" y="19278"/>
                  </a:cubicBezTo>
                  <a:cubicBezTo>
                    <a:pt x="4894" y="11352"/>
                    <a:pt x="11614" y="4893"/>
                    <a:pt x="19866" y="4893"/>
                  </a:cubicBezTo>
                  <a:close/>
                  <a:moveTo>
                    <a:pt x="19866" y="0"/>
                  </a:moveTo>
                  <a:cubicBezTo>
                    <a:pt x="8906" y="0"/>
                    <a:pt x="1" y="8644"/>
                    <a:pt x="1" y="19278"/>
                  </a:cubicBezTo>
                  <a:cubicBezTo>
                    <a:pt x="1" y="29880"/>
                    <a:pt x="8906" y="38524"/>
                    <a:pt x="19866" y="38524"/>
                  </a:cubicBezTo>
                  <a:cubicBezTo>
                    <a:pt x="30827" y="38524"/>
                    <a:pt x="39732" y="29880"/>
                    <a:pt x="39732" y="19278"/>
                  </a:cubicBezTo>
                  <a:cubicBezTo>
                    <a:pt x="39732" y="8644"/>
                    <a:pt x="30827" y="0"/>
                    <a:pt x="19866" y="0"/>
                  </a:cubicBez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4" name="Google Shape;5134;p28"/>
            <p:cNvSpPr/>
            <p:nvPr/>
          </p:nvSpPr>
          <p:spPr>
            <a:xfrm>
              <a:off x="3550650" y="4230775"/>
              <a:ext cx="349075" cy="623900"/>
            </a:xfrm>
            <a:custGeom>
              <a:rect b="b" l="l" r="r" t="t"/>
              <a:pathLst>
                <a:path extrusionOk="0" h="24956" w="13963">
                  <a:moveTo>
                    <a:pt x="7079" y="1"/>
                  </a:moveTo>
                  <a:cubicBezTo>
                    <a:pt x="5742" y="1"/>
                    <a:pt x="4633" y="1077"/>
                    <a:pt x="4633" y="2447"/>
                  </a:cubicBezTo>
                  <a:lnTo>
                    <a:pt x="4633" y="2545"/>
                  </a:lnTo>
                  <a:cubicBezTo>
                    <a:pt x="3883" y="2839"/>
                    <a:pt x="3165" y="3263"/>
                    <a:pt x="2610" y="3817"/>
                  </a:cubicBezTo>
                  <a:cubicBezTo>
                    <a:pt x="1338" y="5122"/>
                    <a:pt x="653" y="6851"/>
                    <a:pt x="686" y="8645"/>
                  </a:cubicBezTo>
                  <a:cubicBezTo>
                    <a:pt x="751" y="11483"/>
                    <a:pt x="2871" y="13864"/>
                    <a:pt x="5872" y="14419"/>
                  </a:cubicBezTo>
                  <a:lnTo>
                    <a:pt x="6557" y="14549"/>
                  </a:lnTo>
                  <a:cubicBezTo>
                    <a:pt x="6623" y="14582"/>
                    <a:pt x="6688" y="14615"/>
                    <a:pt x="6753" y="14615"/>
                  </a:cubicBezTo>
                  <a:cubicBezTo>
                    <a:pt x="6786" y="14647"/>
                    <a:pt x="6818" y="14647"/>
                    <a:pt x="6818" y="14647"/>
                  </a:cubicBezTo>
                  <a:lnTo>
                    <a:pt x="7112" y="14745"/>
                  </a:lnTo>
                  <a:cubicBezTo>
                    <a:pt x="7210" y="14810"/>
                    <a:pt x="7243" y="14810"/>
                    <a:pt x="7308" y="14876"/>
                  </a:cubicBezTo>
                  <a:lnTo>
                    <a:pt x="7471" y="14941"/>
                  </a:lnTo>
                  <a:cubicBezTo>
                    <a:pt x="7503" y="14973"/>
                    <a:pt x="7503" y="14973"/>
                    <a:pt x="7536" y="15006"/>
                  </a:cubicBezTo>
                  <a:cubicBezTo>
                    <a:pt x="8156" y="15365"/>
                    <a:pt x="8841" y="16050"/>
                    <a:pt x="8841" y="16572"/>
                  </a:cubicBezTo>
                  <a:cubicBezTo>
                    <a:pt x="8873" y="17257"/>
                    <a:pt x="8645" y="17485"/>
                    <a:pt x="8580" y="17583"/>
                  </a:cubicBezTo>
                  <a:cubicBezTo>
                    <a:pt x="8095" y="17946"/>
                    <a:pt x="7499" y="18141"/>
                    <a:pt x="6894" y="18141"/>
                  </a:cubicBezTo>
                  <a:cubicBezTo>
                    <a:pt x="6847" y="18141"/>
                    <a:pt x="6800" y="18140"/>
                    <a:pt x="6753" y="18138"/>
                  </a:cubicBezTo>
                  <a:cubicBezTo>
                    <a:pt x="6231" y="18105"/>
                    <a:pt x="5090" y="17583"/>
                    <a:pt x="5024" y="17028"/>
                  </a:cubicBezTo>
                  <a:cubicBezTo>
                    <a:pt x="4903" y="15759"/>
                    <a:pt x="3830" y="14825"/>
                    <a:pt x="2609" y="14825"/>
                  </a:cubicBezTo>
                  <a:cubicBezTo>
                    <a:pt x="2512" y="14825"/>
                    <a:pt x="2415" y="14831"/>
                    <a:pt x="2317" y="14843"/>
                  </a:cubicBezTo>
                  <a:cubicBezTo>
                    <a:pt x="947" y="14973"/>
                    <a:pt x="1" y="16213"/>
                    <a:pt x="164" y="17550"/>
                  </a:cubicBezTo>
                  <a:cubicBezTo>
                    <a:pt x="458" y="20225"/>
                    <a:pt x="2610" y="21921"/>
                    <a:pt x="4633" y="22639"/>
                  </a:cubicBezTo>
                  <a:cubicBezTo>
                    <a:pt x="4731" y="23944"/>
                    <a:pt x="5807" y="24955"/>
                    <a:pt x="7112" y="24955"/>
                  </a:cubicBezTo>
                  <a:cubicBezTo>
                    <a:pt x="8417" y="24922"/>
                    <a:pt x="9493" y="23879"/>
                    <a:pt x="9526" y="22574"/>
                  </a:cubicBezTo>
                  <a:cubicBezTo>
                    <a:pt x="10472" y="22248"/>
                    <a:pt x="11320" y="21726"/>
                    <a:pt x="12038" y="21041"/>
                  </a:cubicBezTo>
                  <a:cubicBezTo>
                    <a:pt x="13245" y="19801"/>
                    <a:pt x="13864" y="18105"/>
                    <a:pt x="13734" y="16343"/>
                  </a:cubicBezTo>
                  <a:cubicBezTo>
                    <a:pt x="13603" y="13245"/>
                    <a:pt x="11059" y="11418"/>
                    <a:pt x="10113" y="10831"/>
                  </a:cubicBezTo>
                  <a:lnTo>
                    <a:pt x="10080" y="10831"/>
                  </a:lnTo>
                  <a:lnTo>
                    <a:pt x="10015" y="10798"/>
                  </a:lnTo>
                  <a:lnTo>
                    <a:pt x="9917" y="10700"/>
                  </a:lnTo>
                  <a:lnTo>
                    <a:pt x="9754" y="10635"/>
                  </a:lnTo>
                  <a:cubicBezTo>
                    <a:pt x="9591" y="10537"/>
                    <a:pt x="9526" y="10472"/>
                    <a:pt x="9265" y="10374"/>
                  </a:cubicBezTo>
                  <a:cubicBezTo>
                    <a:pt x="9134" y="10309"/>
                    <a:pt x="9004" y="10243"/>
                    <a:pt x="8873" y="10178"/>
                  </a:cubicBezTo>
                  <a:lnTo>
                    <a:pt x="8580" y="10080"/>
                  </a:lnTo>
                  <a:cubicBezTo>
                    <a:pt x="8449" y="10015"/>
                    <a:pt x="8319" y="9983"/>
                    <a:pt x="8188" y="9950"/>
                  </a:cubicBezTo>
                  <a:cubicBezTo>
                    <a:pt x="7928" y="9852"/>
                    <a:pt x="7699" y="9819"/>
                    <a:pt x="7471" y="9754"/>
                  </a:cubicBezTo>
                  <a:lnTo>
                    <a:pt x="6786" y="9624"/>
                  </a:lnTo>
                  <a:cubicBezTo>
                    <a:pt x="5970" y="9461"/>
                    <a:pt x="5579" y="9004"/>
                    <a:pt x="5579" y="8580"/>
                  </a:cubicBezTo>
                  <a:cubicBezTo>
                    <a:pt x="5579" y="8123"/>
                    <a:pt x="5709" y="7667"/>
                    <a:pt x="6003" y="7340"/>
                  </a:cubicBezTo>
                  <a:cubicBezTo>
                    <a:pt x="6300" y="7124"/>
                    <a:pt x="6642" y="6998"/>
                    <a:pt x="6992" y="6998"/>
                  </a:cubicBezTo>
                  <a:cubicBezTo>
                    <a:pt x="7064" y="6998"/>
                    <a:pt x="7137" y="7003"/>
                    <a:pt x="7210" y="7014"/>
                  </a:cubicBezTo>
                  <a:cubicBezTo>
                    <a:pt x="8678" y="7079"/>
                    <a:pt x="9102" y="7993"/>
                    <a:pt x="9200" y="8384"/>
                  </a:cubicBezTo>
                  <a:lnTo>
                    <a:pt x="9200" y="8352"/>
                  </a:lnTo>
                  <a:lnTo>
                    <a:pt x="13962" y="7177"/>
                  </a:lnTo>
                  <a:cubicBezTo>
                    <a:pt x="13342" y="4992"/>
                    <a:pt x="11679" y="3230"/>
                    <a:pt x="9526" y="2513"/>
                  </a:cubicBezTo>
                  <a:lnTo>
                    <a:pt x="9526" y="2447"/>
                  </a:lnTo>
                  <a:cubicBezTo>
                    <a:pt x="9526" y="1077"/>
                    <a:pt x="8449" y="1"/>
                    <a:pt x="7079" y="1"/>
                  </a:cubicBez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35" name="Google Shape;5135;p28"/>
          <p:cNvGrpSpPr/>
          <p:nvPr/>
        </p:nvGrpSpPr>
        <p:grpSpPr>
          <a:xfrm>
            <a:off x="1025745" y="1709575"/>
            <a:ext cx="361664" cy="266062"/>
            <a:chOff x="1291725" y="1002225"/>
            <a:chExt cx="5016150" cy="3690175"/>
          </a:xfrm>
        </p:grpSpPr>
        <p:sp>
          <p:nvSpPr>
            <p:cNvPr id="5136" name="Google Shape;5136;p28"/>
            <p:cNvSpPr/>
            <p:nvPr/>
          </p:nvSpPr>
          <p:spPr>
            <a:xfrm>
              <a:off x="1291725" y="1002225"/>
              <a:ext cx="5016150" cy="3690175"/>
            </a:xfrm>
            <a:custGeom>
              <a:rect b="b" l="l" r="r" t="t"/>
              <a:pathLst>
                <a:path extrusionOk="0" h="147607" w="200646">
                  <a:moveTo>
                    <a:pt x="107483" y="14549"/>
                  </a:moveTo>
                  <a:lnTo>
                    <a:pt x="107483" y="30239"/>
                  </a:lnTo>
                  <a:lnTo>
                    <a:pt x="60772" y="30239"/>
                  </a:lnTo>
                  <a:lnTo>
                    <a:pt x="60772" y="14549"/>
                  </a:lnTo>
                  <a:close/>
                  <a:moveTo>
                    <a:pt x="112050" y="4894"/>
                  </a:moveTo>
                  <a:cubicBezTo>
                    <a:pt x="114888" y="4894"/>
                    <a:pt x="117204" y="7373"/>
                    <a:pt x="117204" y="10407"/>
                  </a:cubicBezTo>
                  <a:lnTo>
                    <a:pt x="117204" y="30239"/>
                  </a:lnTo>
                  <a:lnTo>
                    <a:pt x="112376" y="30239"/>
                  </a:lnTo>
                  <a:lnTo>
                    <a:pt x="112376" y="12853"/>
                  </a:lnTo>
                  <a:cubicBezTo>
                    <a:pt x="112376" y="11092"/>
                    <a:pt x="110941" y="9656"/>
                    <a:pt x="109180" y="9656"/>
                  </a:cubicBezTo>
                  <a:lnTo>
                    <a:pt x="59043" y="9656"/>
                  </a:lnTo>
                  <a:cubicBezTo>
                    <a:pt x="57281" y="9656"/>
                    <a:pt x="55879" y="11092"/>
                    <a:pt x="55879" y="12853"/>
                  </a:cubicBezTo>
                  <a:lnTo>
                    <a:pt x="55879" y="30239"/>
                  </a:lnTo>
                  <a:lnTo>
                    <a:pt x="51018" y="30239"/>
                  </a:lnTo>
                  <a:lnTo>
                    <a:pt x="51018" y="10407"/>
                  </a:lnTo>
                  <a:cubicBezTo>
                    <a:pt x="51018" y="7373"/>
                    <a:pt x="53334" y="4894"/>
                    <a:pt x="56172" y="4894"/>
                  </a:cubicBezTo>
                  <a:close/>
                  <a:moveTo>
                    <a:pt x="156968" y="35132"/>
                  </a:moveTo>
                  <a:cubicBezTo>
                    <a:pt x="160491" y="35165"/>
                    <a:pt x="163329" y="38036"/>
                    <a:pt x="163329" y="41559"/>
                  </a:cubicBezTo>
                  <a:lnTo>
                    <a:pt x="163329" y="61783"/>
                  </a:lnTo>
                  <a:cubicBezTo>
                    <a:pt x="161023" y="61425"/>
                    <a:pt x="158704" y="61247"/>
                    <a:pt x="156390" y="61247"/>
                  </a:cubicBezTo>
                  <a:cubicBezTo>
                    <a:pt x="151534" y="61247"/>
                    <a:pt x="146700" y="62030"/>
                    <a:pt x="142060" y="63577"/>
                  </a:cubicBezTo>
                  <a:lnTo>
                    <a:pt x="142060" y="35132"/>
                  </a:lnTo>
                  <a:close/>
                  <a:moveTo>
                    <a:pt x="26162" y="35132"/>
                  </a:moveTo>
                  <a:lnTo>
                    <a:pt x="26162" y="140984"/>
                  </a:lnTo>
                  <a:lnTo>
                    <a:pt x="11255" y="140984"/>
                  </a:lnTo>
                  <a:cubicBezTo>
                    <a:pt x="7732" y="140951"/>
                    <a:pt x="4894" y="138081"/>
                    <a:pt x="4926" y="134558"/>
                  </a:cubicBezTo>
                  <a:lnTo>
                    <a:pt x="4926" y="41559"/>
                  </a:lnTo>
                  <a:cubicBezTo>
                    <a:pt x="4894" y="38036"/>
                    <a:pt x="7732" y="35165"/>
                    <a:pt x="11255" y="35132"/>
                  </a:cubicBezTo>
                  <a:close/>
                  <a:moveTo>
                    <a:pt x="137167" y="35132"/>
                  </a:moveTo>
                  <a:lnTo>
                    <a:pt x="137167" y="65534"/>
                  </a:lnTo>
                  <a:cubicBezTo>
                    <a:pt x="122358" y="72515"/>
                    <a:pt x="112115" y="87324"/>
                    <a:pt x="112115" y="104450"/>
                  </a:cubicBezTo>
                  <a:cubicBezTo>
                    <a:pt x="112115" y="119814"/>
                    <a:pt x="120401" y="133318"/>
                    <a:pt x="132829" y="140984"/>
                  </a:cubicBezTo>
                  <a:lnTo>
                    <a:pt x="31088" y="140984"/>
                  </a:lnTo>
                  <a:lnTo>
                    <a:pt x="31088" y="35132"/>
                  </a:lnTo>
                  <a:close/>
                  <a:moveTo>
                    <a:pt x="156380" y="66154"/>
                  </a:moveTo>
                  <a:cubicBezTo>
                    <a:pt x="178105" y="66154"/>
                    <a:pt x="195753" y="83312"/>
                    <a:pt x="195753" y="104450"/>
                  </a:cubicBezTo>
                  <a:cubicBezTo>
                    <a:pt x="195753" y="125555"/>
                    <a:pt x="178105" y="142745"/>
                    <a:pt x="156380" y="142745"/>
                  </a:cubicBezTo>
                  <a:cubicBezTo>
                    <a:pt x="134688" y="142745"/>
                    <a:pt x="117008" y="125555"/>
                    <a:pt x="117008" y="104450"/>
                  </a:cubicBezTo>
                  <a:cubicBezTo>
                    <a:pt x="117008" y="83312"/>
                    <a:pt x="134688" y="66154"/>
                    <a:pt x="156380" y="66154"/>
                  </a:cubicBezTo>
                  <a:close/>
                  <a:moveTo>
                    <a:pt x="56172" y="1"/>
                  </a:moveTo>
                  <a:cubicBezTo>
                    <a:pt x="50627" y="1"/>
                    <a:pt x="46125" y="4698"/>
                    <a:pt x="46125" y="10407"/>
                  </a:cubicBezTo>
                  <a:lnTo>
                    <a:pt x="46125" y="30239"/>
                  </a:lnTo>
                  <a:lnTo>
                    <a:pt x="11255" y="30239"/>
                  </a:lnTo>
                  <a:cubicBezTo>
                    <a:pt x="5024" y="30272"/>
                    <a:pt x="1" y="35328"/>
                    <a:pt x="33" y="41559"/>
                  </a:cubicBezTo>
                  <a:lnTo>
                    <a:pt x="33" y="134558"/>
                  </a:lnTo>
                  <a:cubicBezTo>
                    <a:pt x="1" y="140756"/>
                    <a:pt x="5024" y="145844"/>
                    <a:pt x="11255" y="145877"/>
                  </a:cubicBezTo>
                  <a:lnTo>
                    <a:pt x="143887" y="145877"/>
                  </a:lnTo>
                  <a:cubicBezTo>
                    <a:pt x="147862" y="146990"/>
                    <a:pt x="151962" y="147607"/>
                    <a:pt x="156064" y="147607"/>
                  </a:cubicBezTo>
                  <a:cubicBezTo>
                    <a:pt x="156170" y="147607"/>
                    <a:pt x="156275" y="147607"/>
                    <a:pt x="156380" y="147606"/>
                  </a:cubicBezTo>
                  <a:cubicBezTo>
                    <a:pt x="180780" y="147606"/>
                    <a:pt x="200646" y="128262"/>
                    <a:pt x="200646" y="104450"/>
                  </a:cubicBezTo>
                  <a:cubicBezTo>
                    <a:pt x="200646" y="84617"/>
                    <a:pt x="186880" y="67883"/>
                    <a:pt x="168222" y="62827"/>
                  </a:cubicBezTo>
                  <a:lnTo>
                    <a:pt x="168222" y="41559"/>
                  </a:lnTo>
                  <a:cubicBezTo>
                    <a:pt x="168222" y="35328"/>
                    <a:pt x="163198" y="30272"/>
                    <a:pt x="157000" y="30239"/>
                  </a:cubicBezTo>
                  <a:lnTo>
                    <a:pt x="122097" y="30239"/>
                  </a:lnTo>
                  <a:lnTo>
                    <a:pt x="122097" y="10407"/>
                  </a:lnTo>
                  <a:cubicBezTo>
                    <a:pt x="122097" y="4698"/>
                    <a:pt x="117595" y="1"/>
                    <a:pt x="112050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7" name="Google Shape;5137;p28"/>
            <p:cNvSpPr/>
            <p:nvPr/>
          </p:nvSpPr>
          <p:spPr>
            <a:xfrm>
              <a:off x="4883175" y="2923550"/>
              <a:ext cx="670375" cy="1340700"/>
            </a:xfrm>
            <a:custGeom>
              <a:rect b="b" l="l" r="r" t="t"/>
              <a:pathLst>
                <a:path extrusionOk="0" h="53628" w="26815">
                  <a:moveTo>
                    <a:pt x="13375" y="0"/>
                  </a:moveTo>
                  <a:cubicBezTo>
                    <a:pt x="12005" y="0"/>
                    <a:pt x="10928" y="1077"/>
                    <a:pt x="10928" y="2447"/>
                  </a:cubicBezTo>
                  <a:lnTo>
                    <a:pt x="10928" y="5382"/>
                  </a:lnTo>
                  <a:cubicBezTo>
                    <a:pt x="8710" y="5709"/>
                    <a:pt x="6655" y="6720"/>
                    <a:pt x="5024" y="8253"/>
                  </a:cubicBezTo>
                  <a:cubicBezTo>
                    <a:pt x="1664" y="11548"/>
                    <a:pt x="1469" y="16147"/>
                    <a:pt x="1469" y="17452"/>
                  </a:cubicBezTo>
                  <a:cubicBezTo>
                    <a:pt x="1534" y="22638"/>
                    <a:pt x="5481" y="27009"/>
                    <a:pt x="11059" y="28086"/>
                  </a:cubicBezTo>
                  <a:lnTo>
                    <a:pt x="11613" y="28216"/>
                  </a:lnTo>
                  <a:cubicBezTo>
                    <a:pt x="12005" y="28282"/>
                    <a:pt x="12494" y="28379"/>
                    <a:pt x="12788" y="28445"/>
                  </a:cubicBezTo>
                  <a:cubicBezTo>
                    <a:pt x="12983" y="28477"/>
                    <a:pt x="13440" y="28608"/>
                    <a:pt x="13636" y="28673"/>
                  </a:cubicBezTo>
                  <a:cubicBezTo>
                    <a:pt x="13701" y="28673"/>
                    <a:pt x="13766" y="28706"/>
                    <a:pt x="13832" y="28738"/>
                  </a:cubicBezTo>
                  <a:cubicBezTo>
                    <a:pt x="13864" y="28771"/>
                    <a:pt x="13897" y="28771"/>
                    <a:pt x="13929" y="28771"/>
                  </a:cubicBezTo>
                  <a:lnTo>
                    <a:pt x="14712" y="29065"/>
                  </a:lnTo>
                  <a:cubicBezTo>
                    <a:pt x="14778" y="29097"/>
                    <a:pt x="14843" y="29130"/>
                    <a:pt x="14908" y="29162"/>
                  </a:cubicBezTo>
                  <a:cubicBezTo>
                    <a:pt x="15267" y="29325"/>
                    <a:pt x="15365" y="29391"/>
                    <a:pt x="15626" y="29554"/>
                  </a:cubicBezTo>
                  <a:lnTo>
                    <a:pt x="16082" y="29815"/>
                  </a:lnTo>
                  <a:cubicBezTo>
                    <a:pt x="16115" y="29847"/>
                    <a:pt x="16148" y="29847"/>
                    <a:pt x="16180" y="29880"/>
                  </a:cubicBezTo>
                  <a:cubicBezTo>
                    <a:pt x="16963" y="30337"/>
                    <a:pt x="20877" y="32881"/>
                    <a:pt x="21041" y="36534"/>
                  </a:cubicBezTo>
                  <a:cubicBezTo>
                    <a:pt x="21138" y="38720"/>
                    <a:pt x="20584" y="40384"/>
                    <a:pt x="19312" y="41623"/>
                  </a:cubicBezTo>
                  <a:cubicBezTo>
                    <a:pt x="17453" y="43512"/>
                    <a:pt x="14484" y="43978"/>
                    <a:pt x="12798" y="43978"/>
                  </a:cubicBezTo>
                  <a:cubicBezTo>
                    <a:pt x="12679" y="43978"/>
                    <a:pt x="12567" y="43976"/>
                    <a:pt x="12462" y="43972"/>
                  </a:cubicBezTo>
                  <a:cubicBezTo>
                    <a:pt x="10080" y="43874"/>
                    <a:pt x="5416" y="41786"/>
                    <a:pt x="5024" y="38165"/>
                  </a:cubicBezTo>
                  <a:cubicBezTo>
                    <a:pt x="4873" y="36926"/>
                    <a:pt x="3825" y="35995"/>
                    <a:pt x="2608" y="35995"/>
                  </a:cubicBezTo>
                  <a:cubicBezTo>
                    <a:pt x="2512" y="35995"/>
                    <a:pt x="2415" y="36001"/>
                    <a:pt x="2317" y="36013"/>
                  </a:cubicBezTo>
                  <a:cubicBezTo>
                    <a:pt x="979" y="36176"/>
                    <a:pt x="1" y="37383"/>
                    <a:pt x="164" y="38720"/>
                  </a:cubicBezTo>
                  <a:cubicBezTo>
                    <a:pt x="816" y="44461"/>
                    <a:pt x="6427" y="47984"/>
                    <a:pt x="10928" y="48734"/>
                  </a:cubicBezTo>
                  <a:lnTo>
                    <a:pt x="10928" y="51213"/>
                  </a:lnTo>
                  <a:cubicBezTo>
                    <a:pt x="10928" y="52551"/>
                    <a:pt x="12005" y="53627"/>
                    <a:pt x="13375" y="53627"/>
                  </a:cubicBezTo>
                  <a:cubicBezTo>
                    <a:pt x="14712" y="53627"/>
                    <a:pt x="15821" y="52551"/>
                    <a:pt x="15821" y="51213"/>
                  </a:cubicBezTo>
                  <a:lnTo>
                    <a:pt x="15821" y="48604"/>
                  </a:lnTo>
                  <a:cubicBezTo>
                    <a:pt x="18431" y="48147"/>
                    <a:pt x="20845" y="46940"/>
                    <a:pt x="22802" y="45081"/>
                  </a:cubicBezTo>
                  <a:cubicBezTo>
                    <a:pt x="24988" y="42895"/>
                    <a:pt x="26064" y="39862"/>
                    <a:pt x="25934" y="36339"/>
                  </a:cubicBezTo>
                  <a:cubicBezTo>
                    <a:pt x="25673" y="30337"/>
                    <a:pt x="20356" y="26683"/>
                    <a:pt x="18692" y="25672"/>
                  </a:cubicBezTo>
                  <a:lnTo>
                    <a:pt x="18464" y="25542"/>
                  </a:lnTo>
                  <a:lnTo>
                    <a:pt x="18072" y="25313"/>
                  </a:lnTo>
                  <a:cubicBezTo>
                    <a:pt x="17746" y="25118"/>
                    <a:pt x="17583" y="25020"/>
                    <a:pt x="17126" y="24791"/>
                  </a:cubicBezTo>
                  <a:cubicBezTo>
                    <a:pt x="16898" y="24693"/>
                    <a:pt x="16669" y="24596"/>
                    <a:pt x="16441" y="24498"/>
                  </a:cubicBezTo>
                  <a:lnTo>
                    <a:pt x="15724" y="24237"/>
                  </a:lnTo>
                  <a:cubicBezTo>
                    <a:pt x="15495" y="24139"/>
                    <a:pt x="15267" y="24041"/>
                    <a:pt x="15039" y="23976"/>
                  </a:cubicBezTo>
                  <a:cubicBezTo>
                    <a:pt x="14549" y="23845"/>
                    <a:pt x="14093" y="23715"/>
                    <a:pt x="13701" y="23617"/>
                  </a:cubicBezTo>
                  <a:cubicBezTo>
                    <a:pt x="13408" y="23584"/>
                    <a:pt x="12951" y="23487"/>
                    <a:pt x="12559" y="23389"/>
                  </a:cubicBezTo>
                  <a:lnTo>
                    <a:pt x="12005" y="23291"/>
                  </a:lnTo>
                  <a:cubicBezTo>
                    <a:pt x="8156" y="22541"/>
                    <a:pt x="6394" y="19800"/>
                    <a:pt x="6362" y="17387"/>
                  </a:cubicBezTo>
                  <a:cubicBezTo>
                    <a:pt x="6329" y="15690"/>
                    <a:pt x="6884" y="13309"/>
                    <a:pt x="8449" y="11776"/>
                  </a:cubicBezTo>
                  <a:cubicBezTo>
                    <a:pt x="9600" y="10656"/>
                    <a:pt x="11257" y="10069"/>
                    <a:pt x="13341" y="10069"/>
                  </a:cubicBezTo>
                  <a:cubicBezTo>
                    <a:pt x="13502" y="10069"/>
                    <a:pt x="13666" y="10073"/>
                    <a:pt x="13832" y="10080"/>
                  </a:cubicBezTo>
                  <a:cubicBezTo>
                    <a:pt x="20127" y="10341"/>
                    <a:pt x="21595" y="15364"/>
                    <a:pt x="21758" y="15951"/>
                  </a:cubicBezTo>
                  <a:cubicBezTo>
                    <a:pt x="22036" y="17033"/>
                    <a:pt x="23044" y="17785"/>
                    <a:pt x="24142" y="17785"/>
                  </a:cubicBezTo>
                  <a:cubicBezTo>
                    <a:pt x="24336" y="17785"/>
                    <a:pt x="24531" y="17762"/>
                    <a:pt x="24727" y="17713"/>
                  </a:cubicBezTo>
                  <a:cubicBezTo>
                    <a:pt x="26031" y="17387"/>
                    <a:pt x="26814" y="16082"/>
                    <a:pt x="26521" y="14777"/>
                  </a:cubicBezTo>
                  <a:cubicBezTo>
                    <a:pt x="25118" y="9786"/>
                    <a:pt x="20943" y="6100"/>
                    <a:pt x="15821" y="5382"/>
                  </a:cubicBezTo>
                  <a:lnTo>
                    <a:pt x="15821" y="2447"/>
                  </a:lnTo>
                  <a:cubicBezTo>
                    <a:pt x="15821" y="1077"/>
                    <a:pt x="14712" y="0"/>
                    <a:pt x="13375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38" name="Google Shape;5138;p28"/>
          <p:cNvGrpSpPr/>
          <p:nvPr/>
        </p:nvGrpSpPr>
        <p:grpSpPr>
          <a:xfrm>
            <a:off x="1088150" y="2273104"/>
            <a:ext cx="236855" cy="356674"/>
            <a:chOff x="2101525" y="289475"/>
            <a:chExt cx="3398200" cy="5117275"/>
          </a:xfrm>
        </p:grpSpPr>
        <p:sp>
          <p:nvSpPr>
            <p:cNvPr id="5139" name="Google Shape;5139;p28"/>
            <p:cNvSpPr/>
            <p:nvPr/>
          </p:nvSpPr>
          <p:spPr>
            <a:xfrm>
              <a:off x="2597350" y="672775"/>
              <a:ext cx="1178400" cy="122350"/>
            </a:xfrm>
            <a:custGeom>
              <a:rect b="b" l="l" r="r" t="t"/>
              <a:pathLst>
                <a:path extrusionOk="0" h="4894" w="47136">
                  <a:moveTo>
                    <a:pt x="2447" y="0"/>
                  </a:moveTo>
                  <a:cubicBezTo>
                    <a:pt x="1077" y="0"/>
                    <a:pt x="0" y="1077"/>
                    <a:pt x="0" y="2447"/>
                  </a:cubicBezTo>
                  <a:cubicBezTo>
                    <a:pt x="0" y="3784"/>
                    <a:pt x="1077" y="4893"/>
                    <a:pt x="2447" y="4893"/>
                  </a:cubicBezTo>
                  <a:lnTo>
                    <a:pt x="44689" y="4893"/>
                  </a:lnTo>
                  <a:cubicBezTo>
                    <a:pt x="46027" y="4893"/>
                    <a:pt x="47136" y="3784"/>
                    <a:pt x="47136" y="2447"/>
                  </a:cubicBezTo>
                  <a:cubicBezTo>
                    <a:pt x="47136" y="1077"/>
                    <a:pt x="46027" y="0"/>
                    <a:pt x="44689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0" name="Google Shape;5140;p28"/>
            <p:cNvSpPr/>
            <p:nvPr/>
          </p:nvSpPr>
          <p:spPr>
            <a:xfrm>
              <a:off x="2549225" y="1060950"/>
              <a:ext cx="1226525" cy="122350"/>
            </a:xfrm>
            <a:custGeom>
              <a:rect b="b" l="l" r="r" t="t"/>
              <a:pathLst>
                <a:path extrusionOk="0" h="4894" w="49061">
                  <a:moveTo>
                    <a:pt x="2447" y="0"/>
                  </a:moveTo>
                  <a:cubicBezTo>
                    <a:pt x="1110" y="0"/>
                    <a:pt x="1" y="1110"/>
                    <a:pt x="1" y="2447"/>
                  </a:cubicBezTo>
                  <a:cubicBezTo>
                    <a:pt x="1" y="3784"/>
                    <a:pt x="1110" y="4893"/>
                    <a:pt x="2447" y="4893"/>
                  </a:cubicBezTo>
                  <a:lnTo>
                    <a:pt x="46614" y="4893"/>
                  </a:lnTo>
                  <a:cubicBezTo>
                    <a:pt x="47952" y="4893"/>
                    <a:pt x="49061" y="3784"/>
                    <a:pt x="49061" y="2447"/>
                  </a:cubicBezTo>
                  <a:cubicBezTo>
                    <a:pt x="49061" y="1110"/>
                    <a:pt x="47952" y="0"/>
                    <a:pt x="46614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1" name="Google Shape;5141;p28"/>
            <p:cNvSpPr/>
            <p:nvPr/>
          </p:nvSpPr>
          <p:spPr>
            <a:xfrm>
              <a:off x="2549225" y="1449125"/>
              <a:ext cx="2585975" cy="122350"/>
            </a:xfrm>
            <a:custGeom>
              <a:rect b="b" l="l" r="r" t="t"/>
              <a:pathLst>
                <a:path extrusionOk="0" h="4894" w="103439">
                  <a:moveTo>
                    <a:pt x="2447" y="0"/>
                  </a:moveTo>
                  <a:cubicBezTo>
                    <a:pt x="1110" y="0"/>
                    <a:pt x="1" y="1110"/>
                    <a:pt x="1" y="2447"/>
                  </a:cubicBezTo>
                  <a:cubicBezTo>
                    <a:pt x="1" y="3817"/>
                    <a:pt x="1110" y="4893"/>
                    <a:pt x="2447" y="4893"/>
                  </a:cubicBezTo>
                  <a:lnTo>
                    <a:pt x="100992" y="4893"/>
                  </a:lnTo>
                  <a:cubicBezTo>
                    <a:pt x="102362" y="4893"/>
                    <a:pt x="103438" y="3817"/>
                    <a:pt x="103438" y="2447"/>
                  </a:cubicBezTo>
                  <a:cubicBezTo>
                    <a:pt x="103438" y="1110"/>
                    <a:pt x="102362" y="0"/>
                    <a:pt x="100992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2" name="Google Shape;5142;p28"/>
            <p:cNvSpPr/>
            <p:nvPr/>
          </p:nvSpPr>
          <p:spPr>
            <a:xfrm>
              <a:off x="2549225" y="1838125"/>
              <a:ext cx="2585975" cy="122350"/>
            </a:xfrm>
            <a:custGeom>
              <a:rect b="b" l="l" r="r" t="t"/>
              <a:pathLst>
                <a:path extrusionOk="0" h="4894" w="103439">
                  <a:moveTo>
                    <a:pt x="2447" y="0"/>
                  </a:moveTo>
                  <a:cubicBezTo>
                    <a:pt x="1110" y="0"/>
                    <a:pt x="1" y="1077"/>
                    <a:pt x="1" y="2447"/>
                  </a:cubicBezTo>
                  <a:cubicBezTo>
                    <a:pt x="1" y="3784"/>
                    <a:pt x="1110" y="4893"/>
                    <a:pt x="2447" y="4893"/>
                  </a:cubicBezTo>
                  <a:lnTo>
                    <a:pt x="100992" y="4893"/>
                  </a:lnTo>
                  <a:cubicBezTo>
                    <a:pt x="102362" y="4893"/>
                    <a:pt x="103438" y="3784"/>
                    <a:pt x="103438" y="2447"/>
                  </a:cubicBezTo>
                  <a:cubicBezTo>
                    <a:pt x="103438" y="1077"/>
                    <a:pt x="102362" y="0"/>
                    <a:pt x="100992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3" name="Google Shape;5143;p28"/>
            <p:cNvSpPr/>
            <p:nvPr/>
          </p:nvSpPr>
          <p:spPr>
            <a:xfrm>
              <a:off x="2101525" y="289475"/>
              <a:ext cx="3398200" cy="5117275"/>
            </a:xfrm>
            <a:custGeom>
              <a:rect b="b" l="l" r="r" t="t"/>
              <a:pathLst>
                <a:path extrusionOk="0" h="204691" w="135928">
                  <a:moveTo>
                    <a:pt x="121277" y="4894"/>
                  </a:moveTo>
                  <a:cubicBezTo>
                    <a:pt x="123761" y="4894"/>
                    <a:pt x="125783" y="6872"/>
                    <a:pt x="125815" y="9363"/>
                  </a:cubicBezTo>
                  <a:lnTo>
                    <a:pt x="126468" y="134069"/>
                  </a:lnTo>
                  <a:lnTo>
                    <a:pt x="112115" y="103765"/>
                  </a:lnTo>
                  <a:cubicBezTo>
                    <a:pt x="111200" y="101837"/>
                    <a:pt x="109275" y="100696"/>
                    <a:pt x="107246" y="100696"/>
                  </a:cubicBezTo>
                  <a:cubicBezTo>
                    <a:pt x="106597" y="100696"/>
                    <a:pt x="105938" y="100812"/>
                    <a:pt x="105297" y="101057"/>
                  </a:cubicBezTo>
                  <a:lnTo>
                    <a:pt x="95772" y="104809"/>
                  </a:lnTo>
                  <a:cubicBezTo>
                    <a:pt x="92869" y="105918"/>
                    <a:pt x="91532" y="109245"/>
                    <a:pt x="92869" y="112050"/>
                  </a:cubicBezTo>
                  <a:lnTo>
                    <a:pt x="93880" y="114171"/>
                  </a:lnTo>
                  <a:lnTo>
                    <a:pt x="93554" y="114268"/>
                  </a:lnTo>
                  <a:cubicBezTo>
                    <a:pt x="91992" y="114592"/>
                    <a:pt x="90629" y="114758"/>
                    <a:pt x="89282" y="114758"/>
                  </a:cubicBezTo>
                  <a:cubicBezTo>
                    <a:pt x="87506" y="114758"/>
                    <a:pt x="85756" y="114470"/>
                    <a:pt x="83605" y="113877"/>
                  </a:cubicBezTo>
                  <a:lnTo>
                    <a:pt x="74080" y="111235"/>
                  </a:lnTo>
                  <a:cubicBezTo>
                    <a:pt x="72743" y="110851"/>
                    <a:pt x="71370" y="110662"/>
                    <a:pt x="70001" y="110662"/>
                  </a:cubicBezTo>
                  <a:cubicBezTo>
                    <a:pt x="68465" y="110662"/>
                    <a:pt x="66935" y="110900"/>
                    <a:pt x="65468" y="111365"/>
                  </a:cubicBezTo>
                  <a:lnTo>
                    <a:pt x="56237" y="114236"/>
                  </a:lnTo>
                  <a:cubicBezTo>
                    <a:pt x="54410" y="114823"/>
                    <a:pt x="52714" y="115736"/>
                    <a:pt x="51214" y="116943"/>
                  </a:cubicBezTo>
                  <a:cubicBezTo>
                    <a:pt x="49373" y="116403"/>
                    <a:pt x="47478" y="116141"/>
                    <a:pt x="45568" y="116141"/>
                  </a:cubicBezTo>
                  <a:cubicBezTo>
                    <a:pt x="44939" y="116141"/>
                    <a:pt x="44309" y="116169"/>
                    <a:pt x="43678" y="116226"/>
                  </a:cubicBezTo>
                  <a:lnTo>
                    <a:pt x="44331" y="114986"/>
                  </a:lnTo>
                  <a:cubicBezTo>
                    <a:pt x="45668" y="112474"/>
                    <a:pt x="44787" y="109375"/>
                    <a:pt x="42374" y="107908"/>
                  </a:cubicBezTo>
                  <a:lnTo>
                    <a:pt x="33599" y="102623"/>
                  </a:lnTo>
                  <a:cubicBezTo>
                    <a:pt x="32726" y="102095"/>
                    <a:pt x="31765" y="101845"/>
                    <a:pt x="30817" y="101845"/>
                  </a:cubicBezTo>
                  <a:cubicBezTo>
                    <a:pt x="28894" y="101845"/>
                    <a:pt x="27025" y="102875"/>
                    <a:pt x="26064" y="104711"/>
                  </a:cubicBezTo>
                  <a:lnTo>
                    <a:pt x="13081" y="129339"/>
                  </a:lnTo>
                  <a:lnTo>
                    <a:pt x="13081" y="9363"/>
                  </a:lnTo>
                  <a:cubicBezTo>
                    <a:pt x="13113" y="6872"/>
                    <a:pt x="15136" y="4894"/>
                    <a:pt x="17619" y="4894"/>
                  </a:cubicBezTo>
                  <a:cubicBezTo>
                    <a:pt x="17640" y="4894"/>
                    <a:pt x="17660" y="4894"/>
                    <a:pt x="17680" y="4894"/>
                  </a:cubicBezTo>
                  <a:lnTo>
                    <a:pt x="121216" y="4894"/>
                  </a:lnTo>
                  <a:cubicBezTo>
                    <a:pt x="121236" y="4894"/>
                    <a:pt x="121256" y="4894"/>
                    <a:pt x="121277" y="4894"/>
                  </a:cubicBezTo>
                  <a:close/>
                  <a:moveTo>
                    <a:pt x="107274" y="105586"/>
                  </a:moveTo>
                  <a:cubicBezTo>
                    <a:pt x="107447" y="105586"/>
                    <a:pt x="107615" y="105684"/>
                    <a:pt x="107711" y="105853"/>
                  </a:cubicBezTo>
                  <a:lnTo>
                    <a:pt x="130219" y="153445"/>
                  </a:lnTo>
                  <a:cubicBezTo>
                    <a:pt x="130252" y="153543"/>
                    <a:pt x="130284" y="153673"/>
                    <a:pt x="130219" y="153771"/>
                  </a:cubicBezTo>
                  <a:cubicBezTo>
                    <a:pt x="130186" y="153902"/>
                    <a:pt x="130088" y="153999"/>
                    <a:pt x="129991" y="154032"/>
                  </a:cubicBezTo>
                  <a:lnTo>
                    <a:pt x="120694" y="158044"/>
                  </a:lnTo>
                  <a:cubicBezTo>
                    <a:pt x="120634" y="158070"/>
                    <a:pt x="120570" y="158082"/>
                    <a:pt x="120506" y="158082"/>
                  </a:cubicBezTo>
                  <a:cubicBezTo>
                    <a:pt x="120323" y="158082"/>
                    <a:pt x="120138" y="157985"/>
                    <a:pt x="120041" y="157816"/>
                  </a:cubicBezTo>
                  <a:lnTo>
                    <a:pt x="118867" y="155337"/>
                  </a:lnTo>
                  <a:cubicBezTo>
                    <a:pt x="118802" y="155011"/>
                    <a:pt x="118639" y="154684"/>
                    <a:pt x="118443" y="154423"/>
                  </a:cubicBezTo>
                  <a:lnTo>
                    <a:pt x="97273" y="109963"/>
                  </a:lnTo>
                  <a:cubicBezTo>
                    <a:pt x="97240" y="109865"/>
                    <a:pt x="97240" y="109734"/>
                    <a:pt x="97273" y="109604"/>
                  </a:cubicBezTo>
                  <a:cubicBezTo>
                    <a:pt x="97338" y="109506"/>
                    <a:pt x="97436" y="109408"/>
                    <a:pt x="97534" y="109343"/>
                  </a:cubicBezTo>
                  <a:lnTo>
                    <a:pt x="107091" y="105624"/>
                  </a:lnTo>
                  <a:cubicBezTo>
                    <a:pt x="107151" y="105599"/>
                    <a:pt x="107213" y="105586"/>
                    <a:pt x="107274" y="105586"/>
                  </a:cubicBezTo>
                  <a:close/>
                  <a:moveTo>
                    <a:pt x="30826" y="106733"/>
                  </a:moveTo>
                  <a:cubicBezTo>
                    <a:pt x="30924" y="106733"/>
                    <a:pt x="31022" y="106766"/>
                    <a:pt x="31087" y="106831"/>
                  </a:cubicBezTo>
                  <a:lnTo>
                    <a:pt x="39862" y="112116"/>
                  </a:lnTo>
                  <a:cubicBezTo>
                    <a:pt x="40058" y="112213"/>
                    <a:pt x="40123" y="112474"/>
                    <a:pt x="40025" y="112703"/>
                  </a:cubicBezTo>
                  <a:lnTo>
                    <a:pt x="15364" y="159219"/>
                  </a:lnTo>
                  <a:cubicBezTo>
                    <a:pt x="15299" y="159316"/>
                    <a:pt x="15201" y="159414"/>
                    <a:pt x="15071" y="159447"/>
                  </a:cubicBezTo>
                  <a:cubicBezTo>
                    <a:pt x="15017" y="159460"/>
                    <a:pt x="14963" y="159468"/>
                    <a:pt x="14909" y="159468"/>
                  </a:cubicBezTo>
                  <a:cubicBezTo>
                    <a:pt x="14832" y="159468"/>
                    <a:pt x="14756" y="159453"/>
                    <a:pt x="14679" y="159414"/>
                  </a:cubicBezTo>
                  <a:lnTo>
                    <a:pt x="5872" y="154489"/>
                  </a:lnTo>
                  <a:cubicBezTo>
                    <a:pt x="5676" y="154358"/>
                    <a:pt x="5578" y="154097"/>
                    <a:pt x="5676" y="153902"/>
                  </a:cubicBezTo>
                  <a:lnTo>
                    <a:pt x="30402" y="106994"/>
                  </a:lnTo>
                  <a:cubicBezTo>
                    <a:pt x="30467" y="106896"/>
                    <a:pt x="30565" y="106798"/>
                    <a:pt x="30696" y="106766"/>
                  </a:cubicBezTo>
                  <a:cubicBezTo>
                    <a:pt x="30728" y="106766"/>
                    <a:pt x="30794" y="106733"/>
                    <a:pt x="30826" y="106733"/>
                  </a:cubicBezTo>
                  <a:close/>
                  <a:moveTo>
                    <a:pt x="70014" y="115564"/>
                  </a:moveTo>
                  <a:cubicBezTo>
                    <a:pt x="70942" y="115564"/>
                    <a:pt x="71870" y="115686"/>
                    <a:pt x="72775" y="115932"/>
                  </a:cubicBezTo>
                  <a:lnTo>
                    <a:pt x="82300" y="118574"/>
                  </a:lnTo>
                  <a:cubicBezTo>
                    <a:pt x="84915" y="119311"/>
                    <a:pt x="87103" y="119673"/>
                    <a:pt x="89334" y="119673"/>
                  </a:cubicBezTo>
                  <a:cubicBezTo>
                    <a:pt x="91057" y="119673"/>
                    <a:pt x="92804" y="119457"/>
                    <a:pt x="94794" y="119031"/>
                  </a:cubicBezTo>
                  <a:cubicBezTo>
                    <a:pt x="94957" y="118998"/>
                    <a:pt x="95120" y="118933"/>
                    <a:pt x="95250" y="118900"/>
                  </a:cubicBezTo>
                  <a:lnTo>
                    <a:pt x="95968" y="118574"/>
                  </a:lnTo>
                  <a:lnTo>
                    <a:pt x="113713" y="155859"/>
                  </a:lnTo>
                  <a:cubicBezTo>
                    <a:pt x="112408" y="157881"/>
                    <a:pt x="110614" y="159512"/>
                    <a:pt x="108494" y="160687"/>
                  </a:cubicBezTo>
                  <a:lnTo>
                    <a:pt x="101318" y="154521"/>
                  </a:lnTo>
                  <a:lnTo>
                    <a:pt x="76266" y="129991"/>
                  </a:lnTo>
                  <a:cubicBezTo>
                    <a:pt x="74569" y="128360"/>
                    <a:pt x="72514" y="127153"/>
                    <a:pt x="70264" y="126534"/>
                  </a:cubicBezTo>
                  <a:lnTo>
                    <a:pt x="65958" y="125327"/>
                  </a:lnTo>
                  <a:cubicBezTo>
                    <a:pt x="65729" y="125261"/>
                    <a:pt x="65534" y="125229"/>
                    <a:pt x="65305" y="125229"/>
                  </a:cubicBezTo>
                  <a:cubicBezTo>
                    <a:pt x="62370" y="125229"/>
                    <a:pt x="59890" y="126860"/>
                    <a:pt x="58292" y="129795"/>
                  </a:cubicBezTo>
                  <a:cubicBezTo>
                    <a:pt x="57607" y="131068"/>
                    <a:pt x="57118" y="132438"/>
                    <a:pt x="56857" y="133873"/>
                  </a:cubicBezTo>
                  <a:cubicBezTo>
                    <a:pt x="56824" y="133938"/>
                    <a:pt x="56824" y="134003"/>
                    <a:pt x="56824" y="134101"/>
                  </a:cubicBezTo>
                  <a:cubicBezTo>
                    <a:pt x="56792" y="134264"/>
                    <a:pt x="56792" y="134395"/>
                    <a:pt x="56792" y="134558"/>
                  </a:cubicBezTo>
                  <a:cubicBezTo>
                    <a:pt x="56498" y="137363"/>
                    <a:pt x="54965" y="139875"/>
                    <a:pt x="52584" y="141441"/>
                  </a:cubicBezTo>
                  <a:cubicBezTo>
                    <a:pt x="50996" y="142455"/>
                    <a:pt x="49169" y="142978"/>
                    <a:pt x="47325" y="142978"/>
                  </a:cubicBezTo>
                  <a:cubicBezTo>
                    <a:pt x="46442" y="142978"/>
                    <a:pt x="45556" y="142858"/>
                    <a:pt x="44690" y="142615"/>
                  </a:cubicBezTo>
                  <a:lnTo>
                    <a:pt x="46745" y="136352"/>
                  </a:lnTo>
                  <a:cubicBezTo>
                    <a:pt x="47299" y="134688"/>
                    <a:pt x="47919" y="132992"/>
                    <a:pt x="48604" y="131361"/>
                  </a:cubicBezTo>
                  <a:lnTo>
                    <a:pt x="51409" y="124609"/>
                  </a:lnTo>
                  <a:cubicBezTo>
                    <a:pt x="52584" y="121869"/>
                    <a:pt x="54867" y="119781"/>
                    <a:pt x="57705" y="118900"/>
                  </a:cubicBezTo>
                  <a:lnTo>
                    <a:pt x="66904" y="116030"/>
                  </a:lnTo>
                  <a:cubicBezTo>
                    <a:pt x="67923" y="115719"/>
                    <a:pt x="68969" y="115564"/>
                    <a:pt x="70014" y="115564"/>
                  </a:cubicBezTo>
                  <a:close/>
                  <a:moveTo>
                    <a:pt x="34316" y="158782"/>
                  </a:moveTo>
                  <a:cubicBezTo>
                    <a:pt x="35045" y="158782"/>
                    <a:pt x="35777" y="158999"/>
                    <a:pt x="36404" y="159447"/>
                  </a:cubicBezTo>
                  <a:cubicBezTo>
                    <a:pt x="38035" y="160621"/>
                    <a:pt x="38427" y="162905"/>
                    <a:pt x="37252" y="164503"/>
                  </a:cubicBezTo>
                  <a:lnTo>
                    <a:pt x="34773" y="167928"/>
                  </a:lnTo>
                  <a:lnTo>
                    <a:pt x="28119" y="177062"/>
                  </a:lnTo>
                  <a:lnTo>
                    <a:pt x="28086" y="177127"/>
                  </a:lnTo>
                  <a:cubicBezTo>
                    <a:pt x="27373" y="178098"/>
                    <a:pt x="26251" y="178623"/>
                    <a:pt x="25121" y="178623"/>
                  </a:cubicBezTo>
                  <a:cubicBezTo>
                    <a:pt x="24391" y="178623"/>
                    <a:pt x="23658" y="178404"/>
                    <a:pt x="23030" y="177942"/>
                  </a:cubicBezTo>
                  <a:cubicBezTo>
                    <a:pt x="21399" y="176801"/>
                    <a:pt x="21008" y="174517"/>
                    <a:pt x="22182" y="172886"/>
                  </a:cubicBezTo>
                  <a:lnTo>
                    <a:pt x="31348" y="160295"/>
                  </a:lnTo>
                  <a:cubicBezTo>
                    <a:pt x="32062" y="159304"/>
                    <a:pt x="33186" y="158782"/>
                    <a:pt x="34316" y="158782"/>
                  </a:cubicBezTo>
                  <a:close/>
                  <a:moveTo>
                    <a:pt x="41664" y="169317"/>
                  </a:moveTo>
                  <a:cubicBezTo>
                    <a:pt x="42395" y="169317"/>
                    <a:pt x="43134" y="169533"/>
                    <a:pt x="43776" y="169983"/>
                  </a:cubicBezTo>
                  <a:cubicBezTo>
                    <a:pt x="45407" y="171157"/>
                    <a:pt x="45766" y="173441"/>
                    <a:pt x="44592" y="175039"/>
                  </a:cubicBezTo>
                  <a:lnTo>
                    <a:pt x="42504" y="177942"/>
                  </a:lnTo>
                  <a:lnTo>
                    <a:pt x="38003" y="184140"/>
                  </a:lnTo>
                  <a:lnTo>
                    <a:pt x="37970" y="184173"/>
                  </a:lnTo>
                  <a:cubicBezTo>
                    <a:pt x="37261" y="185157"/>
                    <a:pt x="36148" y="185678"/>
                    <a:pt x="35018" y="185678"/>
                  </a:cubicBezTo>
                  <a:cubicBezTo>
                    <a:pt x="34277" y="185678"/>
                    <a:pt x="33528" y="185454"/>
                    <a:pt x="32881" y="184988"/>
                  </a:cubicBezTo>
                  <a:lnTo>
                    <a:pt x="32881" y="185021"/>
                  </a:lnTo>
                  <a:cubicBezTo>
                    <a:pt x="31250" y="183847"/>
                    <a:pt x="30891" y="181563"/>
                    <a:pt x="32066" y="179965"/>
                  </a:cubicBezTo>
                  <a:lnTo>
                    <a:pt x="38720" y="170799"/>
                  </a:lnTo>
                  <a:cubicBezTo>
                    <a:pt x="39432" y="169830"/>
                    <a:pt x="40539" y="169317"/>
                    <a:pt x="41664" y="169317"/>
                  </a:cubicBezTo>
                  <a:close/>
                  <a:moveTo>
                    <a:pt x="49489" y="179219"/>
                  </a:moveTo>
                  <a:cubicBezTo>
                    <a:pt x="50224" y="179219"/>
                    <a:pt x="50965" y="179438"/>
                    <a:pt x="51605" y="179900"/>
                  </a:cubicBezTo>
                  <a:cubicBezTo>
                    <a:pt x="53236" y="181074"/>
                    <a:pt x="53595" y="183325"/>
                    <a:pt x="52421" y="184956"/>
                  </a:cubicBezTo>
                  <a:lnTo>
                    <a:pt x="49387" y="189131"/>
                  </a:lnTo>
                  <a:lnTo>
                    <a:pt x="47886" y="191186"/>
                  </a:lnTo>
                  <a:lnTo>
                    <a:pt x="47854" y="191251"/>
                  </a:lnTo>
                  <a:cubicBezTo>
                    <a:pt x="47122" y="192220"/>
                    <a:pt x="46007" y="192733"/>
                    <a:pt x="44879" y="192733"/>
                  </a:cubicBezTo>
                  <a:cubicBezTo>
                    <a:pt x="44146" y="192733"/>
                    <a:pt x="43408" y="192517"/>
                    <a:pt x="42765" y="192067"/>
                  </a:cubicBezTo>
                  <a:cubicBezTo>
                    <a:pt x="41134" y="190892"/>
                    <a:pt x="40775" y="188642"/>
                    <a:pt x="41950" y="187011"/>
                  </a:cubicBezTo>
                  <a:lnTo>
                    <a:pt x="46516" y="180715"/>
                  </a:lnTo>
                  <a:cubicBezTo>
                    <a:pt x="47230" y="179744"/>
                    <a:pt x="48352" y="179219"/>
                    <a:pt x="49489" y="179219"/>
                  </a:cubicBezTo>
                  <a:close/>
                  <a:moveTo>
                    <a:pt x="45654" y="121039"/>
                  </a:moveTo>
                  <a:cubicBezTo>
                    <a:pt x="46321" y="121039"/>
                    <a:pt x="46989" y="121076"/>
                    <a:pt x="47658" y="121151"/>
                  </a:cubicBezTo>
                  <a:cubicBezTo>
                    <a:pt x="47364" y="121673"/>
                    <a:pt x="47136" y="122195"/>
                    <a:pt x="46908" y="122717"/>
                  </a:cubicBezTo>
                  <a:lnTo>
                    <a:pt x="44070" y="129502"/>
                  </a:lnTo>
                  <a:cubicBezTo>
                    <a:pt x="43352" y="131231"/>
                    <a:pt x="42700" y="133025"/>
                    <a:pt x="42113" y="134819"/>
                  </a:cubicBezTo>
                  <a:lnTo>
                    <a:pt x="39307" y="143300"/>
                  </a:lnTo>
                  <a:cubicBezTo>
                    <a:pt x="38916" y="144507"/>
                    <a:pt x="39470" y="145812"/>
                    <a:pt x="40612" y="146334"/>
                  </a:cubicBezTo>
                  <a:lnTo>
                    <a:pt x="41232" y="146595"/>
                  </a:lnTo>
                  <a:cubicBezTo>
                    <a:pt x="43166" y="147465"/>
                    <a:pt x="45230" y="147897"/>
                    <a:pt x="47285" y="147897"/>
                  </a:cubicBezTo>
                  <a:cubicBezTo>
                    <a:pt x="50082" y="147897"/>
                    <a:pt x="52866" y="147098"/>
                    <a:pt x="55291" y="145518"/>
                  </a:cubicBezTo>
                  <a:cubicBezTo>
                    <a:pt x="58879" y="143170"/>
                    <a:pt x="61228" y="139288"/>
                    <a:pt x="61652" y="135015"/>
                  </a:cubicBezTo>
                  <a:cubicBezTo>
                    <a:pt x="61652" y="134884"/>
                    <a:pt x="61685" y="134721"/>
                    <a:pt x="61685" y="134591"/>
                  </a:cubicBezTo>
                  <a:cubicBezTo>
                    <a:pt x="61815" y="133971"/>
                    <a:pt x="62663" y="130415"/>
                    <a:pt x="65044" y="130154"/>
                  </a:cubicBezTo>
                  <a:lnTo>
                    <a:pt x="68959" y="131231"/>
                  </a:lnTo>
                  <a:cubicBezTo>
                    <a:pt x="70427" y="131655"/>
                    <a:pt x="71764" y="132405"/>
                    <a:pt x="72841" y="133482"/>
                  </a:cubicBezTo>
                  <a:lnTo>
                    <a:pt x="97925" y="158077"/>
                  </a:lnTo>
                  <a:cubicBezTo>
                    <a:pt x="97990" y="158110"/>
                    <a:pt x="98023" y="158142"/>
                    <a:pt x="98056" y="158175"/>
                  </a:cubicBezTo>
                  <a:lnTo>
                    <a:pt x="111234" y="169461"/>
                  </a:lnTo>
                  <a:cubicBezTo>
                    <a:pt x="112930" y="170897"/>
                    <a:pt x="113126" y="173408"/>
                    <a:pt x="111658" y="175072"/>
                  </a:cubicBezTo>
                  <a:lnTo>
                    <a:pt x="111560" y="175202"/>
                  </a:lnTo>
                  <a:cubicBezTo>
                    <a:pt x="110717" y="176171"/>
                    <a:pt x="109529" y="176666"/>
                    <a:pt x="108332" y="176666"/>
                  </a:cubicBezTo>
                  <a:cubicBezTo>
                    <a:pt x="107352" y="176666"/>
                    <a:pt x="106366" y="176334"/>
                    <a:pt x="105558" y="175659"/>
                  </a:cubicBezTo>
                  <a:lnTo>
                    <a:pt x="101970" y="172593"/>
                  </a:lnTo>
                  <a:lnTo>
                    <a:pt x="92510" y="164470"/>
                  </a:lnTo>
                  <a:cubicBezTo>
                    <a:pt x="92055" y="164059"/>
                    <a:pt x="91481" y="163860"/>
                    <a:pt x="90907" y="163860"/>
                  </a:cubicBezTo>
                  <a:cubicBezTo>
                    <a:pt x="90205" y="163860"/>
                    <a:pt x="89504" y="164157"/>
                    <a:pt x="89020" y="164731"/>
                  </a:cubicBezTo>
                  <a:cubicBezTo>
                    <a:pt x="88139" y="165775"/>
                    <a:pt x="88270" y="167341"/>
                    <a:pt x="89314" y="168189"/>
                  </a:cubicBezTo>
                  <a:lnTo>
                    <a:pt x="89379" y="168254"/>
                  </a:lnTo>
                  <a:lnTo>
                    <a:pt x="89444" y="168320"/>
                  </a:lnTo>
                  <a:cubicBezTo>
                    <a:pt x="90227" y="168972"/>
                    <a:pt x="94565" y="172691"/>
                    <a:pt x="98806" y="176311"/>
                  </a:cubicBezTo>
                  <a:cubicBezTo>
                    <a:pt x="100535" y="177812"/>
                    <a:pt x="100731" y="180422"/>
                    <a:pt x="99230" y="182150"/>
                  </a:cubicBezTo>
                  <a:cubicBezTo>
                    <a:pt x="98369" y="183119"/>
                    <a:pt x="97182" y="183614"/>
                    <a:pt x="95990" y="183614"/>
                  </a:cubicBezTo>
                  <a:cubicBezTo>
                    <a:pt x="95015" y="183614"/>
                    <a:pt x="94035" y="183282"/>
                    <a:pt x="93228" y="182607"/>
                  </a:cubicBezTo>
                  <a:lnTo>
                    <a:pt x="83768" y="174517"/>
                  </a:lnTo>
                  <a:cubicBezTo>
                    <a:pt x="83290" y="174099"/>
                    <a:pt x="82734" y="173912"/>
                    <a:pt x="82190" y="173912"/>
                  </a:cubicBezTo>
                  <a:cubicBezTo>
                    <a:pt x="80951" y="173912"/>
                    <a:pt x="79779" y="174883"/>
                    <a:pt x="79756" y="176311"/>
                  </a:cubicBezTo>
                  <a:cubicBezTo>
                    <a:pt x="79723" y="177062"/>
                    <a:pt x="80050" y="177747"/>
                    <a:pt x="80604" y="178203"/>
                  </a:cubicBezTo>
                  <a:lnTo>
                    <a:pt x="87128" y="183814"/>
                  </a:lnTo>
                  <a:cubicBezTo>
                    <a:pt x="88890" y="185282"/>
                    <a:pt x="89085" y="187924"/>
                    <a:pt x="87552" y="189686"/>
                  </a:cubicBezTo>
                  <a:cubicBezTo>
                    <a:pt x="86712" y="190633"/>
                    <a:pt x="85530" y="191120"/>
                    <a:pt x="84342" y="191120"/>
                  </a:cubicBezTo>
                  <a:cubicBezTo>
                    <a:pt x="83362" y="191120"/>
                    <a:pt x="82379" y="190788"/>
                    <a:pt x="81583" y="190110"/>
                  </a:cubicBezTo>
                  <a:lnTo>
                    <a:pt x="78647" y="187598"/>
                  </a:lnTo>
                  <a:lnTo>
                    <a:pt x="75059" y="184532"/>
                  </a:lnTo>
                  <a:cubicBezTo>
                    <a:pt x="74542" y="184103"/>
                    <a:pt x="73999" y="183922"/>
                    <a:pt x="73484" y="183922"/>
                  </a:cubicBezTo>
                  <a:cubicBezTo>
                    <a:pt x="71526" y="183922"/>
                    <a:pt x="69977" y="186546"/>
                    <a:pt x="71862" y="188250"/>
                  </a:cubicBezTo>
                  <a:lnTo>
                    <a:pt x="74993" y="190892"/>
                  </a:lnTo>
                  <a:lnTo>
                    <a:pt x="75450" y="191317"/>
                  </a:lnTo>
                  <a:cubicBezTo>
                    <a:pt x="77212" y="192784"/>
                    <a:pt x="77407" y="195427"/>
                    <a:pt x="75907" y="197188"/>
                  </a:cubicBezTo>
                  <a:cubicBezTo>
                    <a:pt x="75049" y="198135"/>
                    <a:pt x="73868" y="198622"/>
                    <a:pt x="72681" y="198622"/>
                  </a:cubicBezTo>
                  <a:cubicBezTo>
                    <a:pt x="71700" y="198622"/>
                    <a:pt x="70716" y="198291"/>
                    <a:pt x="69905" y="197612"/>
                  </a:cubicBezTo>
                  <a:cubicBezTo>
                    <a:pt x="69872" y="197580"/>
                    <a:pt x="69872" y="197580"/>
                    <a:pt x="69840" y="197547"/>
                  </a:cubicBezTo>
                  <a:lnTo>
                    <a:pt x="65664" y="194252"/>
                  </a:lnTo>
                  <a:cubicBezTo>
                    <a:pt x="66578" y="189262"/>
                    <a:pt x="62924" y="184564"/>
                    <a:pt x="57868" y="184271"/>
                  </a:cubicBezTo>
                  <a:cubicBezTo>
                    <a:pt x="58716" y="179280"/>
                    <a:pt x="55095" y="174680"/>
                    <a:pt x="50072" y="174354"/>
                  </a:cubicBezTo>
                  <a:cubicBezTo>
                    <a:pt x="50887" y="169526"/>
                    <a:pt x="47462" y="164992"/>
                    <a:pt x="42569" y="164470"/>
                  </a:cubicBezTo>
                  <a:cubicBezTo>
                    <a:pt x="43548" y="160523"/>
                    <a:pt x="41591" y="156413"/>
                    <a:pt x="37905" y="154684"/>
                  </a:cubicBezTo>
                  <a:cubicBezTo>
                    <a:pt x="36752" y="154144"/>
                    <a:pt x="35528" y="153884"/>
                    <a:pt x="34318" y="153884"/>
                  </a:cubicBezTo>
                  <a:cubicBezTo>
                    <a:pt x="31658" y="153884"/>
                    <a:pt x="29060" y="155138"/>
                    <a:pt x="27401" y="157425"/>
                  </a:cubicBezTo>
                  <a:lnTo>
                    <a:pt x="26716" y="158370"/>
                  </a:lnTo>
                  <a:lnTo>
                    <a:pt x="22997" y="155304"/>
                  </a:lnTo>
                  <a:lnTo>
                    <a:pt x="40775" y="121706"/>
                  </a:lnTo>
                  <a:cubicBezTo>
                    <a:pt x="42376" y="121265"/>
                    <a:pt x="44010" y="121039"/>
                    <a:pt x="45654" y="121039"/>
                  </a:cubicBezTo>
                  <a:close/>
                  <a:moveTo>
                    <a:pt x="57289" y="189117"/>
                  </a:moveTo>
                  <a:cubicBezTo>
                    <a:pt x="58020" y="189117"/>
                    <a:pt x="58759" y="189334"/>
                    <a:pt x="59401" y="189783"/>
                  </a:cubicBezTo>
                  <a:cubicBezTo>
                    <a:pt x="61032" y="190958"/>
                    <a:pt x="61391" y="193241"/>
                    <a:pt x="60217" y="194840"/>
                  </a:cubicBezTo>
                  <a:lnTo>
                    <a:pt x="57705" y="198297"/>
                  </a:lnTo>
                  <a:cubicBezTo>
                    <a:pt x="56992" y="199268"/>
                    <a:pt x="55881" y="199794"/>
                    <a:pt x="54754" y="199794"/>
                  </a:cubicBezTo>
                  <a:cubicBezTo>
                    <a:pt x="54025" y="199794"/>
                    <a:pt x="53289" y="199574"/>
                    <a:pt x="52649" y="199113"/>
                  </a:cubicBezTo>
                  <a:cubicBezTo>
                    <a:pt x="51018" y="197938"/>
                    <a:pt x="50659" y="195688"/>
                    <a:pt x="51833" y="194057"/>
                  </a:cubicBezTo>
                  <a:lnTo>
                    <a:pt x="54345" y="190599"/>
                  </a:lnTo>
                  <a:cubicBezTo>
                    <a:pt x="55057" y="189630"/>
                    <a:pt x="56164" y="189117"/>
                    <a:pt x="57289" y="189117"/>
                  </a:cubicBezTo>
                  <a:close/>
                  <a:moveTo>
                    <a:pt x="17620" y="1"/>
                  </a:moveTo>
                  <a:cubicBezTo>
                    <a:pt x="12428" y="1"/>
                    <a:pt x="8220" y="4164"/>
                    <a:pt x="8188" y="9363"/>
                  </a:cubicBezTo>
                  <a:lnTo>
                    <a:pt x="8188" y="138635"/>
                  </a:lnTo>
                  <a:lnTo>
                    <a:pt x="1370" y="151618"/>
                  </a:lnTo>
                  <a:cubicBezTo>
                    <a:pt x="0" y="154163"/>
                    <a:pt x="946" y="157359"/>
                    <a:pt x="3491" y="158762"/>
                  </a:cubicBezTo>
                  <a:lnTo>
                    <a:pt x="12298" y="163688"/>
                  </a:lnTo>
                  <a:cubicBezTo>
                    <a:pt x="13114" y="164112"/>
                    <a:pt x="13994" y="164373"/>
                    <a:pt x="14940" y="164373"/>
                  </a:cubicBezTo>
                  <a:cubicBezTo>
                    <a:pt x="15430" y="164373"/>
                    <a:pt x="15952" y="164275"/>
                    <a:pt x="16473" y="164144"/>
                  </a:cubicBezTo>
                  <a:cubicBezTo>
                    <a:pt x="17843" y="163720"/>
                    <a:pt x="19018" y="162774"/>
                    <a:pt x="19670" y="161502"/>
                  </a:cubicBezTo>
                  <a:lnTo>
                    <a:pt x="20649" y="159708"/>
                  </a:lnTo>
                  <a:lnTo>
                    <a:pt x="23813" y="162317"/>
                  </a:lnTo>
                  <a:lnTo>
                    <a:pt x="18235" y="170016"/>
                  </a:lnTo>
                  <a:cubicBezTo>
                    <a:pt x="14157" y="175626"/>
                    <a:pt x="18170" y="183520"/>
                    <a:pt x="25118" y="183520"/>
                  </a:cubicBezTo>
                  <a:cubicBezTo>
                    <a:pt x="25607" y="183520"/>
                    <a:pt x="26096" y="183455"/>
                    <a:pt x="26586" y="183390"/>
                  </a:cubicBezTo>
                  <a:cubicBezTo>
                    <a:pt x="26586" y="183390"/>
                    <a:pt x="26586" y="183423"/>
                    <a:pt x="26586" y="183423"/>
                  </a:cubicBezTo>
                  <a:cubicBezTo>
                    <a:pt x="26944" y="185673"/>
                    <a:pt x="28217" y="187663"/>
                    <a:pt x="30043" y="189001"/>
                  </a:cubicBezTo>
                  <a:cubicBezTo>
                    <a:pt x="31479" y="190012"/>
                    <a:pt x="33207" y="190566"/>
                    <a:pt x="35002" y="190566"/>
                  </a:cubicBezTo>
                  <a:cubicBezTo>
                    <a:pt x="35491" y="190566"/>
                    <a:pt x="35980" y="190534"/>
                    <a:pt x="36469" y="190436"/>
                  </a:cubicBezTo>
                  <a:cubicBezTo>
                    <a:pt x="36469" y="190468"/>
                    <a:pt x="36469" y="190468"/>
                    <a:pt x="36469" y="190501"/>
                  </a:cubicBezTo>
                  <a:cubicBezTo>
                    <a:pt x="37154" y="194611"/>
                    <a:pt x="40710" y="197612"/>
                    <a:pt x="44885" y="197612"/>
                  </a:cubicBezTo>
                  <a:cubicBezTo>
                    <a:pt x="45375" y="197612"/>
                    <a:pt x="45864" y="197580"/>
                    <a:pt x="46353" y="197482"/>
                  </a:cubicBezTo>
                  <a:cubicBezTo>
                    <a:pt x="46353" y="197514"/>
                    <a:pt x="46353" y="197514"/>
                    <a:pt x="46353" y="197547"/>
                  </a:cubicBezTo>
                  <a:cubicBezTo>
                    <a:pt x="47038" y="201657"/>
                    <a:pt x="50594" y="204691"/>
                    <a:pt x="54769" y="204691"/>
                  </a:cubicBezTo>
                  <a:cubicBezTo>
                    <a:pt x="57477" y="204691"/>
                    <a:pt x="60054" y="203386"/>
                    <a:pt x="61685" y="201168"/>
                  </a:cubicBezTo>
                  <a:lnTo>
                    <a:pt x="63446" y="198721"/>
                  </a:lnTo>
                  <a:lnTo>
                    <a:pt x="66773" y="201363"/>
                  </a:lnTo>
                  <a:cubicBezTo>
                    <a:pt x="68489" y="202801"/>
                    <a:pt x="70581" y="203506"/>
                    <a:pt x="72664" y="203506"/>
                  </a:cubicBezTo>
                  <a:cubicBezTo>
                    <a:pt x="75213" y="203506"/>
                    <a:pt x="77747" y="202449"/>
                    <a:pt x="79560" y="200385"/>
                  </a:cubicBezTo>
                  <a:cubicBezTo>
                    <a:pt x="80735" y="199047"/>
                    <a:pt x="81485" y="197384"/>
                    <a:pt x="81713" y="195622"/>
                  </a:cubicBezTo>
                  <a:cubicBezTo>
                    <a:pt x="82590" y="195887"/>
                    <a:pt x="83483" y="196015"/>
                    <a:pt x="84367" y="196015"/>
                  </a:cubicBezTo>
                  <a:cubicBezTo>
                    <a:pt x="86969" y="196015"/>
                    <a:pt x="89485" y="194903"/>
                    <a:pt x="91238" y="192882"/>
                  </a:cubicBezTo>
                  <a:cubicBezTo>
                    <a:pt x="92412" y="191545"/>
                    <a:pt x="93163" y="189881"/>
                    <a:pt x="93391" y="188120"/>
                  </a:cubicBezTo>
                  <a:cubicBezTo>
                    <a:pt x="94254" y="188375"/>
                    <a:pt x="95137" y="188499"/>
                    <a:pt x="96011" y="188499"/>
                  </a:cubicBezTo>
                  <a:cubicBezTo>
                    <a:pt x="98606" y="188499"/>
                    <a:pt x="101135" y="187405"/>
                    <a:pt x="102916" y="185380"/>
                  </a:cubicBezTo>
                  <a:cubicBezTo>
                    <a:pt x="103993" y="184108"/>
                    <a:pt x="104743" y="182574"/>
                    <a:pt x="105004" y="180943"/>
                  </a:cubicBezTo>
                  <a:cubicBezTo>
                    <a:pt x="106079" y="181364"/>
                    <a:pt x="107201" y="181567"/>
                    <a:pt x="108314" y="181567"/>
                  </a:cubicBezTo>
                  <a:cubicBezTo>
                    <a:pt x="110914" y="181567"/>
                    <a:pt x="113464" y="180455"/>
                    <a:pt x="115246" y="178399"/>
                  </a:cubicBezTo>
                  <a:lnTo>
                    <a:pt x="115344" y="178269"/>
                  </a:lnTo>
                  <a:cubicBezTo>
                    <a:pt x="118606" y="174583"/>
                    <a:pt x="118182" y="168939"/>
                    <a:pt x="114431" y="165743"/>
                  </a:cubicBezTo>
                  <a:lnTo>
                    <a:pt x="112408" y="164014"/>
                  </a:lnTo>
                  <a:cubicBezTo>
                    <a:pt x="113778" y="163100"/>
                    <a:pt x="115051" y="161991"/>
                    <a:pt x="116127" y="160752"/>
                  </a:cubicBezTo>
                  <a:cubicBezTo>
                    <a:pt x="117138" y="162154"/>
                    <a:pt x="118769" y="162970"/>
                    <a:pt x="120466" y="162970"/>
                  </a:cubicBezTo>
                  <a:cubicBezTo>
                    <a:pt x="121216" y="162970"/>
                    <a:pt x="121933" y="162807"/>
                    <a:pt x="122618" y="162513"/>
                  </a:cubicBezTo>
                  <a:lnTo>
                    <a:pt x="131915" y="158534"/>
                  </a:lnTo>
                  <a:cubicBezTo>
                    <a:pt x="134688" y="157359"/>
                    <a:pt x="135927" y="154097"/>
                    <a:pt x="134655" y="151357"/>
                  </a:cubicBezTo>
                  <a:lnTo>
                    <a:pt x="131393" y="144540"/>
                  </a:lnTo>
                  <a:lnTo>
                    <a:pt x="130708" y="9363"/>
                  </a:lnTo>
                  <a:cubicBezTo>
                    <a:pt x="130676" y="4164"/>
                    <a:pt x="126435" y="1"/>
                    <a:pt x="121276" y="1"/>
                  </a:cubicBezTo>
                  <a:cubicBezTo>
                    <a:pt x="121256" y="1"/>
                    <a:pt x="121236" y="1"/>
                    <a:pt x="121216" y="1"/>
                  </a:cubicBezTo>
                  <a:lnTo>
                    <a:pt x="17680" y="1"/>
                  </a:lnTo>
                  <a:cubicBezTo>
                    <a:pt x="17660" y="1"/>
                    <a:pt x="17640" y="1"/>
                    <a:pt x="17620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4" name="Google Shape;5144;p28"/>
            <p:cNvSpPr/>
            <p:nvPr/>
          </p:nvSpPr>
          <p:spPr>
            <a:xfrm>
              <a:off x="2569625" y="2175600"/>
              <a:ext cx="1083000" cy="554700"/>
            </a:xfrm>
            <a:custGeom>
              <a:rect b="b" l="l" r="r" t="t"/>
              <a:pathLst>
                <a:path extrusionOk="0" h="22188" w="43320">
                  <a:moveTo>
                    <a:pt x="12891" y="4896"/>
                  </a:moveTo>
                  <a:cubicBezTo>
                    <a:pt x="12944" y="4896"/>
                    <a:pt x="12996" y="4897"/>
                    <a:pt x="13048" y="4899"/>
                  </a:cubicBezTo>
                  <a:cubicBezTo>
                    <a:pt x="13374" y="4899"/>
                    <a:pt x="13668" y="4931"/>
                    <a:pt x="13961" y="4964"/>
                  </a:cubicBezTo>
                  <a:cubicBezTo>
                    <a:pt x="14810" y="5127"/>
                    <a:pt x="15201" y="5421"/>
                    <a:pt x="15234" y="5519"/>
                  </a:cubicBezTo>
                  <a:cubicBezTo>
                    <a:pt x="15495" y="5910"/>
                    <a:pt x="14712" y="8063"/>
                    <a:pt x="12885" y="9498"/>
                  </a:cubicBezTo>
                  <a:cubicBezTo>
                    <a:pt x="11678" y="10379"/>
                    <a:pt x="10243" y="10868"/>
                    <a:pt x="8742" y="10868"/>
                  </a:cubicBezTo>
                  <a:cubicBezTo>
                    <a:pt x="8514" y="8650"/>
                    <a:pt x="9069" y="6595"/>
                    <a:pt x="10112" y="5747"/>
                  </a:cubicBezTo>
                  <a:cubicBezTo>
                    <a:pt x="10949" y="5189"/>
                    <a:pt x="11903" y="4896"/>
                    <a:pt x="12891" y="4896"/>
                  </a:cubicBezTo>
                  <a:close/>
                  <a:moveTo>
                    <a:pt x="13099" y="0"/>
                  </a:moveTo>
                  <a:cubicBezTo>
                    <a:pt x="10861" y="0"/>
                    <a:pt x="8616" y="699"/>
                    <a:pt x="7079" y="1898"/>
                  </a:cubicBezTo>
                  <a:cubicBezTo>
                    <a:pt x="4958" y="3594"/>
                    <a:pt x="3784" y="6497"/>
                    <a:pt x="3817" y="9890"/>
                  </a:cubicBezTo>
                  <a:lnTo>
                    <a:pt x="3751" y="9857"/>
                  </a:lnTo>
                  <a:cubicBezTo>
                    <a:pt x="3436" y="9724"/>
                    <a:pt x="3109" y="9661"/>
                    <a:pt x="2787" y="9661"/>
                  </a:cubicBezTo>
                  <a:cubicBezTo>
                    <a:pt x="1841" y="9661"/>
                    <a:pt x="944" y="10205"/>
                    <a:pt x="555" y="11129"/>
                  </a:cubicBezTo>
                  <a:cubicBezTo>
                    <a:pt x="0" y="12369"/>
                    <a:pt x="587" y="13837"/>
                    <a:pt x="1827" y="14359"/>
                  </a:cubicBezTo>
                  <a:cubicBezTo>
                    <a:pt x="2806" y="14783"/>
                    <a:pt x="3849" y="15109"/>
                    <a:pt x="4893" y="15337"/>
                  </a:cubicBezTo>
                  <a:cubicBezTo>
                    <a:pt x="5970" y="18012"/>
                    <a:pt x="7796" y="20132"/>
                    <a:pt x="10080" y="21209"/>
                  </a:cubicBezTo>
                  <a:cubicBezTo>
                    <a:pt x="11515" y="21861"/>
                    <a:pt x="13081" y="22187"/>
                    <a:pt x="14679" y="22187"/>
                  </a:cubicBezTo>
                  <a:cubicBezTo>
                    <a:pt x="16963" y="22187"/>
                    <a:pt x="19213" y="21568"/>
                    <a:pt x="21138" y="20393"/>
                  </a:cubicBezTo>
                  <a:cubicBezTo>
                    <a:pt x="22541" y="19447"/>
                    <a:pt x="23747" y="18273"/>
                    <a:pt x="24693" y="16870"/>
                  </a:cubicBezTo>
                  <a:cubicBezTo>
                    <a:pt x="24857" y="16675"/>
                    <a:pt x="25052" y="16414"/>
                    <a:pt x="25215" y="16185"/>
                  </a:cubicBezTo>
                  <a:cubicBezTo>
                    <a:pt x="25868" y="16772"/>
                    <a:pt x="26618" y="17294"/>
                    <a:pt x="27401" y="17718"/>
                  </a:cubicBezTo>
                  <a:cubicBezTo>
                    <a:pt x="29423" y="18762"/>
                    <a:pt x="31641" y="19349"/>
                    <a:pt x="33925" y="19382"/>
                  </a:cubicBezTo>
                  <a:cubicBezTo>
                    <a:pt x="33987" y="19383"/>
                    <a:pt x="34049" y="19383"/>
                    <a:pt x="34112" y="19383"/>
                  </a:cubicBezTo>
                  <a:cubicBezTo>
                    <a:pt x="36788" y="19383"/>
                    <a:pt x="39426" y="18698"/>
                    <a:pt x="41754" y="17327"/>
                  </a:cubicBezTo>
                  <a:cubicBezTo>
                    <a:pt x="42928" y="16642"/>
                    <a:pt x="43319" y="15141"/>
                    <a:pt x="42634" y="13967"/>
                  </a:cubicBezTo>
                  <a:cubicBezTo>
                    <a:pt x="42178" y="13184"/>
                    <a:pt x="41359" y="12749"/>
                    <a:pt x="40515" y="12749"/>
                  </a:cubicBezTo>
                  <a:cubicBezTo>
                    <a:pt x="40094" y="12749"/>
                    <a:pt x="39666" y="12858"/>
                    <a:pt x="39275" y="13086"/>
                  </a:cubicBezTo>
                  <a:cubicBezTo>
                    <a:pt x="37758" y="14003"/>
                    <a:pt x="35996" y="14491"/>
                    <a:pt x="34227" y="14491"/>
                  </a:cubicBezTo>
                  <a:cubicBezTo>
                    <a:pt x="34170" y="14491"/>
                    <a:pt x="34113" y="14490"/>
                    <a:pt x="34055" y="14489"/>
                  </a:cubicBezTo>
                  <a:cubicBezTo>
                    <a:pt x="32522" y="14456"/>
                    <a:pt x="31054" y="14098"/>
                    <a:pt x="29717" y="13413"/>
                  </a:cubicBezTo>
                  <a:cubicBezTo>
                    <a:pt x="29195" y="13119"/>
                    <a:pt x="28706" y="12760"/>
                    <a:pt x="28282" y="12369"/>
                  </a:cubicBezTo>
                  <a:cubicBezTo>
                    <a:pt x="27499" y="11553"/>
                    <a:pt x="26455" y="11097"/>
                    <a:pt x="25346" y="11031"/>
                  </a:cubicBezTo>
                  <a:cubicBezTo>
                    <a:pt x="25303" y="11030"/>
                    <a:pt x="25260" y="11030"/>
                    <a:pt x="25217" y="11030"/>
                  </a:cubicBezTo>
                  <a:cubicBezTo>
                    <a:pt x="22950" y="11030"/>
                    <a:pt x="21708" y="12718"/>
                    <a:pt x="20779" y="13934"/>
                  </a:cubicBezTo>
                  <a:cubicBezTo>
                    <a:pt x="20192" y="14848"/>
                    <a:pt x="19409" y="15631"/>
                    <a:pt x="18528" y="16250"/>
                  </a:cubicBezTo>
                  <a:cubicBezTo>
                    <a:pt x="17453" y="16935"/>
                    <a:pt x="16014" y="17291"/>
                    <a:pt x="14655" y="17291"/>
                  </a:cubicBezTo>
                  <a:cubicBezTo>
                    <a:pt x="13746" y="17291"/>
                    <a:pt x="12873" y="17132"/>
                    <a:pt x="12167" y="16805"/>
                  </a:cubicBezTo>
                  <a:cubicBezTo>
                    <a:pt x="11580" y="16511"/>
                    <a:pt x="11058" y="16087"/>
                    <a:pt x="10634" y="15565"/>
                  </a:cubicBezTo>
                  <a:cubicBezTo>
                    <a:pt x="12559" y="15305"/>
                    <a:pt x="14386" y="14522"/>
                    <a:pt x="15919" y="13347"/>
                  </a:cubicBezTo>
                  <a:cubicBezTo>
                    <a:pt x="17387" y="12173"/>
                    <a:pt x="18594" y="10672"/>
                    <a:pt x="19409" y="8944"/>
                  </a:cubicBezTo>
                  <a:cubicBezTo>
                    <a:pt x="20453" y="6660"/>
                    <a:pt x="20420" y="4507"/>
                    <a:pt x="19344" y="2844"/>
                  </a:cubicBezTo>
                  <a:cubicBezTo>
                    <a:pt x="18463" y="1441"/>
                    <a:pt x="16832" y="495"/>
                    <a:pt x="14777" y="136"/>
                  </a:cubicBezTo>
                  <a:cubicBezTo>
                    <a:pt x="14226" y="44"/>
                    <a:pt x="13663" y="0"/>
                    <a:pt x="13099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5" name="Google Shape;5145;p28"/>
            <p:cNvSpPr/>
            <p:nvPr/>
          </p:nvSpPr>
          <p:spPr>
            <a:xfrm>
              <a:off x="4095400" y="2434250"/>
              <a:ext cx="1039800" cy="122350"/>
            </a:xfrm>
            <a:custGeom>
              <a:rect b="b" l="l" r="r" t="t"/>
              <a:pathLst>
                <a:path extrusionOk="0" h="4894" w="41592">
                  <a:moveTo>
                    <a:pt x="2447" y="0"/>
                  </a:moveTo>
                  <a:cubicBezTo>
                    <a:pt x="1077" y="0"/>
                    <a:pt x="1" y="1077"/>
                    <a:pt x="1" y="2447"/>
                  </a:cubicBezTo>
                  <a:cubicBezTo>
                    <a:pt x="1" y="3784"/>
                    <a:pt x="1077" y="4893"/>
                    <a:pt x="2447" y="4893"/>
                  </a:cubicBezTo>
                  <a:lnTo>
                    <a:pt x="39145" y="4893"/>
                  </a:lnTo>
                  <a:cubicBezTo>
                    <a:pt x="40515" y="4893"/>
                    <a:pt x="41591" y="3784"/>
                    <a:pt x="41591" y="2447"/>
                  </a:cubicBezTo>
                  <a:cubicBezTo>
                    <a:pt x="41591" y="1077"/>
                    <a:pt x="40515" y="0"/>
                    <a:pt x="39145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46" name="Google Shape;5146;p28"/>
          <p:cNvGrpSpPr/>
          <p:nvPr/>
        </p:nvGrpSpPr>
        <p:grpSpPr>
          <a:xfrm>
            <a:off x="1050572" y="2914016"/>
            <a:ext cx="312009" cy="292460"/>
            <a:chOff x="1292550" y="493375"/>
            <a:chExt cx="5024300" cy="4709500"/>
          </a:xfrm>
        </p:grpSpPr>
        <p:sp>
          <p:nvSpPr>
            <p:cNvPr id="5147" name="Google Shape;5147;p28"/>
            <p:cNvSpPr/>
            <p:nvPr/>
          </p:nvSpPr>
          <p:spPr>
            <a:xfrm>
              <a:off x="2791425" y="493375"/>
              <a:ext cx="3525425" cy="2621825"/>
            </a:xfrm>
            <a:custGeom>
              <a:rect b="b" l="l" r="r" t="t"/>
              <a:pathLst>
                <a:path extrusionOk="0" h="104873" w="141017">
                  <a:moveTo>
                    <a:pt x="2088" y="0"/>
                  </a:moveTo>
                  <a:cubicBezTo>
                    <a:pt x="2056" y="0"/>
                    <a:pt x="2023" y="33"/>
                    <a:pt x="1991" y="33"/>
                  </a:cubicBezTo>
                  <a:cubicBezTo>
                    <a:pt x="1925" y="33"/>
                    <a:pt x="1893" y="33"/>
                    <a:pt x="1860" y="65"/>
                  </a:cubicBezTo>
                  <a:cubicBezTo>
                    <a:pt x="1828" y="65"/>
                    <a:pt x="1795" y="65"/>
                    <a:pt x="1730" y="98"/>
                  </a:cubicBezTo>
                  <a:cubicBezTo>
                    <a:pt x="1697" y="98"/>
                    <a:pt x="1664" y="98"/>
                    <a:pt x="1632" y="130"/>
                  </a:cubicBezTo>
                  <a:cubicBezTo>
                    <a:pt x="1567" y="130"/>
                    <a:pt x="1567" y="163"/>
                    <a:pt x="1501" y="163"/>
                  </a:cubicBezTo>
                  <a:cubicBezTo>
                    <a:pt x="1469" y="163"/>
                    <a:pt x="1436" y="196"/>
                    <a:pt x="1403" y="228"/>
                  </a:cubicBezTo>
                  <a:cubicBezTo>
                    <a:pt x="1371" y="228"/>
                    <a:pt x="1338" y="261"/>
                    <a:pt x="1306" y="261"/>
                  </a:cubicBezTo>
                  <a:cubicBezTo>
                    <a:pt x="1273" y="294"/>
                    <a:pt x="1208" y="326"/>
                    <a:pt x="1175" y="326"/>
                  </a:cubicBezTo>
                  <a:cubicBezTo>
                    <a:pt x="1142" y="359"/>
                    <a:pt x="1110" y="359"/>
                    <a:pt x="1077" y="391"/>
                  </a:cubicBezTo>
                  <a:cubicBezTo>
                    <a:pt x="1045" y="424"/>
                    <a:pt x="1012" y="457"/>
                    <a:pt x="979" y="489"/>
                  </a:cubicBezTo>
                  <a:cubicBezTo>
                    <a:pt x="947" y="489"/>
                    <a:pt x="914" y="522"/>
                    <a:pt x="914" y="522"/>
                  </a:cubicBezTo>
                  <a:lnTo>
                    <a:pt x="882" y="522"/>
                  </a:lnTo>
                  <a:cubicBezTo>
                    <a:pt x="849" y="555"/>
                    <a:pt x="816" y="587"/>
                    <a:pt x="784" y="620"/>
                  </a:cubicBezTo>
                  <a:cubicBezTo>
                    <a:pt x="751" y="652"/>
                    <a:pt x="751" y="685"/>
                    <a:pt x="718" y="685"/>
                  </a:cubicBezTo>
                  <a:cubicBezTo>
                    <a:pt x="686" y="718"/>
                    <a:pt x="686" y="750"/>
                    <a:pt x="653" y="750"/>
                  </a:cubicBezTo>
                  <a:cubicBezTo>
                    <a:pt x="523" y="913"/>
                    <a:pt x="392" y="1076"/>
                    <a:pt x="294" y="1240"/>
                  </a:cubicBezTo>
                  <a:lnTo>
                    <a:pt x="294" y="1272"/>
                  </a:lnTo>
                  <a:cubicBezTo>
                    <a:pt x="262" y="1305"/>
                    <a:pt x="262" y="1337"/>
                    <a:pt x="229" y="1403"/>
                  </a:cubicBezTo>
                  <a:cubicBezTo>
                    <a:pt x="229" y="1435"/>
                    <a:pt x="197" y="1435"/>
                    <a:pt x="197" y="1468"/>
                  </a:cubicBezTo>
                  <a:cubicBezTo>
                    <a:pt x="164" y="1501"/>
                    <a:pt x="164" y="1501"/>
                    <a:pt x="164" y="1533"/>
                  </a:cubicBezTo>
                  <a:cubicBezTo>
                    <a:pt x="99" y="1696"/>
                    <a:pt x="66" y="1892"/>
                    <a:pt x="33" y="2055"/>
                  </a:cubicBezTo>
                  <a:cubicBezTo>
                    <a:pt x="33" y="2088"/>
                    <a:pt x="1" y="2120"/>
                    <a:pt x="1" y="2186"/>
                  </a:cubicBezTo>
                  <a:cubicBezTo>
                    <a:pt x="1" y="2218"/>
                    <a:pt x="1" y="2218"/>
                    <a:pt x="1" y="2251"/>
                  </a:cubicBezTo>
                  <a:cubicBezTo>
                    <a:pt x="1" y="2316"/>
                    <a:pt x="1" y="2381"/>
                    <a:pt x="1" y="2414"/>
                  </a:cubicBezTo>
                  <a:lnTo>
                    <a:pt x="1" y="2447"/>
                  </a:lnTo>
                  <a:lnTo>
                    <a:pt x="1" y="22997"/>
                  </a:lnTo>
                  <a:cubicBezTo>
                    <a:pt x="1" y="24334"/>
                    <a:pt x="1077" y="25411"/>
                    <a:pt x="2447" y="25411"/>
                  </a:cubicBezTo>
                  <a:cubicBezTo>
                    <a:pt x="3785" y="25411"/>
                    <a:pt x="4894" y="24334"/>
                    <a:pt x="4894" y="22997"/>
                  </a:cubicBezTo>
                  <a:lnTo>
                    <a:pt x="4894" y="9264"/>
                  </a:lnTo>
                  <a:cubicBezTo>
                    <a:pt x="37546" y="48473"/>
                    <a:pt x="75809" y="77994"/>
                    <a:pt x="118672" y="97142"/>
                  </a:cubicBezTo>
                  <a:cubicBezTo>
                    <a:pt x="124772" y="99882"/>
                    <a:pt x="131067" y="102426"/>
                    <a:pt x="137363" y="104710"/>
                  </a:cubicBezTo>
                  <a:cubicBezTo>
                    <a:pt x="137650" y="104820"/>
                    <a:pt x="137946" y="104873"/>
                    <a:pt x="138237" y="104873"/>
                  </a:cubicBezTo>
                  <a:cubicBezTo>
                    <a:pt x="139234" y="104873"/>
                    <a:pt x="140174" y="104259"/>
                    <a:pt x="140527" y="103275"/>
                  </a:cubicBezTo>
                  <a:cubicBezTo>
                    <a:pt x="141016" y="102002"/>
                    <a:pt x="140331" y="100567"/>
                    <a:pt x="139059" y="100143"/>
                  </a:cubicBezTo>
                  <a:cubicBezTo>
                    <a:pt x="132862" y="97860"/>
                    <a:pt x="126664" y="95348"/>
                    <a:pt x="120662" y="92673"/>
                  </a:cubicBezTo>
                  <a:cubicBezTo>
                    <a:pt x="78028" y="73656"/>
                    <a:pt x="40025" y="44135"/>
                    <a:pt x="7601" y="4893"/>
                  </a:cubicBezTo>
                  <a:lnTo>
                    <a:pt x="22704" y="4893"/>
                  </a:lnTo>
                  <a:cubicBezTo>
                    <a:pt x="24074" y="4893"/>
                    <a:pt x="25151" y="3784"/>
                    <a:pt x="25151" y="2447"/>
                  </a:cubicBezTo>
                  <a:cubicBezTo>
                    <a:pt x="25151" y="1076"/>
                    <a:pt x="24074" y="0"/>
                    <a:pt x="22704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8" name="Google Shape;5148;p28"/>
            <p:cNvSpPr/>
            <p:nvPr/>
          </p:nvSpPr>
          <p:spPr>
            <a:xfrm>
              <a:off x="1292550" y="1121300"/>
              <a:ext cx="5015325" cy="4081575"/>
            </a:xfrm>
            <a:custGeom>
              <a:rect b="b" l="l" r="r" t="t"/>
              <a:pathLst>
                <a:path extrusionOk="0" h="163263" w="200613">
                  <a:moveTo>
                    <a:pt x="48115" y="4893"/>
                  </a:moveTo>
                  <a:lnTo>
                    <a:pt x="48115" y="158337"/>
                  </a:lnTo>
                  <a:lnTo>
                    <a:pt x="4926" y="158337"/>
                  </a:lnTo>
                  <a:lnTo>
                    <a:pt x="6427" y="4893"/>
                  </a:lnTo>
                  <a:close/>
                  <a:moveTo>
                    <a:pt x="195720" y="111462"/>
                  </a:moveTo>
                  <a:lnTo>
                    <a:pt x="195720" y="158337"/>
                  </a:lnTo>
                  <a:lnTo>
                    <a:pt x="154358" y="158337"/>
                  </a:lnTo>
                  <a:lnTo>
                    <a:pt x="154977" y="111462"/>
                  </a:lnTo>
                  <a:close/>
                  <a:moveTo>
                    <a:pt x="98284" y="43254"/>
                  </a:moveTo>
                  <a:lnTo>
                    <a:pt x="98284" y="158370"/>
                  </a:lnTo>
                  <a:lnTo>
                    <a:pt x="53008" y="158370"/>
                  </a:lnTo>
                  <a:lnTo>
                    <a:pt x="53008" y="43254"/>
                  </a:lnTo>
                  <a:close/>
                  <a:moveTo>
                    <a:pt x="150084" y="79430"/>
                  </a:moveTo>
                  <a:lnTo>
                    <a:pt x="150084" y="109016"/>
                  </a:lnTo>
                  <a:lnTo>
                    <a:pt x="149465" y="158370"/>
                  </a:lnTo>
                  <a:lnTo>
                    <a:pt x="103177" y="158370"/>
                  </a:lnTo>
                  <a:lnTo>
                    <a:pt x="103177" y="79430"/>
                  </a:lnTo>
                  <a:close/>
                  <a:moveTo>
                    <a:pt x="3980" y="0"/>
                  </a:moveTo>
                  <a:cubicBezTo>
                    <a:pt x="2643" y="0"/>
                    <a:pt x="1566" y="1077"/>
                    <a:pt x="1534" y="2414"/>
                  </a:cubicBezTo>
                  <a:lnTo>
                    <a:pt x="0" y="160784"/>
                  </a:lnTo>
                  <a:cubicBezTo>
                    <a:pt x="0" y="162121"/>
                    <a:pt x="1077" y="163263"/>
                    <a:pt x="2447" y="163263"/>
                  </a:cubicBezTo>
                  <a:lnTo>
                    <a:pt x="198166" y="163263"/>
                  </a:lnTo>
                  <a:cubicBezTo>
                    <a:pt x="199504" y="163263"/>
                    <a:pt x="200613" y="162154"/>
                    <a:pt x="200613" y="160816"/>
                  </a:cubicBezTo>
                  <a:lnTo>
                    <a:pt x="200613" y="109016"/>
                  </a:lnTo>
                  <a:cubicBezTo>
                    <a:pt x="200613" y="107678"/>
                    <a:pt x="199504" y="106569"/>
                    <a:pt x="198166" y="106569"/>
                  </a:cubicBezTo>
                  <a:lnTo>
                    <a:pt x="154977" y="106569"/>
                  </a:lnTo>
                  <a:lnTo>
                    <a:pt x="154977" y="76983"/>
                  </a:lnTo>
                  <a:cubicBezTo>
                    <a:pt x="154977" y="75646"/>
                    <a:pt x="153901" y="74537"/>
                    <a:pt x="152531" y="74537"/>
                  </a:cubicBezTo>
                  <a:lnTo>
                    <a:pt x="103177" y="74537"/>
                  </a:lnTo>
                  <a:lnTo>
                    <a:pt x="103177" y="40808"/>
                  </a:lnTo>
                  <a:cubicBezTo>
                    <a:pt x="103177" y="39438"/>
                    <a:pt x="102068" y="38361"/>
                    <a:pt x="100731" y="38361"/>
                  </a:cubicBezTo>
                  <a:lnTo>
                    <a:pt x="53008" y="38361"/>
                  </a:lnTo>
                  <a:lnTo>
                    <a:pt x="53008" y="2447"/>
                  </a:lnTo>
                  <a:cubicBezTo>
                    <a:pt x="53008" y="1109"/>
                    <a:pt x="51931" y="0"/>
                    <a:pt x="50561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49" name="Google Shape;5149;p28"/>
          <p:cNvGrpSpPr/>
          <p:nvPr/>
        </p:nvGrpSpPr>
        <p:grpSpPr>
          <a:xfrm>
            <a:off x="1050537" y="3502810"/>
            <a:ext cx="312079" cy="332513"/>
            <a:chOff x="1446675" y="340050"/>
            <a:chExt cx="4707075" cy="5015275"/>
          </a:xfrm>
        </p:grpSpPr>
        <p:sp>
          <p:nvSpPr>
            <p:cNvPr id="5150" name="Google Shape;5150;p28"/>
            <p:cNvSpPr/>
            <p:nvPr/>
          </p:nvSpPr>
          <p:spPr>
            <a:xfrm>
              <a:off x="1446675" y="340050"/>
              <a:ext cx="4707075" cy="5015275"/>
            </a:xfrm>
            <a:custGeom>
              <a:rect b="b" l="l" r="r" t="t"/>
              <a:pathLst>
                <a:path extrusionOk="0" h="200611" w="188283">
                  <a:moveTo>
                    <a:pt x="178203" y="18822"/>
                  </a:moveTo>
                  <a:cubicBezTo>
                    <a:pt x="181074" y="18822"/>
                    <a:pt x="183390" y="21171"/>
                    <a:pt x="183390" y="24041"/>
                  </a:cubicBezTo>
                  <a:cubicBezTo>
                    <a:pt x="183390" y="26912"/>
                    <a:pt x="181074" y="29261"/>
                    <a:pt x="178203" y="29293"/>
                  </a:cubicBezTo>
                  <a:lnTo>
                    <a:pt x="10080" y="29293"/>
                  </a:lnTo>
                  <a:cubicBezTo>
                    <a:pt x="7177" y="29261"/>
                    <a:pt x="4861" y="26944"/>
                    <a:pt x="4861" y="24041"/>
                  </a:cubicBezTo>
                  <a:cubicBezTo>
                    <a:pt x="4861" y="21171"/>
                    <a:pt x="7177" y="18822"/>
                    <a:pt x="10080" y="18822"/>
                  </a:cubicBezTo>
                  <a:close/>
                  <a:moveTo>
                    <a:pt x="170015" y="34186"/>
                  </a:moveTo>
                  <a:lnTo>
                    <a:pt x="169983" y="133187"/>
                  </a:lnTo>
                  <a:lnTo>
                    <a:pt x="18203" y="133187"/>
                  </a:lnTo>
                  <a:lnTo>
                    <a:pt x="18235" y="34186"/>
                  </a:lnTo>
                  <a:close/>
                  <a:moveTo>
                    <a:pt x="178203" y="138080"/>
                  </a:moveTo>
                  <a:cubicBezTo>
                    <a:pt x="181106" y="138080"/>
                    <a:pt x="183422" y="140429"/>
                    <a:pt x="183455" y="143332"/>
                  </a:cubicBezTo>
                  <a:cubicBezTo>
                    <a:pt x="183422" y="146203"/>
                    <a:pt x="181106" y="148551"/>
                    <a:pt x="178203" y="148551"/>
                  </a:cubicBezTo>
                  <a:lnTo>
                    <a:pt x="10080" y="148551"/>
                  </a:lnTo>
                  <a:cubicBezTo>
                    <a:pt x="7210" y="148519"/>
                    <a:pt x="4894" y="146203"/>
                    <a:pt x="4894" y="143332"/>
                  </a:cubicBezTo>
                  <a:cubicBezTo>
                    <a:pt x="4894" y="140429"/>
                    <a:pt x="7210" y="138113"/>
                    <a:pt x="10080" y="138080"/>
                  </a:cubicBezTo>
                  <a:close/>
                  <a:moveTo>
                    <a:pt x="94142" y="0"/>
                  </a:moveTo>
                  <a:cubicBezTo>
                    <a:pt x="92804" y="0"/>
                    <a:pt x="91695" y="1110"/>
                    <a:pt x="91695" y="2447"/>
                  </a:cubicBezTo>
                  <a:lnTo>
                    <a:pt x="91695" y="13929"/>
                  </a:lnTo>
                  <a:lnTo>
                    <a:pt x="10080" y="13929"/>
                  </a:lnTo>
                  <a:cubicBezTo>
                    <a:pt x="4502" y="13962"/>
                    <a:pt x="1" y="18463"/>
                    <a:pt x="1" y="24041"/>
                  </a:cubicBezTo>
                  <a:cubicBezTo>
                    <a:pt x="1" y="29619"/>
                    <a:pt x="4502" y="34153"/>
                    <a:pt x="10080" y="34186"/>
                  </a:cubicBezTo>
                  <a:lnTo>
                    <a:pt x="13342" y="34186"/>
                  </a:lnTo>
                  <a:lnTo>
                    <a:pt x="13342" y="133187"/>
                  </a:lnTo>
                  <a:lnTo>
                    <a:pt x="10080" y="133187"/>
                  </a:lnTo>
                  <a:cubicBezTo>
                    <a:pt x="4502" y="133220"/>
                    <a:pt x="1" y="137754"/>
                    <a:pt x="1" y="143332"/>
                  </a:cubicBezTo>
                  <a:cubicBezTo>
                    <a:pt x="1" y="148878"/>
                    <a:pt x="4502" y="153412"/>
                    <a:pt x="10080" y="153444"/>
                  </a:cubicBezTo>
                  <a:lnTo>
                    <a:pt x="87813" y="153444"/>
                  </a:lnTo>
                  <a:lnTo>
                    <a:pt x="45603" y="196437"/>
                  </a:lnTo>
                  <a:cubicBezTo>
                    <a:pt x="43929" y="198237"/>
                    <a:pt x="45528" y="200610"/>
                    <a:pt x="47395" y="200610"/>
                  </a:cubicBezTo>
                  <a:cubicBezTo>
                    <a:pt x="47965" y="200610"/>
                    <a:pt x="48559" y="200389"/>
                    <a:pt x="49094" y="199862"/>
                  </a:cubicBezTo>
                  <a:lnTo>
                    <a:pt x="91206" y="156967"/>
                  </a:lnTo>
                  <a:lnTo>
                    <a:pt x="91206" y="196666"/>
                  </a:lnTo>
                  <a:cubicBezTo>
                    <a:pt x="91206" y="198003"/>
                    <a:pt x="92315" y="199112"/>
                    <a:pt x="93652" y="199112"/>
                  </a:cubicBezTo>
                  <a:cubicBezTo>
                    <a:pt x="95022" y="199112"/>
                    <a:pt x="96099" y="198003"/>
                    <a:pt x="96099" y="196666"/>
                  </a:cubicBezTo>
                  <a:lnTo>
                    <a:pt x="96099" y="156804"/>
                  </a:lnTo>
                  <a:lnTo>
                    <a:pt x="139418" y="199177"/>
                  </a:lnTo>
                  <a:cubicBezTo>
                    <a:pt x="139955" y="199692"/>
                    <a:pt x="140547" y="199908"/>
                    <a:pt x="141112" y="199908"/>
                  </a:cubicBezTo>
                  <a:cubicBezTo>
                    <a:pt x="143020" y="199908"/>
                    <a:pt x="144629" y="197448"/>
                    <a:pt x="142843" y="195687"/>
                  </a:cubicBezTo>
                  <a:lnTo>
                    <a:pt x="99622" y="153444"/>
                  </a:lnTo>
                  <a:lnTo>
                    <a:pt x="178203" y="153444"/>
                  </a:lnTo>
                  <a:cubicBezTo>
                    <a:pt x="183781" y="153412"/>
                    <a:pt x="188282" y="148878"/>
                    <a:pt x="188282" y="143332"/>
                  </a:cubicBezTo>
                  <a:cubicBezTo>
                    <a:pt x="188282" y="137754"/>
                    <a:pt x="183781" y="133220"/>
                    <a:pt x="178203" y="133187"/>
                  </a:cubicBezTo>
                  <a:lnTo>
                    <a:pt x="174876" y="133187"/>
                  </a:lnTo>
                  <a:lnTo>
                    <a:pt x="174908" y="34186"/>
                  </a:lnTo>
                  <a:lnTo>
                    <a:pt x="178203" y="34186"/>
                  </a:lnTo>
                  <a:cubicBezTo>
                    <a:pt x="183781" y="34153"/>
                    <a:pt x="188282" y="29619"/>
                    <a:pt x="188282" y="24041"/>
                  </a:cubicBezTo>
                  <a:cubicBezTo>
                    <a:pt x="188282" y="18463"/>
                    <a:pt x="183781" y="13962"/>
                    <a:pt x="178203" y="13929"/>
                  </a:cubicBezTo>
                  <a:lnTo>
                    <a:pt x="96588" y="13929"/>
                  </a:lnTo>
                  <a:lnTo>
                    <a:pt x="96588" y="2447"/>
                  </a:lnTo>
                  <a:cubicBezTo>
                    <a:pt x="96588" y="1110"/>
                    <a:pt x="95479" y="0"/>
                    <a:pt x="94142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1" name="Google Shape;5151;p28"/>
            <p:cNvSpPr/>
            <p:nvPr/>
          </p:nvSpPr>
          <p:spPr>
            <a:xfrm>
              <a:off x="2833025" y="2146375"/>
              <a:ext cx="526825" cy="1272200"/>
            </a:xfrm>
            <a:custGeom>
              <a:rect b="b" l="l" r="r" t="t"/>
              <a:pathLst>
                <a:path extrusionOk="0" h="50888" w="21073">
                  <a:moveTo>
                    <a:pt x="16180" y="4893"/>
                  </a:moveTo>
                  <a:lnTo>
                    <a:pt x="16180" y="45994"/>
                  </a:lnTo>
                  <a:lnTo>
                    <a:pt x="4893" y="45994"/>
                  </a:lnTo>
                  <a:lnTo>
                    <a:pt x="4893" y="4893"/>
                  </a:lnTo>
                  <a:close/>
                  <a:moveTo>
                    <a:pt x="3262" y="0"/>
                  </a:moveTo>
                  <a:cubicBezTo>
                    <a:pt x="1436" y="33"/>
                    <a:pt x="0" y="1468"/>
                    <a:pt x="0" y="3262"/>
                  </a:cubicBezTo>
                  <a:lnTo>
                    <a:pt x="0" y="47625"/>
                  </a:lnTo>
                  <a:cubicBezTo>
                    <a:pt x="0" y="49420"/>
                    <a:pt x="1436" y="50887"/>
                    <a:pt x="3262" y="50887"/>
                  </a:cubicBezTo>
                  <a:lnTo>
                    <a:pt x="17811" y="50887"/>
                  </a:lnTo>
                  <a:cubicBezTo>
                    <a:pt x="19605" y="50887"/>
                    <a:pt x="21073" y="49420"/>
                    <a:pt x="21073" y="47625"/>
                  </a:cubicBezTo>
                  <a:lnTo>
                    <a:pt x="21073" y="3262"/>
                  </a:lnTo>
                  <a:cubicBezTo>
                    <a:pt x="21073" y="1468"/>
                    <a:pt x="19605" y="33"/>
                    <a:pt x="17811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2" name="Google Shape;5152;p28"/>
            <p:cNvSpPr/>
            <p:nvPr/>
          </p:nvSpPr>
          <p:spPr>
            <a:xfrm>
              <a:off x="3536800" y="1767975"/>
              <a:ext cx="526825" cy="1650600"/>
            </a:xfrm>
            <a:custGeom>
              <a:rect b="b" l="l" r="r" t="t"/>
              <a:pathLst>
                <a:path extrusionOk="0" h="66024" w="21073">
                  <a:moveTo>
                    <a:pt x="16180" y="4894"/>
                  </a:moveTo>
                  <a:lnTo>
                    <a:pt x="16180" y="61130"/>
                  </a:lnTo>
                  <a:lnTo>
                    <a:pt x="4893" y="61130"/>
                  </a:lnTo>
                  <a:lnTo>
                    <a:pt x="4893" y="4894"/>
                  </a:lnTo>
                  <a:close/>
                  <a:moveTo>
                    <a:pt x="3262" y="1"/>
                  </a:moveTo>
                  <a:cubicBezTo>
                    <a:pt x="1468" y="1"/>
                    <a:pt x="0" y="1436"/>
                    <a:pt x="0" y="3263"/>
                  </a:cubicBezTo>
                  <a:lnTo>
                    <a:pt x="0" y="62761"/>
                  </a:lnTo>
                  <a:cubicBezTo>
                    <a:pt x="0" y="64556"/>
                    <a:pt x="1468" y="66023"/>
                    <a:pt x="3262" y="66023"/>
                  </a:cubicBezTo>
                  <a:lnTo>
                    <a:pt x="17811" y="66023"/>
                  </a:lnTo>
                  <a:cubicBezTo>
                    <a:pt x="19605" y="66023"/>
                    <a:pt x="21073" y="64556"/>
                    <a:pt x="21073" y="62761"/>
                  </a:cubicBezTo>
                  <a:lnTo>
                    <a:pt x="21073" y="3263"/>
                  </a:lnTo>
                  <a:cubicBezTo>
                    <a:pt x="21073" y="1436"/>
                    <a:pt x="19605" y="1"/>
                    <a:pt x="1781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3" name="Google Shape;5153;p28"/>
            <p:cNvSpPr/>
            <p:nvPr/>
          </p:nvSpPr>
          <p:spPr>
            <a:xfrm>
              <a:off x="4240575" y="1455650"/>
              <a:ext cx="526825" cy="1962925"/>
            </a:xfrm>
            <a:custGeom>
              <a:rect b="b" l="l" r="r" t="t"/>
              <a:pathLst>
                <a:path extrusionOk="0" h="78517" w="21073">
                  <a:moveTo>
                    <a:pt x="16180" y="4893"/>
                  </a:moveTo>
                  <a:lnTo>
                    <a:pt x="16180" y="73623"/>
                  </a:lnTo>
                  <a:lnTo>
                    <a:pt x="4893" y="73623"/>
                  </a:lnTo>
                  <a:lnTo>
                    <a:pt x="4893" y="4893"/>
                  </a:lnTo>
                  <a:close/>
                  <a:moveTo>
                    <a:pt x="3262" y="0"/>
                  </a:moveTo>
                  <a:cubicBezTo>
                    <a:pt x="1468" y="33"/>
                    <a:pt x="0" y="1468"/>
                    <a:pt x="0" y="3262"/>
                  </a:cubicBezTo>
                  <a:lnTo>
                    <a:pt x="0" y="75254"/>
                  </a:lnTo>
                  <a:cubicBezTo>
                    <a:pt x="0" y="77049"/>
                    <a:pt x="1468" y="78516"/>
                    <a:pt x="3262" y="78516"/>
                  </a:cubicBezTo>
                  <a:lnTo>
                    <a:pt x="17811" y="78516"/>
                  </a:lnTo>
                  <a:cubicBezTo>
                    <a:pt x="19637" y="78516"/>
                    <a:pt x="21073" y="77049"/>
                    <a:pt x="21073" y="75254"/>
                  </a:cubicBezTo>
                  <a:lnTo>
                    <a:pt x="21073" y="3262"/>
                  </a:lnTo>
                  <a:cubicBezTo>
                    <a:pt x="21073" y="1468"/>
                    <a:pt x="19637" y="33"/>
                    <a:pt x="17811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4" name="Google Shape;5154;p28"/>
          <p:cNvGrpSpPr/>
          <p:nvPr/>
        </p:nvGrpSpPr>
        <p:grpSpPr>
          <a:xfrm>
            <a:off x="1051400" y="4100326"/>
            <a:ext cx="310339" cy="355085"/>
            <a:chOff x="1608950" y="340050"/>
            <a:chExt cx="4383325" cy="5015325"/>
          </a:xfrm>
        </p:grpSpPr>
        <p:sp>
          <p:nvSpPr>
            <p:cNvPr id="5155" name="Google Shape;5155;p28"/>
            <p:cNvSpPr/>
            <p:nvPr/>
          </p:nvSpPr>
          <p:spPr>
            <a:xfrm>
              <a:off x="2381250" y="734750"/>
              <a:ext cx="531725" cy="299400"/>
            </a:xfrm>
            <a:custGeom>
              <a:rect b="b" l="l" r="r" t="t"/>
              <a:pathLst>
                <a:path extrusionOk="0" h="11976" w="21269">
                  <a:moveTo>
                    <a:pt x="2446" y="0"/>
                  </a:moveTo>
                  <a:cubicBezTo>
                    <a:pt x="1109" y="0"/>
                    <a:pt x="0" y="1077"/>
                    <a:pt x="0" y="2414"/>
                  </a:cubicBezTo>
                  <a:cubicBezTo>
                    <a:pt x="0" y="3784"/>
                    <a:pt x="1109" y="4893"/>
                    <a:pt x="2446" y="4893"/>
                  </a:cubicBezTo>
                  <a:cubicBezTo>
                    <a:pt x="7861" y="4893"/>
                    <a:pt x="13048" y="7177"/>
                    <a:pt x="16734" y="11156"/>
                  </a:cubicBezTo>
                  <a:cubicBezTo>
                    <a:pt x="17221" y="11696"/>
                    <a:pt x="17894" y="11975"/>
                    <a:pt x="18564" y="11975"/>
                  </a:cubicBezTo>
                  <a:cubicBezTo>
                    <a:pt x="19150" y="11975"/>
                    <a:pt x="19735" y="11761"/>
                    <a:pt x="20192" y="11320"/>
                  </a:cubicBezTo>
                  <a:cubicBezTo>
                    <a:pt x="21203" y="10406"/>
                    <a:pt x="21268" y="8840"/>
                    <a:pt x="20322" y="7862"/>
                  </a:cubicBezTo>
                  <a:cubicBezTo>
                    <a:pt x="15723" y="2871"/>
                    <a:pt x="9264" y="33"/>
                    <a:pt x="2479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6" name="Google Shape;5156;p28"/>
            <p:cNvSpPr/>
            <p:nvPr/>
          </p:nvSpPr>
          <p:spPr>
            <a:xfrm>
              <a:off x="1830775" y="758175"/>
              <a:ext cx="1259975" cy="1132125"/>
            </a:xfrm>
            <a:custGeom>
              <a:rect b="b" l="l" r="r" t="t"/>
              <a:pathLst>
                <a:path extrusionOk="0" h="45285" w="50399">
                  <a:moveTo>
                    <a:pt x="18029" y="1"/>
                  </a:moveTo>
                  <a:cubicBezTo>
                    <a:pt x="17794" y="1"/>
                    <a:pt x="17556" y="35"/>
                    <a:pt x="17322" y="107"/>
                  </a:cubicBezTo>
                  <a:cubicBezTo>
                    <a:pt x="17093" y="173"/>
                    <a:pt x="16865" y="238"/>
                    <a:pt x="16637" y="336"/>
                  </a:cubicBezTo>
                  <a:cubicBezTo>
                    <a:pt x="9199" y="2750"/>
                    <a:pt x="3458" y="8719"/>
                    <a:pt x="1305" y="16254"/>
                  </a:cubicBezTo>
                  <a:cubicBezTo>
                    <a:pt x="1" y="21082"/>
                    <a:pt x="327" y="26236"/>
                    <a:pt x="2284" y="30835"/>
                  </a:cubicBezTo>
                  <a:cubicBezTo>
                    <a:pt x="4665" y="36446"/>
                    <a:pt x="9102" y="40882"/>
                    <a:pt x="14712" y="43231"/>
                  </a:cubicBezTo>
                  <a:cubicBezTo>
                    <a:pt x="17833" y="44602"/>
                    <a:pt x="21172" y="45284"/>
                    <a:pt x="24522" y="45284"/>
                  </a:cubicBezTo>
                  <a:cubicBezTo>
                    <a:pt x="27230" y="45284"/>
                    <a:pt x="29945" y="44838"/>
                    <a:pt x="32555" y="43948"/>
                  </a:cubicBezTo>
                  <a:cubicBezTo>
                    <a:pt x="35948" y="42807"/>
                    <a:pt x="39047" y="40915"/>
                    <a:pt x="41591" y="38403"/>
                  </a:cubicBezTo>
                  <a:cubicBezTo>
                    <a:pt x="48572" y="31683"/>
                    <a:pt x="50398" y="21212"/>
                    <a:pt x="46158" y="12503"/>
                  </a:cubicBezTo>
                  <a:cubicBezTo>
                    <a:pt x="45758" y="11608"/>
                    <a:pt x="44865" y="11088"/>
                    <a:pt x="43933" y="11088"/>
                  </a:cubicBezTo>
                  <a:cubicBezTo>
                    <a:pt x="43573" y="11088"/>
                    <a:pt x="43208" y="11165"/>
                    <a:pt x="42863" y="11329"/>
                  </a:cubicBezTo>
                  <a:cubicBezTo>
                    <a:pt x="41656" y="11948"/>
                    <a:pt x="41134" y="13416"/>
                    <a:pt x="41754" y="14656"/>
                  </a:cubicBezTo>
                  <a:cubicBezTo>
                    <a:pt x="45081" y="21473"/>
                    <a:pt x="43646" y="29628"/>
                    <a:pt x="38198" y="34913"/>
                  </a:cubicBezTo>
                  <a:cubicBezTo>
                    <a:pt x="36143" y="36903"/>
                    <a:pt x="33664" y="38403"/>
                    <a:pt x="30957" y="39316"/>
                  </a:cubicBezTo>
                  <a:cubicBezTo>
                    <a:pt x="28876" y="40034"/>
                    <a:pt x="26733" y="40374"/>
                    <a:pt x="24615" y="40374"/>
                  </a:cubicBezTo>
                  <a:cubicBezTo>
                    <a:pt x="17006" y="40374"/>
                    <a:pt x="9720" y="35986"/>
                    <a:pt x="6786" y="28943"/>
                  </a:cubicBezTo>
                  <a:cubicBezTo>
                    <a:pt x="5252" y="25355"/>
                    <a:pt x="4991" y="21343"/>
                    <a:pt x="6035" y="17559"/>
                  </a:cubicBezTo>
                  <a:cubicBezTo>
                    <a:pt x="7732" y="11590"/>
                    <a:pt x="12298" y="6892"/>
                    <a:pt x="18170" y="4968"/>
                  </a:cubicBezTo>
                  <a:cubicBezTo>
                    <a:pt x="18366" y="4902"/>
                    <a:pt x="18561" y="4837"/>
                    <a:pt x="18757" y="4772"/>
                  </a:cubicBezTo>
                  <a:cubicBezTo>
                    <a:pt x="20029" y="4381"/>
                    <a:pt x="20779" y="3011"/>
                    <a:pt x="20388" y="1738"/>
                  </a:cubicBezTo>
                  <a:cubicBezTo>
                    <a:pt x="20042" y="674"/>
                    <a:pt x="19067" y="1"/>
                    <a:pt x="1802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7" name="Google Shape;5157;p28"/>
            <p:cNvSpPr/>
            <p:nvPr/>
          </p:nvSpPr>
          <p:spPr>
            <a:xfrm>
              <a:off x="2107225" y="996875"/>
              <a:ext cx="672825" cy="630875"/>
            </a:xfrm>
            <a:custGeom>
              <a:rect b="b" l="l" r="r" t="t"/>
              <a:pathLst>
                <a:path extrusionOk="0" h="25235" w="26913">
                  <a:moveTo>
                    <a:pt x="13552" y="4879"/>
                  </a:moveTo>
                  <a:cubicBezTo>
                    <a:pt x="16913" y="4879"/>
                    <a:pt x="19941" y="6927"/>
                    <a:pt x="21171" y="10099"/>
                  </a:cubicBezTo>
                  <a:cubicBezTo>
                    <a:pt x="21856" y="11958"/>
                    <a:pt x="21758" y="14046"/>
                    <a:pt x="20877" y="15840"/>
                  </a:cubicBezTo>
                  <a:cubicBezTo>
                    <a:pt x="19931" y="17764"/>
                    <a:pt x="18235" y="19232"/>
                    <a:pt x="16180" y="19917"/>
                  </a:cubicBezTo>
                  <a:cubicBezTo>
                    <a:pt x="15281" y="20219"/>
                    <a:pt x="14364" y="20362"/>
                    <a:pt x="13463" y="20362"/>
                  </a:cubicBezTo>
                  <a:cubicBezTo>
                    <a:pt x="10084" y="20362"/>
                    <a:pt x="6927" y="18348"/>
                    <a:pt x="5742" y="15155"/>
                  </a:cubicBezTo>
                  <a:cubicBezTo>
                    <a:pt x="5057" y="13263"/>
                    <a:pt x="5155" y="11208"/>
                    <a:pt x="6035" y="9414"/>
                  </a:cubicBezTo>
                  <a:cubicBezTo>
                    <a:pt x="6981" y="7456"/>
                    <a:pt x="8678" y="5989"/>
                    <a:pt x="10733" y="5336"/>
                  </a:cubicBezTo>
                  <a:cubicBezTo>
                    <a:pt x="11613" y="5043"/>
                    <a:pt x="12527" y="4879"/>
                    <a:pt x="13473" y="4879"/>
                  </a:cubicBezTo>
                  <a:cubicBezTo>
                    <a:pt x="13499" y="4879"/>
                    <a:pt x="13526" y="4879"/>
                    <a:pt x="13552" y="4879"/>
                  </a:cubicBezTo>
                  <a:close/>
                  <a:moveTo>
                    <a:pt x="13453" y="1"/>
                  </a:moveTo>
                  <a:cubicBezTo>
                    <a:pt x="12030" y="1"/>
                    <a:pt x="10584" y="227"/>
                    <a:pt x="9167" y="704"/>
                  </a:cubicBezTo>
                  <a:cubicBezTo>
                    <a:pt x="5872" y="1781"/>
                    <a:pt x="3132" y="4162"/>
                    <a:pt x="1632" y="7293"/>
                  </a:cubicBezTo>
                  <a:cubicBezTo>
                    <a:pt x="196" y="10262"/>
                    <a:pt x="1" y="13719"/>
                    <a:pt x="1142" y="16818"/>
                  </a:cubicBezTo>
                  <a:cubicBezTo>
                    <a:pt x="3034" y="22005"/>
                    <a:pt x="8090" y="25234"/>
                    <a:pt x="13473" y="25234"/>
                  </a:cubicBezTo>
                  <a:cubicBezTo>
                    <a:pt x="14941" y="25234"/>
                    <a:pt x="16376" y="25006"/>
                    <a:pt x="17746" y="24549"/>
                  </a:cubicBezTo>
                  <a:cubicBezTo>
                    <a:pt x="21041" y="23473"/>
                    <a:pt x="23781" y="21092"/>
                    <a:pt x="25281" y="17960"/>
                  </a:cubicBezTo>
                  <a:cubicBezTo>
                    <a:pt x="26716" y="14959"/>
                    <a:pt x="26912" y="11534"/>
                    <a:pt x="25770" y="8435"/>
                  </a:cubicBezTo>
                  <a:cubicBezTo>
                    <a:pt x="23887" y="3248"/>
                    <a:pt x="18839" y="1"/>
                    <a:pt x="13453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8" name="Google Shape;5158;p28"/>
            <p:cNvSpPr/>
            <p:nvPr/>
          </p:nvSpPr>
          <p:spPr>
            <a:xfrm>
              <a:off x="1999575" y="2616100"/>
              <a:ext cx="593725" cy="1134375"/>
            </a:xfrm>
            <a:custGeom>
              <a:rect b="b" l="l" r="r" t="t"/>
              <a:pathLst>
                <a:path extrusionOk="0" h="45375" w="23749">
                  <a:moveTo>
                    <a:pt x="11809" y="1"/>
                  </a:moveTo>
                  <a:cubicBezTo>
                    <a:pt x="10472" y="1"/>
                    <a:pt x="9363" y="1110"/>
                    <a:pt x="9363" y="2447"/>
                  </a:cubicBezTo>
                  <a:lnTo>
                    <a:pt x="9363" y="4535"/>
                  </a:lnTo>
                  <a:cubicBezTo>
                    <a:pt x="7471" y="4861"/>
                    <a:pt x="5742" y="5742"/>
                    <a:pt x="4339" y="7079"/>
                  </a:cubicBezTo>
                  <a:cubicBezTo>
                    <a:pt x="1436" y="9917"/>
                    <a:pt x="1273" y="13799"/>
                    <a:pt x="1273" y="14940"/>
                  </a:cubicBezTo>
                  <a:cubicBezTo>
                    <a:pt x="1338" y="19442"/>
                    <a:pt x="4861" y="23226"/>
                    <a:pt x="9787" y="24172"/>
                  </a:cubicBezTo>
                  <a:lnTo>
                    <a:pt x="10244" y="24237"/>
                  </a:lnTo>
                  <a:cubicBezTo>
                    <a:pt x="10602" y="24302"/>
                    <a:pt x="11026" y="24400"/>
                    <a:pt x="11287" y="24433"/>
                  </a:cubicBezTo>
                  <a:cubicBezTo>
                    <a:pt x="11418" y="24465"/>
                    <a:pt x="11809" y="24596"/>
                    <a:pt x="11972" y="24629"/>
                  </a:cubicBezTo>
                  <a:cubicBezTo>
                    <a:pt x="12038" y="24629"/>
                    <a:pt x="12070" y="24661"/>
                    <a:pt x="12135" y="24694"/>
                  </a:cubicBezTo>
                  <a:cubicBezTo>
                    <a:pt x="12135" y="24694"/>
                    <a:pt x="12168" y="24694"/>
                    <a:pt x="12201" y="24726"/>
                  </a:cubicBezTo>
                  <a:lnTo>
                    <a:pt x="12853" y="24955"/>
                  </a:lnTo>
                  <a:cubicBezTo>
                    <a:pt x="12918" y="24987"/>
                    <a:pt x="12951" y="24987"/>
                    <a:pt x="13016" y="25020"/>
                  </a:cubicBezTo>
                  <a:cubicBezTo>
                    <a:pt x="13310" y="25150"/>
                    <a:pt x="13408" y="25216"/>
                    <a:pt x="13603" y="25314"/>
                  </a:cubicBezTo>
                  <a:lnTo>
                    <a:pt x="13995" y="25542"/>
                  </a:lnTo>
                  <a:lnTo>
                    <a:pt x="14093" y="25607"/>
                  </a:lnTo>
                  <a:cubicBezTo>
                    <a:pt x="14484" y="25835"/>
                    <a:pt x="17909" y="27923"/>
                    <a:pt x="18040" y="30794"/>
                  </a:cubicBezTo>
                  <a:cubicBezTo>
                    <a:pt x="18105" y="32425"/>
                    <a:pt x="17681" y="33664"/>
                    <a:pt x="16768" y="34610"/>
                  </a:cubicBezTo>
                  <a:cubicBezTo>
                    <a:pt x="15261" y="36116"/>
                    <a:pt x="12809" y="36510"/>
                    <a:pt x="11390" y="36510"/>
                  </a:cubicBezTo>
                  <a:cubicBezTo>
                    <a:pt x="11272" y="36510"/>
                    <a:pt x="11161" y="36507"/>
                    <a:pt x="11059" y="36502"/>
                  </a:cubicBezTo>
                  <a:cubicBezTo>
                    <a:pt x="9102" y="36437"/>
                    <a:pt x="5351" y="34839"/>
                    <a:pt x="5024" y="32066"/>
                  </a:cubicBezTo>
                  <a:cubicBezTo>
                    <a:pt x="4873" y="30826"/>
                    <a:pt x="3826" y="29895"/>
                    <a:pt x="2608" y="29895"/>
                  </a:cubicBezTo>
                  <a:cubicBezTo>
                    <a:pt x="2512" y="29895"/>
                    <a:pt x="2415" y="29901"/>
                    <a:pt x="2317" y="29913"/>
                  </a:cubicBezTo>
                  <a:cubicBezTo>
                    <a:pt x="947" y="30076"/>
                    <a:pt x="1" y="31283"/>
                    <a:pt x="164" y="32620"/>
                  </a:cubicBezTo>
                  <a:cubicBezTo>
                    <a:pt x="458" y="35263"/>
                    <a:pt x="2023" y="37611"/>
                    <a:pt x="4568" y="39275"/>
                  </a:cubicBezTo>
                  <a:cubicBezTo>
                    <a:pt x="6036" y="40221"/>
                    <a:pt x="7667" y="40873"/>
                    <a:pt x="9363" y="41232"/>
                  </a:cubicBezTo>
                  <a:lnTo>
                    <a:pt x="9363" y="42928"/>
                  </a:lnTo>
                  <a:cubicBezTo>
                    <a:pt x="9363" y="44266"/>
                    <a:pt x="10472" y="45375"/>
                    <a:pt x="11809" y="45375"/>
                  </a:cubicBezTo>
                  <a:cubicBezTo>
                    <a:pt x="13179" y="45375"/>
                    <a:pt x="14256" y="44266"/>
                    <a:pt x="14256" y="42928"/>
                  </a:cubicBezTo>
                  <a:lnTo>
                    <a:pt x="14256" y="41102"/>
                  </a:lnTo>
                  <a:cubicBezTo>
                    <a:pt x="16507" y="40710"/>
                    <a:pt x="18594" y="39634"/>
                    <a:pt x="20225" y="38068"/>
                  </a:cubicBezTo>
                  <a:cubicBezTo>
                    <a:pt x="22117" y="36176"/>
                    <a:pt x="23063" y="33566"/>
                    <a:pt x="22933" y="30565"/>
                  </a:cubicBezTo>
                  <a:cubicBezTo>
                    <a:pt x="22704" y="25379"/>
                    <a:pt x="18007" y="22215"/>
                    <a:pt x="16539" y="21367"/>
                  </a:cubicBezTo>
                  <a:cubicBezTo>
                    <a:pt x="16507" y="21334"/>
                    <a:pt x="16343" y="21269"/>
                    <a:pt x="16343" y="21269"/>
                  </a:cubicBezTo>
                  <a:lnTo>
                    <a:pt x="15985" y="21073"/>
                  </a:lnTo>
                  <a:cubicBezTo>
                    <a:pt x="15724" y="20910"/>
                    <a:pt x="15593" y="20845"/>
                    <a:pt x="15169" y="20616"/>
                  </a:cubicBezTo>
                  <a:cubicBezTo>
                    <a:pt x="14973" y="20518"/>
                    <a:pt x="14745" y="20453"/>
                    <a:pt x="14549" y="20355"/>
                  </a:cubicBezTo>
                  <a:lnTo>
                    <a:pt x="13930" y="20127"/>
                  </a:lnTo>
                  <a:cubicBezTo>
                    <a:pt x="13734" y="20062"/>
                    <a:pt x="13538" y="19997"/>
                    <a:pt x="13342" y="19931"/>
                  </a:cubicBezTo>
                  <a:cubicBezTo>
                    <a:pt x="12918" y="19801"/>
                    <a:pt x="12494" y="19703"/>
                    <a:pt x="12168" y="19638"/>
                  </a:cubicBezTo>
                  <a:cubicBezTo>
                    <a:pt x="11907" y="19572"/>
                    <a:pt x="11483" y="19507"/>
                    <a:pt x="11157" y="19442"/>
                  </a:cubicBezTo>
                  <a:lnTo>
                    <a:pt x="10700" y="19344"/>
                  </a:lnTo>
                  <a:cubicBezTo>
                    <a:pt x="7601" y="18790"/>
                    <a:pt x="6199" y="16669"/>
                    <a:pt x="6166" y="14875"/>
                  </a:cubicBezTo>
                  <a:cubicBezTo>
                    <a:pt x="6166" y="13570"/>
                    <a:pt x="6558" y="11744"/>
                    <a:pt x="7764" y="10569"/>
                  </a:cubicBezTo>
                  <a:cubicBezTo>
                    <a:pt x="8686" y="9677"/>
                    <a:pt x="10015" y="9219"/>
                    <a:pt x="11700" y="9219"/>
                  </a:cubicBezTo>
                  <a:cubicBezTo>
                    <a:pt x="11864" y="9219"/>
                    <a:pt x="12030" y="9223"/>
                    <a:pt x="12201" y="9232"/>
                  </a:cubicBezTo>
                  <a:cubicBezTo>
                    <a:pt x="17322" y="9428"/>
                    <a:pt x="18562" y="13309"/>
                    <a:pt x="18692" y="13799"/>
                  </a:cubicBezTo>
                  <a:cubicBezTo>
                    <a:pt x="18966" y="14867"/>
                    <a:pt x="19952" y="15613"/>
                    <a:pt x="21033" y="15613"/>
                  </a:cubicBezTo>
                  <a:cubicBezTo>
                    <a:pt x="21240" y="15613"/>
                    <a:pt x="21451" y="15585"/>
                    <a:pt x="21660" y="15528"/>
                  </a:cubicBezTo>
                  <a:cubicBezTo>
                    <a:pt x="22965" y="15201"/>
                    <a:pt x="23748" y="13897"/>
                    <a:pt x="23422" y="12592"/>
                  </a:cubicBezTo>
                  <a:cubicBezTo>
                    <a:pt x="22998" y="11091"/>
                    <a:pt x="22280" y="9721"/>
                    <a:pt x="21269" y="8514"/>
                  </a:cubicBezTo>
                  <a:cubicBezTo>
                    <a:pt x="19508" y="6394"/>
                    <a:pt x="17028" y="4959"/>
                    <a:pt x="14256" y="4535"/>
                  </a:cubicBezTo>
                  <a:lnTo>
                    <a:pt x="14256" y="2447"/>
                  </a:lnTo>
                  <a:cubicBezTo>
                    <a:pt x="14256" y="1110"/>
                    <a:pt x="13179" y="1"/>
                    <a:pt x="1180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9" name="Google Shape;5159;p28"/>
            <p:cNvSpPr/>
            <p:nvPr/>
          </p:nvSpPr>
          <p:spPr>
            <a:xfrm>
              <a:off x="4351475" y="1674200"/>
              <a:ext cx="430600" cy="968025"/>
            </a:xfrm>
            <a:custGeom>
              <a:rect b="b" l="l" r="r" t="t"/>
              <a:pathLst>
                <a:path extrusionOk="0" h="38721" w="17224">
                  <a:moveTo>
                    <a:pt x="12331" y="4894"/>
                  </a:moveTo>
                  <a:lnTo>
                    <a:pt x="12331" y="33827"/>
                  </a:lnTo>
                  <a:lnTo>
                    <a:pt x="4894" y="33827"/>
                  </a:lnTo>
                  <a:lnTo>
                    <a:pt x="4894" y="4894"/>
                  </a:lnTo>
                  <a:close/>
                  <a:moveTo>
                    <a:pt x="3263" y="1"/>
                  </a:moveTo>
                  <a:cubicBezTo>
                    <a:pt x="1436" y="1"/>
                    <a:pt x="1" y="1468"/>
                    <a:pt x="1" y="3263"/>
                  </a:cubicBezTo>
                  <a:lnTo>
                    <a:pt x="1" y="35458"/>
                  </a:lnTo>
                  <a:cubicBezTo>
                    <a:pt x="1" y="37252"/>
                    <a:pt x="1436" y="38720"/>
                    <a:pt x="3263" y="38720"/>
                  </a:cubicBezTo>
                  <a:lnTo>
                    <a:pt x="13962" y="38720"/>
                  </a:lnTo>
                  <a:cubicBezTo>
                    <a:pt x="15756" y="38720"/>
                    <a:pt x="17224" y="37252"/>
                    <a:pt x="17224" y="35458"/>
                  </a:cubicBezTo>
                  <a:lnTo>
                    <a:pt x="17224" y="3263"/>
                  </a:lnTo>
                  <a:cubicBezTo>
                    <a:pt x="17224" y="1468"/>
                    <a:pt x="15756" y="1"/>
                    <a:pt x="13962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0" name="Google Shape;5160;p28"/>
            <p:cNvSpPr/>
            <p:nvPr/>
          </p:nvSpPr>
          <p:spPr>
            <a:xfrm>
              <a:off x="3814075" y="1395300"/>
              <a:ext cx="431400" cy="1246925"/>
            </a:xfrm>
            <a:custGeom>
              <a:rect b="b" l="l" r="r" t="t"/>
              <a:pathLst>
                <a:path extrusionOk="0" h="49877" w="17256">
                  <a:moveTo>
                    <a:pt x="12363" y="4894"/>
                  </a:moveTo>
                  <a:lnTo>
                    <a:pt x="12363" y="44983"/>
                  </a:lnTo>
                  <a:lnTo>
                    <a:pt x="4893" y="44983"/>
                  </a:lnTo>
                  <a:lnTo>
                    <a:pt x="4893" y="4894"/>
                  </a:lnTo>
                  <a:close/>
                  <a:moveTo>
                    <a:pt x="3262" y="1"/>
                  </a:moveTo>
                  <a:cubicBezTo>
                    <a:pt x="1468" y="1"/>
                    <a:pt x="33" y="1468"/>
                    <a:pt x="0" y="3263"/>
                  </a:cubicBezTo>
                  <a:lnTo>
                    <a:pt x="0" y="46614"/>
                  </a:lnTo>
                  <a:cubicBezTo>
                    <a:pt x="33" y="48408"/>
                    <a:pt x="1468" y="49876"/>
                    <a:pt x="3262" y="49876"/>
                  </a:cubicBezTo>
                  <a:lnTo>
                    <a:pt x="13994" y="49876"/>
                  </a:lnTo>
                  <a:cubicBezTo>
                    <a:pt x="15788" y="49876"/>
                    <a:pt x="17256" y="48408"/>
                    <a:pt x="17256" y="46614"/>
                  </a:cubicBezTo>
                  <a:lnTo>
                    <a:pt x="17256" y="3263"/>
                  </a:lnTo>
                  <a:cubicBezTo>
                    <a:pt x="17256" y="1468"/>
                    <a:pt x="15788" y="1"/>
                    <a:pt x="13994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1" name="Google Shape;5161;p28"/>
            <p:cNvSpPr/>
            <p:nvPr/>
          </p:nvSpPr>
          <p:spPr>
            <a:xfrm>
              <a:off x="3277475" y="1166150"/>
              <a:ext cx="431425" cy="1476075"/>
            </a:xfrm>
            <a:custGeom>
              <a:rect b="b" l="l" r="r" t="t"/>
              <a:pathLst>
                <a:path extrusionOk="0" h="59043" w="17257">
                  <a:moveTo>
                    <a:pt x="12363" y="4893"/>
                  </a:moveTo>
                  <a:lnTo>
                    <a:pt x="12363" y="54149"/>
                  </a:lnTo>
                  <a:lnTo>
                    <a:pt x="4893" y="54149"/>
                  </a:lnTo>
                  <a:lnTo>
                    <a:pt x="4893" y="4893"/>
                  </a:lnTo>
                  <a:close/>
                  <a:moveTo>
                    <a:pt x="3262" y="0"/>
                  </a:moveTo>
                  <a:cubicBezTo>
                    <a:pt x="1468" y="0"/>
                    <a:pt x="0" y="1436"/>
                    <a:pt x="0" y="3262"/>
                  </a:cubicBezTo>
                  <a:lnTo>
                    <a:pt x="0" y="55780"/>
                  </a:lnTo>
                  <a:cubicBezTo>
                    <a:pt x="0" y="57574"/>
                    <a:pt x="1468" y="59042"/>
                    <a:pt x="3262" y="59042"/>
                  </a:cubicBezTo>
                  <a:lnTo>
                    <a:pt x="13994" y="59042"/>
                  </a:lnTo>
                  <a:cubicBezTo>
                    <a:pt x="15788" y="59042"/>
                    <a:pt x="17256" y="57574"/>
                    <a:pt x="17256" y="55780"/>
                  </a:cubicBezTo>
                  <a:lnTo>
                    <a:pt x="17256" y="3262"/>
                  </a:lnTo>
                  <a:cubicBezTo>
                    <a:pt x="17256" y="1436"/>
                    <a:pt x="15788" y="0"/>
                    <a:pt x="13994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2" name="Google Shape;5162;p28"/>
            <p:cNvSpPr/>
            <p:nvPr/>
          </p:nvSpPr>
          <p:spPr>
            <a:xfrm>
              <a:off x="3553100" y="544600"/>
              <a:ext cx="1325225" cy="810775"/>
            </a:xfrm>
            <a:custGeom>
              <a:rect b="b" l="l" r="r" t="t"/>
              <a:pathLst>
                <a:path extrusionOk="0" h="32431" w="53009">
                  <a:moveTo>
                    <a:pt x="4022" y="1"/>
                  </a:moveTo>
                  <a:cubicBezTo>
                    <a:pt x="2373" y="1"/>
                    <a:pt x="973" y="1242"/>
                    <a:pt x="816" y="2877"/>
                  </a:cubicBezTo>
                  <a:cubicBezTo>
                    <a:pt x="751" y="3170"/>
                    <a:pt x="718" y="3496"/>
                    <a:pt x="751" y="3790"/>
                  </a:cubicBezTo>
                  <a:lnTo>
                    <a:pt x="99" y="14033"/>
                  </a:lnTo>
                  <a:cubicBezTo>
                    <a:pt x="1" y="15403"/>
                    <a:pt x="1045" y="16544"/>
                    <a:pt x="2382" y="16642"/>
                  </a:cubicBezTo>
                  <a:lnTo>
                    <a:pt x="2545" y="16642"/>
                  </a:lnTo>
                  <a:cubicBezTo>
                    <a:pt x="3850" y="16642"/>
                    <a:pt x="4894" y="15631"/>
                    <a:pt x="4992" y="14359"/>
                  </a:cubicBezTo>
                  <a:lnTo>
                    <a:pt x="5350" y="8455"/>
                  </a:lnTo>
                  <a:lnTo>
                    <a:pt x="33925" y="31745"/>
                  </a:lnTo>
                  <a:lnTo>
                    <a:pt x="34121" y="31908"/>
                  </a:lnTo>
                  <a:cubicBezTo>
                    <a:pt x="34643" y="32267"/>
                    <a:pt x="35263" y="32430"/>
                    <a:pt x="35915" y="32430"/>
                  </a:cubicBezTo>
                  <a:lnTo>
                    <a:pt x="50562" y="32430"/>
                  </a:lnTo>
                  <a:cubicBezTo>
                    <a:pt x="51899" y="32430"/>
                    <a:pt x="53008" y="31354"/>
                    <a:pt x="53008" y="29984"/>
                  </a:cubicBezTo>
                  <a:cubicBezTo>
                    <a:pt x="53008" y="28646"/>
                    <a:pt x="51899" y="27537"/>
                    <a:pt x="50562" y="27537"/>
                  </a:cubicBezTo>
                  <a:lnTo>
                    <a:pt x="36502" y="27537"/>
                  </a:lnTo>
                  <a:lnTo>
                    <a:pt x="9134" y="5193"/>
                  </a:lnTo>
                  <a:lnTo>
                    <a:pt x="15854" y="5617"/>
                  </a:lnTo>
                  <a:cubicBezTo>
                    <a:pt x="15895" y="5619"/>
                    <a:pt x="15936" y="5620"/>
                    <a:pt x="15976" y="5620"/>
                  </a:cubicBezTo>
                  <a:cubicBezTo>
                    <a:pt x="17262" y="5620"/>
                    <a:pt x="18369" y="4629"/>
                    <a:pt x="18464" y="3301"/>
                  </a:cubicBezTo>
                  <a:cubicBezTo>
                    <a:pt x="18529" y="1931"/>
                    <a:pt x="17485" y="789"/>
                    <a:pt x="16148" y="724"/>
                  </a:cubicBezTo>
                  <a:lnTo>
                    <a:pt x="4209" y="6"/>
                  </a:lnTo>
                  <a:cubicBezTo>
                    <a:pt x="4146" y="3"/>
                    <a:pt x="4084" y="1"/>
                    <a:pt x="4022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3" name="Google Shape;5163;p28"/>
            <p:cNvSpPr/>
            <p:nvPr/>
          </p:nvSpPr>
          <p:spPr>
            <a:xfrm>
              <a:off x="1946575" y="4096225"/>
              <a:ext cx="1979250" cy="122350"/>
            </a:xfrm>
            <a:custGeom>
              <a:rect b="b" l="l" r="r" t="t"/>
              <a:pathLst>
                <a:path extrusionOk="0" h="4894" w="79170">
                  <a:moveTo>
                    <a:pt x="2447" y="1"/>
                  </a:moveTo>
                  <a:cubicBezTo>
                    <a:pt x="1077" y="1"/>
                    <a:pt x="1" y="1077"/>
                    <a:pt x="1" y="2447"/>
                  </a:cubicBezTo>
                  <a:cubicBezTo>
                    <a:pt x="1" y="3784"/>
                    <a:pt x="1077" y="4894"/>
                    <a:pt x="2447" y="4894"/>
                  </a:cubicBezTo>
                  <a:lnTo>
                    <a:pt x="76723" y="4894"/>
                  </a:lnTo>
                  <a:cubicBezTo>
                    <a:pt x="78093" y="4894"/>
                    <a:pt x="79169" y="3784"/>
                    <a:pt x="79169" y="2447"/>
                  </a:cubicBezTo>
                  <a:cubicBezTo>
                    <a:pt x="79169" y="1077"/>
                    <a:pt x="78093" y="1"/>
                    <a:pt x="76723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4" name="Google Shape;5164;p28"/>
            <p:cNvSpPr/>
            <p:nvPr/>
          </p:nvSpPr>
          <p:spPr>
            <a:xfrm>
              <a:off x="1946575" y="4790225"/>
              <a:ext cx="1979250" cy="122350"/>
            </a:xfrm>
            <a:custGeom>
              <a:rect b="b" l="l" r="r" t="t"/>
              <a:pathLst>
                <a:path extrusionOk="0" h="4894" w="79170">
                  <a:moveTo>
                    <a:pt x="2447" y="0"/>
                  </a:moveTo>
                  <a:cubicBezTo>
                    <a:pt x="1077" y="0"/>
                    <a:pt x="1" y="1077"/>
                    <a:pt x="1" y="2447"/>
                  </a:cubicBezTo>
                  <a:cubicBezTo>
                    <a:pt x="1" y="3784"/>
                    <a:pt x="1077" y="4893"/>
                    <a:pt x="2447" y="4893"/>
                  </a:cubicBezTo>
                  <a:lnTo>
                    <a:pt x="76723" y="4893"/>
                  </a:lnTo>
                  <a:cubicBezTo>
                    <a:pt x="78093" y="4893"/>
                    <a:pt x="79169" y="3784"/>
                    <a:pt x="79169" y="2447"/>
                  </a:cubicBezTo>
                  <a:cubicBezTo>
                    <a:pt x="79169" y="1077"/>
                    <a:pt x="78093" y="0"/>
                    <a:pt x="76723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5" name="Google Shape;5165;p28"/>
            <p:cNvSpPr/>
            <p:nvPr/>
          </p:nvSpPr>
          <p:spPr>
            <a:xfrm>
              <a:off x="1946575" y="4442825"/>
              <a:ext cx="1979250" cy="122325"/>
            </a:xfrm>
            <a:custGeom>
              <a:rect b="b" l="l" r="r" t="t"/>
              <a:pathLst>
                <a:path extrusionOk="0" h="4893" w="79170">
                  <a:moveTo>
                    <a:pt x="2447" y="0"/>
                  </a:moveTo>
                  <a:cubicBezTo>
                    <a:pt x="1077" y="0"/>
                    <a:pt x="1" y="1109"/>
                    <a:pt x="1" y="2447"/>
                  </a:cubicBezTo>
                  <a:cubicBezTo>
                    <a:pt x="1" y="3817"/>
                    <a:pt x="1077" y="4893"/>
                    <a:pt x="2447" y="4893"/>
                  </a:cubicBezTo>
                  <a:lnTo>
                    <a:pt x="76723" y="4893"/>
                  </a:lnTo>
                  <a:cubicBezTo>
                    <a:pt x="78093" y="4893"/>
                    <a:pt x="79169" y="3817"/>
                    <a:pt x="79169" y="2447"/>
                  </a:cubicBezTo>
                  <a:cubicBezTo>
                    <a:pt x="79169" y="1109"/>
                    <a:pt x="78093" y="0"/>
                    <a:pt x="76723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6" name="Google Shape;5166;p28"/>
            <p:cNvSpPr/>
            <p:nvPr/>
          </p:nvSpPr>
          <p:spPr>
            <a:xfrm>
              <a:off x="2803675" y="3748825"/>
              <a:ext cx="1122150" cy="122350"/>
            </a:xfrm>
            <a:custGeom>
              <a:rect b="b" l="l" r="r" t="t"/>
              <a:pathLst>
                <a:path extrusionOk="0" h="4894" w="44886">
                  <a:moveTo>
                    <a:pt x="2447" y="1"/>
                  </a:moveTo>
                  <a:cubicBezTo>
                    <a:pt x="1109" y="1"/>
                    <a:pt x="0" y="1110"/>
                    <a:pt x="0" y="2447"/>
                  </a:cubicBezTo>
                  <a:cubicBezTo>
                    <a:pt x="0" y="3784"/>
                    <a:pt x="1109" y="4893"/>
                    <a:pt x="2447" y="4893"/>
                  </a:cubicBezTo>
                  <a:lnTo>
                    <a:pt x="42439" y="4893"/>
                  </a:lnTo>
                  <a:cubicBezTo>
                    <a:pt x="43809" y="4893"/>
                    <a:pt x="44885" y="3784"/>
                    <a:pt x="44885" y="2447"/>
                  </a:cubicBezTo>
                  <a:cubicBezTo>
                    <a:pt x="44885" y="1110"/>
                    <a:pt x="43809" y="1"/>
                    <a:pt x="4243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7" name="Google Shape;5167;p28"/>
            <p:cNvSpPr/>
            <p:nvPr/>
          </p:nvSpPr>
          <p:spPr>
            <a:xfrm>
              <a:off x="2803675" y="3401425"/>
              <a:ext cx="1122150" cy="122350"/>
            </a:xfrm>
            <a:custGeom>
              <a:rect b="b" l="l" r="r" t="t"/>
              <a:pathLst>
                <a:path extrusionOk="0" h="4894" w="44886">
                  <a:moveTo>
                    <a:pt x="2447" y="0"/>
                  </a:moveTo>
                  <a:cubicBezTo>
                    <a:pt x="1109" y="0"/>
                    <a:pt x="0" y="1110"/>
                    <a:pt x="0" y="2447"/>
                  </a:cubicBezTo>
                  <a:cubicBezTo>
                    <a:pt x="0" y="3817"/>
                    <a:pt x="1109" y="4893"/>
                    <a:pt x="2447" y="4893"/>
                  </a:cubicBezTo>
                  <a:lnTo>
                    <a:pt x="42439" y="4893"/>
                  </a:lnTo>
                  <a:cubicBezTo>
                    <a:pt x="43809" y="4893"/>
                    <a:pt x="44885" y="3817"/>
                    <a:pt x="44885" y="2447"/>
                  </a:cubicBezTo>
                  <a:cubicBezTo>
                    <a:pt x="44885" y="1110"/>
                    <a:pt x="43809" y="0"/>
                    <a:pt x="42439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8" name="Google Shape;5168;p28"/>
            <p:cNvSpPr/>
            <p:nvPr/>
          </p:nvSpPr>
          <p:spPr>
            <a:xfrm>
              <a:off x="1608950" y="340050"/>
              <a:ext cx="4383325" cy="5015325"/>
            </a:xfrm>
            <a:custGeom>
              <a:rect b="b" l="l" r="r" t="t"/>
              <a:pathLst>
                <a:path extrusionOk="0" h="200613" w="175333">
                  <a:moveTo>
                    <a:pt x="132666" y="4893"/>
                  </a:moveTo>
                  <a:cubicBezTo>
                    <a:pt x="135863" y="4893"/>
                    <a:pt x="138472" y="7340"/>
                    <a:pt x="138472" y="10374"/>
                  </a:cubicBezTo>
                  <a:lnTo>
                    <a:pt x="138472" y="94924"/>
                  </a:lnTo>
                  <a:lnTo>
                    <a:pt x="110060" y="94924"/>
                  </a:lnTo>
                  <a:cubicBezTo>
                    <a:pt x="106309" y="94924"/>
                    <a:pt x="103243" y="97991"/>
                    <a:pt x="103243" y="101742"/>
                  </a:cubicBezTo>
                  <a:lnTo>
                    <a:pt x="103243" y="193762"/>
                  </a:lnTo>
                  <a:cubicBezTo>
                    <a:pt x="103243" y="194415"/>
                    <a:pt x="103341" y="195067"/>
                    <a:pt x="103536" y="195720"/>
                  </a:cubicBezTo>
                  <a:lnTo>
                    <a:pt x="10668" y="195720"/>
                  </a:lnTo>
                  <a:cubicBezTo>
                    <a:pt x="7471" y="195720"/>
                    <a:pt x="4894" y="193273"/>
                    <a:pt x="4894" y="190272"/>
                  </a:cubicBezTo>
                  <a:lnTo>
                    <a:pt x="4894" y="10374"/>
                  </a:lnTo>
                  <a:cubicBezTo>
                    <a:pt x="4894" y="7340"/>
                    <a:pt x="7471" y="4893"/>
                    <a:pt x="10668" y="4893"/>
                  </a:cubicBezTo>
                  <a:close/>
                  <a:moveTo>
                    <a:pt x="168287" y="99817"/>
                  </a:moveTo>
                  <a:cubicBezTo>
                    <a:pt x="169363" y="99817"/>
                    <a:pt x="170211" y="100698"/>
                    <a:pt x="170211" y="101742"/>
                  </a:cubicBezTo>
                  <a:lnTo>
                    <a:pt x="170211" y="151781"/>
                  </a:lnTo>
                  <a:lnTo>
                    <a:pt x="170440" y="194089"/>
                  </a:lnTo>
                  <a:cubicBezTo>
                    <a:pt x="170440" y="194513"/>
                    <a:pt x="170244" y="194937"/>
                    <a:pt x="169950" y="195230"/>
                  </a:cubicBezTo>
                  <a:cubicBezTo>
                    <a:pt x="169657" y="195524"/>
                    <a:pt x="169265" y="195720"/>
                    <a:pt x="168841" y="195720"/>
                  </a:cubicBezTo>
                  <a:lnTo>
                    <a:pt x="110060" y="195720"/>
                  </a:lnTo>
                  <a:cubicBezTo>
                    <a:pt x="108984" y="195687"/>
                    <a:pt x="108136" y="194839"/>
                    <a:pt x="108136" y="193762"/>
                  </a:cubicBezTo>
                  <a:lnTo>
                    <a:pt x="108136" y="101742"/>
                  </a:lnTo>
                  <a:cubicBezTo>
                    <a:pt x="108136" y="100698"/>
                    <a:pt x="108984" y="99817"/>
                    <a:pt x="110060" y="99817"/>
                  </a:cubicBezTo>
                  <a:close/>
                  <a:moveTo>
                    <a:pt x="10668" y="0"/>
                  </a:moveTo>
                  <a:cubicBezTo>
                    <a:pt x="4763" y="0"/>
                    <a:pt x="1" y="4633"/>
                    <a:pt x="1" y="10374"/>
                  </a:cubicBezTo>
                  <a:lnTo>
                    <a:pt x="1" y="190272"/>
                  </a:lnTo>
                  <a:cubicBezTo>
                    <a:pt x="1" y="195981"/>
                    <a:pt x="4763" y="200613"/>
                    <a:pt x="10668" y="200613"/>
                  </a:cubicBezTo>
                  <a:lnTo>
                    <a:pt x="168841" y="200613"/>
                  </a:lnTo>
                  <a:cubicBezTo>
                    <a:pt x="172430" y="200613"/>
                    <a:pt x="175333" y="197677"/>
                    <a:pt x="175333" y="194089"/>
                  </a:cubicBezTo>
                  <a:lnTo>
                    <a:pt x="175104" y="151748"/>
                  </a:lnTo>
                  <a:lnTo>
                    <a:pt x="175104" y="101742"/>
                  </a:lnTo>
                  <a:cubicBezTo>
                    <a:pt x="175104" y="97991"/>
                    <a:pt x="172038" y="94924"/>
                    <a:pt x="168287" y="94924"/>
                  </a:cubicBezTo>
                  <a:lnTo>
                    <a:pt x="143365" y="94924"/>
                  </a:lnTo>
                  <a:lnTo>
                    <a:pt x="143365" y="10374"/>
                  </a:lnTo>
                  <a:cubicBezTo>
                    <a:pt x="143365" y="4633"/>
                    <a:pt x="138570" y="0"/>
                    <a:pt x="132666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9" name="Google Shape;5169;p28"/>
            <p:cNvSpPr/>
            <p:nvPr/>
          </p:nvSpPr>
          <p:spPr>
            <a:xfrm>
              <a:off x="4387350" y="2925175"/>
              <a:ext cx="1417375" cy="663850"/>
            </a:xfrm>
            <a:custGeom>
              <a:rect b="b" l="l" r="r" t="t"/>
              <a:pathLst>
                <a:path extrusionOk="0" h="26554" w="56695">
                  <a:moveTo>
                    <a:pt x="51801" y="4893"/>
                  </a:moveTo>
                  <a:lnTo>
                    <a:pt x="51801" y="21660"/>
                  </a:lnTo>
                  <a:lnTo>
                    <a:pt x="4894" y="21660"/>
                  </a:lnTo>
                  <a:lnTo>
                    <a:pt x="4894" y="4893"/>
                  </a:lnTo>
                  <a:close/>
                  <a:moveTo>
                    <a:pt x="3263" y="0"/>
                  </a:moveTo>
                  <a:cubicBezTo>
                    <a:pt x="1436" y="0"/>
                    <a:pt x="1" y="1468"/>
                    <a:pt x="1" y="3262"/>
                  </a:cubicBezTo>
                  <a:lnTo>
                    <a:pt x="1" y="23291"/>
                  </a:lnTo>
                  <a:cubicBezTo>
                    <a:pt x="1" y="25085"/>
                    <a:pt x="1436" y="26553"/>
                    <a:pt x="3263" y="26553"/>
                  </a:cubicBezTo>
                  <a:lnTo>
                    <a:pt x="53432" y="26553"/>
                  </a:lnTo>
                  <a:cubicBezTo>
                    <a:pt x="55226" y="26553"/>
                    <a:pt x="56694" y="25085"/>
                    <a:pt x="56694" y="23291"/>
                  </a:cubicBezTo>
                  <a:lnTo>
                    <a:pt x="56694" y="3262"/>
                  </a:lnTo>
                  <a:cubicBezTo>
                    <a:pt x="56694" y="1468"/>
                    <a:pt x="55226" y="0"/>
                    <a:pt x="53432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0" name="Google Shape;5170;p28"/>
            <p:cNvSpPr/>
            <p:nvPr/>
          </p:nvSpPr>
          <p:spPr>
            <a:xfrm>
              <a:off x="4387350" y="3743125"/>
              <a:ext cx="1422250" cy="1378225"/>
            </a:xfrm>
            <a:custGeom>
              <a:rect b="b" l="l" r="r" t="t"/>
              <a:pathLst>
                <a:path extrusionOk="0" h="55129" w="56890">
                  <a:moveTo>
                    <a:pt x="17387" y="4893"/>
                  </a:moveTo>
                  <a:lnTo>
                    <a:pt x="17387" y="16538"/>
                  </a:lnTo>
                  <a:lnTo>
                    <a:pt x="4894" y="16538"/>
                  </a:lnTo>
                  <a:lnTo>
                    <a:pt x="4894" y="4893"/>
                  </a:lnTo>
                  <a:close/>
                  <a:moveTo>
                    <a:pt x="34186" y="4893"/>
                  </a:moveTo>
                  <a:lnTo>
                    <a:pt x="34186" y="16538"/>
                  </a:lnTo>
                  <a:lnTo>
                    <a:pt x="22280" y="16538"/>
                  </a:lnTo>
                  <a:lnTo>
                    <a:pt x="22280" y="4893"/>
                  </a:lnTo>
                  <a:close/>
                  <a:moveTo>
                    <a:pt x="51997" y="4893"/>
                  </a:moveTo>
                  <a:lnTo>
                    <a:pt x="51997" y="16538"/>
                  </a:lnTo>
                  <a:lnTo>
                    <a:pt x="39079" y="16538"/>
                  </a:lnTo>
                  <a:lnTo>
                    <a:pt x="39079" y="4893"/>
                  </a:lnTo>
                  <a:close/>
                  <a:moveTo>
                    <a:pt x="17387" y="21431"/>
                  </a:moveTo>
                  <a:lnTo>
                    <a:pt x="17387" y="34218"/>
                  </a:lnTo>
                  <a:lnTo>
                    <a:pt x="4894" y="34218"/>
                  </a:lnTo>
                  <a:lnTo>
                    <a:pt x="4894" y="21431"/>
                  </a:lnTo>
                  <a:close/>
                  <a:moveTo>
                    <a:pt x="34186" y="21431"/>
                  </a:moveTo>
                  <a:lnTo>
                    <a:pt x="34186" y="34218"/>
                  </a:lnTo>
                  <a:lnTo>
                    <a:pt x="22280" y="34218"/>
                  </a:lnTo>
                  <a:lnTo>
                    <a:pt x="22280" y="21431"/>
                  </a:lnTo>
                  <a:close/>
                  <a:moveTo>
                    <a:pt x="51997" y="21431"/>
                  </a:moveTo>
                  <a:lnTo>
                    <a:pt x="51997" y="34218"/>
                  </a:lnTo>
                  <a:lnTo>
                    <a:pt x="39079" y="34218"/>
                  </a:lnTo>
                  <a:lnTo>
                    <a:pt x="39079" y="21431"/>
                  </a:lnTo>
                  <a:close/>
                  <a:moveTo>
                    <a:pt x="17387" y="39111"/>
                  </a:moveTo>
                  <a:lnTo>
                    <a:pt x="17387" y="50006"/>
                  </a:lnTo>
                  <a:lnTo>
                    <a:pt x="4894" y="49941"/>
                  </a:lnTo>
                  <a:lnTo>
                    <a:pt x="4894" y="39111"/>
                  </a:lnTo>
                  <a:close/>
                  <a:moveTo>
                    <a:pt x="34186" y="39111"/>
                  </a:moveTo>
                  <a:lnTo>
                    <a:pt x="34186" y="50104"/>
                  </a:lnTo>
                  <a:lnTo>
                    <a:pt x="22280" y="50039"/>
                  </a:lnTo>
                  <a:lnTo>
                    <a:pt x="22280" y="39111"/>
                  </a:lnTo>
                  <a:close/>
                  <a:moveTo>
                    <a:pt x="51997" y="39111"/>
                  </a:moveTo>
                  <a:lnTo>
                    <a:pt x="51997" y="50235"/>
                  </a:lnTo>
                  <a:lnTo>
                    <a:pt x="39079" y="50137"/>
                  </a:lnTo>
                  <a:lnTo>
                    <a:pt x="39079" y="39111"/>
                  </a:lnTo>
                  <a:close/>
                  <a:moveTo>
                    <a:pt x="2839" y="0"/>
                  </a:moveTo>
                  <a:cubicBezTo>
                    <a:pt x="1273" y="0"/>
                    <a:pt x="1" y="1272"/>
                    <a:pt x="1" y="2838"/>
                  </a:cubicBezTo>
                  <a:lnTo>
                    <a:pt x="1" y="51996"/>
                  </a:lnTo>
                  <a:cubicBezTo>
                    <a:pt x="1" y="53562"/>
                    <a:pt x="1273" y="54834"/>
                    <a:pt x="2806" y="54834"/>
                  </a:cubicBezTo>
                  <a:lnTo>
                    <a:pt x="19671" y="54932"/>
                  </a:lnTo>
                  <a:lnTo>
                    <a:pt x="19932" y="54932"/>
                  </a:lnTo>
                  <a:lnTo>
                    <a:pt x="53628" y="55128"/>
                  </a:lnTo>
                  <a:cubicBezTo>
                    <a:pt x="53648" y="55128"/>
                    <a:pt x="53667" y="55128"/>
                    <a:pt x="53687" y="55128"/>
                  </a:cubicBezTo>
                  <a:cubicBezTo>
                    <a:pt x="55422" y="55128"/>
                    <a:pt x="56858" y="53705"/>
                    <a:pt x="56890" y="51964"/>
                  </a:cubicBezTo>
                  <a:lnTo>
                    <a:pt x="56890" y="2838"/>
                  </a:lnTo>
                  <a:cubicBezTo>
                    <a:pt x="56890" y="1272"/>
                    <a:pt x="55618" y="0"/>
                    <a:pt x="54052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71" name="Google Shape;5171;p28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5" name="Shape 5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6" name="Google Shape;5176;p29"/>
          <p:cNvGrpSpPr/>
          <p:nvPr/>
        </p:nvGrpSpPr>
        <p:grpSpPr>
          <a:xfrm>
            <a:off x="3222217" y="1958146"/>
            <a:ext cx="2696510" cy="2660224"/>
            <a:chOff x="3222217" y="1845371"/>
            <a:chExt cx="2696510" cy="2660224"/>
          </a:xfrm>
        </p:grpSpPr>
        <p:sp>
          <p:nvSpPr>
            <p:cNvPr id="5177" name="Google Shape;5177;p29"/>
            <p:cNvSpPr/>
            <p:nvPr/>
          </p:nvSpPr>
          <p:spPr>
            <a:xfrm>
              <a:off x="3836122" y="3047941"/>
              <a:ext cx="1468732" cy="857882"/>
            </a:xfrm>
            <a:custGeom>
              <a:rect b="b" l="l" r="r" t="t"/>
              <a:pathLst>
                <a:path extrusionOk="0" h="26952" w="46143">
                  <a:moveTo>
                    <a:pt x="25272" y="18274"/>
                  </a:moveTo>
                  <a:cubicBezTo>
                    <a:pt x="25747" y="18274"/>
                    <a:pt x="26222" y="18306"/>
                    <a:pt x="26666" y="18337"/>
                  </a:cubicBezTo>
                  <a:cubicBezTo>
                    <a:pt x="26761" y="18337"/>
                    <a:pt x="26856" y="18337"/>
                    <a:pt x="26951" y="18337"/>
                  </a:cubicBezTo>
                  <a:cubicBezTo>
                    <a:pt x="27299" y="18369"/>
                    <a:pt x="27679" y="18401"/>
                    <a:pt x="28028" y="18432"/>
                  </a:cubicBezTo>
                  <a:lnTo>
                    <a:pt x="28439" y="18464"/>
                  </a:lnTo>
                  <a:cubicBezTo>
                    <a:pt x="28788" y="18496"/>
                    <a:pt x="29104" y="18527"/>
                    <a:pt x="29453" y="18559"/>
                  </a:cubicBezTo>
                  <a:cubicBezTo>
                    <a:pt x="29548" y="18559"/>
                    <a:pt x="29674" y="18591"/>
                    <a:pt x="29769" y="18591"/>
                  </a:cubicBezTo>
                  <a:cubicBezTo>
                    <a:pt x="30213" y="18654"/>
                    <a:pt x="30656" y="18686"/>
                    <a:pt x="31068" y="18749"/>
                  </a:cubicBezTo>
                  <a:cubicBezTo>
                    <a:pt x="31163" y="18781"/>
                    <a:pt x="31226" y="18781"/>
                    <a:pt x="31321" y="18781"/>
                  </a:cubicBezTo>
                  <a:cubicBezTo>
                    <a:pt x="31669" y="18844"/>
                    <a:pt x="32049" y="18907"/>
                    <a:pt x="32398" y="18971"/>
                  </a:cubicBezTo>
                  <a:cubicBezTo>
                    <a:pt x="32525" y="18971"/>
                    <a:pt x="32651" y="19002"/>
                    <a:pt x="32746" y="19034"/>
                  </a:cubicBezTo>
                  <a:cubicBezTo>
                    <a:pt x="33190" y="19097"/>
                    <a:pt x="33633" y="19192"/>
                    <a:pt x="34076" y="19287"/>
                  </a:cubicBezTo>
                  <a:cubicBezTo>
                    <a:pt x="34108" y="19287"/>
                    <a:pt x="34108" y="19287"/>
                    <a:pt x="34140" y="19287"/>
                  </a:cubicBezTo>
                  <a:cubicBezTo>
                    <a:pt x="34615" y="19382"/>
                    <a:pt x="35058" y="19477"/>
                    <a:pt x="35501" y="19604"/>
                  </a:cubicBezTo>
                  <a:cubicBezTo>
                    <a:pt x="35565" y="19604"/>
                    <a:pt x="35660" y="19636"/>
                    <a:pt x="35755" y="19636"/>
                  </a:cubicBezTo>
                  <a:cubicBezTo>
                    <a:pt x="36261" y="19762"/>
                    <a:pt x="36737" y="19921"/>
                    <a:pt x="37243" y="20047"/>
                  </a:cubicBezTo>
                  <a:cubicBezTo>
                    <a:pt x="37338" y="20079"/>
                    <a:pt x="37433" y="20111"/>
                    <a:pt x="37528" y="20142"/>
                  </a:cubicBezTo>
                  <a:cubicBezTo>
                    <a:pt x="37718" y="20206"/>
                    <a:pt x="37908" y="20269"/>
                    <a:pt x="38098" y="20332"/>
                  </a:cubicBezTo>
                  <a:cubicBezTo>
                    <a:pt x="38225" y="20364"/>
                    <a:pt x="38352" y="20396"/>
                    <a:pt x="38447" y="20427"/>
                  </a:cubicBezTo>
                  <a:cubicBezTo>
                    <a:pt x="38668" y="20522"/>
                    <a:pt x="38890" y="20586"/>
                    <a:pt x="39080" y="20649"/>
                  </a:cubicBezTo>
                  <a:cubicBezTo>
                    <a:pt x="39175" y="20681"/>
                    <a:pt x="39238" y="20712"/>
                    <a:pt x="39333" y="20744"/>
                  </a:cubicBezTo>
                  <a:cubicBezTo>
                    <a:pt x="39460" y="20807"/>
                    <a:pt x="39587" y="20839"/>
                    <a:pt x="39745" y="20902"/>
                  </a:cubicBezTo>
                  <a:cubicBezTo>
                    <a:pt x="39840" y="20966"/>
                    <a:pt x="39967" y="20997"/>
                    <a:pt x="40093" y="21061"/>
                  </a:cubicBezTo>
                  <a:cubicBezTo>
                    <a:pt x="40220" y="21124"/>
                    <a:pt x="40347" y="21156"/>
                    <a:pt x="40473" y="21219"/>
                  </a:cubicBezTo>
                  <a:cubicBezTo>
                    <a:pt x="40600" y="21282"/>
                    <a:pt x="40727" y="21314"/>
                    <a:pt x="40822" y="21377"/>
                  </a:cubicBezTo>
                  <a:cubicBezTo>
                    <a:pt x="40948" y="21441"/>
                    <a:pt x="41075" y="21472"/>
                    <a:pt x="41170" y="21536"/>
                  </a:cubicBezTo>
                  <a:cubicBezTo>
                    <a:pt x="41297" y="21599"/>
                    <a:pt x="41424" y="21662"/>
                    <a:pt x="41519" y="21694"/>
                  </a:cubicBezTo>
                  <a:cubicBezTo>
                    <a:pt x="41645" y="21757"/>
                    <a:pt x="41740" y="21821"/>
                    <a:pt x="41835" y="21884"/>
                  </a:cubicBezTo>
                  <a:cubicBezTo>
                    <a:pt x="41962" y="21916"/>
                    <a:pt x="42057" y="21979"/>
                    <a:pt x="42152" y="22042"/>
                  </a:cubicBezTo>
                  <a:cubicBezTo>
                    <a:pt x="42279" y="22106"/>
                    <a:pt x="42374" y="22169"/>
                    <a:pt x="42469" y="22232"/>
                  </a:cubicBezTo>
                  <a:cubicBezTo>
                    <a:pt x="42564" y="22296"/>
                    <a:pt x="42659" y="22327"/>
                    <a:pt x="42754" y="22391"/>
                  </a:cubicBezTo>
                  <a:cubicBezTo>
                    <a:pt x="42849" y="22454"/>
                    <a:pt x="42944" y="22517"/>
                    <a:pt x="43039" y="22581"/>
                  </a:cubicBezTo>
                  <a:cubicBezTo>
                    <a:pt x="43134" y="22644"/>
                    <a:pt x="43229" y="22707"/>
                    <a:pt x="43324" y="22771"/>
                  </a:cubicBezTo>
                  <a:cubicBezTo>
                    <a:pt x="43419" y="22834"/>
                    <a:pt x="43514" y="22897"/>
                    <a:pt x="43609" y="22961"/>
                  </a:cubicBezTo>
                  <a:cubicBezTo>
                    <a:pt x="43672" y="23024"/>
                    <a:pt x="43767" y="23088"/>
                    <a:pt x="43830" y="23151"/>
                  </a:cubicBezTo>
                  <a:cubicBezTo>
                    <a:pt x="43925" y="23214"/>
                    <a:pt x="43989" y="23278"/>
                    <a:pt x="44084" y="23341"/>
                  </a:cubicBezTo>
                  <a:cubicBezTo>
                    <a:pt x="44147" y="23404"/>
                    <a:pt x="44242" y="23468"/>
                    <a:pt x="44305" y="23531"/>
                  </a:cubicBezTo>
                  <a:cubicBezTo>
                    <a:pt x="44369" y="23594"/>
                    <a:pt x="44464" y="23658"/>
                    <a:pt x="44527" y="23721"/>
                  </a:cubicBezTo>
                  <a:cubicBezTo>
                    <a:pt x="44590" y="23784"/>
                    <a:pt x="44654" y="23848"/>
                    <a:pt x="44717" y="23911"/>
                  </a:cubicBezTo>
                  <a:cubicBezTo>
                    <a:pt x="44780" y="24006"/>
                    <a:pt x="44844" y="24069"/>
                    <a:pt x="44907" y="24133"/>
                  </a:cubicBezTo>
                  <a:cubicBezTo>
                    <a:pt x="44970" y="24196"/>
                    <a:pt x="45034" y="24259"/>
                    <a:pt x="45097" y="24323"/>
                  </a:cubicBezTo>
                  <a:cubicBezTo>
                    <a:pt x="45129" y="24386"/>
                    <a:pt x="45192" y="24481"/>
                    <a:pt x="45255" y="24544"/>
                  </a:cubicBezTo>
                  <a:cubicBezTo>
                    <a:pt x="45287" y="24608"/>
                    <a:pt x="45350" y="24671"/>
                    <a:pt x="45382" y="24734"/>
                  </a:cubicBezTo>
                  <a:cubicBezTo>
                    <a:pt x="45446" y="24829"/>
                    <a:pt x="45477" y="24893"/>
                    <a:pt x="45541" y="24988"/>
                  </a:cubicBezTo>
                  <a:cubicBezTo>
                    <a:pt x="45572" y="25051"/>
                    <a:pt x="45636" y="25114"/>
                    <a:pt x="45667" y="25178"/>
                  </a:cubicBezTo>
                  <a:cubicBezTo>
                    <a:pt x="45699" y="25241"/>
                    <a:pt x="45731" y="25336"/>
                    <a:pt x="45762" y="25431"/>
                  </a:cubicBezTo>
                  <a:cubicBezTo>
                    <a:pt x="45794" y="25463"/>
                    <a:pt x="45826" y="25526"/>
                    <a:pt x="45857" y="25589"/>
                  </a:cubicBezTo>
                  <a:cubicBezTo>
                    <a:pt x="45889" y="25684"/>
                    <a:pt x="45921" y="25779"/>
                    <a:pt x="45952" y="25874"/>
                  </a:cubicBezTo>
                  <a:cubicBezTo>
                    <a:pt x="45984" y="25938"/>
                    <a:pt x="45984" y="25969"/>
                    <a:pt x="46016" y="26033"/>
                  </a:cubicBezTo>
                  <a:cubicBezTo>
                    <a:pt x="46047" y="26128"/>
                    <a:pt x="46047" y="26223"/>
                    <a:pt x="46079" y="26318"/>
                  </a:cubicBezTo>
                  <a:cubicBezTo>
                    <a:pt x="46079" y="26381"/>
                    <a:pt x="46079" y="26444"/>
                    <a:pt x="46111" y="26476"/>
                  </a:cubicBezTo>
                  <a:cubicBezTo>
                    <a:pt x="46111" y="26634"/>
                    <a:pt x="46142" y="26761"/>
                    <a:pt x="46142" y="26919"/>
                  </a:cubicBezTo>
                  <a:lnTo>
                    <a:pt x="46142" y="8741"/>
                  </a:lnTo>
                  <a:cubicBezTo>
                    <a:pt x="46142" y="8583"/>
                    <a:pt x="46111" y="8425"/>
                    <a:pt x="46111" y="8266"/>
                  </a:cubicBezTo>
                  <a:cubicBezTo>
                    <a:pt x="46079" y="8235"/>
                    <a:pt x="46079" y="8171"/>
                    <a:pt x="46079" y="8140"/>
                  </a:cubicBezTo>
                  <a:cubicBezTo>
                    <a:pt x="46047" y="8045"/>
                    <a:pt x="46016" y="7950"/>
                    <a:pt x="46016" y="7823"/>
                  </a:cubicBezTo>
                  <a:cubicBezTo>
                    <a:pt x="45984" y="7791"/>
                    <a:pt x="45952" y="7728"/>
                    <a:pt x="45952" y="7665"/>
                  </a:cubicBezTo>
                  <a:cubicBezTo>
                    <a:pt x="45921" y="7570"/>
                    <a:pt x="45889" y="7475"/>
                    <a:pt x="45857" y="7411"/>
                  </a:cubicBezTo>
                  <a:cubicBezTo>
                    <a:pt x="45826" y="7348"/>
                    <a:pt x="45794" y="7285"/>
                    <a:pt x="45762" y="7221"/>
                  </a:cubicBezTo>
                  <a:cubicBezTo>
                    <a:pt x="45731" y="7126"/>
                    <a:pt x="45699" y="7063"/>
                    <a:pt x="45667" y="6968"/>
                  </a:cubicBezTo>
                  <a:cubicBezTo>
                    <a:pt x="45604" y="6905"/>
                    <a:pt x="45572" y="6841"/>
                    <a:pt x="45541" y="6778"/>
                  </a:cubicBezTo>
                  <a:cubicBezTo>
                    <a:pt x="45477" y="6715"/>
                    <a:pt x="45446" y="6620"/>
                    <a:pt x="45382" y="6556"/>
                  </a:cubicBezTo>
                  <a:cubicBezTo>
                    <a:pt x="45350" y="6493"/>
                    <a:pt x="45287" y="6430"/>
                    <a:pt x="45255" y="6366"/>
                  </a:cubicBezTo>
                  <a:cubicBezTo>
                    <a:pt x="45192" y="6271"/>
                    <a:pt x="45129" y="6208"/>
                    <a:pt x="45097" y="6145"/>
                  </a:cubicBezTo>
                  <a:cubicBezTo>
                    <a:pt x="45034" y="6081"/>
                    <a:pt x="44970" y="6018"/>
                    <a:pt x="44907" y="5955"/>
                  </a:cubicBezTo>
                  <a:cubicBezTo>
                    <a:pt x="44844" y="5860"/>
                    <a:pt x="44780" y="5796"/>
                    <a:pt x="44717" y="5733"/>
                  </a:cubicBezTo>
                  <a:cubicBezTo>
                    <a:pt x="44654" y="5670"/>
                    <a:pt x="44590" y="5606"/>
                    <a:pt x="44527" y="5543"/>
                  </a:cubicBezTo>
                  <a:cubicBezTo>
                    <a:pt x="44464" y="5480"/>
                    <a:pt x="44369" y="5385"/>
                    <a:pt x="44305" y="5321"/>
                  </a:cubicBezTo>
                  <a:cubicBezTo>
                    <a:pt x="44242" y="5258"/>
                    <a:pt x="44147" y="5195"/>
                    <a:pt x="44084" y="5131"/>
                  </a:cubicBezTo>
                  <a:cubicBezTo>
                    <a:pt x="43989" y="5068"/>
                    <a:pt x="43925" y="5005"/>
                    <a:pt x="43830" y="4941"/>
                  </a:cubicBezTo>
                  <a:cubicBezTo>
                    <a:pt x="43767" y="4878"/>
                    <a:pt x="43672" y="4815"/>
                    <a:pt x="43609" y="4751"/>
                  </a:cubicBezTo>
                  <a:cubicBezTo>
                    <a:pt x="43514" y="4688"/>
                    <a:pt x="43419" y="4625"/>
                    <a:pt x="43324" y="4561"/>
                  </a:cubicBezTo>
                  <a:cubicBezTo>
                    <a:pt x="43229" y="4498"/>
                    <a:pt x="43134" y="4435"/>
                    <a:pt x="43039" y="4371"/>
                  </a:cubicBezTo>
                  <a:cubicBezTo>
                    <a:pt x="42944" y="4308"/>
                    <a:pt x="42849" y="4245"/>
                    <a:pt x="42754" y="4181"/>
                  </a:cubicBezTo>
                  <a:cubicBezTo>
                    <a:pt x="42659" y="4150"/>
                    <a:pt x="42564" y="4086"/>
                    <a:pt x="42469" y="4023"/>
                  </a:cubicBezTo>
                  <a:cubicBezTo>
                    <a:pt x="42374" y="3959"/>
                    <a:pt x="42279" y="3896"/>
                    <a:pt x="42152" y="3833"/>
                  </a:cubicBezTo>
                  <a:cubicBezTo>
                    <a:pt x="42057" y="3769"/>
                    <a:pt x="41962" y="3738"/>
                    <a:pt x="41835" y="3674"/>
                  </a:cubicBezTo>
                  <a:cubicBezTo>
                    <a:pt x="41740" y="3611"/>
                    <a:pt x="41614" y="3548"/>
                    <a:pt x="41519" y="3484"/>
                  </a:cubicBezTo>
                  <a:cubicBezTo>
                    <a:pt x="41424" y="3453"/>
                    <a:pt x="41297" y="3389"/>
                    <a:pt x="41170" y="3326"/>
                  </a:cubicBezTo>
                  <a:cubicBezTo>
                    <a:pt x="41075" y="3294"/>
                    <a:pt x="40948" y="3231"/>
                    <a:pt x="40822" y="3168"/>
                  </a:cubicBezTo>
                  <a:cubicBezTo>
                    <a:pt x="40727" y="3104"/>
                    <a:pt x="40600" y="3073"/>
                    <a:pt x="40473" y="3009"/>
                  </a:cubicBezTo>
                  <a:cubicBezTo>
                    <a:pt x="40347" y="2978"/>
                    <a:pt x="40220" y="2914"/>
                    <a:pt x="40093" y="2851"/>
                  </a:cubicBezTo>
                  <a:cubicBezTo>
                    <a:pt x="39967" y="2788"/>
                    <a:pt x="39840" y="2756"/>
                    <a:pt x="39745" y="2693"/>
                  </a:cubicBezTo>
                  <a:cubicBezTo>
                    <a:pt x="39587" y="2661"/>
                    <a:pt x="39460" y="2598"/>
                    <a:pt x="39333" y="2534"/>
                  </a:cubicBezTo>
                  <a:cubicBezTo>
                    <a:pt x="39302" y="2534"/>
                    <a:pt x="39302" y="2534"/>
                    <a:pt x="39302" y="2534"/>
                  </a:cubicBezTo>
                  <a:cubicBezTo>
                    <a:pt x="39238" y="2503"/>
                    <a:pt x="39143" y="2471"/>
                    <a:pt x="39080" y="2471"/>
                  </a:cubicBezTo>
                  <a:cubicBezTo>
                    <a:pt x="38890" y="2376"/>
                    <a:pt x="38668" y="2313"/>
                    <a:pt x="38447" y="2218"/>
                  </a:cubicBezTo>
                  <a:cubicBezTo>
                    <a:pt x="38352" y="2186"/>
                    <a:pt x="38225" y="2154"/>
                    <a:pt x="38098" y="2123"/>
                  </a:cubicBezTo>
                  <a:cubicBezTo>
                    <a:pt x="37908" y="2059"/>
                    <a:pt x="37718" y="1996"/>
                    <a:pt x="37528" y="1933"/>
                  </a:cubicBezTo>
                  <a:cubicBezTo>
                    <a:pt x="37465" y="1933"/>
                    <a:pt x="37402" y="1901"/>
                    <a:pt x="37338" y="1869"/>
                  </a:cubicBezTo>
                  <a:cubicBezTo>
                    <a:pt x="37307" y="1869"/>
                    <a:pt x="37275" y="1869"/>
                    <a:pt x="37212" y="1838"/>
                  </a:cubicBezTo>
                  <a:cubicBezTo>
                    <a:pt x="36737" y="1711"/>
                    <a:pt x="36261" y="1584"/>
                    <a:pt x="35755" y="1458"/>
                  </a:cubicBezTo>
                  <a:cubicBezTo>
                    <a:pt x="35723" y="1426"/>
                    <a:pt x="35691" y="1426"/>
                    <a:pt x="35660" y="1426"/>
                  </a:cubicBezTo>
                  <a:cubicBezTo>
                    <a:pt x="35596" y="1394"/>
                    <a:pt x="35533" y="1394"/>
                    <a:pt x="35501" y="1394"/>
                  </a:cubicBezTo>
                  <a:cubicBezTo>
                    <a:pt x="35058" y="1268"/>
                    <a:pt x="34615" y="1173"/>
                    <a:pt x="34140" y="1078"/>
                  </a:cubicBezTo>
                  <a:lnTo>
                    <a:pt x="34076" y="1078"/>
                  </a:lnTo>
                  <a:cubicBezTo>
                    <a:pt x="34076" y="1078"/>
                    <a:pt x="34076" y="1078"/>
                    <a:pt x="34076" y="1078"/>
                  </a:cubicBezTo>
                  <a:cubicBezTo>
                    <a:pt x="33633" y="983"/>
                    <a:pt x="33190" y="888"/>
                    <a:pt x="32746" y="824"/>
                  </a:cubicBezTo>
                  <a:cubicBezTo>
                    <a:pt x="32683" y="793"/>
                    <a:pt x="32651" y="793"/>
                    <a:pt x="32588" y="793"/>
                  </a:cubicBezTo>
                  <a:cubicBezTo>
                    <a:pt x="32525" y="761"/>
                    <a:pt x="32461" y="761"/>
                    <a:pt x="32398" y="761"/>
                  </a:cubicBezTo>
                  <a:cubicBezTo>
                    <a:pt x="32049" y="698"/>
                    <a:pt x="31669" y="634"/>
                    <a:pt x="31321" y="571"/>
                  </a:cubicBezTo>
                  <a:cubicBezTo>
                    <a:pt x="31258" y="571"/>
                    <a:pt x="31194" y="571"/>
                    <a:pt x="31131" y="539"/>
                  </a:cubicBezTo>
                  <a:cubicBezTo>
                    <a:pt x="31099" y="539"/>
                    <a:pt x="31099" y="539"/>
                    <a:pt x="31068" y="539"/>
                  </a:cubicBezTo>
                  <a:cubicBezTo>
                    <a:pt x="30656" y="476"/>
                    <a:pt x="30213" y="444"/>
                    <a:pt x="29769" y="381"/>
                  </a:cubicBezTo>
                  <a:cubicBezTo>
                    <a:pt x="29738" y="381"/>
                    <a:pt x="29706" y="381"/>
                    <a:pt x="29674" y="381"/>
                  </a:cubicBezTo>
                  <a:cubicBezTo>
                    <a:pt x="29579" y="349"/>
                    <a:pt x="29516" y="349"/>
                    <a:pt x="29421" y="349"/>
                  </a:cubicBezTo>
                  <a:cubicBezTo>
                    <a:pt x="29104" y="318"/>
                    <a:pt x="28756" y="286"/>
                    <a:pt x="28439" y="254"/>
                  </a:cubicBezTo>
                  <a:cubicBezTo>
                    <a:pt x="28344" y="223"/>
                    <a:pt x="28281" y="223"/>
                    <a:pt x="28218" y="223"/>
                  </a:cubicBezTo>
                  <a:cubicBezTo>
                    <a:pt x="28154" y="223"/>
                    <a:pt x="28091" y="223"/>
                    <a:pt x="28028" y="191"/>
                  </a:cubicBezTo>
                  <a:cubicBezTo>
                    <a:pt x="27647" y="159"/>
                    <a:pt x="27299" y="159"/>
                    <a:pt x="26919" y="128"/>
                  </a:cubicBezTo>
                  <a:cubicBezTo>
                    <a:pt x="26856" y="128"/>
                    <a:pt x="26792" y="128"/>
                    <a:pt x="26697" y="96"/>
                  </a:cubicBezTo>
                  <a:cubicBezTo>
                    <a:pt x="26697" y="96"/>
                    <a:pt x="26666" y="96"/>
                    <a:pt x="26666" y="96"/>
                  </a:cubicBezTo>
                  <a:cubicBezTo>
                    <a:pt x="26191" y="64"/>
                    <a:pt x="25747" y="64"/>
                    <a:pt x="25272" y="33"/>
                  </a:cubicBezTo>
                  <a:cubicBezTo>
                    <a:pt x="25241" y="33"/>
                    <a:pt x="25209" y="33"/>
                    <a:pt x="25177" y="33"/>
                  </a:cubicBezTo>
                  <a:cubicBezTo>
                    <a:pt x="25082" y="33"/>
                    <a:pt x="25019" y="33"/>
                    <a:pt x="24924" y="33"/>
                  </a:cubicBezTo>
                  <a:cubicBezTo>
                    <a:pt x="24544" y="33"/>
                    <a:pt x="24164" y="1"/>
                    <a:pt x="23784" y="1"/>
                  </a:cubicBezTo>
                  <a:cubicBezTo>
                    <a:pt x="23689" y="1"/>
                    <a:pt x="23626" y="1"/>
                    <a:pt x="23531" y="1"/>
                  </a:cubicBezTo>
                  <a:lnTo>
                    <a:pt x="23055" y="1"/>
                  </a:lnTo>
                  <a:cubicBezTo>
                    <a:pt x="22644" y="1"/>
                    <a:pt x="22232" y="1"/>
                    <a:pt x="21852" y="1"/>
                  </a:cubicBezTo>
                  <a:lnTo>
                    <a:pt x="21820" y="1"/>
                  </a:lnTo>
                  <a:cubicBezTo>
                    <a:pt x="21789" y="1"/>
                    <a:pt x="21757" y="33"/>
                    <a:pt x="21725" y="33"/>
                  </a:cubicBezTo>
                  <a:cubicBezTo>
                    <a:pt x="21187" y="33"/>
                    <a:pt x="20649" y="64"/>
                    <a:pt x="20142" y="64"/>
                  </a:cubicBezTo>
                  <a:cubicBezTo>
                    <a:pt x="20079" y="64"/>
                    <a:pt x="19984" y="64"/>
                    <a:pt x="19920" y="96"/>
                  </a:cubicBezTo>
                  <a:cubicBezTo>
                    <a:pt x="19889" y="96"/>
                    <a:pt x="19857" y="96"/>
                    <a:pt x="19825" y="96"/>
                  </a:cubicBezTo>
                  <a:cubicBezTo>
                    <a:pt x="19160" y="128"/>
                    <a:pt x="18527" y="159"/>
                    <a:pt x="17893" y="223"/>
                  </a:cubicBezTo>
                  <a:lnTo>
                    <a:pt x="17735" y="223"/>
                  </a:lnTo>
                  <a:cubicBezTo>
                    <a:pt x="17703" y="254"/>
                    <a:pt x="17640" y="254"/>
                    <a:pt x="17608" y="254"/>
                  </a:cubicBezTo>
                  <a:cubicBezTo>
                    <a:pt x="17070" y="286"/>
                    <a:pt x="16563" y="349"/>
                    <a:pt x="16057" y="413"/>
                  </a:cubicBezTo>
                  <a:lnTo>
                    <a:pt x="15772" y="444"/>
                  </a:lnTo>
                  <a:cubicBezTo>
                    <a:pt x="15297" y="508"/>
                    <a:pt x="14822" y="571"/>
                    <a:pt x="14346" y="666"/>
                  </a:cubicBezTo>
                  <a:cubicBezTo>
                    <a:pt x="14315" y="666"/>
                    <a:pt x="14251" y="666"/>
                    <a:pt x="14220" y="666"/>
                  </a:cubicBezTo>
                  <a:cubicBezTo>
                    <a:pt x="14188" y="666"/>
                    <a:pt x="14188" y="666"/>
                    <a:pt x="14156" y="666"/>
                  </a:cubicBezTo>
                  <a:cubicBezTo>
                    <a:pt x="13776" y="729"/>
                    <a:pt x="13428" y="793"/>
                    <a:pt x="13048" y="856"/>
                  </a:cubicBezTo>
                  <a:cubicBezTo>
                    <a:pt x="12985" y="888"/>
                    <a:pt x="12921" y="888"/>
                    <a:pt x="12858" y="919"/>
                  </a:cubicBezTo>
                  <a:cubicBezTo>
                    <a:pt x="12573" y="951"/>
                    <a:pt x="12256" y="1014"/>
                    <a:pt x="11971" y="1078"/>
                  </a:cubicBezTo>
                  <a:cubicBezTo>
                    <a:pt x="11845" y="1109"/>
                    <a:pt x="11718" y="1141"/>
                    <a:pt x="11591" y="1173"/>
                  </a:cubicBezTo>
                  <a:cubicBezTo>
                    <a:pt x="11370" y="1204"/>
                    <a:pt x="11148" y="1268"/>
                    <a:pt x="10926" y="1331"/>
                  </a:cubicBezTo>
                  <a:cubicBezTo>
                    <a:pt x="10800" y="1363"/>
                    <a:pt x="10641" y="1394"/>
                    <a:pt x="10515" y="1426"/>
                  </a:cubicBezTo>
                  <a:cubicBezTo>
                    <a:pt x="10325" y="1458"/>
                    <a:pt x="10103" y="1521"/>
                    <a:pt x="9913" y="1584"/>
                  </a:cubicBezTo>
                  <a:cubicBezTo>
                    <a:pt x="9818" y="1584"/>
                    <a:pt x="9754" y="1616"/>
                    <a:pt x="9691" y="1616"/>
                  </a:cubicBezTo>
                  <a:cubicBezTo>
                    <a:pt x="9628" y="1648"/>
                    <a:pt x="9533" y="1648"/>
                    <a:pt x="9469" y="1679"/>
                  </a:cubicBezTo>
                  <a:cubicBezTo>
                    <a:pt x="9343" y="1711"/>
                    <a:pt x="9216" y="1743"/>
                    <a:pt x="9058" y="1806"/>
                  </a:cubicBezTo>
                  <a:cubicBezTo>
                    <a:pt x="8931" y="1838"/>
                    <a:pt x="8773" y="1901"/>
                    <a:pt x="8614" y="1933"/>
                  </a:cubicBezTo>
                  <a:cubicBezTo>
                    <a:pt x="8488" y="1964"/>
                    <a:pt x="8361" y="1996"/>
                    <a:pt x="8234" y="2059"/>
                  </a:cubicBezTo>
                  <a:cubicBezTo>
                    <a:pt x="8076" y="2091"/>
                    <a:pt x="7918" y="2154"/>
                    <a:pt x="7791" y="2186"/>
                  </a:cubicBezTo>
                  <a:cubicBezTo>
                    <a:pt x="7664" y="2249"/>
                    <a:pt x="7538" y="2281"/>
                    <a:pt x="7411" y="2313"/>
                  </a:cubicBezTo>
                  <a:cubicBezTo>
                    <a:pt x="7284" y="2376"/>
                    <a:pt x="7126" y="2408"/>
                    <a:pt x="6999" y="2471"/>
                  </a:cubicBezTo>
                  <a:lnTo>
                    <a:pt x="6619" y="2598"/>
                  </a:lnTo>
                  <a:cubicBezTo>
                    <a:pt x="6588" y="2629"/>
                    <a:pt x="6524" y="2629"/>
                    <a:pt x="6493" y="2661"/>
                  </a:cubicBezTo>
                  <a:cubicBezTo>
                    <a:pt x="6429" y="2693"/>
                    <a:pt x="6366" y="2724"/>
                    <a:pt x="6303" y="2724"/>
                  </a:cubicBezTo>
                  <a:cubicBezTo>
                    <a:pt x="6113" y="2819"/>
                    <a:pt x="5954" y="2883"/>
                    <a:pt x="5796" y="2946"/>
                  </a:cubicBezTo>
                  <a:cubicBezTo>
                    <a:pt x="5701" y="2978"/>
                    <a:pt x="5574" y="3041"/>
                    <a:pt x="5479" y="3073"/>
                  </a:cubicBezTo>
                  <a:cubicBezTo>
                    <a:pt x="5321" y="3136"/>
                    <a:pt x="5162" y="3231"/>
                    <a:pt x="5004" y="3294"/>
                  </a:cubicBezTo>
                  <a:cubicBezTo>
                    <a:pt x="4972" y="3326"/>
                    <a:pt x="4877" y="3358"/>
                    <a:pt x="4846" y="3389"/>
                  </a:cubicBezTo>
                  <a:cubicBezTo>
                    <a:pt x="4782" y="3389"/>
                    <a:pt x="4751" y="3421"/>
                    <a:pt x="4687" y="3453"/>
                  </a:cubicBezTo>
                  <a:lnTo>
                    <a:pt x="4402" y="3579"/>
                  </a:lnTo>
                  <a:cubicBezTo>
                    <a:pt x="4307" y="3643"/>
                    <a:pt x="4181" y="3706"/>
                    <a:pt x="4054" y="3769"/>
                  </a:cubicBezTo>
                  <a:cubicBezTo>
                    <a:pt x="3991" y="3833"/>
                    <a:pt x="3896" y="3864"/>
                    <a:pt x="3801" y="3928"/>
                  </a:cubicBezTo>
                  <a:cubicBezTo>
                    <a:pt x="3737" y="3959"/>
                    <a:pt x="3706" y="3991"/>
                    <a:pt x="3642" y="4023"/>
                  </a:cubicBezTo>
                  <a:cubicBezTo>
                    <a:pt x="3611" y="4023"/>
                    <a:pt x="3579" y="4055"/>
                    <a:pt x="3547" y="4055"/>
                  </a:cubicBezTo>
                  <a:cubicBezTo>
                    <a:pt x="3262" y="4245"/>
                    <a:pt x="3009" y="4403"/>
                    <a:pt x="2756" y="4593"/>
                  </a:cubicBezTo>
                  <a:cubicBezTo>
                    <a:pt x="2756" y="4593"/>
                    <a:pt x="2724" y="4593"/>
                    <a:pt x="2724" y="4593"/>
                  </a:cubicBezTo>
                  <a:cubicBezTo>
                    <a:pt x="2692" y="4625"/>
                    <a:pt x="2692" y="4625"/>
                    <a:pt x="2661" y="4656"/>
                  </a:cubicBezTo>
                  <a:cubicBezTo>
                    <a:pt x="2471" y="4815"/>
                    <a:pt x="2281" y="4941"/>
                    <a:pt x="2091" y="5100"/>
                  </a:cubicBezTo>
                  <a:cubicBezTo>
                    <a:pt x="2059" y="5131"/>
                    <a:pt x="2027" y="5131"/>
                    <a:pt x="1996" y="5163"/>
                  </a:cubicBezTo>
                  <a:cubicBezTo>
                    <a:pt x="1964" y="5195"/>
                    <a:pt x="1964" y="5195"/>
                    <a:pt x="1932" y="5226"/>
                  </a:cubicBezTo>
                  <a:cubicBezTo>
                    <a:pt x="1742" y="5385"/>
                    <a:pt x="1584" y="5543"/>
                    <a:pt x="1425" y="5701"/>
                  </a:cubicBezTo>
                  <a:lnTo>
                    <a:pt x="1394" y="5733"/>
                  </a:lnTo>
                  <a:lnTo>
                    <a:pt x="1394" y="5733"/>
                  </a:lnTo>
                  <a:cubicBezTo>
                    <a:pt x="1235" y="5891"/>
                    <a:pt x="1109" y="6050"/>
                    <a:pt x="982" y="6208"/>
                  </a:cubicBezTo>
                  <a:cubicBezTo>
                    <a:pt x="950" y="6240"/>
                    <a:pt x="919" y="6240"/>
                    <a:pt x="919" y="6271"/>
                  </a:cubicBezTo>
                  <a:cubicBezTo>
                    <a:pt x="887" y="6303"/>
                    <a:pt x="887" y="6335"/>
                    <a:pt x="855" y="6366"/>
                  </a:cubicBezTo>
                  <a:cubicBezTo>
                    <a:pt x="760" y="6493"/>
                    <a:pt x="697" y="6620"/>
                    <a:pt x="602" y="6746"/>
                  </a:cubicBezTo>
                  <a:cubicBezTo>
                    <a:pt x="570" y="6778"/>
                    <a:pt x="570" y="6810"/>
                    <a:pt x="539" y="6841"/>
                  </a:cubicBezTo>
                  <a:cubicBezTo>
                    <a:pt x="539" y="6841"/>
                    <a:pt x="539" y="6873"/>
                    <a:pt x="507" y="6873"/>
                  </a:cubicBezTo>
                  <a:cubicBezTo>
                    <a:pt x="412" y="7063"/>
                    <a:pt x="317" y="7221"/>
                    <a:pt x="254" y="7411"/>
                  </a:cubicBezTo>
                  <a:lnTo>
                    <a:pt x="254" y="7411"/>
                  </a:lnTo>
                  <a:cubicBezTo>
                    <a:pt x="254" y="7411"/>
                    <a:pt x="254" y="7411"/>
                    <a:pt x="254" y="7411"/>
                  </a:cubicBezTo>
                  <a:cubicBezTo>
                    <a:pt x="190" y="7601"/>
                    <a:pt x="127" y="7760"/>
                    <a:pt x="95" y="7950"/>
                  </a:cubicBezTo>
                  <a:cubicBezTo>
                    <a:pt x="95" y="7950"/>
                    <a:pt x="64" y="7981"/>
                    <a:pt x="64" y="7981"/>
                  </a:cubicBezTo>
                  <a:cubicBezTo>
                    <a:pt x="64" y="8076"/>
                    <a:pt x="32" y="8140"/>
                    <a:pt x="32" y="8235"/>
                  </a:cubicBezTo>
                  <a:lnTo>
                    <a:pt x="32" y="8298"/>
                  </a:lnTo>
                  <a:cubicBezTo>
                    <a:pt x="0" y="8393"/>
                    <a:pt x="0" y="8520"/>
                    <a:pt x="0" y="8646"/>
                  </a:cubicBezTo>
                  <a:lnTo>
                    <a:pt x="0" y="8710"/>
                  </a:lnTo>
                  <a:lnTo>
                    <a:pt x="0" y="8710"/>
                  </a:lnTo>
                  <a:lnTo>
                    <a:pt x="0" y="26951"/>
                  </a:lnTo>
                  <a:cubicBezTo>
                    <a:pt x="0" y="26793"/>
                    <a:pt x="0" y="26634"/>
                    <a:pt x="32" y="26508"/>
                  </a:cubicBezTo>
                  <a:lnTo>
                    <a:pt x="32" y="26444"/>
                  </a:lnTo>
                  <a:cubicBezTo>
                    <a:pt x="64" y="26349"/>
                    <a:pt x="64" y="26254"/>
                    <a:pt x="95" y="26159"/>
                  </a:cubicBezTo>
                  <a:cubicBezTo>
                    <a:pt x="127" y="25969"/>
                    <a:pt x="190" y="25811"/>
                    <a:pt x="254" y="25621"/>
                  </a:cubicBezTo>
                  <a:cubicBezTo>
                    <a:pt x="254" y="25621"/>
                    <a:pt x="254" y="25621"/>
                    <a:pt x="254" y="25621"/>
                  </a:cubicBezTo>
                  <a:cubicBezTo>
                    <a:pt x="317" y="25431"/>
                    <a:pt x="412" y="25273"/>
                    <a:pt x="507" y="25083"/>
                  </a:cubicBezTo>
                  <a:cubicBezTo>
                    <a:pt x="539" y="25051"/>
                    <a:pt x="570" y="24988"/>
                    <a:pt x="602" y="24956"/>
                  </a:cubicBezTo>
                  <a:cubicBezTo>
                    <a:pt x="665" y="24829"/>
                    <a:pt x="760" y="24703"/>
                    <a:pt x="855" y="24576"/>
                  </a:cubicBezTo>
                  <a:cubicBezTo>
                    <a:pt x="887" y="24513"/>
                    <a:pt x="919" y="24481"/>
                    <a:pt x="982" y="24418"/>
                  </a:cubicBezTo>
                  <a:cubicBezTo>
                    <a:pt x="1109" y="24259"/>
                    <a:pt x="1235" y="24101"/>
                    <a:pt x="1394" y="23943"/>
                  </a:cubicBezTo>
                  <a:cubicBezTo>
                    <a:pt x="1394" y="23943"/>
                    <a:pt x="1425" y="23943"/>
                    <a:pt x="1425" y="23911"/>
                  </a:cubicBezTo>
                  <a:cubicBezTo>
                    <a:pt x="1584" y="23753"/>
                    <a:pt x="1742" y="23594"/>
                    <a:pt x="1932" y="23436"/>
                  </a:cubicBezTo>
                  <a:cubicBezTo>
                    <a:pt x="1996" y="23404"/>
                    <a:pt x="2027" y="23341"/>
                    <a:pt x="2091" y="23309"/>
                  </a:cubicBezTo>
                  <a:cubicBezTo>
                    <a:pt x="2281" y="23151"/>
                    <a:pt x="2471" y="23024"/>
                    <a:pt x="2661" y="22866"/>
                  </a:cubicBezTo>
                  <a:cubicBezTo>
                    <a:pt x="2692" y="22866"/>
                    <a:pt x="2724" y="22834"/>
                    <a:pt x="2756" y="22802"/>
                  </a:cubicBezTo>
                  <a:cubicBezTo>
                    <a:pt x="3009" y="22644"/>
                    <a:pt x="3262" y="22454"/>
                    <a:pt x="3547" y="22296"/>
                  </a:cubicBezTo>
                  <a:cubicBezTo>
                    <a:pt x="3642" y="22232"/>
                    <a:pt x="3706" y="22201"/>
                    <a:pt x="3801" y="22137"/>
                  </a:cubicBezTo>
                  <a:cubicBezTo>
                    <a:pt x="3896" y="22106"/>
                    <a:pt x="3991" y="22042"/>
                    <a:pt x="4054" y="21979"/>
                  </a:cubicBezTo>
                  <a:cubicBezTo>
                    <a:pt x="4181" y="21916"/>
                    <a:pt x="4307" y="21884"/>
                    <a:pt x="4402" y="21821"/>
                  </a:cubicBezTo>
                  <a:cubicBezTo>
                    <a:pt x="4497" y="21757"/>
                    <a:pt x="4592" y="21726"/>
                    <a:pt x="4687" y="21662"/>
                  </a:cubicBezTo>
                  <a:cubicBezTo>
                    <a:pt x="4814" y="21599"/>
                    <a:pt x="4909" y="21567"/>
                    <a:pt x="5004" y="21504"/>
                  </a:cubicBezTo>
                  <a:cubicBezTo>
                    <a:pt x="5162" y="21441"/>
                    <a:pt x="5321" y="21377"/>
                    <a:pt x="5479" y="21314"/>
                  </a:cubicBezTo>
                  <a:cubicBezTo>
                    <a:pt x="5574" y="21251"/>
                    <a:pt x="5701" y="21219"/>
                    <a:pt x="5796" y="21156"/>
                  </a:cubicBezTo>
                  <a:cubicBezTo>
                    <a:pt x="5954" y="21092"/>
                    <a:pt x="6113" y="21029"/>
                    <a:pt x="6303" y="20966"/>
                  </a:cubicBezTo>
                  <a:cubicBezTo>
                    <a:pt x="6398" y="20902"/>
                    <a:pt x="6524" y="20871"/>
                    <a:pt x="6619" y="20807"/>
                  </a:cubicBezTo>
                  <a:cubicBezTo>
                    <a:pt x="6746" y="20776"/>
                    <a:pt x="6873" y="20744"/>
                    <a:pt x="6968" y="20681"/>
                  </a:cubicBezTo>
                  <a:cubicBezTo>
                    <a:pt x="7126" y="20649"/>
                    <a:pt x="7253" y="20586"/>
                    <a:pt x="7411" y="20522"/>
                  </a:cubicBezTo>
                  <a:cubicBezTo>
                    <a:pt x="7538" y="20491"/>
                    <a:pt x="7664" y="20459"/>
                    <a:pt x="7791" y="20396"/>
                  </a:cubicBezTo>
                  <a:lnTo>
                    <a:pt x="8203" y="20269"/>
                  </a:lnTo>
                  <a:cubicBezTo>
                    <a:pt x="8329" y="20237"/>
                    <a:pt x="8488" y="20174"/>
                    <a:pt x="8614" y="20142"/>
                  </a:cubicBezTo>
                  <a:cubicBezTo>
                    <a:pt x="8741" y="20111"/>
                    <a:pt x="8899" y="20047"/>
                    <a:pt x="9058" y="20016"/>
                  </a:cubicBezTo>
                  <a:cubicBezTo>
                    <a:pt x="9184" y="19984"/>
                    <a:pt x="9343" y="19952"/>
                    <a:pt x="9469" y="19889"/>
                  </a:cubicBezTo>
                  <a:cubicBezTo>
                    <a:pt x="9596" y="19857"/>
                    <a:pt x="9754" y="19826"/>
                    <a:pt x="9881" y="19794"/>
                  </a:cubicBezTo>
                  <a:cubicBezTo>
                    <a:pt x="10103" y="19731"/>
                    <a:pt x="10293" y="19667"/>
                    <a:pt x="10515" y="19636"/>
                  </a:cubicBezTo>
                  <a:cubicBezTo>
                    <a:pt x="10641" y="19604"/>
                    <a:pt x="10768" y="19572"/>
                    <a:pt x="10895" y="19541"/>
                  </a:cubicBezTo>
                  <a:cubicBezTo>
                    <a:pt x="11148" y="19477"/>
                    <a:pt x="11370" y="19446"/>
                    <a:pt x="11591" y="19382"/>
                  </a:cubicBezTo>
                  <a:cubicBezTo>
                    <a:pt x="11718" y="19351"/>
                    <a:pt x="11845" y="19319"/>
                    <a:pt x="11971" y="19287"/>
                  </a:cubicBezTo>
                  <a:cubicBezTo>
                    <a:pt x="12256" y="19256"/>
                    <a:pt x="12541" y="19192"/>
                    <a:pt x="12858" y="19129"/>
                  </a:cubicBezTo>
                  <a:lnTo>
                    <a:pt x="13048" y="19097"/>
                  </a:lnTo>
                  <a:cubicBezTo>
                    <a:pt x="13396" y="19034"/>
                    <a:pt x="13776" y="18971"/>
                    <a:pt x="14156" y="18907"/>
                  </a:cubicBezTo>
                  <a:cubicBezTo>
                    <a:pt x="14220" y="18907"/>
                    <a:pt x="14283" y="18876"/>
                    <a:pt x="14346" y="18876"/>
                  </a:cubicBezTo>
                  <a:cubicBezTo>
                    <a:pt x="14822" y="18812"/>
                    <a:pt x="15297" y="18749"/>
                    <a:pt x="15772" y="18686"/>
                  </a:cubicBezTo>
                  <a:cubicBezTo>
                    <a:pt x="15867" y="18654"/>
                    <a:pt x="15962" y="18654"/>
                    <a:pt x="16025" y="18654"/>
                  </a:cubicBezTo>
                  <a:cubicBezTo>
                    <a:pt x="16532" y="18591"/>
                    <a:pt x="17070" y="18527"/>
                    <a:pt x="17608" y="18464"/>
                  </a:cubicBezTo>
                  <a:cubicBezTo>
                    <a:pt x="17703" y="18464"/>
                    <a:pt x="17798" y="18464"/>
                    <a:pt x="17893" y="18432"/>
                  </a:cubicBezTo>
                  <a:cubicBezTo>
                    <a:pt x="18527" y="18401"/>
                    <a:pt x="19160" y="18337"/>
                    <a:pt x="19825" y="18306"/>
                  </a:cubicBezTo>
                  <a:cubicBezTo>
                    <a:pt x="19920" y="18306"/>
                    <a:pt x="20015" y="18306"/>
                    <a:pt x="20142" y="18306"/>
                  </a:cubicBezTo>
                  <a:cubicBezTo>
                    <a:pt x="20649" y="18274"/>
                    <a:pt x="21187" y="18242"/>
                    <a:pt x="21725" y="18242"/>
                  </a:cubicBezTo>
                  <a:cubicBezTo>
                    <a:pt x="21757" y="18242"/>
                    <a:pt x="21789" y="18242"/>
                    <a:pt x="21820" y="18242"/>
                  </a:cubicBezTo>
                  <a:cubicBezTo>
                    <a:pt x="22232" y="18242"/>
                    <a:pt x="22644" y="18242"/>
                    <a:pt x="23055" y="18242"/>
                  </a:cubicBezTo>
                  <a:cubicBezTo>
                    <a:pt x="23277" y="18242"/>
                    <a:pt x="23531" y="18242"/>
                    <a:pt x="23784" y="18242"/>
                  </a:cubicBezTo>
                  <a:cubicBezTo>
                    <a:pt x="24164" y="18242"/>
                    <a:pt x="24544" y="18242"/>
                    <a:pt x="24924" y="18274"/>
                  </a:cubicBezTo>
                  <a:cubicBezTo>
                    <a:pt x="25051" y="18274"/>
                    <a:pt x="25177" y="18274"/>
                    <a:pt x="25272" y="18274"/>
                  </a:cubicBezTo>
                  <a:close/>
                </a:path>
              </a:pathLst>
            </a:custGeom>
            <a:solidFill>
              <a:srgbClr val="FF9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8" name="Google Shape;5178;p29"/>
            <p:cNvSpPr/>
            <p:nvPr/>
          </p:nvSpPr>
          <p:spPr>
            <a:xfrm>
              <a:off x="3884504" y="3276766"/>
              <a:ext cx="1438493" cy="346788"/>
            </a:xfrm>
            <a:custGeom>
              <a:rect b="b" l="l" r="r" t="t"/>
              <a:pathLst>
                <a:path extrusionOk="0" h="10895" w="45193">
                  <a:moveTo>
                    <a:pt x="22137" y="10895"/>
                  </a:moveTo>
                  <a:cubicBezTo>
                    <a:pt x="34868" y="10895"/>
                    <a:pt x="45192" y="7285"/>
                    <a:pt x="45192" y="2851"/>
                  </a:cubicBezTo>
                  <a:cubicBezTo>
                    <a:pt x="45192" y="1869"/>
                    <a:pt x="44686" y="887"/>
                    <a:pt x="43704" y="1"/>
                  </a:cubicBezTo>
                  <a:cubicBezTo>
                    <a:pt x="44306" y="729"/>
                    <a:pt x="44622" y="1457"/>
                    <a:pt x="44622" y="2249"/>
                  </a:cubicBezTo>
                  <a:cubicBezTo>
                    <a:pt x="44622" y="6683"/>
                    <a:pt x="34266" y="10261"/>
                    <a:pt x="21535" y="10261"/>
                  </a:cubicBezTo>
                  <a:cubicBezTo>
                    <a:pt x="11718" y="10261"/>
                    <a:pt x="3294" y="8108"/>
                    <a:pt x="1" y="5099"/>
                  </a:cubicBezTo>
                  <a:cubicBezTo>
                    <a:pt x="2787" y="8425"/>
                    <a:pt x="11655" y="10895"/>
                    <a:pt x="22137" y="108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9" name="Google Shape;5179;p29"/>
            <p:cNvSpPr/>
            <p:nvPr/>
          </p:nvSpPr>
          <p:spPr>
            <a:xfrm>
              <a:off x="3987315" y="2528825"/>
              <a:ext cx="1182453" cy="690520"/>
            </a:xfrm>
            <a:custGeom>
              <a:rect b="b" l="l" r="r" t="t"/>
              <a:pathLst>
                <a:path extrusionOk="0" h="21694" w="37149">
                  <a:moveTo>
                    <a:pt x="20332" y="14726"/>
                  </a:moveTo>
                  <a:cubicBezTo>
                    <a:pt x="20712" y="14726"/>
                    <a:pt x="21092" y="14758"/>
                    <a:pt x="21472" y="14758"/>
                  </a:cubicBezTo>
                  <a:cubicBezTo>
                    <a:pt x="21536" y="14790"/>
                    <a:pt x="21599" y="14790"/>
                    <a:pt x="21662" y="14790"/>
                  </a:cubicBezTo>
                  <a:cubicBezTo>
                    <a:pt x="21979" y="14821"/>
                    <a:pt x="22264" y="14821"/>
                    <a:pt x="22549" y="14853"/>
                  </a:cubicBezTo>
                  <a:cubicBezTo>
                    <a:pt x="22676" y="14853"/>
                    <a:pt x="22771" y="14885"/>
                    <a:pt x="22897" y="14885"/>
                  </a:cubicBezTo>
                  <a:cubicBezTo>
                    <a:pt x="23151" y="14916"/>
                    <a:pt x="23436" y="14916"/>
                    <a:pt x="23689" y="14948"/>
                  </a:cubicBezTo>
                  <a:cubicBezTo>
                    <a:pt x="23784" y="14980"/>
                    <a:pt x="23879" y="14980"/>
                    <a:pt x="23974" y="14980"/>
                  </a:cubicBezTo>
                  <a:cubicBezTo>
                    <a:pt x="24323" y="15011"/>
                    <a:pt x="24671" y="15075"/>
                    <a:pt x="25019" y="15106"/>
                  </a:cubicBezTo>
                  <a:cubicBezTo>
                    <a:pt x="25083" y="15138"/>
                    <a:pt x="25146" y="15138"/>
                    <a:pt x="25209" y="15138"/>
                  </a:cubicBezTo>
                  <a:cubicBezTo>
                    <a:pt x="25494" y="15201"/>
                    <a:pt x="25779" y="15233"/>
                    <a:pt x="26096" y="15296"/>
                  </a:cubicBezTo>
                  <a:cubicBezTo>
                    <a:pt x="26191" y="15296"/>
                    <a:pt x="26286" y="15328"/>
                    <a:pt x="26349" y="15328"/>
                  </a:cubicBezTo>
                  <a:cubicBezTo>
                    <a:pt x="26729" y="15391"/>
                    <a:pt x="27078" y="15455"/>
                    <a:pt x="27426" y="15518"/>
                  </a:cubicBezTo>
                  <a:cubicBezTo>
                    <a:pt x="27458" y="15550"/>
                    <a:pt x="27458" y="15550"/>
                    <a:pt x="27490" y="15550"/>
                  </a:cubicBezTo>
                  <a:cubicBezTo>
                    <a:pt x="27838" y="15613"/>
                    <a:pt x="28218" y="15708"/>
                    <a:pt x="28566" y="15803"/>
                  </a:cubicBezTo>
                  <a:lnTo>
                    <a:pt x="28756" y="15835"/>
                  </a:lnTo>
                  <a:cubicBezTo>
                    <a:pt x="29168" y="15930"/>
                    <a:pt x="29580" y="16057"/>
                    <a:pt x="29960" y="16152"/>
                  </a:cubicBezTo>
                  <a:cubicBezTo>
                    <a:pt x="30023" y="16183"/>
                    <a:pt x="30118" y="16215"/>
                    <a:pt x="30181" y="16215"/>
                  </a:cubicBezTo>
                  <a:cubicBezTo>
                    <a:pt x="30371" y="16278"/>
                    <a:pt x="30498" y="16342"/>
                    <a:pt x="30656" y="16373"/>
                  </a:cubicBezTo>
                  <a:cubicBezTo>
                    <a:pt x="30751" y="16405"/>
                    <a:pt x="30846" y="16437"/>
                    <a:pt x="30941" y="16468"/>
                  </a:cubicBezTo>
                  <a:cubicBezTo>
                    <a:pt x="31100" y="16532"/>
                    <a:pt x="31290" y="16595"/>
                    <a:pt x="31448" y="16658"/>
                  </a:cubicBezTo>
                  <a:cubicBezTo>
                    <a:pt x="31511" y="16658"/>
                    <a:pt x="31575" y="16690"/>
                    <a:pt x="31638" y="16722"/>
                  </a:cubicBezTo>
                  <a:cubicBezTo>
                    <a:pt x="31765" y="16753"/>
                    <a:pt x="31860" y="16817"/>
                    <a:pt x="31987" y="16848"/>
                  </a:cubicBezTo>
                  <a:cubicBezTo>
                    <a:pt x="32082" y="16880"/>
                    <a:pt x="32177" y="16912"/>
                    <a:pt x="32272" y="16975"/>
                  </a:cubicBezTo>
                  <a:cubicBezTo>
                    <a:pt x="32367" y="17007"/>
                    <a:pt x="32462" y="17038"/>
                    <a:pt x="32588" y="17102"/>
                  </a:cubicBezTo>
                  <a:cubicBezTo>
                    <a:pt x="32683" y="17133"/>
                    <a:pt x="32778" y="17165"/>
                    <a:pt x="32873" y="17228"/>
                  </a:cubicBezTo>
                  <a:cubicBezTo>
                    <a:pt x="32968" y="17260"/>
                    <a:pt x="33063" y="17323"/>
                    <a:pt x="33158" y="17355"/>
                  </a:cubicBezTo>
                  <a:cubicBezTo>
                    <a:pt x="33253" y="17418"/>
                    <a:pt x="33317" y="17450"/>
                    <a:pt x="33412" y="17482"/>
                  </a:cubicBezTo>
                  <a:cubicBezTo>
                    <a:pt x="33507" y="17545"/>
                    <a:pt x="33602" y="17577"/>
                    <a:pt x="33697" y="17640"/>
                  </a:cubicBezTo>
                  <a:cubicBezTo>
                    <a:pt x="33760" y="17672"/>
                    <a:pt x="33855" y="17703"/>
                    <a:pt x="33950" y="17767"/>
                  </a:cubicBezTo>
                  <a:cubicBezTo>
                    <a:pt x="34013" y="17798"/>
                    <a:pt x="34108" y="17862"/>
                    <a:pt x="34203" y="17925"/>
                  </a:cubicBezTo>
                  <a:cubicBezTo>
                    <a:pt x="34267" y="17957"/>
                    <a:pt x="34362" y="17988"/>
                    <a:pt x="34425" y="18052"/>
                  </a:cubicBezTo>
                  <a:cubicBezTo>
                    <a:pt x="34520" y="18083"/>
                    <a:pt x="34583" y="18147"/>
                    <a:pt x="34647" y="18210"/>
                  </a:cubicBezTo>
                  <a:cubicBezTo>
                    <a:pt x="34742" y="18242"/>
                    <a:pt x="34805" y="18305"/>
                    <a:pt x="34868" y="18337"/>
                  </a:cubicBezTo>
                  <a:cubicBezTo>
                    <a:pt x="34963" y="18400"/>
                    <a:pt x="35027" y="18463"/>
                    <a:pt x="35090" y="18495"/>
                  </a:cubicBezTo>
                  <a:cubicBezTo>
                    <a:pt x="35153" y="18558"/>
                    <a:pt x="35217" y="18590"/>
                    <a:pt x="35280" y="18653"/>
                  </a:cubicBezTo>
                  <a:cubicBezTo>
                    <a:pt x="35375" y="18685"/>
                    <a:pt x="35438" y="18748"/>
                    <a:pt x="35502" y="18812"/>
                  </a:cubicBezTo>
                  <a:cubicBezTo>
                    <a:pt x="35565" y="18843"/>
                    <a:pt x="35628" y="18907"/>
                    <a:pt x="35660" y="18970"/>
                  </a:cubicBezTo>
                  <a:cubicBezTo>
                    <a:pt x="35723" y="19002"/>
                    <a:pt x="35787" y="19065"/>
                    <a:pt x="35850" y="19128"/>
                  </a:cubicBezTo>
                  <a:cubicBezTo>
                    <a:pt x="35913" y="19192"/>
                    <a:pt x="35945" y="19223"/>
                    <a:pt x="36008" y="19287"/>
                  </a:cubicBezTo>
                  <a:cubicBezTo>
                    <a:pt x="36072" y="19350"/>
                    <a:pt x="36103" y="19382"/>
                    <a:pt x="36167" y="19445"/>
                  </a:cubicBezTo>
                  <a:cubicBezTo>
                    <a:pt x="36198" y="19508"/>
                    <a:pt x="36262" y="19540"/>
                    <a:pt x="36294" y="19603"/>
                  </a:cubicBezTo>
                  <a:cubicBezTo>
                    <a:pt x="36357" y="19667"/>
                    <a:pt x="36389" y="19730"/>
                    <a:pt x="36420" y="19793"/>
                  </a:cubicBezTo>
                  <a:cubicBezTo>
                    <a:pt x="36484" y="19825"/>
                    <a:pt x="36515" y="19888"/>
                    <a:pt x="36547" y="19920"/>
                  </a:cubicBezTo>
                  <a:cubicBezTo>
                    <a:pt x="36610" y="19983"/>
                    <a:pt x="36642" y="20047"/>
                    <a:pt x="36674" y="20110"/>
                  </a:cubicBezTo>
                  <a:cubicBezTo>
                    <a:pt x="36705" y="20173"/>
                    <a:pt x="36737" y="20237"/>
                    <a:pt x="36769" y="20268"/>
                  </a:cubicBezTo>
                  <a:cubicBezTo>
                    <a:pt x="36800" y="20332"/>
                    <a:pt x="36832" y="20395"/>
                    <a:pt x="36864" y="20459"/>
                  </a:cubicBezTo>
                  <a:cubicBezTo>
                    <a:pt x="36895" y="20522"/>
                    <a:pt x="36895" y="20585"/>
                    <a:pt x="36927" y="20617"/>
                  </a:cubicBezTo>
                  <a:cubicBezTo>
                    <a:pt x="36959" y="20680"/>
                    <a:pt x="36990" y="20775"/>
                    <a:pt x="36990" y="20839"/>
                  </a:cubicBezTo>
                  <a:cubicBezTo>
                    <a:pt x="37022" y="20870"/>
                    <a:pt x="37022" y="20934"/>
                    <a:pt x="37054" y="20965"/>
                  </a:cubicBezTo>
                  <a:cubicBezTo>
                    <a:pt x="37054" y="21060"/>
                    <a:pt x="37085" y="21124"/>
                    <a:pt x="37085" y="21219"/>
                  </a:cubicBezTo>
                  <a:cubicBezTo>
                    <a:pt x="37117" y="21250"/>
                    <a:pt x="37117" y="21282"/>
                    <a:pt x="37117" y="21314"/>
                  </a:cubicBezTo>
                  <a:cubicBezTo>
                    <a:pt x="37149" y="21440"/>
                    <a:pt x="37149" y="21567"/>
                    <a:pt x="37149" y="21694"/>
                  </a:cubicBezTo>
                  <a:lnTo>
                    <a:pt x="37149" y="6999"/>
                  </a:lnTo>
                  <a:cubicBezTo>
                    <a:pt x="37149" y="6904"/>
                    <a:pt x="37149" y="6778"/>
                    <a:pt x="37117" y="6651"/>
                  </a:cubicBezTo>
                  <a:cubicBezTo>
                    <a:pt x="37117" y="6619"/>
                    <a:pt x="37117" y="6588"/>
                    <a:pt x="37085" y="6524"/>
                  </a:cubicBezTo>
                  <a:cubicBezTo>
                    <a:pt x="37085" y="6461"/>
                    <a:pt x="37054" y="6366"/>
                    <a:pt x="37054" y="6303"/>
                  </a:cubicBezTo>
                  <a:cubicBezTo>
                    <a:pt x="37054" y="6239"/>
                    <a:pt x="37022" y="6208"/>
                    <a:pt x="36990" y="6176"/>
                  </a:cubicBezTo>
                  <a:cubicBezTo>
                    <a:pt x="36990" y="6081"/>
                    <a:pt x="36959" y="6017"/>
                    <a:pt x="36927" y="5954"/>
                  </a:cubicBezTo>
                  <a:cubicBezTo>
                    <a:pt x="36895" y="5891"/>
                    <a:pt x="36895" y="5859"/>
                    <a:pt x="36864" y="5796"/>
                  </a:cubicBezTo>
                  <a:cubicBezTo>
                    <a:pt x="36832" y="5732"/>
                    <a:pt x="36800" y="5669"/>
                    <a:pt x="36769" y="5606"/>
                  </a:cubicBezTo>
                  <a:cubicBezTo>
                    <a:pt x="36737" y="5542"/>
                    <a:pt x="36705" y="5511"/>
                    <a:pt x="36674" y="5447"/>
                  </a:cubicBezTo>
                  <a:cubicBezTo>
                    <a:pt x="36642" y="5384"/>
                    <a:pt x="36579" y="5321"/>
                    <a:pt x="36547" y="5257"/>
                  </a:cubicBezTo>
                  <a:cubicBezTo>
                    <a:pt x="36515" y="5194"/>
                    <a:pt x="36484" y="5162"/>
                    <a:pt x="36420" y="5099"/>
                  </a:cubicBezTo>
                  <a:cubicBezTo>
                    <a:pt x="36389" y="5036"/>
                    <a:pt x="36357" y="4972"/>
                    <a:pt x="36294" y="4941"/>
                  </a:cubicBezTo>
                  <a:cubicBezTo>
                    <a:pt x="36262" y="4877"/>
                    <a:pt x="36198" y="4814"/>
                    <a:pt x="36167" y="4782"/>
                  </a:cubicBezTo>
                  <a:cubicBezTo>
                    <a:pt x="36103" y="4719"/>
                    <a:pt x="36072" y="4656"/>
                    <a:pt x="36008" y="4592"/>
                  </a:cubicBezTo>
                  <a:cubicBezTo>
                    <a:pt x="35945" y="4561"/>
                    <a:pt x="35913" y="4497"/>
                    <a:pt x="35850" y="4466"/>
                  </a:cubicBezTo>
                  <a:cubicBezTo>
                    <a:pt x="35787" y="4402"/>
                    <a:pt x="35723" y="4339"/>
                    <a:pt x="35660" y="4276"/>
                  </a:cubicBezTo>
                  <a:cubicBezTo>
                    <a:pt x="35628" y="4244"/>
                    <a:pt x="35565" y="4181"/>
                    <a:pt x="35502" y="4117"/>
                  </a:cubicBezTo>
                  <a:cubicBezTo>
                    <a:pt x="35438" y="4086"/>
                    <a:pt x="35375" y="4022"/>
                    <a:pt x="35280" y="3959"/>
                  </a:cubicBezTo>
                  <a:cubicBezTo>
                    <a:pt x="35217" y="3927"/>
                    <a:pt x="35153" y="3864"/>
                    <a:pt x="35090" y="3832"/>
                  </a:cubicBezTo>
                  <a:cubicBezTo>
                    <a:pt x="35027" y="3769"/>
                    <a:pt x="34963" y="3706"/>
                    <a:pt x="34868" y="3674"/>
                  </a:cubicBezTo>
                  <a:cubicBezTo>
                    <a:pt x="34805" y="3611"/>
                    <a:pt x="34742" y="3579"/>
                    <a:pt x="34647" y="3516"/>
                  </a:cubicBezTo>
                  <a:cubicBezTo>
                    <a:pt x="34583" y="3484"/>
                    <a:pt x="34520" y="3421"/>
                    <a:pt x="34425" y="3389"/>
                  </a:cubicBezTo>
                  <a:cubicBezTo>
                    <a:pt x="34362" y="3326"/>
                    <a:pt x="34267" y="3262"/>
                    <a:pt x="34203" y="3231"/>
                  </a:cubicBezTo>
                  <a:cubicBezTo>
                    <a:pt x="34108" y="3199"/>
                    <a:pt x="34013" y="3136"/>
                    <a:pt x="33950" y="3104"/>
                  </a:cubicBezTo>
                  <a:cubicBezTo>
                    <a:pt x="33855" y="3041"/>
                    <a:pt x="33760" y="3009"/>
                    <a:pt x="33697" y="2946"/>
                  </a:cubicBezTo>
                  <a:cubicBezTo>
                    <a:pt x="33602" y="2914"/>
                    <a:pt x="33507" y="2851"/>
                    <a:pt x="33412" y="2819"/>
                  </a:cubicBezTo>
                  <a:cubicBezTo>
                    <a:pt x="33317" y="2756"/>
                    <a:pt x="33253" y="2724"/>
                    <a:pt x="33158" y="2692"/>
                  </a:cubicBezTo>
                  <a:cubicBezTo>
                    <a:pt x="33063" y="2629"/>
                    <a:pt x="32968" y="2597"/>
                    <a:pt x="32873" y="2534"/>
                  </a:cubicBezTo>
                  <a:cubicBezTo>
                    <a:pt x="32778" y="2502"/>
                    <a:pt x="32683" y="2471"/>
                    <a:pt x="32588" y="2407"/>
                  </a:cubicBezTo>
                  <a:cubicBezTo>
                    <a:pt x="32462" y="2376"/>
                    <a:pt x="32367" y="2344"/>
                    <a:pt x="32272" y="2281"/>
                  </a:cubicBezTo>
                  <a:cubicBezTo>
                    <a:pt x="32177" y="2249"/>
                    <a:pt x="32082" y="2217"/>
                    <a:pt x="31987" y="2154"/>
                  </a:cubicBezTo>
                  <a:cubicBezTo>
                    <a:pt x="31860" y="2122"/>
                    <a:pt x="31765" y="2091"/>
                    <a:pt x="31638" y="2027"/>
                  </a:cubicBezTo>
                  <a:cubicBezTo>
                    <a:pt x="31638" y="2027"/>
                    <a:pt x="31638" y="2027"/>
                    <a:pt x="31606" y="2027"/>
                  </a:cubicBezTo>
                  <a:cubicBezTo>
                    <a:pt x="31575" y="1996"/>
                    <a:pt x="31511" y="1996"/>
                    <a:pt x="31448" y="1964"/>
                  </a:cubicBezTo>
                  <a:cubicBezTo>
                    <a:pt x="31290" y="1901"/>
                    <a:pt x="31100" y="1837"/>
                    <a:pt x="30941" y="1806"/>
                  </a:cubicBezTo>
                  <a:cubicBezTo>
                    <a:pt x="30846" y="1774"/>
                    <a:pt x="30751" y="1742"/>
                    <a:pt x="30688" y="1711"/>
                  </a:cubicBezTo>
                  <a:cubicBezTo>
                    <a:pt x="30530" y="1647"/>
                    <a:pt x="30371" y="1616"/>
                    <a:pt x="30181" y="1552"/>
                  </a:cubicBezTo>
                  <a:cubicBezTo>
                    <a:pt x="30150" y="1552"/>
                    <a:pt x="30118" y="1521"/>
                    <a:pt x="30055" y="1521"/>
                  </a:cubicBezTo>
                  <a:cubicBezTo>
                    <a:pt x="30023" y="1489"/>
                    <a:pt x="29991" y="1489"/>
                    <a:pt x="29960" y="1489"/>
                  </a:cubicBezTo>
                  <a:cubicBezTo>
                    <a:pt x="29580" y="1362"/>
                    <a:pt x="29168" y="1267"/>
                    <a:pt x="28788" y="1172"/>
                  </a:cubicBezTo>
                  <a:cubicBezTo>
                    <a:pt x="28756" y="1140"/>
                    <a:pt x="28725" y="1140"/>
                    <a:pt x="28693" y="1140"/>
                  </a:cubicBezTo>
                  <a:cubicBezTo>
                    <a:pt x="28661" y="1140"/>
                    <a:pt x="28598" y="1109"/>
                    <a:pt x="28566" y="1109"/>
                  </a:cubicBezTo>
                  <a:cubicBezTo>
                    <a:pt x="28218" y="1014"/>
                    <a:pt x="27870" y="950"/>
                    <a:pt x="27490" y="855"/>
                  </a:cubicBezTo>
                  <a:cubicBezTo>
                    <a:pt x="27458" y="855"/>
                    <a:pt x="27458" y="855"/>
                    <a:pt x="27426" y="855"/>
                  </a:cubicBezTo>
                  <a:cubicBezTo>
                    <a:pt x="27426" y="855"/>
                    <a:pt x="27426" y="855"/>
                    <a:pt x="27426" y="855"/>
                  </a:cubicBezTo>
                  <a:cubicBezTo>
                    <a:pt x="27078" y="792"/>
                    <a:pt x="26729" y="729"/>
                    <a:pt x="26381" y="665"/>
                  </a:cubicBezTo>
                  <a:cubicBezTo>
                    <a:pt x="26318" y="634"/>
                    <a:pt x="26286" y="634"/>
                    <a:pt x="26254" y="634"/>
                  </a:cubicBezTo>
                  <a:lnTo>
                    <a:pt x="26096" y="602"/>
                  </a:lnTo>
                  <a:cubicBezTo>
                    <a:pt x="25811" y="570"/>
                    <a:pt x="25494" y="507"/>
                    <a:pt x="25209" y="475"/>
                  </a:cubicBezTo>
                  <a:lnTo>
                    <a:pt x="25051" y="444"/>
                  </a:lnTo>
                  <a:cubicBezTo>
                    <a:pt x="25051" y="444"/>
                    <a:pt x="25019" y="444"/>
                    <a:pt x="25019" y="444"/>
                  </a:cubicBezTo>
                  <a:cubicBezTo>
                    <a:pt x="24671" y="380"/>
                    <a:pt x="24323" y="349"/>
                    <a:pt x="23974" y="285"/>
                  </a:cubicBezTo>
                  <a:cubicBezTo>
                    <a:pt x="23943" y="285"/>
                    <a:pt x="23911" y="285"/>
                    <a:pt x="23879" y="285"/>
                  </a:cubicBezTo>
                  <a:cubicBezTo>
                    <a:pt x="23816" y="285"/>
                    <a:pt x="23753" y="285"/>
                    <a:pt x="23689" y="254"/>
                  </a:cubicBezTo>
                  <a:cubicBezTo>
                    <a:pt x="23436" y="254"/>
                    <a:pt x="23151" y="222"/>
                    <a:pt x="22897" y="190"/>
                  </a:cubicBezTo>
                  <a:cubicBezTo>
                    <a:pt x="22834" y="190"/>
                    <a:pt x="22771" y="190"/>
                    <a:pt x="22707" y="159"/>
                  </a:cubicBezTo>
                  <a:lnTo>
                    <a:pt x="22549" y="159"/>
                  </a:lnTo>
                  <a:cubicBezTo>
                    <a:pt x="22264" y="127"/>
                    <a:pt x="21979" y="127"/>
                    <a:pt x="21694" y="95"/>
                  </a:cubicBezTo>
                  <a:cubicBezTo>
                    <a:pt x="21631" y="95"/>
                    <a:pt x="21567" y="95"/>
                    <a:pt x="21504" y="95"/>
                  </a:cubicBezTo>
                  <a:cubicBezTo>
                    <a:pt x="21504" y="95"/>
                    <a:pt x="21472" y="95"/>
                    <a:pt x="21472" y="64"/>
                  </a:cubicBezTo>
                  <a:cubicBezTo>
                    <a:pt x="21092" y="64"/>
                    <a:pt x="20712" y="32"/>
                    <a:pt x="20364" y="32"/>
                  </a:cubicBezTo>
                  <a:cubicBezTo>
                    <a:pt x="20332" y="32"/>
                    <a:pt x="20301" y="32"/>
                    <a:pt x="20269" y="32"/>
                  </a:cubicBezTo>
                  <a:cubicBezTo>
                    <a:pt x="20206" y="32"/>
                    <a:pt x="20142" y="32"/>
                    <a:pt x="20079" y="32"/>
                  </a:cubicBezTo>
                  <a:cubicBezTo>
                    <a:pt x="19762" y="0"/>
                    <a:pt x="19446" y="0"/>
                    <a:pt x="19161" y="0"/>
                  </a:cubicBezTo>
                  <a:cubicBezTo>
                    <a:pt x="19097" y="0"/>
                    <a:pt x="19034" y="0"/>
                    <a:pt x="18971" y="0"/>
                  </a:cubicBezTo>
                  <a:lnTo>
                    <a:pt x="18559" y="0"/>
                  </a:lnTo>
                  <a:cubicBezTo>
                    <a:pt x="18242" y="0"/>
                    <a:pt x="17925" y="0"/>
                    <a:pt x="17577" y="0"/>
                  </a:cubicBezTo>
                  <a:lnTo>
                    <a:pt x="17577" y="0"/>
                  </a:lnTo>
                  <a:cubicBezTo>
                    <a:pt x="17545" y="0"/>
                    <a:pt x="17514" y="0"/>
                    <a:pt x="17514" y="0"/>
                  </a:cubicBezTo>
                  <a:cubicBezTo>
                    <a:pt x="17070" y="32"/>
                    <a:pt x="16627" y="32"/>
                    <a:pt x="16215" y="64"/>
                  </a:cubicBezTo>
                  <a:cubicBezTo>
                    <a:pt x="16152" y="64"/>
                    <a:pt x="16120" y="64"/>
                    <a:pt x="16057" y="64"/>
                  </a:cubicBezTo>
                  <a:cubicBezTo>
                    <a:pt x="16025" y="64"/>
                    <a:pt x="15994" y="64"/>
                    <a:pt x="15962" y="64"/>
                  </a:cubicBezTo>
                  <a:cubicBezTo>
                    <a:pt x="15455" y="95"/>
                    <a:pt x="14917" y="127"/>
                    <a:pt x="14410" y="190"/>
                  </a:cubicBezTo>
                  <a:cubicBezTo>
                    <a:pt x="14379" y="190"/>
                    <a:pt x="14315" y="190"/>
                    <a:pt x="14284" y="190"/>
                  </a:cubicBezTo>
                  <a:cubicBezTo>
                    <a:pt x="14252" y="190"/>
                    <a:pt x="14220" y="190"/>
                    <a:pt x="14188" y="190"/>
                  </a:cubicBezTo>
                  <a:cubicBezTo>
                    <a:pt x="13745" y="222"/>
                    <a:pt x="13333" y="285"/>
                    <a:pt x="12922" y="317"/>
                  </a:cubicBezTo>
                  <a:cubicBezTo>
                    <a:pt x="12858" y="349"/>
                    <a:pt x="12763" y="349"/>
                    <a:pt x="12700" y="349"/>
                  </a:cubicBezTo>
                  <a:cubicBezTo>
                    <a:pt x="12320" y="412"/>
                    <a:pt x="11940" y="475"/>
                    <a:pt x="11560" y="507"/>
                  </a:cubicBezTo>
                  <a:cubicBezTo>
                    <a:pt x="11528" y="539"/>
                    <a:pt x="11465" y="539"/>
                    <a:pt x="11433" y="539"/>
                  </a:cubicBezTo>
                  <a:cubicBezTo>
                    <a:pt x="11433" y="539"/>
                    <a:pt x="11402" y="539"/>
                    <a:pt x="11402" y="539"/>
                  </a:cubicBezTo>
                  <a:cubicBezTo>
                    <a:pt x="11085" y="602"/>
                    <a:pt x="10800" y="634"/>
                    <a:pt x="10515" y="697"/>
                  </a:cubicBezTo>
                  <a:cubicBezTo>
                    <a:pt x="10452" y="697"/>
                    <a:pt x="10420" y="729"/>
                    <a:pt x="10357" y="729"/>
                  </a:cubicBezTo>
                  <a:cubicBezTo>
                    <a:pt x="10103" y="760"/>
                    <a:pt x="9882" y="824"/>
                    <a:pt x="9628" y="855"/>
                  </a:cubicBezTo>
                  <a:cubicBezTo>
                    <a:pt x="9533" y="887"/>
                    <a:pt x="9438" y="919"/>
                    <a:pt x="9343" y="919"/>
                  </a:cubicBezTo>
                  <a:cubicBezTo>
                    <a:pt x="9153" y="982"/>
                    <a:pt x="8963" y="1014"/>
                    <a:pt x="8805" y="1045"/>
                  </a:cubicBezTo>
                  <a:cubicBezTo>
                    <a:pt x="8678" y="1077"/>
                    <a:pt x="8583" y="1109"/>
                    <a:pt x="8456" y="1140"/>
                  </a:cubicBezTo>
                  <a:cubicBezTo>
                    <a:pt x="8298" y="1172"/>
                    <a:pt x="8140" y="1204"/>
                    <a:pt x="7981" y="1267"/>
                  </a:cubicBezTo>
                  <a:cubicBezTo>
                    <a:pt x="7918" y="1267"/>
                    <a:pt x="7855" y="1299"/>
                    <a:pt x="7791" y="1299"/>
                  </a:cubicBezTo>
                  <a:cubicBezTo>
                    <a:pt x="7728" y="1331"/>
                    <a:pt x="7696" y="1331"/>
                    <a:pt x="7633" y="1362"/>
                  </a:cubicBezTo>
                  <a:cubicBezTo>
                    <a:pt x="7506" y="1394"/>
                    <a:pt x="7411" y="1426"/>
                    <a:pt x="7316" y="1457"/>
                  </a:cubicBezTo>
                  <a:cubicBezTo>
                    <a:pt x="7190" y="1489"/>
                    <a:pt x="7063" y="1521"/>
                    <a:pt x="6936" y="1552"/>
                  </a:cubicBezTo>
                  <a:lnTo>
                    <a:pt x="6620" y="1647"/>
                  </a:lnTo>
                  <a:cubicBezTo>
                    <a:pt x="6493" y="1679"/>
                    <a:pt x="6398" y="1742"/>
                    <a:pt x="6271" y="1774"/>
                  </a:cubicBezTo>
                  <a:cubicBezTo>
                    <a:pt x="6176" y="1806"/>
                    <a:pt x="6050" y="1837"/>
                    <a:pt x="5955" y="1869"/>
                  </a:cubicBezTo>
                  <a:cubicBezTo>
                    <a:pt x="5860" y="1901"/>
                    <a:pt x="5733" y="1964"/>
                    <a:pt x="5638" y="1996"/>
                  </a:cubicBezTo>
                  <a:lnTo>
                    <a:pt x="5353" y="2091"/>
                  </a:lnTo>
                  <a:cubicBezTo>
                    <a:pt x="5321" y="2122"/>
                    <a:pt x="5258" y="2122"/>
                    <a:pt x="5226" y="2154"/>
                  </a:cubicBezTo>
                  <a:cubicBezTo>
                    <a:pt x="5163" y="2154"/>
                    <a:pt x="5131" y="2186"/>
                    <a:pt x="5068" y="2217"/>
                  </a:cubicBezTo>
                  <a:cubicBezTo>
                    <a:pt x="4941" y="2249"/>
                    <a:pt x="4783" y="2312"/>
                    <a:pt x="4656" y="2376"/>
                  </a:cubicBezTo>
                  <a:cubicBezTo>
                    <a:pt x="4593" y="2407"/>
                    <a:pt x="4498" y="2439"/>
                    <a:pt x="4434" y="2471"/>
                  </a:cubicBezTo>
                  <a:cubicBezTo>
                    <a:pt x="4308" y="2534"/>
                    <a:pt x="4181" y="2597"/>
                    <a:pt x="4054" y="2661"/>
                  </a:cubicBezTo>
                  <a:cubicBezTo>
                    <a:pt x="3991" y="2661"/>
                    <a:pt x="3959" y="2692"/>
                    <a:pt x="3896" y="2724"/>
                  </a:cubicBezTo>
                  <a:cubicBezTo>
                    <a:pt x="3864" y="2724"/>
                    <a:pt x="3833" y="2756"/>
                    <a:pt x="3801" y="2756"/>
                  </a:cubicBezTo>
                  <a:cubicBezTo>
                    <a:pt x="3706" y="2819"/>
                    <a:pt x="3643" y="2851"/>
                    <a:pt x="3548" y="2882"/>
                  </a:cubicBezTo>
                  <a:cubicBezTo>
                    <a:pt x="3453" y="2946"/>
                    <a:pt x="3358" y="2977"/>
                    <a:pt x="3294" y="3041"/>
                  </a:cubicBezTo>
                  <a:lnTo>
                    <a:pt x="3073" y="3167"/>
                  </a:lnTo>
                  <a:lnTo>
                    <a:pt x="2946" y="3231"/>
                  </a:lnTo>
                  <a:lnTo>
                    <a:pt x="2851" y="3262"/>
                  </a:lnTo>
                  <a:cubicBezTo>
                    <a:pt x="2629" y="3421"/>
                    <a:pt x="2408" y="3547"/>
                    <a:pt x="2218" y="3706"/>
                  </a:cubicBezTo>
                  <a:cubicBezTo>
                    <a:pt x="2218" y="3706"/>
                    <a:pt x="2218" y="3706"/>
                    <a:pt x="2186" y="3706"/>
                  </a:cubicBezTo>
                  <a:cubicBezTo>
                    <a:pt x="2186" y="3706"/>
                    <a:pt x="2154" y="3737"/>
                    <a:pt x="2154" y="3737"/>
                  </a:cubicBezTo>
                  <a:cubicBezTo>
                    <a:pt x="1996" y="3864"/>
                    <a:pt x="1838" y="3991"/>
                    <a:pt x="1679" y="4086"/>
                  </a:cubicBezTo>
                  <a:cubicBezTo>
                    <a:pt x="1648" y="4117"/>
                    <a:pt x="1648" y="4149"/>
                    <a:pt x="1616" y="4149"/>
                  </a:cubicBezTo>
                  <a:cubicBezTo>
                    <a:pt x="1584" y="4181"/>
                    <a:pt x="1584" y="4181"/>
                    <a:pt x="1553" y="4212"/>
                  </a:cubicBezTo>
                  <a:cubicBezTo>
                    <a:pt x="1426" y="4339"/>
                    <a:pt x="1268" y="4466"/>
                    <a:pt x="1141" y="4592"/>
                  </a:cubicBezTo>
                  <a:cubicBezTo>
                    <a:pt x="1141" y="4592"/>
                    <a:pt x="1141" y="4592"/>
                    <a:pt x="1141" y="4592"/>
                  </a:cubicBezTo>
                  <a:lnTo>
                    <a:pt x="1141" y="4592"/>
                  </a:lnTo>
                  <a:cubicBezTo>
                    <a:pt x="1014" y="4719"/>
                    <a:pt x="887" y="4846"/>
                    <a:pt x="792" y="5004"/>
                  </a:cubicBezTo>
                  <a:cubicBezTo>
                    <a:pt x="761" y="5004"/>
                    <a:pt x="761" y="5004"/>
                    <a:pt x="761" y="5036"/>
                  </a:cubicBezTo>
                  <a:cubicBezTo>
                    <a:pt x="729" y="5067"/>
                    <a:pt x="729" y="5099"/>
                    <a:pt x="697" y="5099"/>
                  </a:cubicBezTo>
                  <a:cubicBezTo>
                    <a:pt x="634" y="5226"/>
                    <a:pt x="539" y="5321"/>
                    <a:pt x="507" y="5416"/>
                  </a:cubicBezTo>
                  <a:cubicBezTo>
                    <a:pt x="476" y="5447"/>
                    <a:pt x="444" y="5479"/>
                    <a:pt x="444" y="5479"/>
                  </a:cubicBezTo>
                  <a:cubicBezTo>
                    <a:pt x="444" y="5511"/>
                    <a:pt x="444" y="5511"/>
                    <a:pt x="412" y="5542"/>
                  </a:cubicBezTo>
                  <a:cubicBezTo>
                    <a:pt x="349" y="5669"/>
                    <a:pt x="286" y="5796"/>
                    <a:pt x="222" y="5954"/>
                  </a:cubicBezTo>
                  <a:lnTo>
                    <a:pt x="222" y="5954"/>
                  </a:lnTo>
                  <a:cubicBezTo>
                    <a:pt x="222" y="5954"/>
                    <a:pt x="222" y="5954"/>
                    <a:pt x="222" y="5954"/>
                  </a:cubicBezTo>
                  <a:cubicBezTo>
                    <a:pt x="159" y="6081"/>
                    <a:pt x="127" y="6239"/>
                    <a:pt x="64" y="6366"/>
                  </a:cubicBezTo>
                  <a:cubicBezTo>
                    <a:pt x="64" y="6398"/>
                    <a:pt x="64" y="6398"/>
                    <a:pt x="64" y="6429"/>
                  </a:cubicBezTo>
                  <a:cubicBezTo>
                    <a:pt x="64" y="6493"/>
                    <a:pt x="32" y="6556"/>
                    <a:pt x="32" y="6588"/>
                  </a:cubicBezTo>
                  <a:lnTo>
                    <a:pt x="32" y="6651"/>
                  </a:lnTo>
                  <a:cubicBezTo>
                    <a:pt x="1" y="6746"/>
                    <a:pt x="1" y="6841"/>
                    <a:pt x="1" y="6936"/>
                  </a:cubicBezTo>
                  <a:lnTo>
                    <a:pt x="1" y="6999"/>
                  </a:lnTo>
                  <a:lnTo>
                    <a:pt x="1" y="6999"/>
                  </a:lnTo>
                  <a:lnTo>
                    <a:pt x="1" y="21662"/>
                  </a:lnTo>
                  <a:cubicBezTo>
                    <a:pt x="1" y="21567"/>
                    <a:pt x="1" y="21440"/>
                    <a:pt x="32" y="21314"/>
                  </a:cubicBezTo>
                  <a:cubicBezTo>
                    <a:pt x="32" y="21314"/>
                    <a:pt x="32" y="21282"/>
                    <a:pt x="32" y="21282"/>
                  </a:cubicBezTo>
                  <a:cubicBezTo>
                    <a:pt x="32" y="21187"/>
                    <a:pt x="64" y="21124"/>
                    <a:pt x="64" y="21029"/>
                  </a:cubicBezTo>
                  <a:cubicBezTo>
                    <a:pt x="96" y="20902"/>
                    <a:pt x="159" y="20775"/>
                    <a:pt x="191" y="20617"/>
                  </a:cubicBezTo>
                  <a:cubicBezTo>
                    <a:pt x="191" y="20617"/>
                    <a:pt x="222" y="20617"/>
                    <a:pt x="222" y="20617"/>
                  </a:cubicBezTo>
                  <a:cubicBezTo>
                    <a:pt x="254" y="20490"/>
                    <a:pt x="349" y="20332"/>
                    <a:pt x="412" y="20205"/>
                  </a:cubicBezTo>
                  <a:cubicBezTo>
                    <a:pt x="444" y="20173"/>
                    <a:pt x="476" y="20110"/>
                    <a:pt x="476" y="20078"/>
                  </a:cubicBezTo>
                  <a:cubicBezTo>
                    <a:pt x="539" y="19983"/>
                    <a:pt x="634" y="19888"/>
                    <a:pt x="697" y="19793"/>
                  </a:cubicBezTo>
                  <a:cubicBezTo>
                    <a:pt x="729" y="19762"/>
                    <a:pt x="761" y="19698"/>
                    <a:pt x="792" y="19667"/>
                  </a:cubicBezTo>
                  <a:cubicBezTo>
                    <a:pt x="887" y="19540"/>
                    <a:pt x="1014" y="19413"/>
                    <a:pt x="1141" y="19287"/>
                  </a:cubicBezTo>
                  <a:lnTo>
                    <a:pt x="1141" y="19255"/>
                  </a:lnTo>
                  <a:cubicBezTo>
                    <a:pt x="1268" y="19128"/>
                    <a:pt x="1426" y="19002"/>
                    <a:pt x="1553" y="18875"/>
                  </a:cubicBezTo>
                  <a:cubicBezTo>
                    <a:pt x="1584" y="18843"/>
                    <a:pt x="1648" y="18812"/>
                    <a:pt x="1679" y="18780"/>
                  </a:cubicBezTo>
                  <a:cubicBezTo>
                    <a:pt x="1838" y="18653"/>
                    <a:pt x="1996" y="18527"/>
                    <a:pt x="2154" y="18400"/>
                  </a:cubicBezTo>
                  <a:cubicBezTo>
                    <a:pt x="2186" y="18400"/>
                    <a:pt x="2186" y="18368"/>
                    <a:pt x="2218" y="18368"/>
                  </a:cubicBezTo>
                  <a:cubicBezTo>
                    <a:pt x="2408" y="18210"/>
                    <a:pt x="2629" y="18083"/>
                    <a:pt x="2883" y="17957"/>
                  </a:cubicBezTo>
                  <a:lnTo>
                    <a:pt x="3073" y="17830"/>
                  </a:lnTo>
                  <a:lnTo>
                    <a:pt x="3294" y="17703"/>
                  </a:lnTo>
                  <a:cubicBezTo>
                    <a:pt x="3389" y="17672"/>
                    <a:pt x="3484" y="17608"/>
                    <a:pt x="3579" y="17545"/>
                  </a:cubicBezTo>
                  <a:cubicBezTo>
                    <a:pt x="3643" y="17513"/>
                    <a:pt x="3706" y="17482"/>
                    <a:pt x="3801" y="17450"/>
                  </a:cubicBezTo>
                  <a:cubicBezTo>
                    <a:pt x="3864" y="17418"/>
                    <a:pt x="3959" y="17355"/>
                    <a:pt x="4054" y="17323"/>
                  </a:cubicBezTo>
                  <a:cubicBezTo>
                    <a:pt x="4181" y="17260"/>
                    <a:pt x="4308" y="17197"/>
                    <a:pt x="4434" y="17165"/>
                  </a:cubicBezTo>
                  <a:cubicBezTo>
                    <a:pt x="4498" y="17102"/>
                    <a:pt x="4593" y="17070"/>
                    <a:pt x="4656" y="17038"/>
                  </a:cubicBezTo>
                  <a:cubicBezTo>
                    <a:pt x="4814" y="16975"/>
                    <a:pt x="4941" y="16943"/>
                    <a:pt x="5068" y="16880"/>
                  </a:cubicBezTo>
                  <a:cubicBezTo>
                    <a:pt x="5163" y="16848"/>
                    <a:pt x="5258" y="16817"/>
                    <a:pt x="5353" y="16753"/>
                  </a:cubicBezTo>
                  <a:cubicBezTo>
                    <a:pt x="5448" y="16722"/>
                    <a:pt x="5543" y="16690"/>
                    <a:pt x="5638" y="16658"/>
                  </a:cubicBezTo>
                  <a:cubicBezTo>
                    <a:pt x="5733" y="16627"/>
                    <a:pt x="5860" y="16563"/>
                    <a:pt x="5955" y="16532"/>
                  </a:cubicBezTo>
                  <a:cubicBezTo>
                    <a:pt x="6081" y="16500"/>
                    <a:pt x="6176" y="16468"/>
                    <a:pt x="6271" y="16437"/>
                  </a:cubicBezTo>
                  <a:cubicBezTo>
                    <a:pt x="6398" y="16405"/>
                    <a:pt x="6493" y="16342"/>
                    <a:pt x="6620" y="16310"/>
                  </a:cubicBezTo>
                  <a:cubicBezTo>
                    <a:pt x="6715" y="16278"/>
                    <a:pt x="6841" y="16247"/>
                    <a:pt x="6936" y="16215"/>
                  </a:cubicBezTo>
                  <a:cubicBezTo>
                    <a:pt x="7063" y="16183"/>
                    <a:pt x="7190" y="16152"/>
                    <a:pt x="7316" y="16120"/>
                  </a:cubicBezTo>
                  <a:cubicBezTo>
                    <a:pt x="7411" y="16088"/>
                    <a:pt x="7506" y="16057"/>
                    <a:pt x="7633" y="16025"/>
                  </a:cubicBezTo>
                  <a:cubicBezTo>
                    <a:pt x="7728" y="15993"/>
                    <a:pt x="7855" y="15962"/>
                    <a:pt x="7981" y="15930"/>
                  </a:cubicBezTo>
                  <a:cubicBezTo>
                    <a:pt x="8140" y="15898"/>
                    <a:pt x="8298" y="15835"/>
                    <a:pt x="8456" y="15803"/>
                  </a:cubicBezTo>
                  <a:cubicBezTo>
                    <a:pt x="8583" y="15772"/>
                    <a:pt x="8678" y="15740"/>
                    <a:pt x="8805" y="15708"/>
                  </a:cubicBezTo>
                  <a:cubicBezTo>
                    <a:pt x="8963" y="15677"/>
                    <a:pt x="9153" y="15645"/>
                    <a:pt x="9343" y="15613"/>
                  </a:cubicBezTo>
                  <a:cubicBezTo>
                    <a:pt x="9438" y="15582"/>
                    <a:pt x="9533" y="15550"/>
                    <a:pt x="9628" y="15550"/>
                  </a:cubicBezTo>
                  <a:cubicBezTo>
                    <a:pt x="9882" y="15486"/>
                    <a:pt x="10103" y="15455"/>
                    <a:pt x="10357" y="15391"/>
                  </a:cubicBezTo>
                  <a:cubicBezTo>
                    <a:pt x="10388" y="15391"/>
                    <a:pt x="10452" y="15360"/>
                    <a:pt x="10515" y="15360"/>
                  </a:cubicBezTo>
                  <a:cubicBezTo>
                    <a:pt x="10800" y="15296"/>
                    <a:pt x="11085" y="15265"/>
                    <a:pt x="11402" y="15201"/>
                  </a:cubicBezTo>
                  <a:cubicBezTo>
                    <a:pt x="11433" y="15201"/>
                    <a:pt x="11497" y="15201"/>
                    <a:pt x="11560" y="15170"/>
                  </a:cubicBezTo>
                  <a:cubicBezTo>
                    <a:pt x="11940" y="15138"/>
                    <a:pt x="12320" y="15075"/>
                    <a:pt x="12700" y="15011"/>
                  </a:cubicBezTo>
                  <a:cubicBezTo>
                    <a:pt x="12763" y="15011"/>
                    <a:pt x="12858" y="15011"/>
                    <a:pt x="12922" y="14980"/>
                  </a:cubicBezTo>
                  <a:cubicBezTo>
                    <a:pt x="13333" y="14948"/>
                    <a:pt x="13745" y="14885"/>
                    <a:pt x="14188" y="14853"/>
                  </a:cubicBezTo>
                  <a:cubicBezTo>
                    <a:pt x="14252" y="14853"/>
                    <a:pt x="14347" y="14853"/>
                    <a:pt x="14410" y="14853"/>
                  </a:cubicBezTo>
                  <a:cubicBezTo>
                    <a:pt x="14917" y="14790"/>
                    <a:pt x="15455" y="14758"/>
                    <a:pt x="15962" y="14726"/>
                  </a:cubicBezTo>
                  <a:cubicBezTo>
                    <a:pt x="16057" y="14726"/>
                    <a:pt x="16120" y="14726"/>
                    <a:pt x="16215" y="14726"/>
                  </a:cubicBezTo>
                  <a:cubicBezTo>
                    <a:pt x="16627" y="14695"/>
                    <a:pt x="17070" y="14695"/>
                    <a:pt x="17514" y="14663"/>
                  </a:cubicBezTo>
                  <a:cubicBezTo>
                    <a:pt x="17545" y="14663"/>
                    <a:pt x="17545" y="14663"/>
                    <a:pt x="17609" y="14663"/>
                  </a:cubicBezTo>
                  <a:cubicBezTo>
                    <a:pt x="17925" y="14663"/>
                    <a:pt x="18242" y="14663"/>
                    <a:pt x="18590" y="14663"/>
                  </a:cubicBezTo>
                  <a:cubicBezTo>
                    <a:pt x="18781" y="14663"/>
                    <a:pt x="18971" y="14663"/>
                    <a:pt x="19161" y="14663"/>
                  </a:cubicBezTo>
                  <a:cubicBezTo>
                    <a:pt x="19477" y="14663"/>
                    <a:pt x="19762" y="14663"/>
                    <a:pt x="20079" y="14695"/>
                  </a:cubicBezTo>
                  <a:cubicBezTo>
                    <a:pt x="20174" y="14726"/>
                    <a:pt x="20237" y="14726"/>
                    <a:pt x="20332" y="14726"/>
                  </a:cubicBezTo>
                  <a:close/>
                </a:path>
              </a:pathLst>
            </a:custGeom>
            <a:solidFill>
              <a:srgbClr val="00A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0" name="Google Shape;5180;p29"/>
            <p:cNvSpPr/>
            <p:nvPr/>
          </p:nvSpPr>
          <p:spPr>
            <a:xfrm>
              <a:off x="4025638" y="2713280"/>
              <a:ext cx="1159249" cy="279276"/>
            </a:xfrm>
            <a:custGeom>
              <a:rect b="b" l="l" r="r" t="t"/>
              <a:pathLst>
                <a:path extrusionOk="0" h="8774" w="36420">
                  <a:moveTo>
                    <a:pt x="17830" y="8773"/>
                  </a:moveTo>
                  <a:cubicBezTo>
                    <a:pt x="28091" y="8773"/>
                    <a:pt x="36420" y="5860"/>
                    <a:pt x="36420" y="2313"/>
                  </a:cubicBezTo>
                  <a:cubicBezTo>
                    <a:pt x="36420" y="1489"/>
                    <a:pt x="35976" y="729"/>
                    <a:pt x="35216" y="1"/>
                  </a:cubicBezTo>
                  <a:cubicBezTo>
                    <a:pt x="35691" y="571"/>
                    <a:pt x="35945" y="1173"/>
                    <a:pt x="35945" y="1806"/>
                  </a:cubicBezTo>
                  <a:cubicBezTo>
                    <a:pt x="35945" y="5385"/>
                    <a:pt x="27616" y="8266"/>
                    <a:pt x="17355" y="8266"/>
                  </a:cubicBezTo>
                  <a:cubicBezTo>
                    <a:pt x="9438" y="8266"/>
                    <a:pt x="2660" y="6525"/>
                    <a:pt x="0" y="4118"/>
                  </a:cubicBezTo>
                  <a:cubicBezTo>
                    <a:pt x="2217" y="6810"/>
                    <a:pt x="9374" y="8773"/>
                    <a:pt x="17830" y="87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1" name="Google Shape;5181;p29"/>
            <p:cNvSpPr/>
            <p:nvPr/>
          </p:nvSpPr>
          <p:spPr>
            <a:xfrm>
              <a:off x="4115335" y="2196170"/>
              <a:ext cx="918359" cy="536304"/>
            </a:xfrm>
            <a:custGeom>
              <a:rect b="b" l="l" r="r" t="t"/>
              <a:pathLst>
                <a:path extrusionOk="0" h="16849" w="28852">
                  <a:moveTo>
                    <a:pt x="15804" y="11401"/>
                  </a:moveTo>
                  <a:cubicBezTo>
                    <a:pt x="16089" y="11433"/>
                    <a:pt x="16374" y="11433"/>
                    <a:pt x="16659" y="11465"/>
                  </a:cubicBezTo>
                  <a:cubicBezTo>
                    <a:pt x="16722" y="11465"/>
                    <a:pt x="16754" y="11465"/>
                    <a:pt x="16817" y="11465"/>
                  </a:cubicBezTo>
                  <a:cubicBezTo>
                    <a:pt x="17039" y="11496"/>
                    <a:pt x="17292" y="11496"/>
                    <a:pt x="17514" y="11528"/>
                  </a:cubicBezTo>
                  <a:lnTo>
                    <a:pt x="17767" y="11528"/>
                  </a:lnTo>
                  <a:cubicBezTo>
                    <a:pt x="17989" y="11560"/>
                    <a:pt x="18179" y="11591"/>
                    <a:pt x="18400" y="11591"/>
                  </a:cubicBezTo>
                  <a:lnTo>
                    <a:pt x="18590" y="11623"/>
                  </a:lnTo>
                  <a:cubicBezTo>
                    <a:pt x="18875" y="11655"/>
                    <a:pt x="19161" y="11686"/>
                    <a:pt x="19414" y="11718"/>
                  </a:cubicBezTo>
                  <a:cubicBezTo>
                    <a:pt x="19477" y="11750"/>
                    <a:pt x="19509" y="11750"/>
                    <a:pt x="19572" y="11750"/>
                  </a:cubicBezTo>
                  <a:cubicBezTo>
                    <a:pt x="19794" y="11782"/>
                    <a:pt x="20016" y="11813"/>
                    <a:pt x="20237" y="11877"/>
                  </a:cubicBezTo>
                  <a:cubicBezTo>
                    <a:pt x="20332" y="11877"/>
                    <a:pt x="20396" y="11877"/>
                    <a:pt x="20459" y="11908"/>
                  </a:cubicBezTo>
                  <a:cubicBezTo>
                    <a:pt x="20744" y="11940"/>
                    <a:pt x="21029" y="12003"/>
                    <a:pt x="21282" y="12067"/>
                  </a:cubicBezTo>
                  <a:cubicBezTo>
                    <a:pt x="21314" y="12067"/>
                    <a:pt x="21314" y="12067"/>
                    <a:pt x="21346" y="12067"/>
                  </a:cubicBezTo>
                  <a:cubicBezTo>
                    <a:pt x="21631" y="12130"/>
                    <a:pt x="21916" y="12193"/>
                    <a:pt x="22169" y="12257"/>
                  </a:cubicBezTo>
                  <a:cubicBezTo>
                    <a:pt x="22232" y="12257"/>
                    <a:pt x="22296" y="12288"/>
                    <a:pt x="22327" y="12288"/>
                  </a:cubicBezTo>
                  <a:cubicBezTo>
                    <a:pt x="22644" y="12352"/>
                    <a:pt x="22961" y="12447"/>
                    <a:pt x="23277" y="12542"/>
                  </a:cubicBezTo>
                  <a:cubicBezTo>
                    <a:pt x="23309" y="12573"/>
                    <a:pt x="23372" y="12573"/>
                    <a:pt x="23436" y="12605"/>
                  </a:cubicBezTo>
                  <a:cubicBezTo>
                    <a:pt x="23563" y="12637"/>
                    <a:pt x="23689" y="12668"/>
                    <a:pt x="23816" y="12700"/>
                  </a:cubicBezTo>
                  <a:cubicBezTo>
                    <a:pt x="23879" y="12732"/>
                    <a:pt x="23943" y="12763"/>
                    <a:pt x="24038" y="12795"/>
                  </a:cubicBezTo>
                  <a:cubicBezTo>
                    <a:pt x="24164" y="12827"/>
                    <a:pt x="24291" y="12890"/>
                    <a:pt x="24418" y="12922"/>
                  </a:cubicBezTo>
                  <a:cubicBezTo>
                    <a:pt x="24481" y="12953"/>
                    <a:pt x="24544" y="12953"/>
                    <a:pt x="24576" y="12985"/>
                  </a:cubicBezTo>
                  <a:cubicBezTo>
                    <a:pt x="24671" y="13017"/>
                    <a:pt x="24734" y="13048"/>
                    <a:pt x="24829" y="13080"/>
                  </a:cubicBezTo>
                  <a:cubicBezTo>
                    <a:pt x="24893" y="13112"/>
                    <a:pt x="24988" y="13143"/>
                    <a:pt x="25051" y="13175"/>
                  </a:cubicBezTo>
                  <a:cubicBezTo>
                    <a:pt x="25146" y="13207"/>
                    <a:pt x="25209" y="13238"/>
                    <a:pt x="25304" y="13270"/>
                  </a:cubicBezTo>
                  <a:cubicBezTo>
                    <a:pt x="25368" y="13302"/>
                    <a:pt x="25431" y="13333"/>
                    <a:pt x="25526" y="13365"/>
                  </a:cubicBezTo>
                  <a:lnTo>
                    <a:pt x="25748" y="13460"/>
                  </a:lnTo>
                  <a:cubicBezTo>
                    <a:pt x="25811" y="13492"/>
                    <a:pt x="25874" y="13555"/>
                    <a:pt x="25938" y="13587"/>
                  </a:cubicBezTo>
                  <a:cubicBezTo>
                    <a:pt x="26001" y="13618"/>
                    <a:pt x="26096" y="13650"/>
                    <a:pt x="26159" y="13682"/>
                  </a:cubicBezTo>
                  <a:cubicBezTo>
                    <a:pt x="26223" y="13713"/>
                    <a:pt x="26286" y="13745"/>
                    <a:pt x="26349" y="13777"/>
                  </a:cubicBezTo>
                  <a:cubicBezTo>
                    <a:pt x="26413" y="13808"/>
                    <a:pt x="26476" y="13872"/>
                    <a:pt x="26539" y="13903"/>
                  </a:cubicBezTo>
                  <a:cubicBezTo>
                    <a:pt x="26603" y="13935"/>
                    <a:pt x="26666" y="13967"/>
                    <a:pt x="26729" y="13998"/>
                  </a:cubicBezTo>
                  <a:cubicBezTo>
                    <a:pt x="26793" y="14062"/>
                    <a:pt x="26856" y="14093"/>
                    <a:pt x="26919" y="14125"/>
                  </a:cubicBezTo>
                  <a:cubicBezTo>
                    <a:pt x="26951" y="14157"/>
                    <a:pt x="27014" y="14188"/>
                    <a:pt x="27078" y="14252"/>
                  </a:cubicBezTo>
                  <a:cubicBezTo>
                    <a:pt x="27141" y="14283"/>
                    <a:pt x="27204" y="14315"/>
                    <a:pt x="27268" y="14347"/>
                  </a:cubicBezTo>
                  <a:cubicBezTo>
                    <a:pt x="27299" y="14410"/>
                    <a:pt x="27363" y="14442"/>
                    <a:pt x="27394" y="14473"/>
                  </a:cubicBezTo>
                  <a:cubicBezTo>
                    <a:pt x="27458" y="14505"/>
                    <a:pt x="27489" y="14568"/>
                    <a:pt x="27553" y="14600"/>
                  </a:cubicBezTo>
                  <a:cubicBezTo>
                    <a:pt x="27616" y="14632"/>
                    <a:pt x="27648" y="14663"/>
                    <a:pt x="27711" y="14727"/>
                  </a:cubicBezTo>
                  <a:cubicBezTo>
                    <a:pt x="27743" y="14758"/>
                    <a:pt x="27806" y="14790"/>
                    <a:pt x="27838" y="14853"/>
                  </a:cubicBezTo>
                  <a:cubicBezTo>
                    <a:pt x="27870" y="14885"/>
                    <a:pt x="27933" y="14917"/>
                    <a:pt x="27965" y="14948"/>
                  </a:cubicBezTo>
                  <a:cubicBezTo>
                    <a:pt x="27996" y="15012"/>
                    <a:pt x="28028" y="15043"/>
                    <a:pt x="28091" y="15107"/>
                  </a:cubicBezTo>
                  <a:cubicBezTo>
                    <a:pt x="28123" y="15138"/>
                    <a:pt x="28155" y="15170"/>
                    <a:pt x="28186" y="15202"/>
                  </a:cubicBezTo>
                  <a:cubicBezTo>
                    <a:pt x="28218" y="15265"/>
                    <a:pt x="28250" y="15297"/>
                    <a:pt x="28281" y="15360"/>
                  </a:cubicBezTo>
                  <a:cubicBezTo>
                    <a:pt x="28313" y="15392"/>
                    <a:pt x="28345" y="15423"/>
                    <a:pt x="28376" y="15455"/>
                  </a:cubicBezTo>
                  <a:cubicBezTo>
                    <a:pt x="28408" y="15518"/>
                    <a:pt x="28440" y="15582"/>
                    <a:pt x="28471" y="15613"/>
                  </a:cubicBezTo>
                  <a:cubicBezTo>
                    <a:pt x="28503" y="15645"/>
                    <a:pt x="28535" y="15708"/>
                    <a:pt x="28535" y="15740"/>
                  </a:cubicBezTo>
                  <a:cubicBezTo>
                    <a:pt x="28566" y="15803"/>
                    <a:pt x="28598" y="15835"/>
                    <a:pt x="28630" y="15898"/>
                  </a:cubicBezTo>
                  <a:cubicBezTo>
                    <a:pt x="28630" y="15930"/>
                    <a:pt x="28661" y="15962"/>
                    <a:pt x="28693" y="15993"/>
                  </a:cubicBezTo>
                  <a:cubicBezTo>
                    <a:pt x="28693" y="16057"/>
                    <a:pt x="28725" y="16120"/>
                    <a:pt x="28725" y="16183"/>
                  </a:cubicBezTo>
                  <a:cubicBezTo>
                    <a:pt x="28756" y="16215"/>
                    <a:pt x="28756" y="16247"/>
                    <a:pt x="28756" y="16278"/>
                  </a:cubicBezTo>
                  <a:cubicBezTo>
                    <a:pt x="28788" y="16342"/>
                    <a:pt x="28788" y="16405"/>
                    <a:pt x="28820" y="16468"/>
                  </a:cubicBezTo>
                  <a:cubicBezTo>
                    <a:pt x="28820" y="16500"/>
                    <a:pt x="28820" y="16532"/>
                    <a:pt x="28820" y="16564"/>
                  </a:cubicBezTo>
                  <a:cubicBezTo>
                    <a:pt x="28851" y="16659"/>
                    <a:pt x="28851" y="16754"/>
                    <a:pt x="28851" y="16849"/>
                  </a:cubicBezTo>
                  <a:lnTo>
                    <a:pt x="28851" y="5448"/>
                  </a:lnTo>
                  <a:cubicBezTo>
                    <a:pt x="28851" y="5353"/>
                    <a:pt x="28851" y="5258"/>
                    <a:pt x="28820" y="5163"/>
                  </a:cubicBezTo>
                  <a:cubicBezTo>
                    <a:pt x="28820" y="5131"/>
                    <a:pt x="28820" y="5099"/>
                    <a:pt x="28820" y="5068"/>
                  </a:cubicBezTo>
                  <a:cubicBezTo>
                    <a:pt x="28788" y="5004"/>
                    <a:pt x="28788" y="4941"/>
                    <a:pt x="28756" y="4878"/>
                  </a:cubicBezTo>
                  <a:cubicBezTo>
                    <a:pt x="28756" y="4846"/>
                    <a:pt x="28756" y="4814"/>
                    <a:pt x="28725" y="4783"/>
                  </a:cubicBezTo>
                  <a:cubicBezTo>
                    <a:pt x="28725" y="4719"/>
                    <a:pt x="28693" y="4656"/>
                    <a:pt x="28693" y="4624"/>
                  </a:cubicBezTo>
                  <a:cubicBezTo>
                    <a:pt x="28661" y="4561"/>
                    <a:pt x="28630" y="4529"/>
                    <a:pt x="28630" y="4498"/>
                  </a:cubicBezTo>
                  <a:cubicBezTo>
                    <a:pt x="28598" y="4434"/>
                    <a:pt x="28566" y="4403"/>
                    <a:pt x="28535" y="4339"/>
                  </a:cubicBezTo>
                  <a:cubicBezTo>
                    <a:pt x="28535" y="4308"/>
                    <a:pt x="28503" y="4276"/>
                    <a:pt x="28471" y="4213"/>
                  </a:cubicBezTo>
                  <a:cubicBezTo>
                    <a:pt x="28440" y="4181"/>
                    <a:pt x="28408" y="4118"/>
                    <a:pt x="28376" y="4086"/>
                  </a:cubicBezTo>
                  <a:cubicBezTo>
                    <a:pt x="28345" y="4054"/>
                    <a:pt x="28313" y="3991"/>
                    <a:pt x="28281" y="3959"/>
                  </a:cubicBezTo>
                  <a:cubicBezTo>
                    <a:pt x="28250" y="3928"/>
                    <a:pt x="28218" y="3864"/>
                    <a:pt x="28186" y="3833"/>
                  </a:cubicBezTo>
                  <a:cubicBezTo>
                    <a:pt x="28155" y="3769"/>
                    <a:pt x="28123" y="3738"/>
                    <a:pt x="28091" y="3706"/>
                  </a:cubicBezTo>
                  <a:cubicBezTo>
                    <a:pt x="28028" y="3674"/>
                    <a:pt x="27996" y="3611"/>
                    <a:pt x="27965" y="3579"/>
                  </a:cubicBezTo>
                  <a:cubicBezTo>
                    <a:pt x="27933" y="3516"/>
                    <a:pt x="27870" y="3484"/>
                    <a:pt x="27838" y="3453"/>
                  </a:cubicBezTo>
                  <a:cubicBezTo>
                    <a:pt x="27774" y="3421"/>
                    <a:pt x="27743" y="3358"/>
                    <a:pt x="27711" y="3326"/>
                  </a:cubicBezTo>
                  <a:cubicBezTo>
                    <a:pt x="27648" y="3294"/>
                    <a:pt x="27616" y="3263"/>
                    <a:pt x="27553" y="3199"/>
                  </a:cubicBezTo>
                  <a:cubicBezTo>
                    <a:pt x="27489" y="3168"/>
                    <a:pt x="27458" y="3136"/>
                    <a:pt x="27394" y="3073"/>
                  </a:cubicBezTo>
                  <a:cubicBezTo>
                    <a:pt x="27363" y="3041"/>
                    <a:pt x="27299" y="3009"/>
                    <a:pt x="27268" y="2978"/>
                  </a:cubicBezTo>
                  <a:cubicBezTo>
                    <a:pt x="27204" y="2946"/>
                    <a:pt x="27141" y="2883"/>
                    <a:pt x="27078" y="2851"/>
                  </a:cubicBezTo>
                  <a:cubicBezTo>
                    <a:pt x="27014" y="2819"/>
                    <a:pt x="26983" y="2788"/>
                    <a:pt x="26919" y="2724"/>
                  </a:cubicBezTo>
                  <a:cubicBezTo>
                    <a:pt x="26856" y="2693"/>
                    <a:pt x="26793" y="2661"/>
                    <a:pt x="26729" y="2629"/>
                  </a:cubicBezTo>
                  <a:cubicBezTo>
                    <a:pt x="26666" y="2598"/>
                    <a:pt x="26603" y="2534"/>
                    <a:pt x="26539" y="2503"/>
                  </a:cubicBezTo>
                  <a:cubicBezTo>
                    <a:pt x="26476" y="2471"/>
                    <a:pt x="26413" y="2439"/>
                    <a:pt x="26349" y="2408"/>
                  </a:cubicBezTo>
                  <a:cubicBezTo>
                    <a:pt x="26286" y="2376"/>
                    <a:pt x="26223" y="2313"/>
                    <a:pt x="26159" y="2281"/>
                  </a:cubicBezTo>
                  <a:cubicBezTo>
                    <a:pt x="26096" y="2249"/>
                    <a:pt x="26001" y="2217"/>
                    <a:pt x="25938" y="2186"/>
                  </a:cubicBezTo>
                  <a:cubicBezTo>
                    <a:pt x="25874" y="2154"/>
                    <a:pt x="25811" y="2122"/>
                    <a:pt x="25748" y="2091"/>
                  </a:cubicBezTo>
                  <a:cubicBezTo>
                    <a:pt x="25653" y="2059"/>
                    <a:pt x="25589" y="2027"/>
                    <a:pt x="25526" y="1964"/>
                  </a:cubicBezTo>
                  <a:cubicBezTo>
                    <a:pt x="25431" y="1932"/>
                    <a:pt x="25368" y="1901"/>
                    <a:pt x="25304" y="1869"/>
                  </a:cubicBezTo>
                  <a:cubicBezTo>
                    <a:pt x="25209" y="1837"/>
                    <a:pt x="25146" y="1806"/>
                    <a:pt x="25051" y="1774"/>
                  </a:cubicBezTo>
                  <a:cubicBezTo>
                    <a:pt x="24988" y="1742"/>
                    <a:pt x="24893" y="1711"/>
                    <a:pt x="24829" y="1679"/>
                  </a:cubicBezTo>
                  <a:cubicBezTo>
                    <a:pt x="24734" y="1647"/>
                    <a:pt x="24671" y="1616"/>
                    <a:pt x="24576" y="1584"/>
                  </a:cubicBezTo>
                  <a:lnTo>
                    <a:pt x="24544" y="1584"/>
                  </a:lnTo>
                  <a:cubicBezTo>
                    <a:pt x="24513" y="1552"/>
                    <a:pt x="24481" y="1552"/>
                    <a:pt x="24418" y="1521"/>
                  </a:cubicBezTo>
                  <a:cubicBezTo>
                    <a:pt x="24291" y="1489"/>
                    <a:pt x="24164" y="1426"/>
                    <a:pt x="24038" y="1394"/>
                  </a:cubicBezTo>
                  <a:cubicBezTo>
                    <a:pt x="23974" y="1362"/>
                    <a:pt x="23879" y="1362"/>
                    <a:pt x="23816" y="1331"/>
                  </a:cubicBezTo>
                  <a:cubicBezTo>
                    <a:pt x="23689" y="1299"/>
                    <a:pt x="23563" y="1236"/>
                    <a:pt x="23436" y="1204"/>
                  </a:cubicBezTo>
                  <a:cubicBezTo>
                    <a:pt x="23404" y="1204"/>
                    <a:pt x="23372" y="1172"/>
                    <a:pt x="23341" y="1172"/>
                  </a:cubicBezTo>
                  <a:cubicBezTo>
                    <a:pt x="23309" y="1172"/>
                    <a:pt x="23309" y="1172"/>
                    <a:pt x="23277" y="1141"/>
                  </a:cubicBezTo>
                  <a:cubicBezTo>
                    <a:pt x="22961" y="1077"/>
                    <a:pt x="22644" y="982"/>
                    <a:pt x="22327" y="887"/>
                  </a:cubicBezTo>
                  <a:cubicBezTo>
                    <a:pt x="22327" y="887"/>
                    <a:pt x="22296" y="887"/>
                    <a:pt x="22296" y="887"/>
                  </a:cubicBezTo>
                  <a:cubicBezTo>
                    <a:pt x="22264" y="887"/>
                    <a:pt x="22232" y="856"/>
                    <a:pt x="22169" y="856"/>
                  </a:cubicBezTo>
                  <a:cubicBezTo>
                    <a:pt x="21916" y="792"/>
                    <a:pt x="21631" y="729"/>
                    <a:pt x="21346" y="666"/>
                  </a:cubicBezTo>
                  <a:cubicBezTo>
                    <a:pt x="21314" y="666"/>
                    <a:pt x="21314" y="666"/>
                    <a:pt x="21314" y="666"/>
                  </a:cubicBezTo>
                  <a:lnTo>
                    <a:pt x="21282" y="666"/>
                  </a:lnTo>
                  <a:cubicBezTo>
                    <a:pt x="21029" y="602"/>
                    <a:pt x="20744" y="571"/>
                    <a:pt x="20459" y="507"/>
                  </a:cubicBezTo>
                  <a:cubicBezTo>
                    <a:pt x="20427" y="507"/>
                    <a:pt x="20396" y="507"/>
                    <a:pt x="20364" y="476"/>
                  </a:cubicBezTo>
                  <a:cubicBezTo>
                    <a:pt x="20332" y="476"/>
                    <a:pt x="20301" y="476"/>
                    <a:pt x="20237" y="476"/>
                  </a:cubicBezTo>
                  <a:cubicBezTo>
                    <a:pt x="20016" y="444"/>
                    <a:pt x="19794" y="381"/>
                    <a:pt x="19572" y="349"/>
                  </a:cubicBezTo>
                  <a:cubicBezTo>
                    <a:pt x="19541" y="349"/>
                    <a:pt x="19509" y="349"/>
                    <a:pt x="19446" y="349"/>
                  </a:cubicBezTo>
                  <a:cubicBezTo>
                    <a:pt x="19446" y="349"/>
                    <a:pt x="19446" y="349"/>
                    <a:pt x="19414" y="349"/>
                  </a:cubicBezTo>
                  <a:cubicBezTo>
                    <a:pt x="19161" y="317"/>
                    <a:pt x="18875" y="286"/>
                    <a:pt x="18622" y="254"/>
                  </a:cubicBezTo>
                  <a:cubicBezTo>
                    <a:pt x="18590" y="222"/>
                    <a:pt x="18559" y="222"/>
                    <a:pt x="18559" y="222"/>
                  </a:cubicBezTo>
                  <a:cubicBezTo>
                    <a:pt x="18495" y="222"/>
                    <a:pt x="18432" y="222"/>
                    <a:pt x="18400" y="222"/>
                  </a:cubicBezTo>
                  <a:cubicBezTo>
                    <a:pt x="18179" y="191"/>
                    <a:pt x="17989" y="159"/>
                    <a:pt x="17767" y="159"/>
                  </a:cubicBezTo>
                  <a:cubicBezTo>
                    <a:pt x="17735" y="159"/>
                    <a:pt x="17672" y="127"/>
                    <a:pt x="17640" y="127"/>
                  </a:cubicBezTo>
                  <a:cubicBezTo>
                    <a:pt x="17609" y="127"/>
                    <a:pt x="17545" y="127"/>
                    <a:pt x="17514" y="127"/>
                  </a:cubicBezTo>
                  <a:cubicBezTo>
                    <a:pt x="17292" y="127"/>
                    <a:pt x="17070" y="96"/>
                    <a:pt x="16849" y="96"/>
                  </a:cubicBezTo>
                  <a:cubicBezTo>
                    <a:pt x="16785" y="64"/>
                    <a:pt x="16754" y="64"/>
                    <a:pt x="16690" y="64"/>
                  </a:cubicBezTo>
                  <a:lnTo>
                    <a:pt x="16659" y="64"/>
                  </a:lnTo>
                  <a:cubicBezTo>
                    <a:pt x="16374" y="64"/>
                    <a:pt x="16089" y="32"/>
                    <a:pt x="15804" y="32"/>
                  </a:cubicBezTo>
                  <a:cubicBezTo>
                    <a:pt x="15772" y="32"/>
                    <a:pt x="15740" y="32"/>
                    <a:pt x="15740" y="32"/>
                  </a:cubicBezTo>
                  <a:cubicBezTo>
                    <a:pt x="15677" y="32"/>
                    <a:pt x="15645" y="32"/>
                    <a:pt x="15582" y="32"/>
                  </a:cubicBezTo>
                  <a:cubicBezTo>
                    <a:pt x="15360" y="32"/>
                    <a:pt x="15107" y="1"/>
                    <a:pt x="14854" y="1"/>
                  </a:cubicBezTo>
                  <a:cubicBezTo>
                    <a:pt x="14822" y="1"/>
                    <a:pt x="14759" y="1"/>
                    <a:pt x="14727" y="1"/>
                  </a:cubicBezTo>
                  <a:lnTo>
                    <a:pt x="14410" y="1"/>
                  </a:lnTo>
                  <a:cubicBezTo>
                    <a:pt x="14157" y="1"/>
                    <a:pt x="13903" y="1"/>
                    <a:pt x="13650" y="1"/>
                  </a:cubicBezTo>
                  <a:lnTo>
                    <a:pt x="13650" y="1"/>
                  </a:lnTo>
                  <a:lnTo>
                    <a:pt x="13587" y="1"/>
                  </a:lnTo>
                  <a:cubicBezTo>
                    <a:pt x="13270" y="32"/>
                    <a:pt x="12922" y="32"/>
                    <a:pt x="12605" y="64"/>
                  </a:cubicBezTo>
                  <a:cubicBezTo>
                    <a:pt x="12542" y="64"/>
                    <a:pt x="12510" y="64"/>
                    <a:pt x="12478" y="64"/>
                  </a:cubicBezTo>
                  <a:cubicBezTo>
                    <a:pt x="12447" y="64"/>
                    <a:pt x="12415" y="64"/>
                    <a:pt x="12383" y="64"/>
                  </a:cubicBezTo>
                  <a:cubicBezTo>
                    <a:pt x="12003" y="64"/>
                    <a:pt x="11592" y="96"/>
                    <a:pt x="11180" y="127"/>
                  </a:cubicBezTo>
                  <a:cubicBezTo>
                    <a:pt x="11148" y="159"/>
                    <a:pt x="11117" y="159"/>
                    <a:pt x="11085" y="159"/>
                  </a:cubicBezTo>
                  <a:cubicBezTo>
                    <a:pt x="11053" y="159"/>
                    <a:pt x="11053" y="159"/>
                    <a:pt x="11022" y="159"/>
                  </a:cubicBezTo>
                  <a:cubicBezTo>
                    <a:pt x="10673" y="191"/>
                    <a:pt x="10357" y="222"/>
                    <a:pt x="10040" y="254"/>
                  </a:cubicBezTo>
                  <a:cubicBezTo>
                    <a:pt x="9976" y="254"/>
                    <a:pt x="9913" y="286"/>
                    <a:pt x="9881" y="286"/>
                  </a:cubicBezTo>
                  <a:cubicBezTo>
                    <a:pt x="9565" y="317"/>
                    <a:pt x="9248" y="349"/>
                    <a:pt x="8963" y="412"/>
                  </a:cubicBezTo>
                  <a:cubicBezTo>
                    <a:pt x="8931" y="412"/>
                    <a:pt x="8931" y="412"/>
                    <a:pt x="8900" y="412"/>
                  </a:cubicBezTo>
                  <a:cubicBezTo>
                    <a:pt x="8868" y="412"/>
                    <a:pt x="8868" y="412"/>
                    <a:pt x="8868" y="412"/>
                  </a:cubicBezTo>
                  <a:cubicBezTo>
                    <a:pt x="8615" y="444"/>
                    <a:pt x="8393" y="507"/>
                    <a:pt x="8171" y="539"/>
                  </a:cubicBezTo>
                  <a:cubicBezTo>
                    <a:pt x="8108" y="539"/>
                    <a:pt x="8076" y="571"/>
                    <a:pt x="8045" y="571"/>
                  </a:cubicBezTo>
                  <a:cubicBezTo>
                    <a:pt x="7855" y="602"/>
                    <a:pt x="7665" y="634"/>
                    <a:pt x="7475" y="666"/>
                  </a:cubicBezTo>
                  <a:cubicBezTo>
                    <a:pt x="7411" y="697"/>
                    <a:pt x="7316" y="697"/>
                    <a:pt x="7253" y="729"/>
                  </a:cubicBezTo>
                  <a:cubicBezTo>
                    <a:pt x="7095" y="761"/>
                    <a:pt x="6968" y="792"/>
                    <a:pt x="6810" y="824"/>
                  </a:cubicBezTo>
                  <a:cubicBezTo>
                    <a:pt x="6746" y="856"/>
                    <a:pt x="6651" y="856"/>
                    <a:pt x="6588" y="887"/>
                  </a:cubicBezTo>
                  <a:cubicBezTo>
                    <a:pt x="6461" y="919"/>
                    <a:pt x="6303" y="951"/>
                    <a:pt x="6176" y="982"/>
                  </a:cubicBezTo>
                  <a:cubicBezTo>
                    <a:pt x="6145" y="982"/>
                    <a:pt x="6113" y="1014"/>
                    <a:pt x="6050" y="1014"/>
                  </a:cubicBezTo>
                  <a:cubicBezTo>
                    <a:pt x="6018" y="1014"/>
                    <a:pt x="5955" y="1046"/>
                    <a:pt x="5923" y="1046"/>
                  </a:cubicBezTo>
                  <a:lnTo>
                    <a:pt x="5669" y="1141"/>
                  </a:lnTo>
                  <a:cubicBezTo>
                    <a:pt x="5574" y="1141"/>
                    <a:pt x="5479" y="1172"/>
                    <a:pt x="5384" y="1204"/>
                  </a:cubicBezTo>
                  <a:cubicBezTo>
                    <a:pt x="5289" y="1236"/>
                    <a:pt x="5226" y="1267"/>
                    <a:pt x="5131" y="1299"/>
                  </a:cubicBezTo>
                  <a:cubicBezTo>
                    <a:pt x="5036" y="1331"/>
                    <a:pt x="4941" y="1362"/>
                    <a:pt x="4878" y="1362"/>
                  </a:cubicBezTo>
                  <a:cubicBezTo>
                    <a:pt x="4783" y="1394"/>
                    <a:pt x="4719" y="1426"/>
                    <a:pt x="4624" y="1457"/>
                  </a:cubicBezTo>
                  <a:cubicBezTo>
                    <a:pt x="4529" y="1489"/>
                    <a:pt x="4466" y="1521"/>
                    <a:pt x="4371" y="1552"/>
                  </a:cubicBezTo>
                  <a:cubicBezTo>
                    <a:pt x="4276" y="1584"/>
                    <a:pt x="4213" y="1616"/>
                    <a:pt x="4149" y="1647"/>
                  </a:cubicBezTo>
                  <a:cubicBezTo>
                    <a:pt x="4118" y="1647"/>
                    <a:pt x="4086" y="1647"/>
                    <a:pt x="4054" y="1679"/>
                  </a:cubicBezTo>
                  <a:cubicBezTo>
                    <a:pt x="4023" y="1679"/>
                    <a:pt x="3959" y="1711"/>
                    <a:pt x="3928" y="1711"/>
                  </a:cubicBezTo>
                  <a:cubicBezTo>
                    <a:pt x="3833" y="1774"/>
                    <a:pt x="3738" y="1806"/>
                    <a:pt x="3611" y="1837"/>
                  </a:cubicBezTo>
                  <a:cubicBezTo>
                    <a:pt x="3548" y="1869"/>
                    <a:pt x="3484" y="1901"/>
                    <a:pt x="3421" y="1932"/>
                  </a:cubicBezTo>
                  <a:cubicBezTo>
                    <a:pt x="3326" y="1964"/>
                    <a:pt x="3231" y="2027"/>
                    <a:pt x="3136" y="2059"/>
                  </a:cubicBezTo>
                  <a:cubicBezTo>
                    <a:pt x="3104" y="2091"/>
                    <a:pt x="3041" y="2091"/>
                    <a:pt x="3009" y="2122"/>
                  </a:cubicBezTo>
                  <a:cubicBezTo>
                    <a:pt x="2978" y="2122"/>
                    <a:pt x="2978" y="2154"/>
                    <a:pt x="2946" y="2154"/>
                  </a:cubicBezTo>
                  <a:cubicBezTo>
                    <a:pt x="2883" y="2186"/>
                    <a:pt x="2819" y="2217"/>
                    <a:pt x="2756" y="2249"/>
                  </a:cubicBezTo>
                  <a:cubicBezTo>
                    <a:pt x="2693" y="2281"/>
                    <a:pt x="2598" y="2313"/>
                    <a:pt x="2534" y="2376"/>
                  </a:cubicBezTo>
                  <a:lnTo>
                    <a:pt x="2376" y="2471"/>
                  </a:lnTo>
                  <a:cubicBezTo>
                    <a:pt x="2344" y="2471"/>
                    <a:pt x="2313" y="2503"/>
                    <a:pt x="2281" y="2503"/>
                  </a:cubicBezTo>
                  <a:cubicBezTo>
                    <a:pt x="2249" y="2534"/>
                    <a:pt x="2249" y="2534"/>
                    <a:pt x="2218" y="2566"/>
                  </a:cubicBezTo>
                  <a:cubicBezTo>
                    <a:pt x="2028" y="2661"/>
                    <a:pt x="1869" y="2756"/>
                    <a:pt x="1711" y="2883"/>
                  </a:cubicBezTo>
                  <a:cubicBezTo>
                    <a:pt x="1711" y="2883"/>
                    <a:pt x="1711" y="2883"/>
                    <a:pt x="1711" y="2883"/>
                  </a:cubicBezTo>
                  <a:cubicBezTo>
                    <a:pt x="1679" y="2883"/>
                    <a:pt x="1679" y="2914"/>
                    <a:pt x="1648" y="2914"/>
                  </a:cubicBezTo>
                  <a:cubicBezTo>
                    <a:pt x="1521" y="3009"/>
                    <a:pt x="1426" y="3104"/>
                    <a:pt x="1299" y="3199"/>
                  </a:cubicBezTo>
                  <a:cubicBezTo>
                    <a:pt x="1267" y="3199"/>
                    <a:pt x="1267" y="3231"/>
                    <a:pt x="1236" y="3231"/>
                  </a:cubicBezTo>
                  <a:cubicBezTo>
                    <a:pt x="1236" y="3263"/>
                    <a:pt x="1204" y="3263"/>
                    <a:pt x="1204" y="3263"/>
                  </a:cubicBezTo>
                  <a:cubicBezTo>
                    <a:pt x="1077" y="3358"/>
                    <a:pt x="982" y="3484"/>
                    <a:pt x="887" y="3579"/>
                  </a:cubicBezTo>
                  <a:lnTo>
                    <a:pt x="887" y="3579"/>
                  </a:lnTo>
                  <a:lnTo>
                    <a:pt x="887" y="3579"/>
                  </a:lnTo>
                  <a:cubicBezTo>
                    <a:pt x="761" y="3674"/>
                    <a:pt x="697" y="3801"/>
                    <a:pt x="602" y="3896"/>
                  </a:cubicBezTo>
                  <a:cubicBezTo>
                    <a:pt x="602" y="3896"/>
                    <a:pt x="571" y="3928"/>
                    <a:pt x="571" y="3928"/>
                  </a:cubicBezTo>
                  <a:cubicBezTo>
                    <a:pt x="571" y="3959"/>
                    <a:pt x="539" y="3959"/>
                    <a:pt x="539" y="3991"/>
                  </a:cubicBezTo>
                  <a:cubicBezTo>
                    <a:pt x="476" y="4054"/>
                    <a:pt x="412" y="4149"/>
                    <a:pt x="381" y="4213"/>
                  </a:cubicBezTo>
                  <a:cubicBezTo>
                    <a:pt x="349" y="4244"/>
                    <a:pt x="349" y="4244"/>
                    <a:pt x="349" y="4276"/>
                  </a:cubicBezTo>
                  <a:cubicBezTo>
                    <a:pt x="317" y="4276"/>
                    <a:pt x="317" y="4308"/>
                    <a:pt x="317" y="4308"/>
                  </a:cubicBezTo>
                  <a:cubicBezTo>
                    <a:pt x="254" y="4403"/>
                    <a:pt x="191" y="4529"/>
                    <a:pt x="159" y="4624"/>
                  </a:cubicBezTo>
                  <a:lnTo>
                    <a:pt x="159" y="4624"/>
                  </a:lnTo>
                  <a:cubicBezTo>
                    <a:pt x="159" y="4624"/>
                    <a:pt x="159" y="4624"/>
                    <a:pt x="159" y="4624"/>
                  </a:cubicBezTo>
                  <a:cubicBezTo>
                    <a:pt x="127" y="4751"/>
                    <a:pt x="96" y="4846"/>
                    <a:pt x="64" y="4973"/>
                  </a:cubicBezTo>
                  <a:cubicBezTo>
                    <a:pt x="64" y="4973"/>
                    <a:pt x="64" y="5004"/>
                    <a:pt x="32" y="5004"/>
                  </a:cubicBezTo>
                  <a:cubicBezTo>
                    <a:pt x="32" y="5036"/>
                    <a:pt x="32" y="5099"/>
                    <a:pt x="32" y="5131"/>
                  </a:cubicBezTo>
                  <a:cubicBezTo>
                    <a:pt x="32" y="5163"/>
                    <a:pt x="32" y="5163"/>
                    <a:pt x="1" y="5194"/>
                  </a:cubicBezTo>
                  <a:cubicBezTo>
                    <a:pt x="1" y="5258"/>
                    <a:pt x="1" y="5321"/>
                    <a:pt x="1" y="5384"/>
                  </a:cubicBezTo>
                  <a:lnTo>
                    <a:pt x="1" y="5448"/>
                  </a:lnTo>
                  <a:lnTo>
                    <a:pt x="1" y="5448"/>
                  </a:lnTo>
                  <a:lnTo>
                    <a:pt x="1" y="16849"/>
                  </a:lnTo>
                  <a:cubicBezTo>
                    <a:pt x="1" y="16754"/>
                    <a:pt x="1" y="16659"/>
                    <a:pt x="32" y="16564"/>
                  </a:cubicBezTo>
                  <a:cubicBezTo>
                    <a:pt x="32" y="16564"/>
                    <a:pt x="32" y="16532"/>
                    <a:pt x="32" y="16532"/>
                  </a:cubicBezTo>
                  <a:cubicBezTo>
                    <a:pt x="32" y="16468"/>
                    <a:pt x="64" y="16405"/>
                    <a:pt x="64" y="16342"/>
                  </a:cubicBezTo>
                  <a:cubicBezTo>
                    <a:pt x="96" y="16247"/>
                    <a:pt x="127" y="16120"/>
                    <a:pt x="159" y="16025"/>
                  </a:cubicBezTo>
                  <a:cubicBezTo>
                    <a:pt x="159" y="16025"/>
                    <a:pt x="159" y="16025"/>
                    <a:pt x="159" y="16025"/>
                  </a:cubicBezTo>
                  <a:cubicBezTo>
                    <a:pt x="222" y="15898"/>
                    <a:pt x="254" y="15803"/>
                    <a:pt x="317" y="15708"/>
                  </a:cubicBezTo>
                  <a:cubicBezTo>
                    <a:pt x="349" y="15677"/>
                    <a:pt x="349" y="15645"/>
                    <a:pt x="381" y="15613"/>
                  </a:cubicBezTo>
                  <a:cubicBezTo>
                    <a:pt x="412" y="15518"/>
                    <a:pt x="476" y="15455"/>
                    <a:pt x="539" y="15360"/>
                  </a:cubicBezTo>
                  <a:cubicBezTo>
                    <a:pt x="571" y="15328"/>
                    <a:pt x="571" y="15297"/>
                    <a:pt x="602" y="15265"/>
                  </a:cubicBezTo>
                  <a:cubicBezTo>
                    <a:pt x="697" y="15170"/>
                    <a:pt x="792" y="15075"/>
                    <a:pt x="887" y="14980"/>
                  </a:cubicBezTo>
                  <a:lnTo>
                    <a:pt x="887" y="14948"/>
                  </a:lnTo>
                  <a:cubicBezTo>
                    <a:pt x="982" y="14853"/>
                    <a:pt x="1109" y="14758"/>
                    <a:pt x="1204" y="14663"/>
                  </a:cubicBezTo>
                  <a:cubicBezTo>
                    <a:pt x="1236" y="14632"/>
                    <a:pt x="1267" y="14600"/>
                    <a:pt x="1299" y="14568"/>
                  </a:cubicBezTo>
                  <a:cubicBezTo>
                    <a:pt x="1426" y="14473"/>
                    <a:pt x="1553" y="14378"/>
                    <a:pt x="1648" y="14315"/>
                  </a:cubicBezTo>
                  <a:cubicBezTo>
                    <a:pt x="1679" y="14283"/>
                    <a:pt x="1711" y="14283"/>
                    <a:pt x="1711" y="14252"/>
                  </a:cubicBezTo>
                  <a:cubicBezTo>
                    <a:pt x="1869" y="14157"/>
                    <a:pt x="2059" y="14030"/>
                    <a:pt x="2218" y="13935"/>
                  </a:cubicBezTo>
                  <a:cubicBezTo>
                    <a:pt x="2281" y="13903"/>
                    <a:pt x="2313" y="13872"/>
                    <a:pt x="2376" y="13840"/>
                  </a:cubicBezTo>
                  <a:lnTo>
                    <a:pt x="2534" y="13745"/>
                  </a:lnTo>
                  <a:cubicBezTo>
                    <a:pt x="2629" y="13713"/>
                    <a:pt x="2693" y="13682"/>
                    <a:pt x="2756" y="13650"/>
                  </a:cubicBezTo>
                  <a:cubicBezTo>
                    <a:pt x="2819" y="13618"/>
                    <a:pt x="2883" y="13587"/>
                    <a:pt x="2946" y="13555"/>
                  </a:cubicBezTo>
                  <a:cubicBezTo>
                    <a:pt x="3009" y="13523"/>
                    <a:pt x="3073" y="13492"/>
                    <a:pt x="3136" y="13460"/>
                  </a:cubicBezTo>
                  <a:cubicBezTo>
                    <a:pt x="3231" y="13397"/>
                    <a:pt x="3326" y="13365"/>
                    <a:pt x="3421" y="13302"/>
                  </a:cubicBezTo>
                  <a:cubicBezTo>
                    <a:pt x="3484" y="13302"/>
                    <a:pt x="3548" y="13270"/>
                    <a:pt x="3611" y="13238"/>
                  </a:cubicBezTo>
                  <a:cubicBezTo>
                    <a:pt x="3738" y="13175"/>
                    <a:pt x="3833" y="13143"/>
                    <a:pt x="3928" y="13112"/>
                  </a:cubicBezTo>
                  <a:cubicBezTo>
                    <a:pt x="3991" y="13080"/>
                    <a:pt x="4086" y="13048"/>
                    <a:pt x="4149" y="13017"/>
                  </a:cubicBezTo>
                  <a:cubicBezTo>
                    <a:pt x="4213" y="12985"/>
                    <a:pt x="4308" y="12953"/>
                    <a:pt x="4371" y="12922"/>
                  </a:cubicBezTo>
                  <a:cubicBezTo>
                    <a:pt x="4466" y="12890"/>
                    <a:pt x="4561" y="12858"/>
                    <a:pt x="4624" y="12827"/>
                  </a:cubicBezTo>
                  <a:cubicBezTo>
                    <a:pt x="4719" y="12795"/>
                    <a:pt x="4783" y="12795"/>
                    <a:pt x="4878" y="12763"/>
                  </a:cubicBezTo>
                  <a:cubicBezTo>
                    <a:pt x="4941" y="12732"/>
                    <a:pt x="5036" y="12700"/>
                    <a:pt x="5131" y="12668"/>
                  </a:cubicBezTo>
                  <a:cubicBezTo>
                    <a:pt x="5226" y="12637"/>
                    <a:pt x="5289" y="12605"/>
                    <a:pt x="5384" y="12605"/>
                  </a:cubicBezTo>
                  <a:cubicBezTo>
                    <a:pt x="5479" y="12573"/>
                    <a:pt x="5574" y="12542"/>
                    <a:pt x="5669" y="12510"/>
                  </a:cubicBezTo>
                  <a:lnTo>
                    <a:pt x="5923" y="12447"/>
                  </a:lnTo>
                  <a:cubicBezTo>
                    <a:pt x="6018" y="12415"/>
                    <a:pt x="6081" y="12383"/>
                    <a:pt x="6176" y="12352"/>
                  </a:cubicBezTo>
                  <a:cubicBezTo>
                    <a:pt x="6303" y="12320"/>
                    <a:pt x="6430" y="12288"/>
                    <a:pt x="6588" y="12257"/>
                  </a:cubicBezTo>
                  <a:lnTo>
                    <a:pt x="6810" y="12193"/>
                  </a:lnTo>
                  <a:lnTo>
                    <a:pt x="7253" y="12098"/>
                  </a:lnTo>
                  <a:cubicBezTo>
                    <a:pt x="7316" y="12098"/>
                    <a:pt x="7411" y="12067"/>
                    <a:pt x="7475" y="12067"/>
                  </a:cubicBezTo>
                  <a:cubicBezTo>
                    <a:pt x="7665" y="12003"/>
                    <a:pt x="7855" y="11972"/>
                    <a:pt x="8045" y="11940"/>
                  </a:cubicBezTo>
                  <a:lnTo>
                    <a:pt x="8171" y="11908"/>
                  </a:lnTo>
                  <a:cubicBezTo>
                    <a:pt x="8393" y="11877"/>
                    <a:pt x="8615" y="11845"/>
                    <a:pt x="8868" y="11813"/>
                  </a:cubicBezTo>
                  <a:cubicBezTo>
                    <a:pt x="8900" y="11782"/>
                    <a:pt x="8931" y="11782"/>
                    <a:pt x="8963" y="11782"/>
                  </a:cubicBezTo>
                  <a:cubicBezTo>
                    <a:pt x="9248" y="11750"/>
                    <a:pt x="9565" y="11686"/>
                    <a:pt x="9881" y="11655"/>
                  </a:cubicBezTo>
                  <a:cubicBezTo>
                    <a:pt x="9913" y="11655"/>
                    <a:pt x="9976" y="11655"/>
                    <a:pt x="10040" y="11655"/>
                  </a:cubicBezTo>
                  <a:cubicBezTo>
                    <a:pt x="10357" y="11591"/>
                    <a:pt x="10673" y="11560"/>
                    <a:pt x="11022" y="11528"/>
                  </a:cubicBezTo>
                  <a:cubicBezTo>
                    <a:pt x="11085" y="11528"/>
                    <a:pt x="11148" y="11528"/>
                    <a:pt x="11212" y="11528"/>
                  </a:cubicBezTo>
                  <a:cubicBezTo>
                    <a:pt x="11592" y="11496"/>
                    <a:pt x="12003" y="11465"/>
                    <a:pt x="12415" y="11433"/>
                  </a:cubicBezTo>
                  <a:cubicBezTo>
                    <a:pt x="12478" y="11433"/>
                    <a:pt x="12542" y="11433"/>
                    <a:pt x="12605" y="11433"/>
                  </a:cubicBezTo>
                  <a:cubicBezTo>
                    <a:pt x="12922" y="11401"/>
                    <a:pt x="13270" y="11401"/>
                    <a:pt x="13587" y="11401"/>
                  </a:cubicBezTo>
                  <a:cubicBezTo>
                    <a:pt x="13618" y="11401"/>
                    <a:pt x="13650" y="11401"/>
                    <a:pt x="13650" y="11401"/>
                  </a:cubicBezTo>
                  <a:cubicBezTo>
                    <a:pt x="13903" y="11401"/>
                    <a:pt x="14157" y="11370"/>
                    <a:pt x="14410" y="11370"/>
                  </a:cubicBezTo>
                  <a:cubicBezTo>
                    <a:pt x="14568" y="11370"/>
                    <a:pt x="14727" y="11401"/>
                    <a:pt x="14885" y="11401"/>
                  </a:cubicBezTo>
                  <a:cubicBezTo>
                    <a:pt x="15107" y="11401"/>
                    <a:pt x="15360" y="11401"/>
                    <a:pt x="15582" y="11401"/>
                  </a:cubicBezTo>
                  <a:cubicBezTo>
                    <a:pt x="15645" y="11401"/>
                    <a:pt x="15709" y="11401"/>
                    <a:pt x="15804" y="11401"/>
                  </a:cubicBezTo>
                  <a:close/>
                </a:path>
              </a:pathLst>
            </a:custGeom>
            <a:solidFill>
              <a:srgbClr val="004F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2" name="Google Shape;5182;p29"/>
            <p:cNvSpPr/>
            <p:nvPr/>
          </p:nvSpPr>
          <p:spPr>
            <a:xfrm>
              <a:off x="4144587" y="2339309"/>
              <a:ext cx="900184" cy="216762"/>
            </a:xfrm>
            <a:custGeom>
              <a:rect b="b" l="l" r="r" t="t"/>
              <a:pathLst>
                <a:path extrusionOk="0" h="6810" w="28281">
                  <a:moveTo>
                    <a:pt x="13840" y="6809"/>
                  </a:moveTo>
                  <a:cubicBezTo>
                    <a:pt x="21820" y="6809"/>
                    <a:pt x="28281" y="4561"/>
                    <a:pt x="28281" y="1774"/>
                  </a:cubicBezTo>
                  <a:cubicBezTo>
                    <a:pt x="28281" y="1141"/>
                    <a:pt x="27932" y="539"/>
                    <a:pt x="27331" y="1"/>
                  </a:cubicBezTo>
                  <a:cubicBezTo>
                    <a:pt x="27711" y="444"/>
                    <a:pt x="27901" y="919"/>
                    <a:pt x="27901" y="1394"/>
                  </a:cubicBezTo>
                  <a:cubicBezTo>
                    <a:pt x="27901" y="4181"/>
                    <a:pt x="21440" y="6429"/>
                    <a:pt x="13491" y="6429"/>
                  </a:cubicBezTo>
                  <a:cubicBezTo>
                    <a:pt x="7347" y="6429"/>
                    <a:pt x="2059" y="5068"/>
                    <a:pt x="0" y="3168"/>
                  </a:cubicBezTo>
                  <a:cubicBezTo>
                    <a:pt x="1742" y="5258"/>
                    <a:pt x="7284" y="6809"/>
                    <a:pt x="13840" y="68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3" name="Google Shape;5183;p29"/>
            <p:cNvSpPr/>
            <p:nvPr/>
          </p:nvSpPr>
          <p:spPr>
            <a:xfrm>
              <a:off x="3222217" y="3366495"/>
              <a:ext cx="2696510" cy="692525"/>
            </a:xfrm>
            <a:custGeom>
              <a:rect b="b" l="l" r="r" t="t"/>
              <a:pathLst>
                <a:path extrusionOk="0" h="21757" w="84716">
                  <a:moveTo>
                    <a:pt x="1679" y="0"/>
                  </a:moveTo>
                  <a:lnTo>
                    <a:pt x="1" y="380"/>
                  </a:lnTo>
                  <a:lnTo>
                    <a:pt x="413" y="9786"/>
                  </a:lnTo>
                  <a:lnTo>
                    <a:pt x="20998" y="16215"/>
                  </a:lnTo>
                  <a:lnTo>
                    <a:pt x="46554" y="21757"/>
                  </a:lnTo>
                  <a:lnTo>
                    <a:pt x="71415" y="18653"/>
                  </a:lnTo>
                  <a:lnTo>
                    <a:pt x="82182" y="10641"/>
                  </a:lnTo>
                  <a:lnTo>
                    <a:pt x="84019" y="4592"/>
                  </a:lnTo>
                  <a:lnTo>
                    <a:pt x="84716" y="380"/>
                  </a:lnTo>
                  <a:lnTo>
                    <a:pt x="79490" y="4212"/>
                  </a:lnTo>
                  <a:lnTo>
                    <a:pt x="65809" y="10799"/>
                  </a:lnTo>
                  <a:lnTo>
                    <a:pt x="47346" y="14505"/>
                  </a:lnTo>
                  <a:lnTo>
                    <a:pt x="21251" y="13428"/>
                  </a:lnTo>
                  <a:lnTo>
                    <a:pt x="10642" y="7537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4" name="Google Shape;5184;p29"/>
            <p:cNvSpPr/>
            <p:nvPr/>
          </p:nvSpPr>
          <p:spPr>
            <a:xfrm>
              <a:off x="3222217" y="2851390"/>
              <a:ext cx="2696510" cy="1054432"/>
            </a:xfrm>
            <a:custGeom>
              <a:rect b="b" l="l" r="r" t="t"/>
              <a:pathLst>
                <a:path extrusionOk="0" h="33127" w="84716">
                  <a:moveTo>
                    <a:pt x="42374" y="7538"/>
                  </a:moveTo>
                  <a:cubicBezTo>
                    <a:pt x="55073" y="7538"/>
                    <a:pt x="65429" y="11148"/>
                    <a:pt x="65429" y="15582"/>
                  </a:cubicBezTo>
                  <a:cubicBezTo>
                    <a:pt x="65429" y="19984"/>
                    <a:pt x="55073" y="23594"/>
                    <a:pt x="42374" y="23594"/>
                  </a:cubicBezTo>
                  <a:cubicBezTo>
                    <a:pt x="29643" y="23594"/>
                    <a:pt x="19319" y="20015"/>
                    <a:pt x="19319" y="15582"/>
                  </a:cubicBezTo>
                  <a:cubicBezTo>
                    <a:pt x="19319" y="11148"/>
                    <a:pt x="29643" y="7538"/>
                    <a:pt x="42374" y="7538"/>
                  </a:cubicBezTo>
                  <a:close/>
                  <a:moveTo>
                    <a:pt x="42374" y="0"/>
                  </a:moveTo>
                  <a:cubicBezTo>
                    <a:pt x="19002" y="0"/>
                    <a:pt x="1" y="7411"/>
                    <a:pt x="1" y="16563"/>
                  </a:cubicBezTo>
                  <a:cubicBezTo>
                    <a:pt x="1" y="25684"/>
                    <a:pt x="19002" y="33126"/>
                    <a:pt x="42374" y="33126"/>
                  </a:cubicBezTo>
                  <a:cubicBezTo>
                    <a:pt x="65714" y="33126"/>
                    <a:pt x="84716" y="25684"/>
                    <a:pt x="84716" y="16563"/>
                  </a:cubicBezTo>
                  <a:cubicBezTo>
                    <a:pt x="84716" y="7411"/>
                    <a:pt x="65714" y="0"/>
                    <a:pt x="42374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5" name="Google Shape;5185;p29"/>
            <p:cNvSpPr/>
            <p:nvPr/>
          </p:nvSpPr>
          <p:spPr>
            <a:xfrm>
              <a:off x="3222217" y="3378591"/>
              <a:ext cx="2696510" cy="1127005"/>
            </a:xfrm>
            <a:custGeom>
              <a:rect b="b" l="l" r="r" t="t"/>
              <a:pathLst>
                <a:path extrusionOk="0" h="35407" w="84716">
                  <a:moveTo>
                    <a:pt x="1" y="0"/>
                  </a:moveTo>
                  <a:lnTo>
                    <a:pt x="1" y="18843"/>
                  </a:lnTo>
                  <a:cubicBezTo>
                    <a:pt x="1" y="19128"/>
                    <a:pt x="33" y="19413"/>
                    <a:pt x="64" y="19698"/>
                  </a:cubicBezTo>
                  <a:cubicBezTo>
                    <a:pt x="64" y="19793"/>
                    <a:pt x="96" y="19888"/>
                    <a:pt x="96" y="19983"/>
                  </a:cubicBezTo>
                  <a:cubicBezTo>
                    <a:pt x="128" y="20173"/>
                    <a:pt x="159" y="20363"/>
                    <a:pt x="223" y="20553"/>
                  </a:cubicBezTo>
                  <a:cubicBezTo>
                    <a:pt x="254" y="20648"/>
                    <a:pt x="286" y="20775"/>
                    <a:pt x="318" y="20870"/>
                  </a:cubicBezTo>
                  <a:cubicBezTo>
                    <a:pt x="381" y="21028"/>
                    <a:pt x="413" y="21218"/>
                    <a:pt x="476" y="21377"/>
                  </a:cubicBezTo>
                  <a:cubicBezTo>
                    <a:pt x="539" y="21503"/>
                    <a:pt x="603" y="21598"/>
                    <a:pt x="634" y="21725"/>
                  </a:cubicBezTo>
                  <a:cubicBezTo>
                    <a:pt x="729" y="21883"/>
                    <a:pt x="793" y="22042"/>
                    <a:pt x="856" y="22200"/>
                  </a:cubicBezTo>
                  <a:cubicBezTo>
                    <a:pt x="919" y="22327"/>
                    <a:pt x="1014" y="22422"/>
                    <a:pt x="1078" y="22549"/>
                  </a:cubicBezTo>
                  <a:cubicBezTo>
                    <a:pt x="1173" y="22707"/>
                    <a:pt x="1236" y="22834"/>
                    <a:pt x="1331" y="22992"/>
                  </a:cubicBezTo>
                  <a:cubicBezTo>
                    <a:pt x="1426" y="23119"/>
                    <a:pt x="1521" y="23245"/>
                    <a:pt x="1616" y="23372"/>
                  </a:cubicBezTo>
                  <a:cubicBezTo>
                    <a:pt x="1711" y="23499"/>
                    <a:pt x="1806" y="23657"/>
                    <a:pt x="1933" y="23784"/>
                  </a:cubicBezTo>
                  <a:cubicBezTo>
                    <a:pt x="2028" y="23910"/>
                    <a:pt x="2123" y="24005"/>
                    <a:pt x="2218" y="24132"/>
                  </a:cubicBezTo>
                  <a:cubicBezTo>
                    <a:pt x="2344" y="24290"/>
                    <a:pt x="2471" y="24417"/>
                    <a:pt x="2598" y="24544"/>
                  </a:cubicBezTo>
                  <a:cubicBezTo>
                    <a:pt x="2693" y="24670"/>
                    <a:pt x="2819" y="24797"/>
                    <a:pt x="2946" y="24892"/>
                  </a:cubicBezTo>
                  <a:cubicBezTo>
                    <a:pt x="3073" y="25050"/>
                    <a:pt x="3200" y="25177"/>
                    <a:pt x="3358" y="25304"/>
                  </a:cubicBezTo>
                  <a:cubicBezTo>
                    <a:pt x="3485" y="25430"/>
                    <a:pt x="3611" y="25525"/>
                    <a:pt x="3770" y="25652"/>
                  </a:cubicBezTo>
                  <a:cubicBezTo>
                    <a:pt x="3896" y="25779"/>
                    <a:pt x="4055" y="25905"/>
                    <a:pt x="4213" y="26032"/>
                  </a:cubicBezTo>
                  <a:cubicBezTo>
                    <a:pt x="4340" y="26159"/>
                    <a:pt x="4498" y="26254"/>
                    <a:pt x="4656" y="26380"/>
                  </a:cubicBezTo>
                  <a:cubicBezTo>
                    <a:pt x="4815" y="26507"/>
                    <a:pt x="4973" y="26634"/>
                    <a:pt x="5163" y="26760"/>
                  </a:cubicBezTo>
                  <a:cubicBezTo>
                    <a:pt x="5321" y="26856"/>
                    <a:pt x="5480" y="26982"/>
                    <a:pt x="5638" y="27077"/>
                  </a:cubicBezTo>
                  <a:cubicBezTo>
                    <a:pt x="5828" y="27204"/>
                    <a:pt x="5986" y="27331"/>
                    <a:pt x="6176" y="27457"/>
                  </a:cubicBezTo>
                  <a:cubicBezTo>
                    <a:pt x="6366" y="27552"/>
                    <a:pt x="6525" y="27647"/>
                    <a:pt x="6715" y="27774"/>
                  </a:cubicBezTo>
                  <a:cubicBezTo>
                    <a:pt x="6905" y="27901"/>
                    <a:pt x="7095" y="27996"/>
                    <a:pt x="7285" y="28122"/>
                  </a:cubicBezTo>
                  <a:cubicBezTo>
                    <a:pt x="7475" y="28217"/>
                    <a:pt x="7665" y="28344"/>
                    <a:pt x="7855" y="28439"/>
                  </a:cubicBezTo>
                  <a:cubicBezTo>
                    <a:pt x="8077" y="28534"/>
                    <a:pt x="8267" y="28661"/>
                    <a:pt x="8488" y="28756"/>
                  </a:cubicBezTo>
                  <a:cubicBezTo>
                    <a:pt x="8678" y="28882"/>
                    <a:pt x="8900" y="28977"/>
                    <a:pt x="9090" y="29072"/>
                  </a:cubicBezTo>
                  <a:cubicBezTo>
                    <a:pt x="9312" y="29167"/>
                    <a:pt x="9533" y="29294"/>
                    <a:pt x="9755" y="29389"/>
                  </a:cubicBezTo>
                  <a:cubicBezTo>
                    <a:pt x="9945" y="29484"/>
                    <a:pt x="10167" y="29579"/>
                    <a:pt x="10388" y="29674"/>
                  </a:cubicBezTo>
                  <a:cubicBezTo>
                    <a:pt x="10642" y="29801"/>
                    <a:pt x="10863" y="29896"/>
                    <a:pt x="11085" y="29991"/>
                  </a:cubicBezTo>
                  <a:cubicBezTo>
                    <a:pt x="11307" y="30086"/>
                    <a:pt x="11560" y="30181"/>
                    <a:pt x="11782" y="30276"/>
                  </a:cubicBezTo>
                  <a:cubicBezTo>
                    <a:pt x="12004" y="30371"/>
                    <a:pt x="12257" y="30466"/>
                    <a:pt x="12510" y="30561"/>
                  </a:cubicBezTo>
                  <a:cubicBezTo>
                    <a:pt x="12542" y="30592"/>
                    <a:pt x="12542" y="30592"/>
                    <a:pt x="12574" y="30592"/>
                  </a:cubicBezTo>
                  <a:cubicBezTo>
                    <a:pt x="12700" y="30656"/>
                    <a:pt x="12827" y="30687"/>
                    <a:pt x="12954" y="30751"/>
                  </a:cubicBezTo>
                  <a:cubicBezTo>
                    <a:pt x="13334" y="30877"/>
                    <a:pt x="13714" y="31036"/>
                    <a:pt x="14125" y="31162"/>
                  </a:cubicBezTo>
                  <a:cubicBezTo>
                    <a:pt x="14315" y="31257"/>
                    <a:pt x="14537" y="31321"/>
                    <a:pt x="14727" y="31384"/>
                  </a:cubicBezTo>
                  <a:cubicBezTo>
                    <a:pt x="15107" y="31511"/>
                    <a:pt x="15455" y="31638"/>
                    <a:pt x="15835" y="31733"/>
                  </a:cubicBezTo>
                  <a:cubicBezTo>
                    <a:pt x="15930" y="31764"/>
                    <a:pt x="16025" y="31796"/>
                    <a:pt x="16120" y="31828"/>
                  </a:cubicBezTo>
                  <a:cubicBezTo>
                    <a:pt x="16279" y="31891"/>
                    <a:pt x="16469" y="31923"/>
                    <a:pt x="16627" y="31986"/>
                  </a:cubicBezTo>
                  <a:cubicBezTo>
                    <a:pt x="16849" y="32049"/>
                    <a:pt x="17102" y="32113"/>
                    <a:pt x="17324" y="32208"/>
                  </a:cubicBezTo>
                  <a:cubicBezTo>
                    <a:pt x="17641" y="32271"/>
                    <a:pt x="17926" y="32366"/>
                    <a:pt x="18211" y="32429"/>
                  </a:cubicBezTo>
                  <a:cubicBezTo>
                    <a:pt x="18464" y="32524"/>
                    <a:pt x="18717" y="32588"/>
                    <a:pt x="18971" y="32651"/>
                  </a:cubicBezTo>
                  <a:cubicBezTo>
                    <a:pt x="19066" y="32651"/>
                    <a:pt x="19161" y="32683"/>
                    <a:pt x="19256" y="32714"/>
                  </a:cubicBezTo>
                  <a:cubicBezTo>
                    <a:pt x="19509" y="32778"/>
                    <a:pt x="19794" y="32841"/>
                    <a:pt x="20047" y="32904"/>
                  </a:cubicBezTo>
                  <a:cubicBezTo>
                    <a:pt x="20206" y="32968"/>
                    <a:pt x="20364" y="32999"/>
                    <a:pt x="20522" y="33031"/>
                  </a:cubicBezTo>
                  <a:cubicBezTo>
                    <a:pt x="21061" y="33158"/>
                    <a:pt x="21568" y="33284"/>
                    <a:pt x="22106" y="33379"/>
                  </a:cubicBezTo>
                  <a:lnTo>
                    <a:pt x="22138" y="33379"/>
                  </a:lnTo>
                  <a:cubicBezTo>
                    <a:pt x="22929" y="33569"/>
                    <a:pt x="23753" y="33728"/>
                    <a:pt x="24576" y="33854"/>
                  </a:cubicBezTo>
                  <a:cubicBezTo>
                    <a:pt x="24671" y="33886"/>
                    <a:pt x="24766" y="33918"/>
                    <a:pt x="24861" y="33918"/>
                  </a:cubicBezTo>
                  <a:cubicBezTo>
                    <a:pt x="24988" y="33949"/>
                    <a:pt x="25115" y="33949"/>
                    <a:pt x="25210" y="33981"/>
                  </a:cubicBezTo>
                  <a:cubicBezTo>
                    <a:pt x="25875" y="34108"/>
                    <a:pt x="26540" y="34203"/>
                    <a:pt x="27236" y="34298"/>
                  </a:cubicBezTo>
                  <a:cubicBezTo>
                    <a:pt x="27331" y="34329"/>
                    <a:pt x="27426" y="34329"/>
                    <a:pt x="27553" y="34361"/>
                  </a:cubicBezTo>
                  <a:cubicBezTo>
                    <a:pt x="27585" y="34361"/>
                    <a:pt x="27616" y="34361"/>
                    <a:pt x="27648" y="34393"/>
                  </a:cubicBezTo>
                  <a:cubicBezTo>
                    <a:pt x="28440" y="34488"/>
                    <a:pt x="29231" y="34583"/>
                    <a:pt x="30055" y="34678"/>
                  </a:cubicBezTo>
                  <a:cubicBezTo>
                    <a:pt x="30087" y="34709"/>
                    <a:pt x="30150" y="34709"/>
                    <a:pt x="30213" y="34709"/>
                  </a:cubicBezTo>
                  <a:lnTo>
                    <a:pt x="30657" y="34773"/>
                  </a:lnTo>
                  <a:cubicBezTo>
                    <a:pt x="31258" y="34836"/>
                    <a:pt x="31892" y="34899"/>
                    <a:pt x="32493" y="34963"/>
                  </a:cubicBezTo>
                  <a:cubicBezTo>
                    <a:pt x="32652" y="34963"/>
                    <a:pt x="32778" y="34994"/>
                    <a:pt x="32905" y="34994"/>
                  </a:cubicBezTo>
                  <a:cubicBezTo>
                    <a:pt x="33032" y="34994"/>
                    <a:pt x="33158" y="35026"/>
                    <a:pt x="33253" y="35026"/>
                  </a:cubicBezTo>
                  <a:cubicBezTo>
                    <a:pt x="33919" y="35089"/>
                    <a:pt x="34584" y="35121"/>
                    <a:pt x="35249" y="35184"/>
                  </a:cubicBezTo>
                  <a:cubicBezTo>
                    <a:pt x="35375" y="35184"/>
                    <a:pt x="35534" y="35184"/>
                    <a:pt x="35660" y="35216"/>
                  </a:cubicBezTo>
                  <a:lnTo>
                    <a:pt x="35755" y="35216"/>
                  </a:lnTo>
                  <a:cubicBezTo>
                    <a:pt x="36610" y="35248"/>
                    <a:pt x="37434" y="35311"/>
                    <a:pt x="38289" y="35343"/>
                  </a:cubicBezTo>
                  <a:lnTo>
                    <a:pt x="38922" y="35343"/>
                  </a:lnTo>
                  <a:cubicBezTo>
                    <a:pt x="39619" y="35374"/>
                    <a:pt x="40316" y="35374"/>
                    <a:pt x="41012" y="35406"/>
                  </a:cubicBezTo>
                  <a:lnTo>
                    <a:pt x="42342" y="35406"/>
                  </a:lnTo>
                  <a:cubicBezTo>
                    <a:pt x="43103" y="35406"/>
                    <a:pt x="43863" y="35406"/>
                    <a:pt x="44591" y="35374"/>
                  </a:cubicBezTo>
                  <a:lnTo>
                    <a:pt x="44813" y="35374"/>
                  </a:lnTo>
                  <a:cubicBezTo>
                    <a:pt x="45794" y="35343"/>
                    <a:pt x="46744" y="35311"/>
                    <a:pt x="47726" y="35279"/>
                  </a:cubicBezTo>
                  <a:cubicBezTo>
                    <a:pt x="47853" y="35279"/>
                    <a:pt x="47980" y="35279"/>
                    <a:pt x="48075" y="35248"/>
                  </a:cubicBezTo>
                  <a:lnTo>
                    <a:pt x="48455" y="35248"/>
                  </a:lnTo>
                  <a:cubicBezTo>
                    <a:pt x="48771" y="35216"/>
                    <a:pt x="49088" y="35184"/>
                    <a:pt x="49436" y="35184"/>
                  </a:cubicBezTo>
                  <a:cubicBezTo>
                    <a:pt x="49785" y="35153"/>
                    <a:pt x="50165" y="35121"/>
                    <a:pt x="50513" y="35089"/>
                  </a:cubicBezTo>
                  <a:cubicBezTo>
                    <a:pt x="50830" y="35089"/>
                    <a:pt x="51146" y="35058"/>
                    <a:pt x="51463" y="35026"/>
                  </a:cubicBezTo>
                  <a:cubicBezTo>
                    <a:pt x="51685" y="34994"/>
                    <a:pt x="51907" y="34994"/>
                    <a:pt x="52128" y="34963"/>
                  </a:cubicBezTo>
                  <a:cubicBezTo>
                    <a:pt x="52287" y="34963"/>
                    <a:pt x="52445" y="34931"/>
                    <a:pt x="52603" y="34931"/>
                  </a:cubicBezTo>
                  <a:cubicBezTo>
                    <a:pt x="52825" y="34899"/>
                    <a:pt x="53047" y="34868"/>
                    <a:pt x="53268" y="34868"/>
                  </a:cubicBezTo>
                  <a:cubicBezTo>
                    <a:pt x="53680" y="34804"/>
                    <a:pt x="54092" y="34773"/>
                    <a:pt x="54503" y="34709"/>
                  </a:cubicBezTo>
                  <a:cubicBezTo>
                    <a:pt x="54725" y="34678"/>
                    <a:pt x="54947" y="34678"/>
                    <a:pt x="55137" y="34646"/>
                  </a:cubicBezTo>
                  <a:cubicBezTo>
                    <a:pt x="55643" y="34583"/>
                    <a:pt x="56119" y="34519"/>
                    <a:pt x="56594" y="34456"/>
                  </a:cubicBezTo>
                  <a:cubicBezTo>
                    <a:pt x="56720" y="34424"/>
                    <a:pt x="56847" y="34424"/>
                    <a:pt x="56942" y="34393"/>
                  </a:cubicBezTo>
                  <a:cubicBezTo>
                    <a:pt x="57512" y="34329"/>
                    <a:pt x="58050" y="34234"/>
                    <a:pt x="58589" y="34139"/>
                  </a:cubicBezTo>
                  <a:cubicBezTo>
                    <a:pt x="58620" y="34139"/>
                    <a:pt x="58684" y="34139"/>
                    <a:pt x="58715" y="34108"/>
                  </a:cubicBezTo>
                  <a:cubicBezTo>
                    <a:pt x="59380" y="34013"/>
                    <a:pt x="60077" y="33886"/>
                    <a:pt x="60742" y="33759"/>
                  </a:cubicBezTo>
                  <a:cubicBezTo>
                    <a:pt x="60869" y="33728"/>
                    <a:pt x="60996" y="33728"/>
                    <a:pt x="61091" y="33696"/>
                  </a:cubicBezTo>
                  <a:cubicBezTo>
                    <a:pt x="61661" y="33569"/>
                    <a:pt x="62199" y="33474"/>
                    <a:pt x="62737" y="33348"/>
                  </a:cubicBezTo>
                  <a:cubicBezTo>
                    <a:pt x="62959" y="33316"/>
                    <a:pt x="63181" y="33253"/>
                    <a:pt x="63402" y="33221"/>
                  </a:cubicBezTo>
                  <a:cubicBezTo>
                    <a:pt x="63846" y="33126"/>
                    <a:pt x="64257" y="33031"/>
                    <a:pt x="64669" y="32904"/>
                  </a:cubicBezTo>
                  <a:cubicBezTo>
                    <a:pt x="64923" y="32841"/>
                    <a:pt x="65144" y="32778"/>
                    <a:pt x="65398" y="32746"/>
                  </a:cubicBezTo>
                  <a:cubicBezTo>
                    <a:pt x="65778" y="32619"/>
                    <a:pt x="66158" y="32524"/>
                    <a:pt x="66538" y="32429"/>
                  </a:cubicBezTo>
                  <a:cubicBezTo>
                    <a:pt x="66664" y="32398"/>
                    <a:pt x="66791" y="32366"/>
                    <a:pt x="66918" y="32334"/>
                  </a:cubicBezTo>
                  <a:cubicBezTo>
                    <a:pt x="67076" y="32303"/>
                    <a:pt x="67203" y="32239"/>
                    <a:pt x="67329" y="32208"/>
                  </a:cubicBezTo>
                  <a:cubicBezTo>
                    <a:pt x="67583" y="32144"/>
                    <a:pt x="67804" y="32081"/>
                    <a:pt x="68058" y="31986"/>
                  </a:cubicBezTo>
                  <a:cubicBezTo>
                    <a:pt x="68343" y="31923"/>
                    <a:pt x="68628" y="31828"/>
                    <a:pt x="68913" y="31733"/>
                  </a:cubicBezTo>
                  <a:cubicBezTo>
                    <a:pt x="69135" y="31669"/>
                    <a:pt x="69388" y="31606"/>
                    <a:pt x="69610" y="31511"/>
                  </a:cubicBezTo>
                  <a:cubicBezTo>
                    <a:pt x="69895" y="31416"/>
                    <a:pt x="70148" y="31321"/>
                    <a:pt x="70433" y="31226"/>
                  </a:cubicBezTo>
                  <a:cubicBezTo>
                    <a:pt x="70655" y="31162"/>
                    <a:pt x="70876" y="31099"/>
                    <a:pt x="71098" y="31004"/>
                  </a:cubicBezTo>
                  <a:cubicBezTo>
                    <a:pt x="71383" y="30909"/>
                    <a:pt x="71636" y="30814"/>
                    <a:pt x="71890" y="30719"/>
                  </a:cubicBezTo>
                  <a:cubicBezTo>
                    <a:pt x="72111" y="30624"/>
                    <a:pt x="72333" y="30529"/>
                    <a:pt x="72523" y="30466"/>
                  </a:cubicBezTo>
                  <a:cubicBezTo>
                    <a:pt x="72618" y="30434"/>
                    <a:pt x="72713" y="30402"/>
                    <a:pt x="72776" y="30371"/>
                  </a:cubicBezTo>
                  <a:cubicBezTo>
                    <a:pt x="72903" y="30307"/>
                    <a:pt x="73030" y="30244"/>
                    <a:pt x="73156" y="30212"/>
                  </a:cubicBezTo>
                  <a:cubicBezTo>
                    <a:pt x="73473" y="30086"/>
                    <a:pt x="73758" y="29959"/>
                    <a:pt x="74075" y="29801"/>
                  </a:cubicBezTo>
                  <a:cubicBezTo>
                    <a:pt x="74265" y="29737"/>
                    <a:pt x="74455" y="29642"/>
                    <a:pt x="74645" y="29547"/>
                  </a:cubicBezTo>
                  <a:cubicBezTo>
                    <a:pt x="74930" y="29421"/>
                    <a:pt x="75215" y="29294"/>
                    <a:pt x="75500" y="29136"/>
                  </a:cubicBezTo>
                  <a:cubicBezTo>
                    <a:pt x="75595" y="29104"/>
                    <a:pt x="75722" y="29041"/>
                    <a:pt x="75848" y="28977"/>
                  </a:cubicBezTo>
                  <a:cubicBezTo>
                    <a:pt x="75912" y="28946"/>
                    <a:pt x="76007" y="28914"/>
                    <a:pt x="76070" y="28851"/>
                  </a:cubicBezTo>
                  <a:cubicBezTo>
                    <a:pt x="76260" y="28756"/>
                    <a:pt x="76418" y="28692"/>
                    <a:pt x="76608" y="28597"/>
                  </a:cubicBezTo>
                  <a:cubicBezTo>
                    <a:pt x="76830" y="28471"/>
                    <a:pt x="77020" y="28344"/>
                    <a:pt x="77242" y="28249"/>
                  </a:cubicBezTo>
                  <a:cubicBezTo>
                    <a:pt x="77400" y="28154"/>
                    <a:pt x="77558" y="28059"/>
                    <a:pt x="77717" y="27964"/>
                  </a:cubicBezTo>
                  <a:cubicBezTo>
                    <a:pt x="77812" y="27901"/>
                    <a:pt x="77939" y="27837"/>
                    <a:pt x="78034" y="27774"/>
                  </a:cubicBezTo>
                  <a:cubicBezTo>
                    <a:pt x="78129" y="27711"/>
                    <a:pt x="78255" y="27647"/>
                    <a:pt x="78350" y="27552"/>
                  </a:cubicBezTo>
                  <a:cubicBezTo>
                    <a:pt x="78477" y="27489"/>
                    <a:pt x="78604" y="27426"/>
                    <a:pt x="78699" y="27331"/>
                  </a:cubicBezTo>
                  <a:cubicBezTo>
                    <a:pt x="78952" y="27172"/>
                    <a:pt x="79174" y="27014"/>
                    <a:pt x="79395" y="26856"/>
                  </a:cubicBezTo>
                  <a:cubicBezTo>
                    <a:pt x="79490" y="26824"/>
                    <a:pt x="79554" y="26760"/>
                    <a:pt x="79649" y="26697"/>
                  </a:cubicBezTo>
                  <a:cubicBezTo>
                    <a:pt x="79649" y="26697"/>
                    <a:pt x="79680" y="26665"/>
                    <a:pt x="79712" y="26665"/>
                  </a:cubicBezTo>
                  <a:cubicBezTo>
                    <a:pt x="79965" y="26475"/>
                    <a:pt x="80219" y="26254"/>
                    <a:pt x="80472" y="26064"/>
                  </a:cubicBezTo>
                  <a:cubicBezTo>
                    <a:pt x="80535" y="26000"/>
                    <a:pt x="80599" y="25969"/>
                    <a:pt x="80662" y="25905"/>
                  </a:cubicBezTo>
                  <a:cubicBezTo>
                    <a:pt x="80789" y="25810"/>
                    <a:pt x="80915" y="25684"/>
                    <a:pt x="81042" y="25589"/>
                  </a:cubicBezTo>
                  <a:cubicBezTo>
                    <a:pt x="81105" y="25525"/>
                    <a:pt x="81200" y="25462"/>
                    <a:pt x="81264" y="25399"/>
                  </a:cubicBezTo>
                  <a:cubicBezTo>
                    <a:pt x="81327" y="25335"/>
                    <a:pt x="81390" y="25272"/>
                    <a:pt x="81454" y="25209"/>
                  </a:cubicBezTo>
                  <a:cubicBezTo>
                    <a:pt x="81707" y="24987"/>
                    <a:pt x="81929" y="24765"/>
                    <a:pt x="82150" y="24544"/>
                  </a:cubicBezTo>
                  <a:lnTo>
                    <a:pt x="82150" y="24512"/>
                  </a:lnTo>
                  <a:cubicBezTo>
                    <a:pt x="82372" y="24290"/>
                    <a:pt x="82562" y="24069"/>
                    <a:pt x="82721" y="23847"/>
                  </a:cubicBezTo>
                  <a:lnTo>
                    <a:pt x="82879" y="23689"/>
                  </a:lnTo>
                  <a:cubicBezTo>
                    <a:pt x="82911" y="23625"/>
                    <a:pt x="82974" y="23562"/>
                    <a:pt x="83037" y="23499"/>
                  </a:cubicBezTo>
                  <a:cubicBezTo>
                    <a:pt x="83132" y="23340"/>
                    <a:pt x="83259" y="23182"/>
                    <a:pt x="83354" y="22992"/>
                  </a:cubicBezTo>
                  <a:lnTo>
                    <a:pt x="83386" y="22992"/>
                  </a:lnTo>
                  <a:cubicBezTo>
                    <a:pt x="83512" y="22802"/>
                    <a:pt x="83607" y="22612"/>
                    <a:pt x="83702" y="22454"/>
                  </a:cubicBezTo>
                  <a:cubicBezTo>
                    <a:pt x="83734" y="22390"/>
                    <a:pt x="83766" y="22327"/>
                    <a:pt x="83797" y="22264"/>
                  </a:cubicBezTo>
                  <a:lnTo>
                    <a:pt x="83892" y="22105"/>
                  </a:lnTo>
                  <a:cubicBezTo>
                    <a:pt x="84019" y="21852"/>
                    <a:pt x="84146" y="21630"/>
                    <a:pt x="84209" y="21408"/>
                  </a:cubicBezTo>
                  <a:lnTo>
                    <a:pt x="84241" y="21377"/>
                  </a:lnTo>
                  <a:cubicBezTo>
                    <a:pt x="84336" y="21123"/>
                    <a:pt x="84399" y="20870"/>
                    <a:pt x="84462" y="20648"/>
                  </a:cubicBezTo>
                  <a:cubicBezTo>
                    <a:pt x="84494" y="20585"/>
                    <a:pt x="84494" y="20522"/>
                    <a:pt x="84526" y="20427"/>
                  </a:cubicBezTo>
                  <a:cubicBezTo>
                    <a:pt x="84526" y="20363"/>
                    <a:pt x="84557" y="20300"/>
                    <a:pt x="84589" y="20237"/>
                  </a:cubicBezTo>
                  <a:cubicBezTo>
                    <a:pt x="84621" y="20078"/>
                    <a:pt x="84621" y="19952"/>
                    <a:pt x="84652" y="19793"/>
                  </a:cubicBezTo>
                  <a:cubicBezTo>
                    <a:pt x="84652" y="19762"/>
                    <a:pt x="84652" y="19730"/>
                    <a:pt x="84684" y="19667"/>
                  </a:cubicBezTo>
                  <a:cubicBezTo>
                    <a:pt x="84716" y="19445"/>
                    <a:pt x="84716" y="19223"/>
                    <a:pt x="84716" y="19002"/>
                  </a:cubicBezTo>
                  <a:cubicBezTo>
                    <a:pt x="84716" y="18970"/>
                    <a:pt x="84716" y="18907"/>
                    <a:pt x="84716" y="18843"/>
                  </a:cubicBezTo>
                  <a:lnTo>
                    <a:pt x="84716" y="0"/>
                  </a:lnTo>
                  <a:cubicBezTo>
                    <a:pt x="84716" y="254"/>
                    <a:pt x="84716" y="539"/>
                    <a:pt x="84684" y="824"/>
                  </a:cubicBezTo>
                  <a:cubicBezTo>
                    <a:pt x="84684" y="855"/>
                    <a:pt x="84652" y="887"/>
                    <a:pt x="84652" y="950"/>
                  </a:cubicBezTo>
                  <a:cubicBezTo>
                    <a:pt x="84621" y="1172"/>
                    <a:pt x="84589" y="1362"/>
                    <a:pt x="84526" y="1584"/>
                  </a:cubicBezTo>
                  <a:lnTo>
                    <a:pt x="84494" y="1774"/>
                  </a:lnTo>
                  <a:cubicBezTo>
                    <a:pt x="84399" y="2027"/>
                    <a:pt x="84336" y="2249"/>
                    <a:pt x="84241" y="2502"/>
                  </a:cubicBezTo>
                  <a:lnTo>
                    <a:pt x="84241" y="2534"/>
                  </a:lnTo>
                  <a:cubicBezTo>
                    <a:pt x="84146" y="2755"/>
                    <a:pt x="84019" y="3009"/>
                    <a:pt x="83924" y="3231"/>
                  </a:cubicBezTo>
                  <a:cubicBezTo>
                    <a:pt x="83892" y="3294"/>
                    <a:pt x="83829" y="3357"/>
                    <a:pt x="83829" y="3389"/>
                  </a:cubicBezTo>
                  <a:cubicBezTo>
                    <a:pt x="83702" y="3642"/>
                    <a:pt x="83544" y="3864"/>
                    <a:pt x="83386" y="4117"/>
                  </a:cubicBezTo>
                  <a:cubicBezTo>
                    <a:pt x="83386" y="4117"/>
                    <a:pt x="83386" y="4117"/>
                    <a:pt x="83386" y="4149"/>
                  </a:cubicBezTo>
                  <a:cubicBezTo>
                    <a:pt x="83227" y="4371"/>
                    <a:pt x="83069" y="4592"/>
                    <a:pt x="82879" y="4814"/>
                  </a:cubicBezTo>
                  <a:lnTo>
                    <a:pt x="82752" y="5004"/>
                  </a:lnTo>
                  <a:cubicBezTo>
                    <a:pt x="82562" y="5226"/>
                    <a:pt x="82372" y="5447"/>
                    <a:pt x="82150" y="5669"/>
                  </a:cubicBezTo>
                  <a:cubicBezTo>
                    <a:pt x="81929" y="5891"/>
                    <a:pt x="81707" y="6112"/>
                    <a:pt x="81485" y="6334"/>
                  </a:cubicBezTo>
                  <a:cubicBezTo>
                    <a:pt x="81422" y="6397"/>
                    <a:pt x="81327" y="6461"/>
                    <a:pt x="81264" y="6524"/>
                  </a:cubicBezTo>
                  <a:cubicBezTo>
                    <a:pt x="81074" y="6682"/>
                    <a:pt x="80884" y="6872"/>
                    <a:pt x="80662" y="7031"/>
                  </a:cubicBezTo>
                  <a:cubicBezTo>
                    <a:pt x="80599" y="7094"/>
                    <a:pt x="80535" y="7157"/>
                    <a:pt x="80472" y="7221"/>
                  </a:cubicBezTo>
                  <a:cubicBezTo>
                    <a:pt x="80219" y="7411"/>
                    <a:pt x="79934" y="7632"/>
                    <a:pt x="79649" y="7854"/>
                  </a:cubicBezTo>
                  <a:cubicBezTo>
                    <a:pt x="79585" y="7886"/>
                    <a:pt x="79490" y="7949"/>
                    <a:pt x="79427" y="8013"/>
                  </a:cubicBezTo>
                  <a:cubicBezTo>
                    <a:pt x="79174" y="8171"/>
                    <a:pt x="78952" y="8329"/>
                    <a:pt x="78699" y="8488"/>
                  </a:cubicBezTo>
                  <a:cubicBezTo>
                    <a:pt x="78604" y="8551"/>
                    <a:pt x="78477" y="8646"/>
                    <a:pt x="78382" y="8709"/>
                  </a:cubicBezTo>
                  <a:cubicBezTo>
                    <a:pt x="78160" y="8836"/>
                    <a:pt x="77939" y="8963"/>
                    <a:pt x="77717" y="9089"/>
                  </a:cubicBezTo>
                  <a:cubicBezTo>
                    <a:pt x="77558" y="9184"/>
                    <a:pt x="77400" y="9279"/>
                    <a:pt x="77242" y="9374"/>
                  </a:cubicBezTo>
                  <a:cubicBezTo>
                    <a:pt x="77020" y="9501"/>
                    <a:pt x="76798" y="9628"/>
                    <a:pt x="76608" y="9723"/>
                  </a:cubicBezTo>
                  <a:cubicBezTo>
                    <a:pt x="76418" y="9818"/>
                    <a:pt x="76260" y="9913"/>
                    <a:pt x="76070" y="10008"/>
                  </a:cubicBezTo>
                  <a:cubicBezTo>
                    <a:pt x="75880" y="10103"/>
                    <a:pt x="75690" y="10198"/>
                    <a:pt x="75500" y="10293"/>
                  </a:cubicBezTo>
                  <a:cubicBezTo>
                    <a:pt x="75215" y="10419"/>
                    <a:pt x="74930" y="10578"/>
                    <a:pt x="74645" y="10704"/>
                  </a:cubicBezTo>
                  <a:cubicBezTo>
                    <a:pt x="74455" y="10799"/>
                    <a:pt x="74265" y="10863"/>
                    <a:pt x="74075" y="10958"/>
                  </a:cubicBezTo>
                  <a:cubicBezTo>
                    <a:pt x="73758" y="11084"/>
                    <a:pt x="73473" y="11211"/>
                    <a:pt x="73156" y="11338"/>
                  </a:cubicBezTo>
                  <a:cubicBezTo>
                    <a:pt x="72966" y="11433"/>
                    <a:pt x="72745" y="11528"/>
                    <a:pt x="72523" y="11591"/>
                  </a:cubicBezTo>
                  <a:cubicBezTo>
                    <a:pt x="72333" y="11686"/>
                    <a:pt x="72111" y="11781"/>
                    <a:pt x="71890" y="11844"/>
                  </a:cubicBezTo>
                  <a:cubicBezTo>
                    <a:pt x="71636" y="11939"/>
                    <a:pt x="71383" y="12034"/>
                    <a:pt x="71098" y="12129"/>
                  </a:cubicBezTo>
                  <a:cubicBezTo>
                    <a:pt x="70876" y="12224"/>
                    <a:pt x="70655" y="12319"/>
                    <a:pt x="70433" y="12383"/>
                  </a:cubicBezTo>
                  <a:cubicBezTo>
                    <a:pt x="70148" y="12478"/>
                    <a:pt x="69895" y="12573"/>
                    <a:pt x="69610" y="12668"/>
                  </a:cubicBezTo>
                  <a:cubicBezTo>
                    <a:pt x="69388" y="12731"/>
                    <a:pt x="69135" y="12826"/>
                    <a:pt x="68913" y="12890"/>
                  </a:cubicBezTo>
                  <a:cubicBezTo>
                    <a:pt x="68628" y="12985"/>
                    <a:pt x="68343" y="13048"/>
                    <a:pt x="68058" y="13143"/>
                  </a:cubicBezTo>
                  <a:cubicBezTo>
                    <a:pt x="67804" y="13206"/>
                    <a:pt x="67583" y="13301"/>
                    <a:pt x="67329" y="13365"/>
                  </a:cubicBezTo>
                  <a:cubicBezTo>
                    <a:pt x="67076" y="13428"/>
                    <a:pt x="66791" y="13491"/>
                    <a:pt x="66538" y="13586"/>
                  </a:cubicBezTo>
                  <a:cubicBezTo>
                    <a:pt x="66158" y="13681"/>
                    <a:pt x="65778" y="13776"/>
                    <a:pt x="65398" y="13871"/>
                  </a:cubicBezTo>
                  <a:cubicBezTo>
                    <a:pt x="65144" y="13935"/>
                    <a:pt x="64923" y="13998"/>
                    <a:pt x="64669" y="14061"/>
                  </a:cubicBezTo>
                  <a:cubicBezTo>
                    <a:pt x="64257" y="14156"/>
                    <a:pt x="63846" y="14251"/>
                    <a:pt x="63402" y="14346"/>
                  </a:cubicBezTo>
                  <a:cubicBezTo>
                    <a:pt x="63181" y="14410"/>
                    <a:pt x="62959" y="14473"/>
                    <a:pt x="62737" y="14505"/>
                  </a:cubicBezTo>
                  <a:cubicBezTo>
                    <a:pt x="62199" y="14631"/>
                    <a:pt x="61661" y="14726"/>
                    <a:pt x="61091" y="14853"/>
                  </a:cubicBezTo>
                  <a:cubicBezTo>
                    <a:pt x="60996" y="14853"/>
                    <a:pt x="60869" y="14885"/>
                    <a:pt x="60742" y="14916"/>
                  </a:cubicBezTo>
                  <a:cubicBezTo>
                    <a:pt x="60077" y="15043"/>
                    <a:pt x="59412" y="15170"/>
                    <a:pt x="58715" y="15265"/>
                  </a:cubicBezTo>
                  <a:cubicBezTo>
                    <a:pt x="58145" y="15360"/>
                    <a:pt x="57544" y="15455"/>
                    <a:pt x="56974" y="15550"/>
                  </a:cubicBezTo>
                  <a:lnTo>
                    <a:pt x="56594" y="15581"/>
                  </a:lnTo>
                  <a:cubicBezTo>
                    <a:pt x="56119" y="15645"/>
                    <a:pt x="55643" y="15708"/>
                    <a:pt x="55137" y="15771"/>
                  </a:cubicBezTo>
                  <a:cubicBezTo>
                    <a:pt x="54947" y="15803"/>
                    <a:pt x="54725" y="15835"/>
                    <a:pt x="54503" y="15866"/>
                  </a:cubicBezTo>
                  <a:cubicBezTo>
                    <a:pt x="54092" y="15898"/>
                    <a:pt x="53680" y="15961"/>
                    <a:pt x="53268" y="15993"/>
                  </a:cubicBezTo>
                  <a:cubicBezTo>
                    <a:pt x="53047" y="16025"/>
                    <a:pt x="52825" y="16056"/>
                    <a:pt x="52603" y="16056"/>
                  </a:cubicBezTo>
                  <a:cubicBezTo>
                    <a:pt x="52223" y="16088"/>
                    <a:pt x="51843" y="16120"/>
                    <a:pt x="51463" y="16151"/>
                  </a:cubicBezTo>
                  <a:cubicBezTo>
                    <a:pt x="51146" y="16183"/>
                    <a:pt x="50830" y="16215"/>
                    <a:pt x="50513" y="16246"/>
                  </a:cubicBezTo>
                  <a:cubicBezTo>
                    <a:pt x="50165" y="16278"/>
                    <a:pt x="49785" y="16310"/>
                    <a:pt x="49436" y="16310"/>
                  </a:cubicBezTo>
                  <a:cubicBezTo>
                    <a:pt x="49120" y="16341"/>
                    <a:pt x="48771" y="16373"/>
                    <a:pt x="48455" y="16373"/>
                  </a:cubicBezTo>
                  <a:lnTo>
                    <a:pt x="47726" y="16405"/>
                  </a:lnTo>
                  <a:cubicBezTo>
                    <a:pt x="46744" y="16468"/>
                    <a:pt x="45794" y="16500"/>
                    <a:pt x="44781" y="16531"/>
                  </a:cubicBezTo>
                  <a:lnTo>
                    <a:pt x="44591" y="16531"/>
                  </a:lnTo>
                  <a:cubicBezTo>
                    <a:pt x="43863" y="16563"/>
                    <a:pt x="43103" y="16563"/>
                    <a:pt x="42342" y="16563"/>
                  </a:cubicBezTo>
                  <a:cubicBezTo>
                    <a:pt x="41899" y="16563"/>
                    <a:pt x="41456" y="16563"/>
                    <a:pt x="41012" y="16531"/>
                  </a:cubicBezTo>
                  <a:cubicBezTo>
                    <a:pt x="40316" y="16531"/>
                    <a:pt x="39619" y="16531"/>
                    <a:pt x="38922" y="16500"/>
                  </a:cubicBezTo>
                  <a:cubicBezTo>
                    <a:pt x="38701" y="16500"/>
                    <a:pt x="38511" y="16500"/>
                    <a:pt x="38289" y="16468"/>
                  </a:cubicBezTo>
                  <a:cubicBezTo>
                    <a:pt x="37434" y="16436"/>
                    <a:pt x="36610" y="16405"/>
                    <a:pt x="35755" y="16341"/>
                  </a:cubicBezTo>
                  <a:cubicBezTo>
                    <a:pt x="35597" y="16341"/>
                    <a:pt x="35439" y="16341"/>
                    <a:pt x="35249" y="16310"/>
                  </a:cubicBezTo>
                  <a:cubicBezTo>
                    <a:pt x="34584" y="16278"/>
                    <a:pt x="33919" y="16215"/>
                    <a:pt x="33253" y="16183"/>
                  </a:cubicBezTo>
                  <a:cubicBezTo>
                    <a:pt x="33000" y="16151"/>
                    <a:pt x="32747" y="16120"/>
                    <a:pt x="32493" y="16088"/>
                  </a:cubicBezTo>
                  <a:cubicBezTo>
                    <a:pt x="31892" y="16056"/>
                    <a:pt x="31258" y="15993"/>
                    <a:pt x="30657" y="15898"/>
                  </a:cubicBezTo>
                  <a:cubicBezTo>
                    <a:pt x="30467" y="15898"/>
                    <a:pt x="30245" y="15866"/>
                    <a:pt x="30055" y="15835"/>
                  </a:cubicBezTo>
                  <a:cubicBezTo>
                    <a:pt x="29231" y="15740"/>
                    <a:pt x="28440" y="15645"/>
                    <a:pt x="27648" y="15518"/>
                  </a:cubicBezTo>
                  <a:cubicBezTo>
                    <a:pt x="27521" y="15518"/>
                    <a:pt x="27363" y="15486"/>
                    <a:pt x="27236" y="15455"/>
                  </a:cubicBezTo>
                  <a:cubicBezTo>
                    <a:pt x="26540" y="15360"/>
                    <a:pt x="25875" y="15265"/>
                    <a:pt x="25210" y="15138"/>
                  </a:cubicBezTo>
                  <a:cubicBezTo>
                    <a:pt x="25019" y="15106"/>
                    <a:pt x="24798" y="15075"/>
                    <a:pt x="24576" y="15011"/>
                  </a:cubicBezTo>
                  <a:cubicBezTo>
                    <a:pt x="23753" y="14885"/>
                    <a:pt x="22929" y="14726"/>
                    <a:pt x="22138" y="14536"/>
                  </a:cubicBezTo>
                  <a:cubicBezTo>
                    <a:pt x="21599" y="14441"/>
                    <a:pt x="21061" y="14315"/>
                    <a:pt x="20522" y="14188"/>
                  </a:cubicBezTo>
                  <a:cubicBezTo>
                    <a:pt x="20364" y="14156"/>
                    <a:pt x="20206" y="14093"/>
                    <a:pt x="20047" y="14061"/>
                  </a:cubicBezTo>
                  <a:cubicBezTo>
                    <a:pt x="19699" y="13966"/>
                    <a:pt x="19319" y="13871"/>
                    <a:pt x="18971" y="13776"/>
                  </a:cubicBezTo>
                  <a:cubicBezTo>
                    <a:pt x="18717" y="13713"/>
                    <a:pt x="18464" y="13650"/>
                    <a:pt x="18211" y="13586"/>
                  </a:cubicBezTo>
                  <a:cubicBezTo>
                    <a:pt x="17926" y="13523"/>
                    <a:pt x="17641" y="13428"/>
                    <a:pt x="17324" y="13333"/>
                  </a:cubicBezTo>
                  <a:cubicBezTo>
                    <a:pt x="17102" y="13270"/>
                    <a:pt x="16849" y="13206"/>
                    <a:pt x="16596" y="13143"/>
                  </a:cubicBezTo>
                  <a:cubicBezTo>
                    <a:pt x="16342" y="13048"/>
                    <a:pt x="16089" y="12985"/>
                    <a:pt x="15835" y="12890"/>
                  </a:cubicBezTo>
                  <a:cubicBezTo>
                    <a:pt x="15455" y="12763"/>
                    <a:pt x="15107" y="12668"/>
                    <a:pt x="14727" y="12541"/>
                  </a:cubicBezTo>
                  <a:cubicBezTo>
                    <a:pt x="14537" y="12478"/>
                    <a:pt x="14315" y="12383"/>
                    <a:pt x="14125" y="12319"/>
                  </a:cubicBezTo>
                  <a:cubicBezTo>
                    <a:pt x="13714" y="12193"/>
                    <a:pt x="13334" y="12034"/>
                    <a:pt x="12954" y="11908"/>
                  </a:cubicBezTo>
                  <a:cubicBezTo>
                    <a:pt x="12795" y="11844"/>
                    <a:pt x="12637" y="11781"/>
                    <a:pt x="12510" y="11749"/>
                  </a:cubicBezTo>
                  <a:cubicBezTo>
                    <a:pt x="12257" y="11623"/>
                    <a:pt x="12004" y="11528"/>
                    <a:pt x="11750" y="11433"/>
                  </a:cubicBezTo>
                  <a:cubicBezTo>
                    <a:pt x="11528" y="11338"/>
                    <a:pt x="11307" y="11243"/>
                    <a:pt x="11085" y="11148"/>
                  </a:cubicBezTo>
                  <a:cubicBezTo>
                    <a:pt x="10832" y="11053"/>
                    <a:pt x="10610" y="10958"/>
                    <a:pt x="10388" y="10831"/>
                  </a:cubicBezTo>
                  <a:cubicBezTo>
                    <a:pt x="10167" y="10736"/>
                    <a:pt x="9945" y="10641"/>
                    <a:pt x="9755" y="10546"/>
                  </a:cubicBezTo>
                  <a:cubicBezTo>
                    <a:pt x="9533" y="10451"/>
                    <a:pt x="9312" y="10324"/>
                    <a:pt x="9090" y="10229"/>
                  </a:cubicBezTo>
                  <a:cubicBezTo>
                    <a:pt x="8900" y="10134"/>
                    <a:pt x="8678" y="10039"/>
                    <a:pt x="8488" y="9944"/>
                  </a:cubicBezTo>
                  <a:cubicBezTo>
                    <a:pt x="8267" y="9818"/>
                    <a:pt x="8077" y="9691"/>
                    <a:pt x="7855" y="9596"/>
                  </a:cubicBezTo>
                  <a:cubicBezTo>
                    <a:pt x="7665" y="9469"/>
                    <a:pt x="7475" y="9374"/>
                    <a:pt x="7285" y="9279"/>
                  </a:cubicBezTo>
                  <a:cubicBezTo>
                    <a:pt x="7095" y="9153"/>
                    <a:pt x="6905" y="9058"/>
                    <a:pt x="6715" y="8931"/>
                  </a:cubicBezTo>
                  <a:cubicBezTo>
                    <a:pt x="6525" y="8836"/>
                    <a:pt x="6366" y="8709"/>
                    <a:pt x="6176" y="8614"/>
                  </a:cubicBezTo>
                  <a:cubicBezTo>
                    <a:pt x="5986" y="8488"/>
                    <a:pt x="5828" y="8361"/>
                    <a:pt x="5638" y="8234"/>
                  </a:cubicBezTo>
                  <a:cubicBezTo>
                    <a:pt x="5480" y="8139"/>
                    <a:pt x="5321" y="8013"/>
                    <a:pt x="5163" y="7918"/>
                  </a:cubicBezTo>
                  <a:cubicBezTo>
                    <a:pt x="4973" y="7791"/>
                    <a:pt x="4815" y="7664"/>
                    <a:pt x="4656" y="7537"/>
                  </a:cubicBezTo>
                  <a:cubicBezTo>
                    <a:pt x="4498" y="7411"/>
                    <a:pt x="4371" y="7316"/>
                    <a:pt x="4213" y="7189"/>
                  </a:cubicBezTo>
                  <a:cubicBezTo>
                    <a:pt x="4055" y="7062"/>
                    <a:pt x="3896" y="6936"/>
                    <a:pt x="3770" y="6809"/>
                  </a:cubicBezTo>
                  <a:cubicBezTo>
                    <a:pt x="3611" y="6682"/>
                    <a:pt x="3485" y="6587"/>
                    <a:pt x="3358" y="6461"/>
                  </a:cubicBezTo>
                  <a:cubicBezTo>
                    <a:pt x="3200" y="6334"/>
                    <a:pt x="3073" y="6207"/>
                    <a:pt x="2946" y="6049"/>
                  </a:cubicBezTo>
                  <a:cubicBezTo>
                    <a:pt x="2819" y="5954"/>
                    <a:pt x="2693" y="5827"/>
                    <a:pt x="2598" y="5701"/>
                  </a:cubicBezTo>
                  <a:cubicBezTo>
                    <a:pt x="2471" y="5574"/>
                    <a:pt x="2344" y="5416"/>
                    <a:pt x="2218" y="5289"/>
                  </a:cubicBezTo>
                  <a:cubicBezTo>
                    <a:pt x="2123" y="5162"/>
                    <a:pt x="2028" y="5067"/>
                    <a:pt x="1933" y="4941"/>
                  </a:cubicBezTo>
                  <a:cubicBezTo>
                    <a:pt x="1806" y="4782"/>
                    <a:pt x="1711" y="4656"/>
                    <a:pt x="1616" y="4497"/>
                  </a:cubicBezTo>
                  <a:cubicBezTo>
                    <a:pt x="1521" y="4402"/>
                    <a:pt x="1426" y="4276"/>
                    <a:pt x="1331" y="4149"/>
                  </a:cubicBezTo>
                  <a:cubicBezTo>
                    <a:pt x="1236" y="3991"/>
                    <a:pt x="1173" y="3864"/>
                    <a:pt x="1078" y="3706"/>
                  </a:cubicBezTo>
                  <a:cubicBezTo>
                    <a:pt x="1014" y="3579"/>
                    <a:pt x="919" y="3452"/>
                    <a:pt x="888" y="3357"/>
                  </a:cubicBezTo>
                  <a:cubicBezTo>
                    <a:pt x="793" y="3199"/>
                    <a:pt x="729" y="3040"/>
                    <a:pt x="666" y="2882"/>
                  </a:cubicBezTo>
                  <a:cubicBezTo>
                    <a:pt x="603" y="2755"/>
                    <a:pt x="539" y="2660"/>
                    <a:pt x="508" y="2534"/>
                  </a:cubicBezTo>
                  <a:cubicBezTo>
                    <a:pt x="413" y="2375"/>
                    <a:pt x="381" y="2185"/>
                    <a:pt x="318" y="2027"/>
                  </a:cubicBezTo>
                  <a:cubicBezTo>
                    <a:pt x="286" y="1932"/>
                    <a:pt x="254" y="1805"/>
                    <a:pt x="223" y="1710"/>
                  </a:cubicBezTo>
                  <a:cubicBezTo>
                    <a:pt x="159" y="1520"/>
                    <a:pt x="159" y="1330"/>
                    <a:pt x="96" y="1140"/>
                  </a:cubicBezTo>
                  <a:cubicBezTo>
                    <a:pt x="96" y="1045"/>
                    <a:pt x="64" y="950"/>
                    <a:pt x="64" y="855"/>
                  </a:cubicBezTo>
                  <a:cubicBezTo>
                    <a:pt x="33" y="570"/>
                    <a:pt x="1" y="285"/>
                    <a:pt x="1" y="0"/>
                  </a:cubicBez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6" name="Google Shape;5186;p29"/>
            <p:cNvSpPr/>
            <p:nvPr/>
          </p:nvSpPr>
          <p:spPr>
            <a:xfrm>
              <a:off x="3491372" y="2794924"/>
              <a:ext cx="2173352" cy="524208"/>
            </a:xfrm>
            <a:custGeom>
              <a:rect b="b" l="l" r="r" t="t"/>
              <a:pathLst>
                <a:path extrusionOk="0" h="16469" w="68280">
                  <a:moveTo>
                    <a:pt x="68279" y="1"/>
                  </a:moveTo>
                  <a:lnTo>
                    <a:pt x="68279" y="1"/>
                  </a:lnTo>
                  <a:lnTo>
                    <a:pt x="68279" y="1"/>
                  </a:lnTo>
                  <a:close/>
                  <a:moveTo>
                    <a:pt x="1" y="1"/>
                  </a:moveTo>
                  <a:lnTo>
                    <a:pt x="381" y="5891"/>
                  </a:lnTo>
                  <a:lnTo>
                    <a:pt x="8678" y="10262"/>
                  </a:lnTo>
                  <a:lnTo>
                    <a:pt x="32303" y="16469"/>
                  </a:lnTo>
                  <a:lnTo>
                    <a:pt x="49499" y="14854"/>
                  </a:lnTo>
                  <a:lnTo>
                    <a:pt x="59728" y="11433"/>
                  </a:lnTo>
                  <a:lnTo>
                    <a:pt x="66759" y="9723"/>
                  </a:lnTo>
                  <a:lnTo>
                    <a:pt x="68279" y="1"/>
                  </a:lnTo>
                  <a:lnTo>
                    <a:pt x="65334" y="3231"/>
                  </a:lnTo>
                  <a:lnTo>
                    <a:pt x="52096" y="9723"/>
                  </a:lnTo>
                  <a:lnTo>
                    <a:pt x="31068" y="12479"/>
                  </a:lnTo>
                  <a:lnTo>
                    <a:pt x="19065" y="10008"/>
                  </a:lnTo>
                  <a:lnTo>
                    <a:pt x="8393" y="6620"/>
                  </a:lnTo>
                  <a:lnTo>
                    <a:pt x="1742" y="9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7" name="Google Shape;5187;p29"/>
            <p:cNvSpPr/>
            <p:nvPr/>
          </p:nvSpPr>
          <p:spPr>
            <a:xfrm>
              <a:off x="3491372" y="2370566"/>
              <a:ext cx="2173352" cy="849797"/>
            </a:xfrm>
            <a:custGeom>
              <a:rect b="b" l="l" r="r" t="t"/>
              <a:pathLst>
                <a:path extrusionOk="0" h="26698" w="68280">
                  <a:moveTo>
                    <a:pt x="34140" y="6081"/>
                  </a:moveTo>
                  <a:cubicBezTo>
                    <a:pt x="44401" y="6081"/>
                    <a:pt x="52730" y="8963"/>
                    <a:pt x="52730" y="12541"/>
                  </a:cubicBezTo>
                  <a:cubicBezTo>
                    <a:pt x="52730" y="16120"/>
                    <a:pt x="44401" y="19033"/>
                    <a:pt x="34140" y="19033"/>
                  </a:cubicBezTo>
                  <a:cubicBezTo>
                    <a:pt x="23911" y="19033"/>
                    <a:pt x="15582" y="16120"/>
                    <a:pt x="15582" y="12541"/>
                  </a:cubicBezTo>
                  <a:cubicBezTo>
                    <a:pt x="15582" y="8994"/>
                    <a:pt x="23911" y="6081"/>
                    <a:pt x="34140" y="6081"/>
                  </a:cubicBezTo>
                  <a:close/>
                  <a:moveTo>
                    <a:pt x="34140" y="0"/>
                  </a:moveTo>
                  <a:cubicBezTo>
                    <a:pt x="15328" y="0"/>
                    <a:pt x="1" y="5986"/>
                    <a:pt x="1" y="13333"/>
                  </a:cubicBezTo>
                  <a:cubicBezTo>
                    <a:pt x="1" y="20712"/>
                    <a:pt x="15328" y="26697"/>
                    <a:pt x="34140" y="26697"/>
                  </a:cubicBezTo>
                  <a:cubicBezTo>
                    <a:pt x="52983" y="26697"/>
                    <a:pt x="68279" y="20680"/>
                    <a:pt x="68279" y="13333"/>
                  </a:cubicBezTo>
                  <a:cubicBezTo>
                    <a:pt x="68279" y="5986"/>
                    <a:pt x="52983" y="0"/>
                    <a:pt x="34140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8" name="Google Shape;5188;p29"/>
            <p:cNvSpPr/>
            <p:nvPr/>
          </p:nvSpPr>
          <p:spPr>
            <a:xfrm>
              <a:off x="3492390" y="2795943"/>
              <a:ext cx="2172334" cy="908269"/>
            </a:xfrm>
            <a:custGeom>
              <a:rect b="b" l="l" r="r" t="t"/>
              <a:pathLst>
                <a:path extrusionOk="0" h="28535" w="68248">
                  <a:moveTo>
                    <a:pt x="0" y="1"/>
                  </a:moveTo>
                  <a:lnTo>
                    <a:pt x="0" y="15170"/>
                  </a:lnTo>
                  <a:cubicBezTo>
                    <a:pt x="0" y="15392"/>
                    <a:pt x="0" y="15645"/>
                    <a:pt x="32" y="15867"/>
                  </a:cubicBezTo>
                  <a:cubicBezTo>
                    <a:pt x="32" y="15930"/>
                    <a:pt x="64" y="16025"/>
                    <a:pt x="95" y="16088"/>
                  </a:cubicBezTo>
                  <a:cubicBezTo>
                    <a:pt x="95" y="16247"/>
                    <a:pt x="127" y="16405"/>
                    <a:pt x="159" y="16532"/>
                  </a:cubicBezTo>
                  <a:cubicBezTo>
                    <a:pt x="190" y="16627"/>
                    <a:pt x="222" y="16722"/>
                    <a:pt x="254" y="16817"/>
                  </a:cubicBezTo>
                  <a:cubicBezTo>
                    <a:pt x="285" y="16944"/>
                    <a:pt x="349" y="17070"/>
                    <a:pt x="380" y="17197"/>
                  </a:cubicBezTo>
                  <a:cubicBezTo>
                    <a:pt x="412" y="17292"/>
                    <a:pt x="475" y="17387"/>
                    <a:pt x="507" y="17482"/>
                  </a:cubicBezTo>
                  <a:cubicBezTo>
                    <a:pt x="570" y="17609"/>
                    <a:pt x="634" y="17735"/>
                    <a:pt x="697" y="17862"/>
                  </a:cubicBezTo>
                  <a:cubicBezTo>
                    <a:pt x="729" y="17957"/>
                    <a:pt x="792" y="18052"/>
                    <a:pt x="855" y="18147"/>
                  </a:cubicBezTo>
                  <a:cubicBezTo>
                    <a:pt x="919" y="18274"/>
                    <a:pt x="982" y="18400"/>
                    <a:pt x="1077" y="18527"/>
                  </a:cubicBezTo>
                  <a:cubicBezTo>
                    <a:pt x="1140" y="18622"/>
                    <a:pt x="1204" y="18717"/>
                    <a:pt x="1299" y="18812"/>
                  </a:cubicBezTo>
                  <a:cubicBezTo>
                    <a:pt x="1362" y="18907"/>
                    <a:pt x="1457" y="19034"/>
                    <a:pt x="1552" y="19160"/>
                  </a:cubicBezTo>
                  <a:cubicBezTo>
                    <a:pt x="1615" y="19255"/>
                    <a:pt x="1710" y="19350"/>
                    <a:pt x="1774" y="19445"/>
                  </a:cubicBezTo>
                  <a:cubicBezTo>
                    <a:pt x="1869" y="19540"/>
                    <a:pt x="1964" y="19667"/>
                    <a:pt x="2090" y="19762"/>
                  </a:cubicBezTo>
                  <a:cubicBezTo>
                    <a:pt x="2185" y="19857"/>
                    <a:pt x="2280" y="19952"/>
                    <a:pt x="2375" y="20047"/>
                  </a:cubicBezTo>
                  <a:cubicBezTo>
                    <a:pt x="2470" y="20142"/>
                    <a:pt x="2565" y="20269"/>
                    <a:pt x="2692" y="20364"/>
                  </a:cubicBezTo>
                  <a:cubicBezTo>
                    <a:pt x="2787" y="20459"/>
                    <a:pt x="2914" y="20554"/>
                    <a:pt x="3009" y="20649"/>
                  </a:cubicBezTo>
                  <a:cubicBezTo>
                    <a:pt x="3135" y="20744"/>
                    <a:pt x="3262" y="20870"/>
                    <a:pt x="3389" y="20965"/>
                  </a:cubicBezTo>
                  <a:cubicBezTo>
                    <a:pt x="3516" y="21060"/>
                    <a:pt x="3611" y="21155"/>
                    <a:pt x="3737" y="21250"/>
                  </a:cubicBezTo>
                  <a:cubicBezTo>
                    <a:pt x="3896" y="21345"/>
                    <a:pt x="4022" y="21441"/>
                    <a:pt x="4149" y="21536"/>
                  </a:cubicBezTo>
                  <a:cubicBezTo>
                    <a:pt x="4276" y="21631"/>
                    <a:pt x="4402" y="21726"/>
                    <a:pt x="4529" y="21821"/>
                  </a:cubicBezTo>
                  <a:cubicBezTo>
                    <a:pt x="4687" y="21916"/>
                    <a:pt x="4814" y="22011"/>
                    <a:pt x="4972" y="22106"/>
                  </a:cubicBezTo>
                  <a:cubicBezTo>
                    <a:pt x="5131" y="22201"/>
                    <a:pt x="5257" y="22264"/>
                    <a:pt x="5416" y="22359"/>
                  </a:cubicBezTo>
                  <a:cubicBezTo>
                    <a:pt x="5542" y="22454"/>
                    <a:pt x="5701" y="22549"/>
                    <a:pt x="5859" y="22644"/>
                  </a:cubicBezTo>
                  <a:cubicBezTo>
                    <a:pt x="6017" y="22739"/>
                    <a:pt x="6176" y="22802"/>
                    <a:pt x="6334" y="22897"/>
                  </a:cubicBezTo>
                  <a:cubicBezTo>
                    <a:pt x="6492" y="22992"/>
                    <a:pt x="6651" y="23087"/>
                    <a:pt x="6841" y="23182"/>
                  </a:cubicBezTo>
                  <a:cubicBezTo>
                    <a:pt x="6999" y="23246"/>
                    <a:pt x="7157" y="23341"/>
                    <a:pt x="7316" y="23404"/>
                  </a:cubicBezTo>
                  <a:cubicBezTo>
                    <a:pt x="7506" y="23499"/>
                    <a:pt x="7664" y="23594"/>
                    <a:pt x="7854" y="23689"/>
                  </a:cubicBezTo>
                  <a:cubicBezTo>
                    <a:pt x="8013" y="23752"/>
                    <a:pt x="8203" y="23847"/>
                    <a:pt x="8361" y="23911"/>
                  </a:cubicBezTo>
                  <a:cubicBezTo>
                    <a:pt x="8551" y="24006"/>
                    <a:pt x="8741" y="24069"/>
                    <a:pt x="8931" y="24164"/>
                  </a:cubicBezTo>
                  <a:cubicBezTo>
                    <a:pt x="9121" y="24227"/>
                    <a:pt x="9311" y="24322"/>
                    <a:pt x="9469" y="24386"/>
                  </a:cubicBezTo>
                  <a:cubicBezTo>
                    <a:pt x="9691" y="24481"/>
                    <a:pt x="9881" y="24544"/>
                    <a:pt x="10071" y="24639"/>
                  </a:cubicBezTo>
                  <a:lnTo>
                    <a:pt x="10134" y="24639"/>
                  </a:lnTo>
                  <a:cubicBezTo>
                    <a:pt x="10229" y="24702"/>
                    <a:pt x="10324" y="24734"/>
                    <a:pt x="10419" y="24766"/>
                  </a:cubicBezTo>
                  <a:cubicBezTo>
                    <a:pt x="10736" y="24892"/>
                    <a:pt x="11053" y="24987"/>
                    <a:pt x="11369" y="25114"/>
                  </a:cubicBezTo>
                  <a:cubicBezTo>
                    <a:pt x="11528" y="25177"/>
                    <a:pt x="11718" y="25209"/>
                    <a:pt x="11876" y="25272"/>
                  </a:cubicBezTo>
                  <a:cubicBezTo>
                    <a:pt x="12161" y="25367"/>
                    <a:pt x="12446" y="25462"/>
                    <a:pt x="12763" y="25557"/>
                  </a:cubicBezTo>
                  <a:cubicBezTo>
                    <a:pt x="12826" y="25589"/>
                    <a:pt x="12921" y="25621"/>
                    <a:pt x="12985" y="25652"/>
                  </a:cubicBezTo>
                  <a:cubicBezTo>
                    <a:pt x="13111" y="25684"/>
                    <a:pt x="13238" y="25716"/>
                    <a:pt x="13365" y="25747"/>
                  </a:cubicBezTo>
                  <a:cubicBezTo>
                    <a:pt x="13555" y="25811"/>
                    <a:pt x="13776" y="25874"/>
                    <a:pt x="13966" y="25937"/>
                  </a:cubicBezTo>
                  <a:cubicBezTo>
                    <a:pt x="14188" y="26001"/>
                    <a:pt x="14441" y="26064"/>
                    <a:pt x="14663" y="26127"/>
                  </a:cubicBezTo>
                  <a:cubicBezTo>
                    <a:pt x="14885" y="26191"/>
                    <a:pt x="15075" y="26223"/>
                    <a:pt x="15265" y="26286"/>
                  </a:cubicBezTo>
                  <a:cubicBezTo>
                    <a:pt x="15360" y="26318"/>
                    <a:pt x="15423" y="26318"/>
                    <a:pt x="15486" y="26349"/>
                  </a:cubicBezTo>
                  <a:cubicBezTo>
                    <a:pt x="15708" y="26413"/>
                    <a:pt x="15930" y="26444"/>
                    <a:pt x="16151" y="26508"/>
                  </a:cubicBezTo>
                  <a:lnTo>
                    <a:pt x="16531" y="26603"/>
                  </a:lnTo>
                  <a:cubicBezTo>
                    <a:pt x="16943" y="26698"/>
                    <a:pt x="17387" y="26793"/>
                    <a:pt x="17798" y="26888"/>
                  </a:cubicBezTo>
                  <a:lnTo>
                    <a:pt x="17830" y="26888"/>
                  </a:lnTo>
                  <a:cubicBezTo>
                    <a:pt x="18463" y="27014"/>
                    <a:pt x="19128" y="27141"/>
                    <a:pt x="19793" y="27268"/>
                  </a:cubicBezTo>
                  <a:cubicBezTo>
                    <a:pt x="19857" y="27299"/>
                    <a:pt x="19952" y="27299"/>
                    <a:pt x="20015" y="27331"/>
                  </a:cubicBezTo>
                  <a:cubicBezTo>
                    <a:pt x="20110" y="27331"/>
                    <a:pt x="20205" y="27363"/>
                    <a:pt x="20300" y="27363"/>
                  </a:cubicBezTo>
                  <a:cubicBezTo>
                    <a:pt x="20838" y="27458"/>
                    <a:pt x="21377" y="27553"/>
                    <a:pt x="21915" y="27648"/>
                  </a:cubicBezTo>
                  <a:cubicBezTo>
                    <a:pt x="22010" y="27648"/>
                    <a:pt x="22105" y="27679"/>
                    <a:pt x="22169" y="27679"/>
                  </a:cubicBezTo>
                  <a:lnTo>
                    <a:pt x="22264" y="27679"/>
                  </a:lnTo>
                  <a:cubicBezTo>
                    <a:pt x="22897" y="27774"/>
                    <a:pt x="23530" y="27869"/>
                    <a:pt x="24195" y="27933"/>
                  </a:cubicBezTo>
                  <a:cubicBezTo>
                    <a:pt x="24227" y="27964"/>
                    <a:pt x="24290" y="27964"/>
                    <a:pt x="24322" y="27964"/>
                  </a:cubicBezTo>
                  <a:cubicBezTo>
                    <a:pt x="24449" y="27964"/>
                    <a:pt x="24575" y="27996"/>
                    <a:pt x="24702" y="27996"/>
                  </a:cubicBezTo>
                  <a:cubicBezTo>
                    <a:pt x="25177" y="28059"/>
                    <a:pt x="25684" y="28123"/>
                    <a:pt x="26159" y="28154"/>
                  </a:cubicBezTo>
                  <a:lnTo>
                    <a:pt x="26507" y="28186"/>
                  </a:lnTo>
                  <a:cubicBezTo>
                    <a:pt x="26602" y="28186"/>
                    <a:pt x="26697" y="28186"/>
                    <a:pt x="26792" y="28218"/>
                  </a:cubicBezTo>
                  <a:cubicBezTo>
                    <a:pt x="27331" y="28249"/>
                    <a:pt x="27869" y="28313"/>
                    <a:pt x="28407" y="28344"/>
                  </a:cubicBezTo>
                  <a:lnTo>
                    <a:pt x="28724" y="28344"/>
                  </a:lnTo>
                  <a:cubicBezTo>
                    <a:pt x="28756" y="28344"/>
                    <a:pt x="28787" y="28376"/>
                    <a:pt x="28787" y="28376"/>
                  </a:cubicBezTo>
                  <a:cubicBezTo>
                    <a:pt x="29484" y="28408"/>
                    <a:pt x="30149" y="28439"/>
                    <a:pt x="30846" y="28471"/>
                  </a:cubicBezTo>
                  <a:lnTo>
                    <a:pt x="31353" y="28471"/>
                  </a:lnTo>
                  <a:cubicBezTo>
                    <a:pt x="31923" y="28503"/>
                    <a:pt x="32461" y="28503"/>
                    <a:pt x="33031" y="28503"/>
                  </a:cubicBezTo>
                  <a:cubicBezTo>
                    <a:pt x="33158" y="28503"/>
                    <a:pt x="33284" y="28534"/>
                    <a:pt x="33411" y="28534"/>
                  </a:cubicBezTo>
                  <a:lnTo>
                    <a:pt x="34108" y="28534"/>
                  </a:lnTo>
                  <a:cubicBezTo>
                    <a:pt x="34710" y="28534"/>
                    <a:pt x="35311" y="28503"/>
                    <a:pt x="35913" y="28503"/>
                  </a:cubicBezTo>
                  <a:lnTo>
                    <a:pt x="36071" y="28503"/>
                  </a:lnTo>
                  <a:cubicBezTo>
                    <a:pt x="36863" y="28471"/>
                    <a:pt x="37655" y="28439"/>
                    <a:pt x="38446" y="28408"/>
                  </a:cubicBezTo>
                  <a:lnTo>
                    <a:pt x="38732" y="28408"/>
                  </a:lnTo>
                  <a:cubicBezTo>
                    <a:pt x="38827" y="28408"/>
                    <a:pt x="38922" y="28376"/>
                    <a:pt x="39017" y="28376"/>
                  </a:cubicBezTo>
                  <a:cubicBezTo>
                    <a:pt x="39302" y="28376"/>
                    <a:pt x="39555" y="28344"/>
                    <a:pt x="39808" y="28344"/>
                  </a:cubicBezTo>
                  <a:cubicBezTo>
                    <a:pt x="40125" y="28313"/>
                    <a:pt x="40410" y="28281"/>
                    <a:pt x="40695" y="28281"/>
                  </a:cubicBezTo>
                  <a:cubicBezTo>
                    <a:pt x="40948" y="28249"/>
                    <a:pt x="41202" y="28218"/>
                    <a:pt x="41455" y="28218"/>
                  </a:cubicBezTo>
                  <a:cubicBezTo>
                    <a:pt x="41645" y="28186"/>
                    <a:pt x="41803" y="28186"/>
                    <a:pt x="41993" y="28154"/>
                  </a:cubicBezTo>
                  <a:cubicBezTo>
                    <a:pt x="42120" y="28154"/>
                    <a:pt x="42247" y="28123"/>
                    <a:pt x="42373" y="28123"/>
                  </a:cubicBezTo>
                  <a:cubicBezTo>
                    <a:pt x="42563" y="28091"/>
                    <a:pt x="42722" y="28091"/>
                    <a:pt x="42912" y="28059"/>
                  </a:cubicBezTo>
                  <a:cubicBezTo>
                    <a:pt x="43260" y="28028"/>
                    <a:pt x="43577" y="27996"/>
                    <a:pt x="43925" y="27964"/>
                  </a:cubicBezTo>
                  <a:cubicBezTo>
                    <a:pt x="44084" y="27933"/>
                    <a:pt x="44242" y="27933"/>
                    <a:pt x="44432" y="27901"/>
                  </a:cubicBezTo>
                  <a:cubicBezTo>
                    <a:pt x="44812" y="27838"/>
                    <a:pt x="45224" y="27806"/>
                    <a:pt x="45604" y="27743"/>
                  </a:cubicBezTo>
                  <a:cubicBezTo>
                    <a:pt x="45699" y="27743"/>
                    <a:pt x="45794" y="27711"/>
                    <a:pt x="45889" y="27711"/>
                  </a:cubicBezTo>
                  <a:cubicBezTo>
                    <a:pt x="46332" y="27648"/>
                    <a:pt x="46775" y="27584"/>
                    <a:pt x="47219" y="27489"/>
                  </a:cubicBezTo>
                  <a:lnTo>
                    <a:pt x="47282" y="27489"/>
                  </a:lnTo>
                  <a:cubicBezTo>
                    <a:pt x="47852" y="27394"/>
                    <a:pt x="48391" y="27299"/>
                    <a:pt x="48929" y="27204"/>
                  </a:cubicBezTo>
                  <a:cubicBezTo>
                    <a:pt x="49024" y="27173"/>
                    <a:pt x="49119" y="27141"/>
                    <a:pt x="49214" y="27141"/>
                  </a:cubicBezTo>
                  <a:cubicBezTo>
                    <a:pt x="49657" y="27046"/>
                    <a:pt x="50101" y="26951"/>
                    <a:pt x="50544" y="26856"/>
                  </a:cubicBezTo>
                  <a:cubicBezTo>
                    <a:pt x="50702" y="26824"/>
                    <a:pt x="50892" y="26793"/>
                    <a:pt x="51082" y="26761"/>
                  </a:cubicBezTo>
                  <a:cubicBezTo>
                    <a:pt x="51431" y="26666"/>
                    <a:pt x="51747" y="26603"/>
                    <a:pt x="52096" y="26508"/>
                  </a:cubicBezTo>
                  <a:cubicBezTo>
                    <a:pt x="52286" y="26476"/>
                    <a:pt x="52476" y="26413"/>
                    <a:pt x="52666" y="26349"/>
                  </a:cubicBezTo>
                  <a:cubicBezTo>
                    <a:pt x="52983" y="26286"/>
                    <a:pt x="53299" y="26191"/>
                    <a:pt x="53616" y="26127"/>
                  </a:cubicBezTo>
                  <a:cubicBezTo>
                    <a:pt x="53711" y="26096"/>
                    <a:pt x="53806" y="26064"/>
                    <a:pt x="53901" y="26032"/>
                  </a:cubicBezTo>
                  <a:cubicBezTo>
                    <a:pt x="54028" y="26001"/>
                    <a:pt x="54123" y="25969"/>
                    <a:pt x="54218" y="25937"/>
                  </a:cubicBezTo>
                  <a:cubicBezTo>
                    <a:pt x="54439" y="25874"/>
                    <a:pt x="54629" y="25811"/>
                    <a:pt x="54819" y="25779"/>
                  </a:cubicBezTo>
                  <a:cubicBezTo>
                    <a:pt x="55041" y="25684"/>
                    <a:pt x="55294" y="25621"/>
                    <a:pt x="55516" y="25557"/>
                  </a:cubicBezTo>
                  <a:cubicBezTo>
                    <a:pt x="55706" y="25494"/>
                    <a:pt x="55896" y="25431"/>
                    <a:pt x="56086" y="25367"/>
                  </a:cubicBezTo>
                  <a:cubicBezTo>
                    <a:pt x="56308" y="25304"/>
                    <a:pt x="56498" y="25209"/>
                    <a:pt x="56720" y="25146"/>
                  </a:cubicBezTo>
                  <a:cubicBezTo>
                    <a:pt x="56910" y="25082"/>
                    <a:pt x="57100" y="25019"/>
                    <a:pt x="57290" y="24956"/>
                  </a:cubicBezTo>
                  <a:cubicBezTo>
                    <a:pt x="57480" y="24892"/>
                    <a:pt x="57701" y="24797"/>
                    <a:pt x="57891" y="24734"/>
                  </a:cubicBezTo>
                  <a:lnTo>
                    <a:pt x="58430" y="24512"/>
                  </a:lnTo>
                  <a:cubicBezTo>
                    <a:pt x="58493" y="24481"/>
                    <a:pt x="58556" y="24481"/>
                    <a:pt x="58651" y="24449"/>
                  </a:cubicBezTo>
                  <a:cubicBezTo>
                    <a:pt x="58746" y="24386"/>
                    <a:pt x="58841" y="24354"/>
                    <a:pt x="58936" y="24322"/>
                  </a:cubicBezTo>
                  <a:cubicBezTo>
                    <a:pt x="59190" y="24196"/>
                    <a:pt x="59443" y="24101"/>
                    <a:pt x="59665" y="24006"/>
                  </a:cubicBezTo>
                  <a:cubicBezTo>
                    <a:pt x="59823" y="23942"/>
                    <a:pt x="59981" y="23847"/>
                    <a:pt x="60140" y="23784"/>
                  </a:cubicBezTo>
                  <a:cubicBezTo>
                    <a:pt x="60361" y="23689"/>
                    <a:pt x="60583" y="23562"/>
                    <a:pt x="60805" y="23467"/>
                  </a:cubicBezTo>
                  <a:cubicBezTo>
                    <a:pt x="60900" y="23404"/>
                    <a:pt x="60995" y="23372"/>
                    <a:pt x="61090" y="23341"/>
                  </a:cubicBezTo>
                  <a:cubicBezTo>
                    <a:pt x="61153" y="23309"/>
                    <a:pt x="61217" y="23277"/>
                    <a:pt x="61280" y="23214"/>
                  </a:cubicBezTo>
                  <a:cubicBezTo>
                    <a:pt x="61438" y="23151"/>
                    <a:pt x="61565" y="23087"/>
                    <a:pt x="61692" y="22992"/>
                  </a:cubicBezTo>
                  <a:cubicBezTo>
                    <a:pt x="61882" y="22897"/>
                    <a:pt x="62040" y="22834"/>
                    <a:pt x="62230" y="22739"/>
                  </a:cubicBezTo>
                  <a:cubicBezTo>
                    <a:pt x="62357" y="22644"/>
                    <a:pt x="62483" y="22581"/>
                    <a:pt x="62610" y="22486"/>
                  </a:cubicBezTo>
                  <a:cubicBezTo>
                    <a:pt x="62705" y="22454"/>
                    <a:pt x="62768" y="22391"/>
                    <a:pt x="62863" y="22359"/>
                  </a:cubicBezTo>
                  <a:cubicBezTo>
                    <a:pt x="62958" y="22296"/>
                    <a:pt x="63022" y="22232"/>
                    <a:pt x="63117" y="22169"/>
                  </a:cubicBezTo>
                  <a:cubicBezTo>
                    <a:pt x="63212" y="22137"/>
                    <a:pt x="63307" y="22074"/>
                    <a:pt x="63402" y="22011"/>
                  </a:cubicBezTo>
                  <a:cubicBezTo>
                    <a:pt x="63592" y="21884"/>
                    <a:pt x="63782" y="21757"/>
                    <a:pt x="63972" y="21631"/>
                  </a:cubicBezTo>
                  <a:lnTo>
                    <a:pt x="64162" y="21504"/>
                  </a:lnTo>
                  <a:lnTo>
                    <a:pt x="64193" y="21472"/>
                  </a:lnTo>
                  <a:cubicBezTo>
                    <a:pt x="64415" y="21314"/>
                    <a:pt x="64637" y="21155"/>
                    <a:pt x="64827" y="20965"/>
                  </a:cubicBezTo>
                  <a:lnTo>
                    <a:pt x="64985" y="20839"/>
                  </a:lnTo>
                  <a:cubicBezTo>
                    <a:pt x="65080" y="20775"/>
                    <a:pt x="65207" y="20680"/>
                    <a:pt x="65302" y="20585"/>
                  </a:cubicBezTo>
                  <a:cubicBezTo>
                    <a:pt x="65365" y="20554"/>
                    <a:pt x="65397" y="20490"/>
                    <a:pt x="65460" y="20427"/>
                  </a:cubicBezTo>
                  <a:cubicBezTo>
                    <a:pt x="65524" y="20395"/>
                    <a:pt x="65587" y="20332"/>
                    <a:pt x="65619" y="20300"/>
                  </a:cubicBezTo>
                  <a:cubicBezTo>
                    <a:pt x="65809" y="20110"/>
                    <a:pt x="65999" y="19920"/>
                    <a:pt x="66157" y="19762"/>
                  </a:cubicBezTo>
                  <a:lnTo>
                    <a:pt x="66189" y="19762"/>
                  </a:lnTo>
                  <a:cubicBezTo>
                    <a:pt x="66189" y="19762"/>
                    <a:pt x="66189" y="19730"/>
                    <a:pt x="66189" y="19730"/>
                  </a:cubicBezTo>
                  <a:cubicBezTo>
                    <a:pt x="66347" y="19572"/>
                    <a:pt x="66505" y="19382"/>
                    <a:pt x="66664" y="19192"/>
                  </a:cubicBezTo>
                  <a:cubicBezTo>
                    <a:pt x="66695" y="19160"/>
                    <a:pt x="66727" y="19097"/>
                    <a:pt x="66759" y="19065"/>
                  </a:cubicBezTo>
                  <a:cubicBezTo>
                    <a:pt x="66822" y="19002"/>
                    <a:pt x="66854" y="18970"/>
                    <a:pt x="66885" y="18907"/>
                  </a:cubicBezTo>
                  <a:cubicBezTo>
                    <a:pt x="66980" y="18780"/>
                    <a:pt x="67075" y="18654"/>
                    <a:pt x="67170" y="18527"/>
                  </a:cubicBezTo>
                  <a:cubicBezTo>
                    <a:pt x="67170" y="18495"/>
                    <a:pt x="67170" y="18495"/>
                    <a:pt x="67170" y="18495"/>
                  </a:cubicBezTo>
                  <a:cubicBezTo>
                    <a:pt x="67265" y="18337"/>
                    <a:pt x="67360" y="18210"/>
                    <a:pt x="67455" y="18052"/>
                  </a:cubicBezTo>
                  <a:cubicBezTo>
                    <a:pt x="67455" y="18020"/>
                    <a:pt x="67487" y="17957"/>
                    <a:pt x="67519" y="17925"/>
                  </a:cubicBezTo>
                  <a:cubicBezTo>
                    <a:pt x="67550" y="17862"/>
                    <a:pt x="67550" y="17830"/>
                    <a:pt x="67582" y="17767"/>
                  </a:cubicBezTo>
                  <a:cubicBezTo>
                    <a:pt x="67677" y="17577"/>
                    <a:pt x="67772" y="17387"/>
                    <a:pt x="67835" y="17197"/>
                  </a:cubicBezTo>
                  <a:lnTo>
                    <a:pt x="67867" y="17197"/>
                  </a:lnTo>
                  <a:cubicBezTo>
                    <a:pt x="67930" y="16975"/>
                    <a:pt x="67994" y="16785"/>
                    <a:pt x="68057" y="16595"/>
                  </a:cubicBezTo>
                  <a:cubicBezTo>
                    <a:pt x="68057" y="16532"/>
                    <a:pt x="68089" y="16500"/>
                    <a:pt x="68089" y="16437"/>
                  </a:cubicBezTo>
                  <a:cubicBezTo>
                    <a:pt x="68089" y="16373"/>
                    <a:pt x="68120" y="16342"/>
                    <a:pt x="68120" y="16278"/>
                  </a:cubicBezTo>
                  <a:cubicBezTo>
                    <a:pt x="68152" y="16152"/>
                    <a:pt x="68184" y="16057"/>
                    <a:pt x="68184" y="15930"/>
                  </a:cubicBezTo>
                  <a:cubicBezTo>
                    <a:pt x="68184" y="15898"/>
                    <a:pt x="68184" y="15867"/>
                    <a:pt x="68215" y="15835"/>
                  </a:cubicBezTo>
                  <a:cubicBezTo>
                    <a:pt x="68215" y="15645"/>
                    <a:pt x="68247" y="15487"/>
                    <a:pt x="68247" y="15297"/>
                  </a:cubicBezTo>
                  <a:lnTo>
                    <a:pt x="68247" y="15170"/>
                  </a:lnTo>
                  <a:lnTo>
                    <a:pt x="68247" y="1"/>
                  </a:lnTo>
                  <a:cubicBezTo>
                    <a:pt x="68247" y="191"/>
                    <a:pt x="68247" y="412"/>
                    <a:pt x="68215" y="634"/>
                  </a:cubicBezTo>
                  <a:cubicBezTo>
                    <a:pt x="68215" y="666"/>
                    <a:pt x="68184" y="697"/>
                    <a:pt x="68184" y="729"/>
                  </a:cubicBezTo>
                  <a:cubicBezTo>
                    <a:pt x="68152" y="919"/>
                    <a:pt x="68120" y="1077"/>
                    <a:pt x="68089" y="1267"/>
                  </a:cubicBezTo>
                  <a:cubicBezTo>
                    <a:pt x="68089" y="1299"/>
                    <a:pt x="68057" y="1362"/>
                    <a:pt x="68057" y="1394"/>
                  </a:cubicBezTo>
                  <a:cubicBezTo>
                    <a:pt x="67994" y="1616"/>
                    <a:pt x="67930" y="1806"/>
                    <a:pt x="67867" y="1996"/>
                  </a:cubicBezTo>
                  <a:cubicBezTo>
                    <a:pt x="67835" y="1996"/>
                    <a:pt x="67835" y="1996"/>
                    <a:pt x="67835" y="2027"/>
                  </a:cubicBezTo>
                  <a:cubicBezTo>
                    <a:pt x="67772" y="2217"/>
                    <a:pt x="67677" y="2407"/>
                    <a:pt x="67582" y="2598"/>
                  </a:cubicBezTo>
                  <a:cubicBezTo>
                    <a:pt x="67550" y="2629"/>
                    <a:pt x="67550" y="2693"/>
                    <a:pt x="67519" y="2724"/>
                  </a:cubicBezTo>
                  <a:cubicBezTo>
                    <a:pt x="67424" y="2914"/>
                    <a:pt x="67297" y="3104"/>
                    <a:pt x="67170" y="3294"/>
                  </a:cubicBezTo>
                  <a:cubicBezTo>
                    <a:pt x="67170" y="3294"/>
                    <a:pt x="67170" y="3326"/>
                    <a:pt x="67170" y="3326"/>
                  </a:cubicBezTo>
                  <a:cubicBezTo>
                    <a:pt x="67044" y="3516"/>
                    <a:pt x="66917" y="3674"/>
                    <a:pt x="66759" y="3864"/>
                  </a:cubicBezTo>
                  <a:cubicBezTo>
                    <a:pt x="66727" y="3928"/>
                    <a:pt x="66695" y="3959"/>
                    <a:pt x="66664" y="4023"/>
                  </a:cubicBezTo>
                  <a:cubicBezTo>
                    <a:pt x="66505" y="4181"/>
                    <a:pt x="66347" y="4371"/>
                    <a:pt x="66189" y="4561"/>
                  </a:cubicBezTo>
                  <a:cubicBezTo>
                    <a:pt x="65999" y="4751"/>
                    <a:pt x="65809" y="4909"/>
                    <a:pt x="65619" y="5099"/>
                  </a:cubicBezTo>
                  <a:cubicBezTo>
                    <a:pt x="65587" y="5131"/>
                    <a:pt x="65524" y="5194"/>
                    <a:pt x="65460" y="5258"/>
                  </a:cubicBezTo>
                  <a:cubicBezTo>
                    <a:pt x="65302" y="5384"/>
                    <a:pt x="65144" y="5511"/>
                    <a:pt x="64985" y="5669"/>
                  </a:cubicBezTo>
                  <a:lnTo>
                    <a:pt x="64827" y="5796"/>
                  </a:lnTo>
                  <a:cubicBezTo>
                    <a:pt x="64605" y="5954"/>
                    <a:pt x="64383" y="6144"/>
                    <a:pt x="64162" y="6303"/>
                  </a:cubicBezTo>
                  <a:cubicBezTo>
                    <a:pt x="64098" y="6334"/>
                    <a:pt x="64035" y="6398"/>
                    <a:pt x="63972" y="6429"/>
                  </a:cubicBezTo>
                  <a:cubicBezTo>
                    <a:pt x="63782" y="6556"/>
                    <a:pt x="63592" y="6683"/>
                    <a:pt x="63402" y="6809"/>
                  </a:cubicBezTo>
                  <a:cubicBezTo>
                    <a:pt x="63307" y="6873"/>
                    <a:pt x="63212" y="6936"/>
                    <a:pt x="63117" y="6999"/>
                  </a:cubicBezTo>
                  <a:cubicBezTo>
                    <a:pt x="62958" y="7094"/>
                    <a:pt x="62800" y="7190"/>
                    <a:pt x="62610" y="7316"/>
                  </a:cubicBezTo>
                  <a:cubicBezTo>
                    <a:pt x="62483" y="7380"/>
                    <a:pt x="62357" y="7475"/>
                    <a:pt x="62198" y="7538"/>
                  </a:cubicBezTo>
                  <a:cubicBezTo>
                    <a:pt x="62040" y="7633"/>
                    <a:pt x="61882" y="7728"/>
                    <a:pt x="61692" y="7823"/>
                  </a:cubicBezTo>
                  <a:cubicBezTo>
                    <a:pt x="61565" y="7886"/>
                    <a:pt x="61407" y="7981"/>
                    <a:pt x="61280" y="8045"/>
                  </a:cubicBezTo>
                  <a:cubicBezTo>
                    <a:pt x="61122" y="8140"/>
                    <a:pt x="60963" y="8203"/>
                    <a:pt x="60805" y="8266"/>
                  </a:cubicBezTo>
                  <a:cubicBezTo>
                    <a:pt x="60583" y="8393"/>
                    <a:pt x="60361" y="8488"/>
                    <a:pt x="60140" y="8615"/>
                  </a:cubicBezTo>
                  <a:cubicBezTo>
                    <a:pt x="59981" y="8678"/>
                    <a:pt x="59823" y="8741"/>
                    <a:pt x="59665" y="8805"/>
                  </a:cubicBezTo>
                  <a:cubicBezTo>
                    <a:pt x="59411" y="8931"/>
                    <a:pt x="59190" y="9026"/>
                    <a:pt x="58936" y="9121"/>
                  </a:cubicBezTo>
                  <a:cubicBezTo>
                    <a:pt x="58778" y="9185"/>
                    <a:pt x="58588" y="9280"/>
                    <a:pt x="58430" y="9343"/>
                  </a:cubicBezTo>
                  <a:cubicBezTo>
                    <a:pt x="58271" y="9406"/>
                    <a:pt x="58081" y="9470"/>
                    <a:pt x="57923" y="9533"/>
                  </a:cubicBezTo>
                  <a:cubicBezTo>
                    <a:pt x="57701" y="9628"/>
                    <a:pt x="57480" y="9691"/>
                    <a:pt x="57290" y="9786"/>
                  </a:cubicBezTo>
                  <a:cubicBezTo>
                    <a:pt x="57100" y="9850"/>
                    <a:pt x="56910" y="9913"/>
                    <a:pt x="56720" y="9976"/>
                  </a:cubicBezTo>
                  <a:cubicBezTo>
                    <a:pt x="56530" y="10040"/>
                    <a:pt x="56308" y="10103"/>
                    <a:pt x="56086" y="10198"/>
                  </a:cubicBezTo>
                  <a:cubicBezTo>
                    <a:pt x="55896" y="10261"/>
                    <a:pt x="55706" y="10325"/>
                    <a:pt x="55516" y="10388"/>
                  </a:cubicBezTo>
                  <a:cubicBezTo>
                    <a:pt x="55294" y="10451"/>
                    <a:pt x="55073" y="10515"/>
                    <a:pt x="54819" y="10578"/>
                  </a:cubicBezTo>
                  <a:cubicBezTo>
                    <a:pt x="54629" y="10641"/>
                    <a:pt x="54439" y="10705"/>
                    <a:pt x="54249" y="10768"/>
                  </a:cubicBezTo>
                  <a:cubicBezTo>
                    <a:pt x="54028" y="10831"/>
                    <a:pt x="53838" y="10863"/>
                    <a:pt x="53616" y="10926"/>
                  </a:cubicBezTo>
                  <a:cubicBezTo>
                    <a:pt x="53299" y="11021"/>
                    <a:pt x="52983" y="11085"/>
                    <a:pt x="52666" y="11180"/>
                  </a:cubicBezTo>
                  <a:cubicBezTo>
                    <a:pt x="52476" y="11211"/>
                    <a:pt x="52286" y="11275"/>
                    <a:pt x="52096" y="11338"/>
                  </a:cubicBezTo>
                  <a:cubicBezTo>
                    <a:pt x="51779" y="11401"/>
                    <a:pt x="51431" y="11496"/>
                    <a:pt x="51082" y="11560"/>
                  </a:cubicBezTo>
                  <a:cubicBezTo>
                    <a:pt x="50892" y="11591"/>
                    <a:pt x="50734" y="11655"/>
                    <a:pt x="50544" y="11686"/>
                  </a:cubicBezTo>
                  <a:cubicBezTo>
                    <a:pt x="50101" y="11781"/>
                    <a:pt x="49657" y="11876"/>
                    <a:pt x="49214" y="11940"/>
                  </a:cubicBezTo>
                  <a:cubicBezTo>
                    <a:pt x="49119" y="11972"/>
                    <a:pt x="49024" y="12003"/>
                    <a:pt x="48929" y="12003"/>
                  </a:cubicBezTo>
                  <a:cubicBezTo>
                    <a:pt x="48391" y="12098"/>
                    <a:pt x="47852" y="12193"/>
                    <a:pt x="47282" y="12288"/>
                  </a:cubicBezTo>
                  <a:cubicBezTo>
                    <a:pt x="46839" y="12383"/>
                    <a:pt x="46364" y="12447"/>
                    <a:pt x="45889" y="12510"/>
                  </a:cubicBezTo>
                  <a:cubicBezTo>
                    <a:pt x="45794" y="12542"/>
                    <a:pt x="45699" y="12542"/>
                    <a:pt x="45604" y="12542"/>
                  </a:cubicBezTo>
                  <a:cubicBezTo>
                    <a:pt x="45224" y="12605"/>
                    <a:pt x="44812" y="12668"/>
                    <a:pt x="44432" y="12700"/>
                  </a:cubicBezTo>
                  <a:cubicBezTo>
                    <a:pt x="44274" y="12732"/>
                    <a:pt x="44084" y="12763"/>
                    <a:pt x="43925" y="12763"/>
                  </a:cubicBezTo>
                  <a:cubicBezTo>
                    <a:pt x="43577" y="12795"/>
                    <a:pt x="43260" y="12858"/>
                    <a:pt x="42912" y="12890"/>
                  </a:cubicBezTo>
                  <a:cubicBezTo>
                    <a:pt x="42722" y="12890"/>
                    <a:pt x="42563" y="12922"/>
                    <a:pt x="42373" y="12922"/>
                  </a:cubicBezTo>
                  <a:cubicBezTo>
                    <a:pt x="42057" y="12953"/>
                    <a:pt x="41772" y="12985"/>
                    <a:pt x="41455" y="13017"/>
                  </a:cubicBezTo>
                  <a:cubicBezTo>
                    <a:pt x="41202" y="13048"/>
                    <a:pt x="40948" y="13048"/>
                    <a:pt x="40695" y="13080"/>
                  </a:cubicBezTo>
                  <a:cubicBezTo>
                    <a:pt x="40410" y="13112"/>
                    <a:pt x="40125" y="13112"/>
                    <a:pt x="39808" y="13143"/>
                  </a:cubicBezTo>
                  <a:cubicBezTo>
                    <a:pt x="39555" y="13143"/>
                    <a:pt x="39302" y="13175"/>
                    <a:pt x="39017" y="13207"/>
                  </a:cubicBezTo>
                  <a:lnTo>
                    <a:pt x="38446" y="13207"/>
                  </a:lnTo>
                  <a:cubicBezTo>
                    <a:pt x="37655" y="13270"/>
                    <a:pt x="36863" y="13302"/>
                    <a:pt x="36071" y="13302"/>
                  </a:cubicBezTo>
                  <a:lnTo>
                    <a:pt x="35913" y="13302"/>
                  </a:lnTo>
                  <a:cubicBezTo>
                    <a:pt x="35311" y="13333"/>
                    <a:pt x="34710" y="13333"/>
                    <a:pt x="34108" y="13333"/>
                  </a:cubicBezTo>
                  <a:lnTo>
                    <a:pt x="33063" y="13333"/>
                  </a:lnTo>
                  <a:cubicBezTo>
                    <a:pt x="32493" y="13302"/>
                    <a:pt x="31923" y="13302"/>
                    <a:pt x="31353" y="13270"/>
                  </a:cubicBezTo>
                  <a:lnTo>
                    <a:pt x="30846" y="13270"/>
                  </a:lnTo>
                  <a:cubicBezTo>
                    <a:pt x="30149" y="13238"/>
                    <a:pt x="29484" y="13207"/>
                    <a:pt x="28787" y="13175"/>
                  </a:cubicBezTo>
                  <a:cubicBezTo>
                    <a:pt x="28661" y="13175"/>
                    <a:pt x="28534" y="13143"/>
                    <a:pt x="28407" y="13143"/>
                  </a:cubicBezTo>
                  <a:cubicBezTo>
                    <a:pt x="27869" y="13112"/>
                    <a:pt x="27331" y="13080"/>
                    <a:pt x="26792" y="13017"/>
                  </a:cubicBezTo>
                  <a:cubicBezTo>
                    <a:pt x="26571" y="13017"/>
                    <a:pt x="26381" y="12985"/>
                    <a:pt x="26159" y="12953"/>
                  </a:cubicBezTo>
                  <a:cubicBezTo>
                    <a:pt x="25684" y="12922"/>
                    <a:pt x="25177" y="12858"/>
                    <a:pt x="24702" y="12827"/>
                  </a:cubicBezTo>
                  <a:cubicBezTo>
                    <a:pt x="24544" y="12795"/>
                    <a:pt x="24354" y="12763"/>
                    <a:pt x="24195" y="12763"/>
                  </a:cubicBezTo>
                  <a:cubicBezTo>
                    <a:pt x="23530" y="12668"/>
                    <a:pt x="22897" y="12605"/>
                    <a:pt x="22264" y="12510"/>
                  </a:cubicBezTo>
                  <a:cubicBezTo>
                    <a:pt x="22137" y="12478"/>
                    <a:pt x="22042" y="12478"/>
                    <a:pt x="21915" y="12447"/>
                  </a:cubicBezTo>
                  <a:cubicBezTo>
                    <a:pt x="21377" y="12352"/>
                    <a:pt x="20838" y="12288"/>
                    <a:pt x="20300" y="12193"/>
                  </a:cubicBezTo>
                  <a:cubicBezTo>
                    <a:pt x="20142" y="12162"/>
                    <a:pt x="19952" y="12130"/>
                    <a:pt x="19793" y="12098"/>
                  </a:cubicBezTo>
                  <a:cubicBezTo>
                    <a:pt x="19128" y="11972"/>
                    <a:pt x="18463" y="11845"/>
                    <a:pt x="17830" y="11718"/>
                  </a:cubicBezTo>
                  <a:cubicBezTo>
                    <a:pt x="17387" y="11623"/>
                    <a:pt x="16943" y="11528"/>
                    <a:pt x="16531" y="11433"/>
                  </a:cubicBezTo>
                  <a:cubicBezTo>
                    <a:pt x="16405" y="11401"/>
                    <a:pt x="16278" y="11370"/>
                    <a:pt x="16151" y="11338"/>
                  </a:cubicBezTo>
                  <a:cubicBezTo>
                    <a:pt x="15835" y="11243"/>
                    <a:pt x="15550" y="11180"/>
                    <a:pt x="15265" y="11116"/>
                  </a:cubicBezTo>
                  <a:cubicBezTo>
                    <a:pt x="15075" y="11053"/>
                    <a:pt x="14853" y="10990"/>
                    <a:pt x="14663" y="10958"/>
                  </a:cubicBezTo>
                  <a:cubicBezTo>
                    <a:pt x="14441" y="10895"/>
                    <a:pt x="14188" y="10800"/>
                    <a:pt x="13966" y="10736"/>
                  </a:cubicBezTo>
                  <a:cubicBezTo>
                    <a:pt x="13745" y="10705"/>
                    <a:pt x="13555" y="10641"/>
                    <a:pt x="13365" y="10578"/>
                  </a:cubicBezTo>
                  <a:cubicBezTo>
                    <a:pt x="13175" y="10515"/>
                    <a:pt x="12953" y="10451"/>
                    <a:pt x="12731" y="10388"/>
                  </a:cubicBezTo>
                  <a:cubicBezTo>
                    <a:pt x="12446" y="10293"/>
                    <a:pt x="12161" y="10198"/>
                    <a:pt x="11876" y="10103"/>
                  </a:cubicBezTo>
                  <a:cubicBezTo>
                    <a:pt x="11686" y="10040"/>
                    <a:pt x="11528" y="9976"/>
                    <a:pt x="11369" y="9913"/>
                  </a:cubicBezTo>
                  <a:cubicBezTo>
                    <a:pt x="11053" y="9818"/>
                    <a:pt x="10736" y="9691"/>
                    <a:pt x="10419" y="9565"/>
                  </a:cubicBezTo>
                  <a:cubicBezTo>
                    <a:pt x="10293" y="9533"/>
                    <a:pt x="10166" y="9501"/>
                    <a:pt x="10071" y="9438"/>
                  </a:cubicBezTo>
                  <a:cubicBezTo>
                    <a:pt x="9849" y="9375"/>
                    <a:pt x="9659" y="9280"/>
                    <a:pt x="9469" y="9216"/>
                  </a:cubicBezTo>
                  <a:cubicBezTo>
                    <a:pt x="9279" y="9121"/>
                    <a:pt x="9089" y="9058"/>
                    <a:pt x="8931" y="8995"/>
                  </a:cubicBezTo>
                  <a:cubicBezTo>
                    <a:pt x="8741" y="8900"/>
                    <a:pt x="8551" y="8805"/>
                    <a:pt x="8361" y="8741"/>
                  </a:cubicBezTo>
                  <a:cubicBezTo>
                    <a:pt x="8203" y="8646"/>
                    <a:pt x="8013" y="8583"/>
                    <a:pt x="7854" y="8488"/>
                  </a:cubicBezTo>
                  <a:cubicBezTo>
                    <a:pt x="7664" y="8393"/>
                    <a:pt x="7474" y="8330"/>
                    <a:pt x="7316" y="8235"/>
                  </a:cubicBezTo>
                  <a:cubicBezTo>
                    <a:pt x="7157" y="8140"/>
                    <a:pt x="6967" y="8076"/>
                    <a:pt x="6809" y="7981"/>
                  </a:cubicBezTo>
                  <a:cubicBezTo>
                    <a:pt x="6651" y="7886"/>
                    <a:pt x="6492" y="7823"/>
                    <a:pt x="6302" y="7728"/>
                  </a:cubicBezTo>
                  <a:cubicBezTo>
                    <a:pt x="6176" y="7633"/>
                    <a:pt x="6017" y="7538"/>
                    <a:pt x="5859" y="7475"/>
                  </a:cubicBezTo>
                  <a:cubicBezTo>
                    <a:pt x="5701" y="7380"/>
                    <a:pt x="5542" y="7285"/>
                    <a:pt x="5384" y="7190"/>
                  </a:cubicBezTo>
                  <a:cubicBezTo>
                    <a:pt x="5257" y="7094"/>
                    <a:pt x="5099" y="6999"/>
                    <a:pt x="4972" y="6936"/>
                  </a:cubicBezTo>
                  <a:cubicBezTo>
                    <a:pt x="4814" y="6841"/>
                    <a:pt x="4687" y="6714"/>
                    <a:pt x="4529" y="6619"/>
                  </a:cubicBezTo>
                  <a:cubicBezTo>
                    <a:pt x="4402" y="6556"/>
                    <a:pt x="4276" y="6461"/>
                    <a:pt x="4149" y="6366"/>
                  </a:cubicBezTo>
                  <a:cubicBezTo>
                    <a:pt x="3991" y="6271"/>
                    <a:pt x="3864" y="6176"/>
                    <a:pt x="3737" y="6049"/>
                  </a:cubicBezTo>
                  <a:cubicBezTo>
                    <a:pt x="3611" y="5954"/>
                    <a:pt x="3484" y="5891"/>
                    <a:pt x="3389" y="5796"/>
                  </a:cubicBezTo>
                  <a:cubicBezTo>
                    <a:pt x="3262" y="5669"/>
                    <a:pt x="3135" y="5574"/>
                    <a:pt x="3009" y="5479"/>
                  </a:cubicBezTo>
                  <a:cubicBezTo>
                    <a:pt x="2914" y="5384"/>
                    <a:pt x="2787" y="5289"/>
                    <a:pt x="2692" y="5194"/>
                  </a:cubicBezTo>
                  <a:cubicBezTo>
                    <a:pt x="2565" y="5099"/>
                    <a:pt x="2470" y="4973"/>
                    <a:pt x="2375" y="4878"/>
                  </a:cubicBezTo>
                  <a:cubicBezTo>
                    <a:pt x="2280" y="4783"/>
                    <a:pt x="2154" y="4688"/>
                    <a:pt x="2090" y="4593"/>
                  </a:cubicBezTo>
                  <a:cubicBezTo>
                    <a:pt x="1964" y="4466"/>
                    <a:pt x="1869" y="4371"/>
                    <a:pt x="1774" y="4244"/>
                  </a:cubicBezTo>
                  <a:cubicBezTo>
                    <a:pt x="1710" y="4149"/>
                    <a:pt x="1615" y="4054"/>
                    <a:pt x="1520" y="3959"/>
                  </a:cubicBezTo>
                  <a:cubicBezTo>
                    <a:pt x="1425" y="3864"/>
                    <a:pt x="1362" y="3738"/>
                    <a:pt x="1267" y="3611"/>
                  </a:cubicBezTo>
                  <a:cubicBezTo>
                    <a:pt x="1204" y="3516"/>
                    <a:pt x="1140" y="3421"/>
                    <a:pt x="1077" y="3326"/>
                  </a:cubicBezTo>
                  <a:cubicBezTo>
                    <a:pt x="982" y="3231"/>
                    <a:pt x="919" y="3104"/>
                    <a:pt x="855" y="2978"/>
                  </a:cubicBezTo>
                  <a:cubicBezTo>
                    <a:pt x="792" y="2883"/>
                    <a:pt x="729" y="2788"/>
                    <a:pt x="697" y="2693"/>
                  </a:cubicBezTo>
                  <a:cubicBezTo>
                    <a:pt x="634" y="2566"/>
                    <a:pt x="570" y="2439"/>
                    <a:pt x="507" y="2312"/>
                  </a:cubicBezTo>
                  <a:cubicBezTo>
                    <a:pt x="475" y="2217"/>
                    <a:pt x="412" y="2122"/>
                    <a:pt x="380" y="2027"/>
                  </a:cubicBezTo>
                  <a:cubicBezTo>
                    <a:pt x="349" y="1901"/>
                    <a:pt x="285" y="1774"/>
                    <a:pt x="254" y="1616"/>
                  </a:cubicBezTo>
                  <a:cubicBezTo>
                    <a:pt x="222" y="1552"/>
                    <a:pt x="190" y="1457"/>
                    <a:pt x="159" y="1362"/>
                  </a:cubicBezTo>
                  <a:cubicBezTo>
                    <a:pt x="127" y="1204"/>
                    <a:pt x="95" y="1077"/>
                    <a:pt x="64" y="919"/>
                  </a:cubicBezTo>
                  <a:cubicBezTo>
                    <a:pt x="64" y="824"/>
                    <a:pt x="32" y="761"/>
                    <a:pt x="32" y="666"/>
                  </a:cubicBezTo>
                  <a:cubicBezTo>
                    <a:pt x="0" y="444"/>
                    <a:pt x="0" y="222"/>
                    <a:pt x="0" y="1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9" name="Google Shape;5189;p29"/>
            <p:cNvSpPr/>
            <p:nvPr/>
          </p:nvSpPr>
          <p:spPr>
            <a:xfrm>
              <a:off x="3731274" y="2402810"/>
              <a:ext cx="1685462" cy="423403"/>
            </a:xfrm>
            <a:custGeom>
              <a:rect b="b" l="l" r="r" t="t"/>
              <a:pathLst>
                <a:path extrusionOk="0" h="13302" w="52952">
                  <a:moveTo>
                    <a:pt x="1" y="1"/>
                  </a:moveTo>
                  <a:lnTo>
                    <a:pt x="317" y="5131"/>
                  </a:lnTo>
                  <a:lnTo>
                    <a:pt x="11275" y="11307"/>
                  </a:lnTo>
                  <a:lnTo>
                    <a:pt x="36230" y="13302"/>
                  </a:lnTo>
                  <a:lnTo>
                    <a:pt x="47853" y="7886"/>
                  </a:lnTo>
                  <a:lnTo>
                    <a:pt x="52191" y="6018"/>
                  </a:lnTo>
                  <a:lnTo>
                    <a:pt x="52951" y="1"/>
                  </a:lnTo>
                  <a:lnTo>
                    <a:pt x="50291" y="2313"/>
                  </a:lnTo>
                  <a:lnTo>
                    <a:pt x="34457" y="8741"/>
                  </a:lnTo>
                  <a:lnTo>
                    <a:pt x="21567" y="8646"/>
                  </a:lnTo>
                  <a:lnTo>
                    <a:pt x="11940" y="6303"/>
                  </a:lnTo>
                  <a:lnTo>
                    <a:pt x="5068" y="294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0" name="Google Shape;5190;p29"/>
            <p:cNvSpPr/>
            <p:nvPr/>
          </p:nvSpPr>
          <p:spPr>
            <a:xfrm>
              <a:off x="3731274" y="2073211"/>
              <a:ext cx="1685462" cy="659263"/>
            </a:xfrm>
            <a:custGeom>
              <a:rect b="b" l="l" r="r" t="t"/>
              <a:pathLst>
                <a:path extrusionOk="0" h="20712" w="52952">
                  <a:moveTo>
                    <a:pt x="26476" y="4719"/>
                  </a:moveTo>
                  <a:cubicBezTo>
                    <a:pt x="34425" y="4719"/>
                    <a:pt x="40886" y="6967"/>
                    <a:pt x="40886" y="9722"/>
                  </a:cubicBezTo>
                  <a:cubicBezTo>
                    <a:pt x="40886" y="12509"/>
                    <a:pt x="34425" y="14758"/>
                    <a:pt x="26476" y="14758"/>
                  </a:cubicBezTo>
                  <a:cubicBezTo>
                    <a:pt x="18527" y="14758"/>
                    <a:pt x="12067" y="12509"/>
                    <a:pt x="12067" y="9722"/>
                  </a:cubicBezTo>
                  <a:cubicBezTo>
                    <a:pt x="12067" y="6967"/>
                    <a:pt x="18527" y="4719"/>
                    <a:pt x="26476" y="4719"/>
                  </a:cubicBezTo>
                  <a:close/>
                  <a:moveTo>
                    <a:pt x="26476" y="0"/>
                  </a:moveTo>
                  <a:cubicBezTo>
                    <a:pt x="11877" y="0"/>
                    <a:pt x="1" y="4624"/>
                    <a:pt x="1" y="10356"/>
                  </a:cubicBezTo>
                  <a:cubicBezTo>
                    <a:pt x="1" y="16056"/>
                    <a:pt x="11877" y="20712"/>
                    <a:pt x="26476" y="20712"/>
                  </a:cubicBezTo>
                  <a:cubicBezTo>
                    <a:pt x="41076" y="20712"/>
                    <a:pt x="52951" y="16056"/>
                    <a:pt x="52951" y="10356"/>
                  </a:cubicBezTo>
                  <a:cubicBezTo>
                    <a:pt x="52951" y="4624"/>
                    <a:pt x="41076" y="0"/>
                    <a:pt x="26476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1" name="Google Shape;5191;p29"/>
            <p:cNvSpPr/>
            <p:nvPr/>
          </p:nvSpPr>
          <p:spPr>
            <a:xfrm>
              <a:off x="3731274" y="2402810"/>
              <a:ext cx="1685462" cy="704653"/>
            </a:xfrm>
            <a:custGeom>
              <a:rect b="b" l="l" r="r" t="t"/>
              <a:pathLst>
                <a:path extrusionOk="0" h="22138" w="52952">
                  <a:moveTo>
                    <a:pt x="1" y="1"/>
                  </a:moveTo>
                  <a:lnTo>
                    <a:pt x="1" y="11782"/>
                  </a:lnTo>
                  <a:cubicBezTo>
                    <a:pt x="1" y="11972"/>
                    <a:pt x="1" y="12130"/>
                    <a:pt x="32" y="12320"/>
                  </a:cubicBezTo>
                  <a:cubicBezTo>
                    <a:pt x="32" y="12383"/>
                    <a:pt x="32" y="12447"/>
                    <a:pt x="64" y="12510"/>
                  </a:cubicBezTo>
                  <a:cubicBezTo>
                    <a:pt x="64" y="12605"/>
                    <a:pt x="96" y="12732"/>
                    <a:pt x="127" y="12858"/>
                  </a:cubicBezTo>
                  <a:cubicBezTo>
                    <a:pt x="159" y="12922"/>
                    <a:pt x="159" y="12985"/>
                    <a:pt x="191" y="13048"/>
                  </a:cubicBezTo>
                  <a:cubicBezTo>
                    <a:pt x="222" y="13175"/>
                    <a:pt x="254" y="13270"/>
                    <a:pt x="286" y="13365"/>
                  </a:cubicBezTo>
                  <a:cubicBezTo>
                    <a:pt x="317" y="13460"/>
                    <a:pt x="349" y="13523"/>
                    <a:pt x="381" y="13587"/>
                  </a:cubicBezTo>
                  <a:cubicBezTo>
                    <a:pt x="444" y="13682"/>
                    <a:pt x="476" y="13777"/>
                    <a:pt x="539" y="13872"/>
                  </a:cubicBezTo>
                  <a:cubicBezTo>
                    <a:pt x="571" y="13967"/>
                    <a:pt x="634" y="14030"/>
                    <a:pt x="666" y="14093"/>
                  </a:cubicBezTo>
                  <a:cubicBezTo>
                    <a:pt x="729" y="14188"/>
                    <a:pt x="761" y="14283"/>
                    <a:pt x="824" y="14378"/>
                  </a:cubicBezTo>
                  <a:cubicBezTo>
                    <a:pt x="888" y="14473"/>
                    <a:pt x="951" y="14537"/>
                    <a:pt x="983" y="14600"/>
                  </a:cubicBezTo>
                  <a:cubicBezTo>
                    <a:pt x="1046" y="14695"/>
                    <a:pt x="1109" y="14790"/>
                    <a:pt x="1204" y="14885"/>
                  </a:cubicBezTo>
                  <a:cubicBezTo>
                    <a:pt x="1236" y="14949"/>
                    <a:pt x="1331" y="15012"/>
                    <a:pt x="1394" y="15107"/>
                  </a:cubicBezTo>
                  <a:cubicBezTo>
                    <a:pt x="1458" y="15170"/>
                    <a:pt x="1521" y="15265"/>
                    <a:pt x="1616" y="15360"/>
                  </a:cubicBezTo>
                  <a:cubicBezTo>
                    <a:pt x="1679" y="15424"/>
                    <a:pt x="1743" y="15487"/>
                    <a:pt x="1838" y="15582"/>
                  </a:cubicBezTo>
                  <a:cubicBezTo>
                    <a:pt x="1933" y="15645"/>
                    <a:pt x="1996" y="15740"/>
                    <a:pt x="2091" y="15835"/>
                  </a:cubicBezTo>
                  <a:cubicBezTo>
                    <a:pt x="2154" y="15899"/>
                    <a:pt x="2249" y="15962"/>
                    <a:pt x="2344" y="16057"/>
                  </a:cubicBezTo>
                  <a:cubicBezTo>
                    <a:pt x="2439" y="16120"/>
                    <a:pt x="2534" y="16215"/>
                    <a:pt x="2629" y="16279"/>
                  </a:cubicBezTo>
                  <a:cubicBezTo>
                    <a:pt x="2724" y="16374"/>
                    <a:pt x="2819" y="16437"/>
                    <a:pt x="2914" y="16500"/>
                  </a:cubicBezTo>
                  <a:cubicBezTo>
                    <a:pt x="3009" y="16564"/>
                    <a:pt x="3104" y="16659"/>
                    <a:pt x="3199" y="16722"/>
                  </a:cubicBezTo>
                  <a:cubicBezTo>
                    <a:pt x="3326" y="16817"/>
                    <a:pt x="3421" y="16880"/>
                    <a:pt x="3516" y="16944"/>
                  </a:cubicBezTo>
                  <a:cubicBezTo>
                    <a:pt x="3643" y="17007"/>
                    <a:pt x="3738" y="17102"/>
                    <a:pt x="3864" y="17165"/>
                  </a:cubicBezTo>
                  <a:cubicBezTo>
                    <a:pt x="3959" y="17229"/>
                    <a:pt x="4086" y="17292"/>
                    <a:pt x="4181" y="17387"/>
                  </a:cubicBezTo>
                  <a:cubicBezTo>
                    <a:pt x="4308" y="17450"/>
                    <a:pt x="4434" y="17514"/>
                    <a:pt x="4561" y="17609"/>
                  </a:cubicBezTo>
                  <a:cubicBezTo>
                    <a:pt x="4656" y="17672"/>
                    <a:pt x="4783" y="17735"/>
                    <a:pt x="4910" y="17799"/>
                  </a:cubicBezTo>
                  <a:cubicBezTo>
                    <a:pt x="5036" y="17862"/>
                    <a:pt x="5163" y="17925"/>
                    <a:pt x="5290" y="17989"/>
                  </a:cubicBezTo>
                  <a:cubicBezTo>
                    <a:pt x="5416" y="18052"/>
                    <a:pt x="5543" y="18115"/>
                    <a:pt x="5670" y="18179"/>
                  </a:cubicBezTo>
                  <a:cubicBezTo>
                    <a:pt x="5796" y="18242"/>
                    <a:pt x="5955" y="18337"/>
                    <a:pt x="6081" y="18400"/>
                  </a:cubicBezTo>
                  <a:cubicBezTo>
                    <a:pt x="6208" y="18464"/>
                    <a:pt x="6366" y="18527"/>
                    <a:pt x="6493" y="18559"/>
                  </a:cubicBezTo>
                  <a:cubicBezTo>
                    <a:pt x="6620" y="18622"/>
                    <a:pt x="6778" y="18717"/>
                    <a:pt x="6936" y="18780"/>
                  </a:cubicBezTo>
                  <a:cubicBezTo>
                    <a:pt x="7063" y="18812"/>
                    <a:pt x="7221" y="18875"/>
                    <a:pt x="7348" y="18939"/>
                  </a:cubicBezTo>
                  <a:cubicBezTo>
                    <a:pt x="7506" y="19002"/>
                    <a:pt x="7665" y="19065"/>
                    <a:pt x="7823" y="19129"/>
                  </a:cubicBezTo>
                  <a:cubicBezTo>
                    <a:pt x="7823" y="19129"/>
                    <a:pt x="7855" y="19129"/>
                    <a:pt x="7855" y="19160"/>
                  </a:cubicBezTo>
                  <a:cubicBezTo>
                    <a:pt x="7918" y="19160"/>
                    <a:pt x="8013" y="19192"/>
                    <a:pt x="8076" y="19224"/>
                  </a:cubicBezTo>
                  <a:cubicBezTo>
                    <a:pt x="8330" y="19319"/>
                    <a:pt x="8583" y="19414"/>
                    <a:pt x="8836" y="19509"/>
                  </a:cubicBezTo>
                  <a:cubicBezTo>
                    <a:pt x="8963" y="19541"/>
                    <a:pt x="9090" y="19604"/>
                    <a:pt x="9217" y="19636"/>
                  </a:cubicBezTo>
                  <a:cubicBezTo>
                    <a:pt x="9438" y="19699"/>
                    <a:pt x="9660" y="19794"/>
                    <a:pt x="9882" y="19857"/>
                  </a:cubicBezTo>
                  <a:cubicBezTo>
                    <a:pt x="9945" y="19889"/>
                    <a:pt x="10008" y="19889"/>
                    <a:pt x="10072" y="19921"/>
                  </a:cubicBezTo>
                  <a:cubicBezTo>
                    <a:pt x="10167" y="19952"/>
                    <a:pt x="10293" y="19984"/>
                    <a:pt x="10388" y="20016"/>
                  </a:cubicBezTo>
                  <a:cubicBezTo>
                    <a:pt x="10515" y="20047"/>
                    <a:pt x="10673" y="20111"/>
                    <a:pt x="10832" y="20142"/>
                  </a:cubicBezTo>
                  <a:cubicBezTo>
                    <a:pt x="11022" y="20206"/>
                    <a:pt x="11212" y="20237"/>
                    <a:pt x="11370" y="20301"/>
                  </a:cubicBezTo>
                  <a:cubicBezTo>
                    <a:pt x="11528" y="20332"/>
                    <a:pt x="11687" y="20364"/>
                    <a:pt x="11845" y="20427"/>
                  </a:cubicBezTo>
                  <a:lnTo>
                    <a:pt x="12035" y="20459"/>
                  </a:lnTo>
                  <a:cubicBezTo>
                    <a:pt x="12193" y="20522"/>
                    <a:pt x="12352" y="20554"/>
                    <a:pt x="12542" y="20586"/>
                  </a:cubicBezTo>
                  <a:lnTo>
                    <a:pt x="12827" y="20649"/>
                  </a:lnTo>
                  <a:cubicBezTo>
                    <a:pt x="13143" y="20744"/>
                    <a:pt x="13492" y="20807"/>
                    <a:pt x="13809" y="20871"/>
                  </a:cubicBezTo>
                  <a:cubicBezTo>
                    <a:pt x="13840" y="20871"/>
                    <a:pt x="13840" y="20902"/>
                    <a:pt x="13840" y="20902"/>
                  </a:cubicBezTo>
                  <a:cubicBezTo>
                    <a:pt x="14347" y="20997"/>
                    <a:pt x="14854" y="21092"/>
                    <a:pt x="15360" y="21187"/>
                  </a:cubicBezTo>
                  <a:cubicBezTo>
                    <a:pt x="15424" y="21187"/>
                    <a:pt x="15487" y="21219"/>
                    <a:pt x="15550" y="21219"/>
                  </a:cubicBezTo>
                  <a:cubicBezTo>
                    <a:pt x="15614" y="21219"/>
                    <a:pt x="15677" y="21251"/>
                    <a:pt x="15772" y="21251"/>
                  </a:cubicBezTo>
                  <a:cubicBezTo>
                    <a:pt x="16184" y="21314"/>
                    <a:pt x="16595" y="21409"/>
                    <a:pt x="17007" y="21472"/>
                  </a:cubicBezTo>
                  <a:cubicBezTo>
                    <a:pt x="17070" y="21472"/>
                    <a:pt x="17134" y="21472"/>
                    <a:pt x="17229" y="21504"/>
                  </a:cubicBezTo>
                  <a:lnTo>
                    <a:pt x="17292" y="21504"/>
                  </a:lnTo>
                  <a:cubicBezTo>
                    <a:pt x="17767" y="21567"/>
                    <a:pt x="18274" y="21631"/>
                    <a:pt x="18781" y="21694"/>
                  </a:cubicBezTo>
                  <a:cubicBezTo>
                    <a:pt x="18812" y="21694"/>
                    <a:pt x="18844" y="21694"/>
                    <a:pt x="18876" y="21726"/>
                  </a:cubicBezTo>
                  <a:lnTo>
                    <a:pt x="19161" y="21726"/>
                  </a:lnTo>
                  <a:cubicBezTo>
                    <a:pt x="19541" y="21789"/>
                    <a:pt x="19921" y="21821"/>
                    <a:pt x="20301" y="21852"/>
                  </a:cubicBezTo>
                  <a:cubicBezTo>
                    <a:pt x="20396" y="21852"/>
                    <a:pt x="20491" y="21884"/>
                    <a:pt x="20554" y="21884"/>
                  </a:cubicBezTo>
                  <a:cubicBezTo>
                    <a:pt x="20649" y="21884"/>
                    <a:pt x="20712" y="21884"/>
                    <a:pt x="20776" y="21916"/>
                  </a:cubicBezTo>
                  <a:cubicBezTo>
                    <a:pt x="21187" y="21947"/>
                    <a:pt x="21599" y="21979"/>
                    <a:pt x="22042" y="22011"/>
                  </a:cubicBezTo>
                  <a:lnTo>
                    <a:pt x="22359" y="22011"/>
                  </a:lnTo>
                  <a:cubicBezTo>
                    <a:pt x="22866" y="22042"/>
                    <a:pt x="23404" y="22074"/>
                    <a:pt x="23943" y="22106"/>
                  </a:cubicBezTo>
                  <a:lnTo>
                    <a:pt x="24323" y="22106"/>
                  </a:lnTo>
                  <a:cubicBezTo>
                    <a:pt x="24766" y="22137"/>
                    <a:pt x="25209" y="22137"/>
                    <a:pt x="25653" y="22137"/>
                  </a:cubicBezTo>
                  <a:lnTo>
                    <a:pt x="27996" y="22137"/>
                  </a:lnTo>
                  <a:cubicBezTo>
                    <a:pt x="28630" y="22106"/>
                    <a:pt x="29231" y="22106"/>
                    <a:pt x="29833" y="22074"/>
                  </a:cubicBezTo>
                  <a:cubicBezTo>
                    <a:pt x="29896" y="22074"/>
                    <a:pt x="29991" y="22074"/>
                    <a:pt x="30055" y="22042"/>
                  </a:cubicBezTo>
                  <a:lnTo>
                    <a:pt x="30276" y="22042"/>
                  </a:lnTo>
                  <a:cubicBezTo>
                    <a:pt x="30498" y="22042"/>
                    <a:pt x="30688" y="22011"/>
                    <a:pt x="30878" y="22011"/>
                  </a:cubicBezTo>
                  <a:lnTo>
                    <a:pt x="31575" y="21947"/>
                  </a:lnTo>
                  <a:cubicBezTo>
                    <a:pt x="31765" y="21947"/>
                    <a:pt x="31955" y="21916"/>
                    <a:pt x="32177" y="21916"/>
                  </a:cubicBezTo>
                  <a:cubicBezTo>
                    <a:pt x="32303" y="21884"/>
                    <a:pt x="32430" y="21884"/>
                    <a:pt x="32557" y="21884"/>
                  </a:cubicBezTo>
                  <a:cubicBezTo>
                    <a:pt x="32683" y="21852"/>
                    <a:pt x="32778" y="21852"/>
                    <a:pt x="32873" y="21852"/>
                  </a:cubicBezTo>
                  <a:cubicBezTo>
                    <a:pt x="33000" y="21821"/>
                    <a:pt x="33158" y="21821"/>
                    <a:pt x="33285" y="21789"/>
                  </a:cubicBezTo>
                  <a:cubicBezTo>
                    <a:pt x="33570" y="21757"/>
                    <a:pt x="33823" y="21726"/>
                    <a:pt x="34077" y="21694"/>
                  </a:cubicBezTo>
                  <a:lnTo>
                    <a:pt x="34457" y="21662"/>
                  </a:lnTo>
                  <a:cubicBezTo>
                    <a:pt x="34773" y="21631"/>
                    <a:pt x="35090" y="21567"/>
                    <a:pt x="35375" y="21536"/>
                  </a:cubicBezTo>
                  <a:cubicBezTo>
                    <a:pt x="35438" y="21536"/>
                    <a:pt x="35534" y="21504"/>
                    <a:pt x="35597" y="21504"/>
                  </a:cubicBezTo>
                  <a:cubicBezTo>
                    <a:pt x="35945" y="21472"/>
                    <a:pt x="36294" y="21409"/>
                    <a:pt x="36642" y="21346"/>
                  </a:cubicBezTo>
                  <a:lnTo>
                    <a:pt x="36705" y="21346"/>
                  </a:lnTo>
                  <a:cubicBezTo>
                    <a:pt x="37117" y="21282"/>
                    <a:pt x="37560" y="21187"/>
                    <a:pt x="37972" y="21124"/>
                  </a:cubicBezTo>
                  <a:cubicBezTo>
                    <a:pt x="38035" y="21092"/>
                    <a:pt x="38130" y="21092"/>
                    <a:pt x="38194" y="21061"/>
                  </a:cubicBezTo>
                  <a:cubicBezTo>
                    <a:pt x="38542" y="20997"/>
                    <a:pt x="38890" y="20934"/>
                    <a:pt x="39207" y="20871"/>
                  </a:cubicBezTo>
                  <a:cubicBezTo>
                    <a:pt x="39365" y="20839"/>
                    <a:pt x="39492" y="20807"/>
                    <a:pt x="39650" y="20776"/>
                  </a:cubicBezTo>
                  <a:cubicBezTo>
                    <a:pt x="39904" y="20712"/>
                    <a:pt x="40157" y="20649"/>
                    <a:pt x="40411" y="20586"/>
                  </a:cubicBezTo>
                  <a:cubicBezTo>
                    <a:pt x="40569" y="20554"/>
                    <a:pt x="40727" y="20522"/>
                    <a:pt x="40886" y="20459"/>
                  </a:cubicBezTo>
                  <a:cubicBezTo>
                    <a:pt x="41107" y="20396"/>
                    <a:pt x="41361" y="20332"/>
                    <a:pt x="41582" y="20269"/>
                  </a:cubicBezTo>
                  <a:cubicBezTo>
                    <a:pt x="41677" y="20269"/>
                    <a:pt x="41772" y="20237"/>
                    <a:pt x="41836" y="20206"/>
                  </a:cubicBezTo>
                  <a:cubicBezTo>
                    <a:pt x="41931" y="20206"/>
                    <a:pt x="41994" y="20174"/>
                    <a:pt x="42089" y="20142"/>
                  </a:cubicBezTo>
                  <a:cubicBezTo>
                    <a:pt x="42247" y="20111"/>
                    <a:pt x="42374" y="20047"/>
                    <a:pt x="42532" y="20016"/>
                  </a:cubicBezTo>
                  <a:cubicBezTo>
                    <a:pt x="42722" y="19952"/>
                    <a:pt x="42881" y="19889"/>
                    <a:pt x="43071" y="19857"/>
                  </a:cubicBezTo>
                  <a:cubicBezTo>
                    <a:pt x="43229" y="19794"/>
                    <a:pt x="43356" y="19762"/>
                    <a:pt x="43514" y="19699"/>
                  </a:cubicBezTo>
                  <a:cubicBezTo>
                    <a:pt x="43672" y="19636"/>
                    <a:pt x="43862" y="19604"/>
                    <a:pt x="44021" y="19541"/>
                  </a:cubicBezTo>
                  <a:cubicBezTo>
                    <a:pt x="44147" y="19477"/>
                    <a:pt x="44306" y="19445"/>
                    <a:pt x="44433" y="19382"/>
                  </a:cubicBezTo>
                  <a:cubicBezTo>
                    <a:pt x="44623" y="19319"/>
                    <a:pt x="44781" y="19255"/>
                    <a:pt x="44939" y="19192"/>
                  </a:cubicBezTo>
                  <a:cubicBezTo>
                    <a:pt x="45066" y="19160"/>
                    <a:pt x="45193" y="19097"/>
                    <a:pt x="45319" y="19034"/>
                  </a:cubicBezTo>
                  <a:cubicBezTo>
                    <a:pt x="45383" y="19034"/>
                    <a:pt x="45446" y="19002"/>
                    <a:pt x="45509" y="18970"/>
                  </a:cubicBezTo>
                  <a:cubicBezTo>
                    <a:pt x="45573" y="18939"/>
                    <a:pt x="45636" y="18907"/>
                    <a:pt x="45731" y="18875"/>
                  </a:cubicBezTo>
                  <a:cubicBezTo>
                    <a:pt x="45921" y="18812"/>
                    <a:pt x="46111" y="18717"/>
                    <a:pt x="46301" y="18654"/>
                  </a:cubicBezTo>
                  <a:cubicBezTo>
                    <a:pt x="46428" y="18590"/>
                    <a:pt x="46554" y="18527"/>
                    <a:pt x="46649" y="18464"/>
                  </a:cubicBezTo>
                  <a:cubicBezTo>
                    <a:pt x="46839" y="18400"/>
                    <a:pt x="47029" y="18305"/>
                    <a:pt x="47188" y="18210"/>
                  </a:cubicBezTo>
                  <a:cubicBezTo>
                    <a:pt x="47251" y="18179"/>
                    <a:pt x="47346" y="18147"/>
                    <a:pt x="47409" y="18115"/>
                  </a:cubicBezTo>
                  <a:cubicBezTo>
                    <a:pt x="47441" y="18084"/>
                    <a:pt x="47504" y="18084"/>
                    <a:pt x="47568" y="18052"/>
                  </a:cubicBezTo>
                  <a:cubicBezTo>
                    <a:pt x="47663" y="17989"/>
                    <a:pt x="47758" y="17925"/>
                    <a:pt x="47884" y="17862"/>
                  </a:cubicBezTo>
                  <a:cubicBezTo>
                    <a:pt x="48011" y="17799"/>
                    <a:pt x="48138" y="17735"/>
                    <a:pt x="48264" y="17640"/>
                  </a:cubicBezTo>
                  <a:lnTo>
                    <a:pt x="48581" y="17482"/>
                  </a:lnTo>
                  <a:cubicBezTo>
                    <a:pt x="48644" y="17450"/>
                    <a:pt x="48708" y="17419"/>
                    <a:pt x="48771" y="17355"/>
                  </a:cubicBezTo>
                  <a:cubicBezTo>
                    <a:pt x="48835" y="17324"/>
                    <a:pt x="48930" y="17292"/>
                    <a:pt x="48993" y="17229"/>
                  </a:cubicBezTo>
                  <a:cubicBezTo>
                    <a:pt x="49056" y="17197"/>
                    <a:pt x="49120" y="17134"/>
                    <a:pt x="49215" y="17102"/>
                  </a:cubicBezTo>
                  <a:cubicBezTo>
                    <a:pt x="49341" y="17007"/>
                    <a:pt x="49500" y="16912"/>
                    <a:pt x="49626" y="16817"/>
                  </a:cubicBezTo>
                  <a:cubicBezTo>
                    <a:pt x="49690" y="16754"/>
                    <a:pt x="49753" y="16722"/>
                    <a:pt x="49785" y="16690"/>
                  </a:cubicBezTo>
                  <a:cubicBezTo>
                    <a:pt x="49785" y="16690"/>
                    <a:pt x="49816" y="16690"/>
                    <a:pt x="49816" y="16659"/>
                  </a:cubicBezTo>
                  <a:cubicBezTo>
                    <a:pt x="50006" y="16564"/>
                    <a:pt x="50165" y="16437"/>
                    <a:pt x="50323" y="16310"/>
                  </a:cubicBezTo>
                  <a:cubicBezTo>
                    <a:pt x="50355" y="16279"/>
                    <a:pt x="50386" y="16247"/>
                    <a:pt x="50418" y="16215"/>
                  </a:cubicBezTo>
                  <a:cubicBezTo>
                    <a:pt x="50513" y="16120"/>
                    <a:pt x="50576" y="16057"/>
                    <a:pt x="50671" y="15994"/>
                  </a:cubicBezTo>
                  <a:cubicBezTo>
                    <a:pt x="50703" y="15962"/>
                    <a:pt x="50766" y="15930"/>
                    <a:pt x="50798" y="15867"/>
                  </a:cubicBezTo>
                  <a:cubicBezTo>
                    <a:pt x="50830" y="15835"/>
                    <a:pt x="50893" y="15804"/>
                    <a:pt x="50925" y="15772"/>
                  </a:cubicBezTo>
                  <a:cubicBezTo>
                    <a:pt x="51083" y="15614"/>
                    <a:pt x="51210" y="15487"/>
                    <a:pt x="51336" y="15360"/>
                  </a:cubicBezTo>
                  <a:cubicBezTo>
                    <a:pt x="51368" y="15329"/>
                    <a:pt x="51368" y="15329"/>
                    <a:pt x="51368" y="15329"/>
                  </a:cubicBezTo>
                  <a:cubicBezTo>
                    <a:pt x="51495" y="15202"/>
                    <a:pt x="51621" y="15044"/>
                    <a:pt x="51716" y="14917"/>
                  </a:cubicBezTo>
                  <a:cubicBezTo>
                    <a:pt x="51748" y="14885"/>
                    <a:pt x="51780" y="14854"/>
                    <a:pt x="51811" y="14822"/>
                  </a:cubicBezTo>
                  <a:cubicBezTo>
                    <a:pt x="51843" y="14758"/>
                    <a:pt x="51875" y="14727"/>
                    <a:pt x="51906" y="14695"/>
                  </a:cubicBezTo>
                  <a:cubicBezTo>
                    <a:pt x="51970" y="14600"/>
                    <a:pt x="52033" y="14505"/>
                    <a:pt x="52128" y="14378"/>
                  </a:cubicBezTo>
                  <a:cubicBezTo>
                    <a:pt x="52191" y="14252"/>
                    <a:pt x="52255" y="14157"/>
                    <a:pt x="52318" y="14030"/>
                  </a:cubicBezTo>
                  <a:cubicBezTo>
                    <a:pt x="52350" y="13998"/>
                    <a:pt x="52381" y="13967"/>
                    <a:pt x="52381" y="13935"/>
                  </a:cubicBezTo>
                  <a:cubicBezTo>
                    <a:pt x="52413" y="13903"/>
                    <a:pt x="52413" y="13840"/>
                    <a:pt x="52445" y="13808"/>
                  </a:cubicBezTo>
                  <a:cubicBezTo>
                    <a:pt x="52508" y="13682"/>
                    <a:pt x="52603" y="13523"/>
                    <a:pt x="52635" y="13365"/>
                  </a:cubicBezTo>
                  <a:lnTo>
                    <a:pt x="52666" y="13365"/>
                  </a:lnTo>
                  <a:cubicBezTo>
                    <a:pt x="52730" y="13207"/>
                    <a:pt x="52761" y="13048"/>
                    <a:pt x="52793" y="12890"/>
                  </a:cubicBezTo>
                  <a:cubicBezTo>
                    <a:pt x="52825" y="12858"/>
                    <a:pt x="52825" y="12827"/>
                    <a:pt x="52825" y="12795"/>
                  </a:cubicBezTo>
                  <a:cubicBezTo>
                    <a:pt x="52856" y="12732"/>
                    <a:pt x="52856" y="12700"/>
                    <a:pt x="52856" y="12668"/>
                  </a:cubicBezTo>
                  <a:cubicBezTo>
                    <a:pt x="52888" y="12573"/>
                    <a:pt x="52888" y="12478"/>
                    <a:pt x="52920" y="12383"/>
                  </a:cubicBezTo>
                  <a:cubicBezTo>
                    <a:pt x="52920" y="12352"/>
                    <a:pt x="52920" y="12320"/>
                    <a:pt x="52920" y="12320"/>
                  </a:cubicBezTo>
                  <a:cubicBezTo>
                    <a:pt x="52951" y="12162"/>
                    <a:pt x="52951" y="12035"/>
                    <a:pt x="52951" y="11908"/>
                  </a:cubicBezTo>
                  <a:lnTo>
                    <a:pt x="52951" y="11782"/>
                  </a:lnTo>
                  <a:lnTo>
                    <a:pt x="52951" y="1"/>
                  </a:lnTo>
                  <a:cubicBezTo>
                    <a:pt x="52951" y="159"/>
                    <a:pt x="52951" y="349"/>
                    <a:pt x="52920" y="507"/>
                  </a:cubicBezTo>
                  <a:cubicBezTo>
                    <a:pt x="52920" y="539"/>
                    <a:pt x="52920" y="571"/>
                    <a:pt x="52920" y="603"/>
                  </a:cubicBezTo>
                  <a:cubicBezTo>
                    <a:pt x="52888" y="729"/>
                    <a:pt x="52888" y="856"/>
                    <a:pt x="52825" y="983"/>
                  </a:cubicBezTo>
                  <a:cubicBezTo>
                    <a:pt x="52825" y="1014"/>
                    <a:pt x="52825" y="1078"/>
                    <a:pt x="52793" y="1109"/>
                  </a:cubicBezTo>
                  <a:cubicBezTo>
                    <a:pt x="52761" y="1268"/>
                    <a:pt x="52730" y="1426"/>
                    <a:pt x="52666" y="1553"/>
                  </a:cubicBezTo>
                  <a:cubicBezTo>
                    <a:pt x="52666" y="1553"/>
                    <a:pt x="52666" y="1584"/>
                    <a:pt x="52635" y="1584"/>
                  </a:cubicBezTo>
                  <a:cubicBezTo>
                    <a:pt x="52603" y="1711"/>
                    <a:pt x="52508" y="1869"/>
                    <a:pt x="52445" y="2028"/>
                  </a:cubicBezTo>
                  <a:cubicBezTo>
                    <a:pt x="52413" y="2059"/>
                    <a:pt x="52413" y="2091"/>
                    <a:pt x="52381" y="2123"/>
                  </a:cubicBezTo>
                  <a:cubicBezTo>
                    <a:pt x="52318" y="2281"/>
                    <a:pt x="52223" y="2439"/>
                    <a:pt x="52128" y="2566"/>
                  </a:cubicBezTo>
                  <a:cubicBezTo>
                    <a:pt x="52128" y="2566"/>
                    <a:pt x="52128" y="2566"/>
                    <a:pt x="52128" y="2598"/>
                  </a:cubicBezTo>
                  <a:cubicBezTo>
                    <a:pt x="52033" y="2724"/>
                    <a:pt x="51906" y="2883"/>
                    <a:pt x="51811" y="3009"/>
                  </a:cubicBezTo>
                  <a:cubicBezTo>
                    <a:pt x="51780" y="3041"/>
                    <a:pt x="51748" y="3073"/>
                    <a:pt x="51716" y="3136"/>
                  </a:cubicBezTo>
                  <a:cubicBezTo>
                    <a:pt x="51590" y="3263"/>
                    <a:pt x="51495" y="3389"/>
                    <a:pt x="51368" y="3548"/>
                  </a:cubicBezTo>
                  <a:lnTo>
                    <a:pt x="51336" y="3548"/>
                  </a:lnTo>
                  <a:cubicBezTo>
                    <a:pt x="51210" y="3706"/>
                    <a:pt x="51083" y="3833"/>
                    <a:pt x="50925" y="3959"/>
                  </a:cubicBezTo>
                  <a:cubicBezTo>
                    <a:pt x="50893" y="4023"/>
                    <a:pt x="50830" y="4054"/>
                    <a:pt x="50798" y="4086"/>
                  </a:cubicBezTo>
                  <a:cubicBezTo>
                    <a:pt x="50671" y="4181"/>
                    <a:pt x="50545" y="4308"/>
                    <a:pt x="50418" y="4403"/>
                  </a:cubicBezTo>
                  <a:cubicBezTo>
                    <a:pt x="50386" y="4434"/>
                    <a:pt x="50355" y="4466"/>
                    <a:pt x="50291" y="4498"/>
                  </a:cubicBezTo>
                  <a:cubicBezTo>
                    <a:pt x="50133" y="4656"/>
                    <a:pt x="49975" y="4783"/>
                    <a:pt x="49785" y="4909"/>
                  </a:cubicBezTo>
                  <a:cubicBezTo>
                    <a:pt x="49721" y="4941"/>
                    <a:pt x="49690" y="4973"/>
                    <a:pt x="49626" y="5004"/>
                  </a:cubicBezTo>
                  <a:cubicBezTo>
                    <a:pt x="49500" y="5099"/>
                    <a:pt x="49341" y="5226"/>
                    <a:pt x="49183" y="5321"/>
                  </a:cubicBezTo>
                  <a:cubicBezTo>
                    <a:pt x="49120" y="5353"/>
                    <a:pt x="49056" y="5416"/>
                    <a:pt x="48993" y="5448"/>
                  </a:cubicBezTo>
                  <a:cubicBezTo>
                    <a:pt x="48866" y="5543"/>
                    <a:pt x="48708" y="5606"/>
                    <a:pt x="48581" y="5701"/>
                  </a:cubicBezTo>
                  <a:cubicBezTo>
                    <a:pt x="48486" y="5765"/>
                    <a:pt x="48391" y="5796"/>
                    <a:pt x="48264" y="5860"/>
                  </a:cubicBezTo>
                  <a:cubicBezTo>
                    <a:pt x="48138" y="5955"/>
                    <a:pt x="48011" y="6018"/>
                    <a:pt x="47884" y="6081"/>
                  </a:cubicBezTo>
                  <a:cubicBezTo>
                    <a:pt x="47758" y="6145"/>
                    <a:pt x="47663" y="6208"/>
                    <a:pt x="47568" y="6271"/>
                  </a:cubicBezTo>
                  <a:cubicBezTo>
                    <a:pt x="47441" y="6335"/>
                    <a:pt x="47314" y="6366"/>
                    <a:pt x="47188" y="6430"/>
                  </a:cubicBezTo>
                  <a:cubicBezTo>
                    <a:pt x="47029" y="6525"/>
                    <a:pt x="46839" y="6620"/>
                    <a:pt x="46649" y="6683"/>
                  </a:cubicBezTo>
                  <a:cubicBezTo>
                    <a:pt x="46554" y="6746"/>
                    <a:pt x="46428" y="6810"/>
                    <a:pt x="46301" y="6873"/>
                  </a:cubicBezTo>
                  <a:cubicBezTo>
                    <a:pt x="46111" y="6936"/>
                    <a:pt x="45921" y="7031"/>
                    <a:pt x="45731" y="7095"/>
                  </a:cubicBezTo>
                  <a:cubicBezTo>
                    <a:pt x="45604" y="7158"/>
                    <a:pt x="45478" y="7221"/>
                    <a:pt x="45319" y="7253"/>
                  </a:cubicBezTo>
                  <a:cubicBezTo>
                    <a:pt x="45193" y="7316"/>
                    <a:pt x="45066" y="7380"/>
                    <a:pt x="44939" y="7411"/>
                  </a:cubicBezTo>
                  <a:cubicBezTo>
                    <a:pt x="44781" y="7475"/>
                    <a:pt x="44591" y="7538"/>
                    <a:pt x="44433" y="7601"/>
                  </a:cubicBezTo>
                  <a:cubicBezTo>
                    <a:pt x="44306" y="7665"/>
                    <a:pt x="44147" y="7696"/>
                    <a:pt x="44021" y="7760"/>
                  </a:cubicBezTo>
                  <a:cubicBezTo>
                    <a:pt x="43831" y="7823"/>
                    <a:pt x="43672" y="7855"/>
                    <a:pt x="43514" y="7918"/>
                  </a:cubicBezTo>
                  <a:cubicBezTo>
                    <a:pt x="43356" y="7981"/>
                    <a:pt x="43197" y="8013"/>
                    <a:pt x="43071" y="8076"/>
                  </a:cubicBezTo>
                  <a:cubicBezTo>
                    <a:pt x="42881" y="8108"/>
                    <a:pt x="42722" y="8171"/>
                    <a:pt x="42532" y="8235"/>
                  </a:cubicBezTo>
                  <a:cubicBezTo>
                    <a:pt x="42374" y="8266"/>
                    <a:pt x="42247" y="8330"/>
                    <a:pt x="42089" y="8361"/>
                  </a:cubicBezTo>
                  <a:cubicBezTo>
                    <a:pt x="41931" y="8425"/>
                    <a:pt x="41741" y="8456"/>
                    <a:pt x="41582" y="8488"/>
                  </a:cubicBezTo>
                  <a:cubicBezTo>
                    <a:pt x="41361" y="8551"/>
                    <a:pt x="41107" y="8615"/>
                    <a:pt x="40886" y="8678"/>
                  </a:cubicBezTo>
                  <a:cubicBezTo>
                    <a:pt x="40727" y="8741"/>
                    <a:pt x="40569" y="8773"/>
                    <a:pt x="40411" y="8805"/>
                  </a:cubicBezTo>
                  <a:cubicBezTo>
                    <a:pt x="40157" y="8868"/>
                    <a:pt x="39904" y="8931"/>
                    <a:pt x="39619" y="8995"/>
                  </a:cubicBezTo>
                  <a:lnTo>
                    <a:pt x="39207" y="9090"/>
                  </a:lnTo>
                  <a:cubicBezTo>
                    <a:pt x="38890" y="9153"/>
                    <a:pt x="38542" y="9216"/>
                    <a:pt x="38194" y="9280"/>
                  </a:cubicBezTo>
                  <a:cubicBezTo>
                    <a:pt x="38130" y="9311"/>
                    <a:pt x="38035" y="9311"/>
                    <a:pt x="37972" y="9343"/>
                  </a:cubicBezTo>
                  <a:cubicBezTo>
                    <a:pt x="37560" y="9406"/>
                    <a:pt x="37117" y="9501"/>
                    <a:pt x="36705" y="9565"/>
                  </a:cubicBezTo>
                  <a:cubicBezTo>
                    <a:pt x="36325" y="9628"/>
                    <a:pt x="35977" y="9660"/>
                    <a:pt x="35597" y="9723"/>
                  </a:cubicBezTo>
                  <a:cubicBezTo>
                    <a:pt x="35534" y="9755"/>
                    <a:pt x="35438" y="9755"/>
                    <a:pt x="35375" y="9755"/>
                  </a:cubicBezTo>
                  <a:cubicBezTo>
                    <a:pt x="35090" y="9818"/>
                    <a:pt x="34773" y="9850"/>
                    <a:pt x="34457" y="9881"/>
                  </a:cubicBezTo>
                  <a:lnTo>
                    <a:pt x="34077" y="9945"/>
                  </a:lnTo>
                  <a:cubicBezTo>
                    <a:pt x="33823" y="9976"/>
                    <a:pt x="33570" y="9976"/>
                    <a:pt x="33317" y="10008"/>
                  </a:cubicBezTo>
                  <a:cubicBezTo>
                    <a:pt x="33158" y="10040"/>
                    <a:pt x="33032" y="10040"/>
                    <a:pt x="32873" y="10072"/>
                  </a:cubicBezTo>
                  <a:cubicBezTo>
                    <a:pt x="32652" y="10072"/>
                    <a:pt x="32398" y="10103"/>
                    <a:pt x="32177" y="10135"/>
                  </a:cubicBezTo>
                  <a:cubicBezTo>
                    <a:pt x="31987" y="10135"/>
                    <a:pt x="31765" y="10167"/>
                    <a:pt x="31575" y="10167"/>
                  </a:cubicBezTo>
                  <a:cubicBezTo>
                    <a:pt x="31353" y="10198"/>
                    <a:pt x="31132" y="10198"/>
                    <a:pt x="30910" y="10230"/>
                  </a:cubicBezTo>
                  <a:cubicBezTo>
                    <a:pt x="30688" y="10230"/>
                    <a:pt x="30498" y="10262"/>
                    <a:pt x="30276" y="10262"/>
                  </a:cubicBezTo>
                  <a:lnTo>
                    <a:pt x="29833" y="10293"/>
                  </a:lnTo>
                  <a:cubicBezTo>
                    <a:pt x="29231" y="10325"/>
                    <a:pt x="28630" y="10357"/>
                    <a:pt x="27996" y="10357"/>
                  </a:cubicBezTo>
                  <a:lnTo>
                    <a:pt x="27870" y="10357"/>
                  </a:lnTo>
                  <a:cubicBezTo>
                    <a:pt x="27395" y="10357"/>
                    <a:pt x="26951" y="10388"/>
                    <a:pt x="26476" y="10388"/>
                  </a:cubicBezTo>
                  <a:cubicBezTo>
                    <a:pt x="26191" y="10388"/>
                    <a:pt x="25906" y="10357"/>
                    <a:pt x="25653" y="10357"/>
                  </a:cubicBezTo>
                  <a:cubicBezTo>
                    <a:pt x="25209" y="10357"/>
                    <a:pt x="24766" y="10357"/>
                    <a:pt x="24323" y="10325"/>
                  </a:cubicBezTo>
                  <a:lnTo>
                    <a:pt x="23943" y="10325"/>
                  </a:lnTo>
                  <a:cubicBezTo>
                    <a:pt x="23404" y="10293"/>
                    <a:pt x="22866" y="10293"/>
                    <a:pt x="22359" y="10262"/>
                  </a:cubicBezTo>
                  <a:cubicBezTo>
                    <a:pt x="22232" y="10230"/>
                    <a:pt x="22137" y="10230"/>
                    <a:pt x="22042" y="10230"/>
                  </a:cubicBezTo>
                  <a:cubicBezTo>
                    <a:pt x="21599" y="10198"/>
                    <a:pt x="21187" y="10167"/>
                    <a:pt x="20776" y="10135"/>
                  </a:cubicBezTo>
                  <a:cubicBezTo>
                    <a:pt x="20617" y="10103"/>
                    <a:pt x="20459" y="10103"/>
                    <a:pt x="20301" y="10072"/>
                  </a:cubicBezTo>
                  <a:cubicBezTo>
                    <a:pt x="19921" y="10040"/>
                    <a:pt x="19541" y="10008"/>
                    <a:pt x="19161" y="9976"/>
                  </a:cubicBezTo>
                  <a:cubicBezTo>
                    <a:pt x="19034" y="9945"/>
                    <a:pt x="18907" y="9945"/>
                    <a:pt x="18781" y="9913"/>
                  </a:cubicBezTo>
                  <a:cubicBezTo>
                    <a:pt x="18274" y="9850"/>
                    <a:pt x="17767" y="9786"/>
                    <a:pt x="17292" y="9723"/>
                  </a:cubicBezTo>
                  <a:cubicBezTo>
                    <a:pt x="17197" y="9723"/>
                    <a:pt x="17102" y="9691"/>
                    <a:pt x="17007" y="9691"/>
                  </a:cubicBezTo>
                  <a:cubicBezTo>
                    <a:pt x="16595" y="9628"/>
                    <a:pt x="16152" y="9533"/>
                    <a:pt x="15740" y="9470"/>
                  </a:cubicBezTo>
                  <a:lnTo>
                    <a:pt x="15360" y="9406"/>
                  </a:lnTo>
                  <a:cubicBezTo>
                    <a:pt x="14822" y="9311"/>
                    <a:pt x="14315" y="9216"/>
                    <a:pt x="13840" y="9121"/>
                  </a:cubicBezTo>
                  <a:cubicBezTo>
                    <a:pt x="13492" y="9026"/>
                    <a:pt x="13143" y="8963"/>
                    <a:pt x="12827" y="8868"/>
                  </a:cubicBezTo>
                  <a:cubicBezTo>
                    <a:pt x="12732" y="8868"/>
                    <a:pt x="12637" y="8836"/>
                    <a:pt x="12510" y="8805"/>
                  </a:cubicBezTo>
                  <a:cubicBezTo>
                    <a:pt x="12288" y="8741"/>
                    <a:pt x="12067" y="8710"/>
                    <a:pt x="11845" y="8646"/>
                  </a:cubicBezTo>
                  <a:cubicBezTo>
                    <a:pt x="11687" y="8583"/>
                    <a:pt x="11528" y="8551"/>
                    <a:pt x="11370" y="8520"/>
                  </a:cubicBezTo>
                  <a:cubicBezTo>
                    <a:pt x="11180" y="8456"/>
                    <a:pt x="11022" y="8425"/>
                    <a:pt x="10832" y="8361"/>
                  </a:cubicBezTo>
                  <a:cubicBezTo>
                    <a:pt x="10673" y="8298"/>
                    <a:pt x="10515" y="8266"/>
                    <a:pt x="10388" y="8235"/>
                  </a:cubicBezTo>
                  <a:cubicBezTo>
                    <a:pt x="10198" y="8171"/>
                    <a:pt x="10040" y="8140"/>
                    <a:pt x="9882" y="8076"/>
                  </a:cubicBezTo>
                  <a:cubicBezTo>
                    <a:pt x="9660" y="8013"/>
                    <a:pt x="9438" y="7918"/>
                    <a:pt x="9217" y="7855"/>
                  </a:cubicBezTo>
                  <a:cubicBezTo>
                    <a:pt x="9090" y="7791"/>
                    <a:pt x="8931" y="7760"/>
                    <a:pt x="8805" y="7728"/>
                  </a:cubicBezTo>
                  <a:cubicBezTo>
                    <a:pt x="8551" y="7633"/>
                    <a:pt x="8330" y="7538"/>
                    <a:pt x="8076" y="7443"/>
                  </a:cubicBezTo>
                  <a:cubicBezTo>
                    <a:pt x="7981" y="7411"/>
                    <a:pt x="7886" y="7380"/>
                    <a:pt x="7791" y="7348"/>
                  </a:cubicBezTo>
                  <a:cubicBezTo>
                    <a:pt x="7633" y="7285"/>
                    <a:pt x="7506" y="7221"/>
                    <a:pt x="7348" y="7158"/>
                  </a:cubicBezTo>
                  <a:cubicBezTo>
                    <a:pt x="7190" y="7095"/>
                    <a:pt x="7063" y="7063"/>
                    <a:pt x="6905" y="7000"/>
                  </a:cubicBezTo>
                  <a:cubicBezTo>
                    <a:pt x="6778" y="6936"/>
                    <a:pt x="6620" y="6841"/>
                    <a:pt x="6493" y="6778"/>
                  </a:cubicBezTo>
                  <a:cubicBezTo>
                    <a:pt x="6335" y="6715"/>
                    <a:pt x="6208" y="6683"/>
                    <a:pt x="6081" y="6620"/>
                  </a:cubicBezTo>
                  <a:cubicBezTo>
                    <a:pt x="5923" y="6556"/>
                    <a:pt x="5796" y="6461"/>
                    <a:pt x="5670" y="6398"/>
                  </a:cubicBezTo>
                  <a:cubicBezTo>
                    <a:pt x="5543" y="6335"/>
                    <a:pt x="5416" y="6271"/>
                    <a:pt x="5290" y="6208"/>
                  </a:cubicBezTo>
                  <a:cubicBezTo>
                    <a:pt x="5163" y="6145"/>
                    <a:pt x="5036" y="6081"/>
                    <a:pt x="4910" y="6018"/>
                  </a:cubicBezTo>
                  <a:cubicBezTo>
                    <a:pt x="4783" y="5955"/>
                    <a:pt x="4656" y="5891"/>
                    <a:pt x="4529" y="5796"/>
                  </a:cubicBezTo>
                  <a:cubicBezTo>
                    <a:pt x="4403" y="5733"/>
                    <a:pt x="4308" y="5670"/>
                    <a:pt x="4181" y="5575"/>
                  </a:cubicBezTo>
                  <a:cubicBezTo>
                    <a:pt x="4054" y="5511"/>
                    <a:pt x="3959" y="5448"/>
                    <a:pt x="3864" y="5385"/>
                  </a:cubicBezTo>
                  <a:cubicBezTo>
                    <a:pt x="3738" y="5321"/>
                    <a:pt x="3611" y="5226"/>
                    <a:pt x="3516" y="5163"/>
                  </a:cubicBezTo>
                  <a:cubicBezTo>
                    <a:pt x="3421" y="5099"/>
                    <a:pt x="3294" y="5036"/>
                    <a:pt x="3199" y="4941"/>
                  </a:cubicBezTo>
                  <a:cubicBezTo>
                    <a:pt x="3104" y="4878"/>
                    <a:pt x="3009" y="4783"/>
                    <a:pt x="2883" y="4719"/>
                  </a:cubicBezTo>
                  <a:cubicBezTo>
                    <a:pt x="2819" y="4656"/>
                    <a:pt x="2693" y="4593"/>
                    <a:pt x="2629" y="4498"/>
                  </a:cubicBezTo>
                  <a:cubicBezTo>
                    <a:pt x="2534" y="4434"/>
                    <a:pt x="2439" y="4339"/>
                    <a:pt x="2344" y="4276"/>
                  </a:cubicBezTo>
                  <a:cubicBezTo>
                    <a:pt x="2249" y="4181"/>
                    <a:pt x="2154" y="4118"/>
                    <a:pt x="2091" y="4054"/>
                  </a:cubicBezTo>
                  <a:cubicBezTo>
                    <a:pt x="1996" y="3959"/>
                    <a:pt x="1901" y="3864"/>
                    <a:pt x="1838" y="3801"/>
                  </a:cubicBezTo>
                  <a:cubicBezTo>
                    <a:pt x="1743" y="3706"/>
                    <a:pt x="1679" y="3643"/>
                    <a:pt x="1616" y="3579"/>
                  </a:cubicBezTo>
                  <a:cubicBezTo>
                    <a:pt x="1521" y="3484"/>
                    <a:pt x="1458" y="3389"/>
                    <a:pt x="1363" y="3326"/>
                  </a:cubicBezTo>
                  <a:cubicBezTo>
                    <a:pt x="1299" y="3231"/>
                    <a:pt x="1236" y="3168"/>
                    <a:pt x="1173" y="3104"/>
                  </a:cubicBezTo>
                  <a:cubicBezTo>
                    <a:pt x="1109" y="3009"/>
                    <a:pt x="1046" y="2914"/>
                    <a:pt x="983" y="2819"/>
                  </a:cubicBezTo>
                  <a:cubicBezTo>
                    <a:pt x="919" y="2756"/>
                    <a:pt x="888" y="2661"/>
                    <a:pt x="824" y="2598"/>
                  </a:cubicBezTo>
                  <a:cubicBezTo>
                    <a:pt x="761" y="2503"/>
                    <a:pt x="729" y="2408"/>
                    <a:pt x="666" y="2313"/>
                  </a:cubicBezTo>
                  <a:cubicBezTo>
                    <a:pt x="603" y="2249"/>
                    <a:pt x="571" y="2186"/>
                    <a:pt x="539" y="2091"/>
                  </a:cubicBezTo>
                  <a:cubicBezTo>
                    <a:pt x="476" y="1996"/>
                    <a:pt x="444" y="1901"/>
                    <a:pt x="381" y="1806"/>
                  </a:cubicBezTo>
                  <a:cubicBezTo>
                    <a:pt x="349" y="1743"/>
                    <a:pt x="317" y="1648"/>
                    <a:pt x="286" y="1584"/>
                  </a:cubicBezTo>
                  <a:cubicBezTo>
                    <a:pt x="254" y="1489"/>
                    <a:pt x="222" y="1363"/>
                    <a:pt x="191" y="1268"/>
                  </a:cubicBezTo>
                  <a:cubicBezTo>
                    <a:pt x="159" y="1204"/>
                    <a:pt x="159" y="1141"/>
                    <a:pt x="127" y="1078"/>
                  </a:cubicBezTo>
                  <a:cubicBezTo>
                    <a:pt x="96" y="951"/>
                    <a:pt x="64" y="824"/>
                    <a:pt x="64" y="729"/>
                  </a:cubicBezTo>
                  <a:cubicBezTo>
                    <a:pt x="32" y="666"/>
                    <a:pt x="32" y="603"/>
                    <a:pt x="32" y="539"/>
                  </a:cubicBezTo>
                  <a:cubicBezTo>
                    <a:pt x="1" y="349"/>
                    <a:pt x="1" y="191"/>
                    <a:pt x="1" y="1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2" name="Google Shape;5192;p29"/>
            <p:cNvSpPr/>
            <p:nvPr/>
          </p:nvSpPr>
          <p:spPr>
            <a:xfrm>
              <a:off x="4218146" y="1937105"/>
              <a:ext cx="711719" cy="392146"/>
            </a:xfrm>
            <a:custGeom>
              <a:rect b="b" l="l" r="r" t="t"/>
              <a:pathLst>
                <a:path extrusionOk="0" h="12320" w="22360">
                  <a:moveTo>
                    <a:pt x="10547" y="1"/>
                  </a:moveTo>
                  <a:cubicBezTo>
                    <a:pt x="10262" y="1"/>
                    <a:pt x="10008" y="32"/>
                    <a:pt x="9755" y="32"/>
                  </a:cubicBezTo>
                  <a:lnTo>
                    <a:pt x="9597" y="32"/>
                  </a:lnTo>
                  <a:cubicBezTo>
                    <a:pt x="9280" y="64"/>
                    <a:pt x="8995" y="64"/>
                    <a:pt x="8678" y="96"/>
                  </a:cubicBezTo>
                  <a:lnTo>
                    <a:pt x="8583" y="96"/>
                  </a:lnTo>
                  <a:cubicBezTo>
                    <a:pt x="8583" y="96"/>
                    <a:pt x="8552" y="96"/>
                    <a:pt x="8520" y="127"/>
                  </a:cubicBezTo>
                  <a:cubicBezTo>
                    <a:pt x="8267" y="127"/>
                    <a:pt x="8013" y="159"/>
                    <a:pt x="7760" y="191"/>
                  </a:cubicBezTo>
                  <a:lnTo>
                    <a:pt x="7633" y="191"/>
                  </a:lnTo>
                  <a:cubicBezTo>
                    <a:pt x="7412" y="222"/>
                    <a:pt x="7190" y="254"/>
                    <a:pt x="6936" y="286"/>
                  </a:cubicBezTo>
                  <a:cubicBezTo>
                    <a:pt x="6936" y="317"/>
                    <a:pt x="6905" y="317"/>
                    <a:pt x="6873" y="317"/>
                  </a:cubicBezTo>
                  <a:cubicBezTo>
                    <a:pt x="6683" y="349"/>
                    <a:pt x="6493" y="381"/>
                    <a:pt x="6303" y="412"/>
                  </a:cubicBezTo>
                  <a:lnTo>
                    <a:pt x="6240" y="412"/>
                  </a:lnTo>
                  <a:cubicBezTo>
                    <a:pt x="6081" y="444"/>
                    <a:pt x="5923" y="476"/>
                    <a:pt x="5796" y="507"/>
                  </a:cubicBezTo>
                  <a:lnTo>
                    <a:pt x="5606" y="539"/>
                  </a:lnTo>
                  <a:lnTo>
                    <a:pt x="5290" y="602"/>
                  </a:lnTo>
                  <a:cubicBezTo>
                    <a:pt x="5226" y="634"/>
                    <a:pt x="5163" y="634"/>
                    <a:pt x="5100" y="634"/>
                  </a:cubicBezTo>
                  <a:cubicBezTo>
                    <a:pt x="5005" y="666"/>
                    <a:pt x="4878" y="697"/>
                    <a:pt x="4783" y="729"/>
                  </a:cubicBezTo>
                  <a:cubicBezTo>
                    <a:pt x="4751" y="729"/>
                    <a:pt x="4720" y="729"/>
                    <a:pt x="4688" y="761"/>
                  </a:cubicBezTo>
                  <a:lnTo>
                    <a:pt x="4593" y="761"/>
                  </a:lnTo>
                  <a:cubicBezTo>
                    <a:pt x="4530" y="792"/>
                    <a:pt x="4466" y="824"/>
                    <a:pt x="4403" y="824"/>
                  </a:cubicBezTo>
                  <a:cubicBezTo>
                    <a:pt x="4308" y="856"/>
                    <a:pt x="4245" y="856"/>
                    <a:pt x="4181" y="887"/>
                  </a:cubicBezTo>
                  <a:cubicBezTo>
                    <a:pt x="4118" y="919"/>
                    <a:pt x="4055" y="919"/>
                    <a:pt x="3991" y="951"/>
                  </a:cubicBezTo>
                  <a:cubicBezTo>
                    <a:pt x="3896" y="983"/>
                    <a:pt x="3833" y="983"/>
                    <a:pt x="3770" y="1014"/>
                  </a:cubicBezTo>
                  <a:lnTo>
                    <a:pt x="3580" y="1078"/>
                  </a:lnTo>
                  <a:cubicBezTo>
                    <a:pt x="3516" y="1109"/>
                    <a:pt x="3453" y="1109"/>
                    <a:pt x="3390" y="1141"/>
                  </a:cubicBezTo>
                  <a:cubicBezTo>
                    <a:pt x="3326" y="1173"/>
                    <a:pt x="3263" y="1173"/>
                    <a:pt x="3200" y="1204"/>
                  </a:cubicBezTo>
                  <a:cubicBezTo>
                    <a:pt x="3200" y="1204"/>
                    <a:pt x="3168" y="1236"/>
                    <a:pt x="3136" y="1236"/>
                  </a:cubicBezTo>
                  <a:cubicBezTo>
                    <a:pt x="3105" y="1236"/>
                    <a:pt x="3073" y="1268"/>
                    <a:pt x="3041" y="1268"/>
                  </a:cubicBezTo>
                  <a:cubicBezTo>
                    <a:pt x="2978" y="1299"/>
                    <a:pt x="2883" y="1331"/>
                    <a:pt x="2820" y="1363"/>
                  </a:cubicBezTo>
                  <a:cubicBezTo>
                    <a:pt x="2756" y="1394"/>
                    <a:pt x="2693" y="1394"/>
                    <a:pt x="2661" y="1426"/>
                  </a:cubicBezTo>
                  <a:cubicBezTo>
                    <a:pt x="2566" y="1458"/>
                    <a:pt x="2503" y="1489"/>
                    <a:pt x="2439" y="1521"/>
                  </a:cubicBezTo>
                  <a:cubicBezTo>
                    <a:pt x="2408" y="1553"/>
                    <a:pt x="2376" y="1553"/>
                    <a:pt x="2344" y="1553"/>
                  </a:cubicBezTo>
                  <a:cubicBezTo>
                    <a:pt x="2313" y="1584"/>
                    <a:pt x="2281" y="1584"/>
                    <a:pt x="2281" y="1584"/>
                  </a:cubicBezTo>
                  <a:cubicBezTo>
                    <a:pt x="2218" y="1616"/>
                    <a:pt x="2186" y="1648"/>
                    <a:pt x="2123" y="1679"/>
                  </a:cubicBezTo>
                  <a:cubicBezTo>
                    <a:pt x="2091" y="1679"/>
                    <a:pt x="2028" y="1711"/>
                    <a:pt x="1964" y="1743"/>
                  </a:cubicBezTo>
                  <a:lnTo>
                    <a:pt x="1838" y="1838"/>
                  </a:lnTo>
                  <a:cubicBezTo>
                    <a:pt x="1806" y="1838"/>
                    <a:pt x="1774" y="1838"/>
                    <a:pt x="1743" y="1869"/>
                  </a:cubicBezTo>
                  <a:cubicBezTo>
                    <a:pt x="1743" y="1869"/>
                    <a:pt x="1711" y="1901"/>
                    <a:pt x="1711" y="1901"/>
                  </a:cubicBezTo>
                  <a:cubicBezTo>
                    <a:pt x="1584" y="1964"/>
                    <a:pt x="1426" y="2059"/>
                    <a:pt x="1331" y="2123"/>
                  </a:cubicBezTo>
                  <a:cubicBezTo>
                    <a:pt x="1299" y="2154"/>
                    <a:pt x="1299" y="2154"/>
                    <a:pt x="1299" y="2154"/>
                  </a:cubicBezTo>
                  <a:lnTo>
                    <a:pt x="1268" y="2154"/>
                  </a:lnTo>
                  <a:cubicBezTo>
                    <a:pt x="1173" y="2249"/>
                    <a:pt x="1078" y="2313"/>
                    <a:pt x="983" y="2376"/>
                  </a:cubicBezTo>
                  <a:cubicBezTo>
                    <a:pt x="983" y="2376"/>
                    <a:pt x="951" y="2408"/>
                    <a:pt x="951" y="2408"/>
                  </a:cubicBezTo>
                  <a:cubicBezTo>
                    <a:pt x="951" y="2408"/>
                    <a:pt x="919" y="2439"/>
                    <a:pt x="919" y="2439"/>
                  </a:cubicBezTo>
                  <a:cubicBezTo>
                    <a:pt x="824" y="2503"/>
                    <a:pt x="761" y="2598"/>
                    <a:pt x="666" y="2661"/>
                  </a:cubicBezTo>
                  <a:cubicBezTo>
                    <a:pt x="603" y="2724"/>
                    <a:pt x="508" y="2819"/>
                    <a:pt x="476" y="2883"/>
                  </a:cubicBezTo>
                  <a:lnTo>
                    <a:pt x="444" y="2914"/>
                  </a:lnTo>
                  <a:cubicBezTo>
                    <a:pt x="413" y="2946"/>
                    <a:pt x="413" y="2946"/>
                    <a:pt x="413" y="2946"/>
                  </a:cubicBezTo>
                  <a:cubicBezTo>
                    <a:pt x="349" y="3009"/>
                    <a:pt x="318" y="3073"/>
                    <a:pt x="286" y="3136"/>
                  </a:cubicBezTo>
                  <a:cubicBezTo>
                    <a:pt x="286" y="3136"/>
                    <a:pt x="254" y="3168"/>
                    <a:pt x="254" y="3168"/>
                  </a:cubicBezTo>
                  <a:lnTo>
                    <a:pt x="254" y="3199"/>
                  </a:lnTo>
                  <a:cubicBezTo>
                    <a:pt x="191" y="3294"/>
                    <a:pt x="159" y="3358"/>
                    <a:pt x="128" y="3453"/>
                  </a:cubicBezTo>
                  <a:cubicBezTo>
                    <a:pt x="96" y="3516"/>
                    <a:pt x="64" y="3611"/>
                    <a:pt x="33" y="3674"/>
                  </a:cubicBezTo>
                  <a:cubicBezTo>
                    <a:pt x="33" y="3706"/>
                    <a:pt x="33" y="3706"/>
                    <a:pt x="33" y="3706"/>
                  </a:cubicBezTo>
                  <a:cubicBezTo>
                    <a:pt x="33" y="3769"/>
                    <a:pt x="1" y="3801"/>
                    <a:pt x="1" y="3833"/>
                  </a:cubicBezTo>
                  <a:cubicBezTo>
                    <a:pt x="1" y="3833"/>
                    <a:pt x="1" y="3833"/>
                    <a:pt x="1" y="3864"/>
                  </a:cubicBezTo>
                  <a:cubicBezTo>
                    <a:pt x="1" y="3896"/>
                    <a:pt x="1" y="3959"/>
                    <a:pt x="1" y="4023"/>
                  </a:cubicBezTo>
                  <a:lnTo>
                    <a:pt x="1" y="4054"/>
                  </a:lnTo>
                  <a:lnTo>
                    <a:pt x="1" y="12288"/>
                  </a:lnTo>
                  <a:cubicBezTo>
                    <a:pt x="1" y="12257"/>
                    <a:pt x="33" y="12193"/>
                    <a:pt x="33" y="12162"/>
                  </a:cubicBezTo>
                  <a:cubicBezTo>
                    <a:pt x="64" y="12067"/>
                    <a:pt x="64" y="12003"/>
                    <a:pt x="128" y="11908"/>
                  </a:cubicBezTo>
                  <a:cubicBezTo>
                    <a:pt x="159" y="11813"/>
                    <a:pt x="191" y="11750"/>
                    <a:pt x="254" y="11655"/>
                  </a:cubicBezTo>
                  <a:cubicBezTo>
                    <a:pt x="254" y="11655"/>
                    <a:pt x="254" y="11623"/>
                    <a:pt x="286" y="11592"/>
                  </a:cubicBezTo>
                  <a:cubicBezTo>
                    <a:pt x="318" y="11528"/>
                    <a:pt x="349" y="11465"/>
                    <a:pt x="413" y="11433"/>
                  </a:cubicBezTo>
                  <a:cubicBezTo>
                    <a:pt x="413" y="11402"/>
                    <a:pt x="444" y="11370"/>
                    <a:pt x="476" y="11338"/>
                  </a:cubicBezTo>
                  <a:cubicBezTo>
                    <a:pt x="539" y="11275"/>
                    <a:pt x="603" y="11212"/>
                    <a:pt x="666" y="11117"/>
                  </a:cubicBezTo>
                  <a:cubicBezTo>
                    <a:pt x="761" y="11053"/>
                    <a:pt x="856" y="10958"/>
                    <a:pt x="919" y="10895"/>
                  </a:cubicBezTo>
                  <a:cubicBezTo>
                    <a:pt x="951" y="10863"/>
                    <a:pt x="983" y="10863"/>
                    <a:pt x="1014" y="10832"/>
                  </a:cubicBezTo>
                  <a:cubicBezTo>
                    <a:pt x="1078" y="10768"/>
                    <a:pt x="1173" y="10705"/>
                    <a:pt x="1268" y="10610"/>
                  </a:cubicBezTo>
                  <a:cubicBezTo>
                    <a:pt x="1299" y="10610"/>
                    <a:pt x="1299" y="10610"/>
                    <a:pt x="1331" y="10578"/>
                  </a:cubicBezTo>
                  <a:cubicBezTo>
                    <a:pt x="1458" y="10515"/>
                    <a:pt x="1584" y="10420"/>
                    <a:pt x="1711" y="10356"/>
                  </a:cubicBezTo>
                  <a:cubicBezTo>
                    <a:pt x="1743" y="10325"/>
                    <a:pt x="1806" y="10293"/>
                    <a:pt x="1838" y="10293"/>
                  </a:cubicBezTo>
                  <a:lnTo>
                    <a:pt x="1964" y="10198"/>
                  </a:lnTo>
                  <a:cubicBezTo>
                    <a:pt x="2028" y="10198"/>
                    <a:pt x="2091" y="10166"/>
                    <a:pt x="2154" y="10135"/>
                  </a:cubicBezTo>
                  <a:cubicBezTo>
                    <a:pt x="2186" y="10103"/>
                    <a:pt x="2218" y="10071"/>
                    <a:pt x="2281" y="10071"/>
                  </a:cubicBezTo>
                  <a:lnTo>
                    <a:pt x="2439" y="9976"/>
                  </a:lnTo>
                  <a:cubicBezTo>
                    <a:pt x="2503" y="9945"/>
                    <a:pt x="2566" y="9913"/>
                    <a:pt x="2661" y="9881"/>
                  </a:cubicBezTo>
                  <a:cubicBezTo>
                    <a:pt x="2725" y="9881"/>
                    <a:pt x="2756" y="9850"/>
                    <a:pt x="2820" y="9818"/>
                  </a:cubicBezTo>
                  <a:lnTo>
                    <a:pt x="3041" y="9723"/>
                  </a:lnTo>
                  <a:cubicBezTo>
                    <a:pt x="3105" y="9723"/>
                    <a:pt x="3168" y="9691"/>
                    <a:pt x="3231" y="9660"/>
                  </a:cubicBezTo>
                  <a:cubicBezTo>
                    <a:pt x="3263" y="9660"/>
                    <a:pt x="3326" y="9628"/>
                    <a:pt x="3390" y="9596"/>
                  </a:cubicBezTo>
                  <a:cubicBezTo>
                    <a:pt x="3453" y="9596"/>
                    <a:pt x="3516" y="9565"/>
                    <a:pt x="3580" y="9533"/>
                  </a:cubicBezTo>
                  <a:lnTo>
                    <a:pt x="3770" y="9470"/>
                  </a:lnTo>
                  <a:cubicBezTo>
                    <a:pt x="3833" y="9438"/>
                    <a:pt x="3928" y="9438"/>
                    <a:pt x="3991" y="9406"/>
                  </a:cubicBezTo>
                  <a:cubicBezTo>
                    <a:pt x="4055" y="9375"/>
                    <a:pt x="4118" y="9375"/>
                    <a:pt x="4181" y="9343"/>
                  </a:cubicBezTo>
                  <a:cubicBezTo>
                    <a:pt x="4245" y="9343"/>
                    <a:pt x="4308" y="9311"/>
                    <a:pt x="4403" y="9280"/>
                  </a:cubicBezTo>
                  <a:cubicBezTo>
                    <a:pt x="4466" y="9280"/>
                    <a:pt x="4530" y="9248"/>
                    <a:pt x="4593" y="9248"/>
                  </a:cubicBezTo>
                  <a:cubicBezTo>
                    <a:pt x="4656" y="9216"/>
                    <a:pt x="4720" y="9216"/>
                    <a:pt x="4815" y="9185"/>
                  </a:cubicBezTo>
                  <a:cubicBezTo>
                    <a:pt x="4910" y="9153"/>
                    <a:pt x="5005" y="9121"/>
                    <a:pt x="5100" y="9121"/>
                  </a:cubicBezTo>
                  <a:cubicBezTo>
                    <a:pt x="5163" y="9090"/>
                    <a:pt x="5226" y="9090"/>
                    <a:pt x="5290" y="9058"/>
                  </a:cubicBezTo>
                  <a:lnTo>
                    <a:pt x="5638" y="8995"/>
                  </a:lnTo>
                  <a:lnTo>
                    <a:pt x="5796" y="8963"/>
                  </a:lnTo>
                  <a:cubicBezTo>
                    <a:pt x="5955" y="8931"/>
                    <a:pt x="6081" y="8900"/>
                    <a:pt x="6240" y="8868"/>
                  </a:cubicBezTo>
                  <a:lnTo>
                    <a:pt x="6335" y="8868"/>
                  </a:lnTo>
                  <a:cubicBezTo>
                    <a:pt x="6493" y="8836"/>
                    <a:pt x="6683" y="8805"/>
                    <a:pt x="6873" y="8773"/>
                  </a:cubicBezTo>
                  <a:lnTo>
                    <a:pt x="6968" y="8773"/>
                  </a:lnTo>
                  <a:cubicBezTo>
                    <a:pt x="7190" y="8710"/>
                    <a:pt x="7412" y="8710"/>
                    <a:pt x="7665" y="8678"/>
                  </a:cubicBezTo>
                  <a:cubicBezTo>
                    <a:pt x="7697" y="8646"/>
                    <a:pt x="7728" y="8646"/>
                    <a:pt x="7792" y="8646"/>
                  </a:cubicBezTo>
                  <a:cubicBezTo>
                    <a:pt x="8045" y="8615"/>
                    <a:pt x="8298" y="8583"/>
                    <a:pt x="8552" y="8583"/>
                  </a:cubicBezTo>
                  <a:cubicBezTo>
                    <a:pt x="8583" y="8583"/>
                    <a:pt x="8647" y="8551"/>
                    <a:pt x="8678" y="8551"/>
                  </a:cubicBezTo>
                  <a:cubicBezTo>
                    <a:pt x="8995" y="8551"/>
                    <a:pt x="9312" y="8520"/>
                    <a:pt x="9628" y="8488"/>
                  </a:cubicBezTo>
                  <a:lnTo>
                    <a:pt x="9755" y="8488"/>
                  </a:lnTo>
                  <a:cubicBezTo>
                    <a:pt x="10008" y="8488"/>
                    <a:pt x="10293" y="8456"/>
                    <a:pt x="10547" y="8456"/>
                  </a:cubicBezTo>
                  <a:lnTo>
                    <a:pt x="11529" y="8456"/>
                  </a:lnTo>
                  <a:cubicBezTo>
                    <a:pt x="11719" y="8456"/>
                    <a:pt x="11909" y="8456"/>
                    <a:pt x="12099" y="8488"/>
                  </a:cubicBezTo>
                  <a:lnTo>
                    <a:pt x="12257" y="8488"/>
                  </a:lnTo>
                  <a:cubicBezTo>
                    <a:pt x="12479" y="8488"/>
                    <a:pt x="12700" y="8520"/>
                    <a:pt x="12922" y="8520"/>
                  </a:cubicBezTo>
                  <a:lnTo>
                    <a:pt x="13049" y="8520"/>
                  </a:lnTo>
                  <a:cubicBezTo>
                    <a:pt x="13239" y="8551"/>
                    <a:pt x="13397" y="8551"/>
                    <a:pt x="13587" y="8583"/>
                  </a:cubicBezTo>
                  <a:lnTo>
                    <a:pt x="13777" y="8583"/>
                  </a:lnTo>
                  <a:cubicBezTo>
                    <a:pt x="13935" y="8615"/>
                    <a:pt x="14094" y="8615"/>
                    <a:pt x="14252" y="8646"/>
                  </a:cubicBezTo>
                  <a:lnTo>
                    <a:pt x="14442" y="8646"/>
                  </a:lnTo>
                  <a:cubicBezTo>
                    <a:pt x="14632" y="8678"/>
                    <a:pt x="14854" y="8710"/>
                    <a:pt x="15044" y="8710"/>
                  </a:cubicBezTo>
                  <a:cubicBezTo>
                    <a:pt x="15107" y="8741"/>
                    <a:pt x="15139" y="8741"/>
                    <a:pt x="15170" y="8741"/>
                  </a:cubicBezTo>
                  <a:cubicBezTo>
                    <a:pt x="15360" y="8773"/>
                    <a:pt x="15519" y="8805"/>
                    <a:pt x="15709" y="8805"/>
                  </a:cubicBezTo>
                  <a:cubicBezTo>
                    <a:pt x="15772" y="8836"/>
                    <a:pt x="15804" y="8836"/>
                    <a:pt x="15867" y="8836"/>
                  </a:cubicBezTo>
                  <a:cubicBezTo>
                    <a:pt x="16089" y="8868"/>
                    <a:pt x="16311" y="8931"/>
                    <a:pt x="16501" y="8963"/>
                  </a:cubicBezTo>
                  <a:lnTo>
                    <a:pt x="16532" y="8963"/>
                  </a:lnTo>
                  <a:cubicBezTo>
                    <a:pt x="16786" y="9026"/>
                    <a:pt x="16976" y="9058"/>
                    <a:pt x="17197" y="9121"/>
                  </a:cubicBezTo>
                  <a:cubicBezTo>
                    <a:pt x="17229" y="9121"/>
                    <a:pt x="17292" y="9121"/>
                    <a:pt x="17324" y="9153"/>
                  </a:cubicBezTo>
                  <a:cubicBezTo>
                    <a:pt x="17577" y="9185"/>
                    <a:pt x="17799" y="9248"/>
                    <a:pt x="18052" y="9311"/>
                  </a:cubicBezTo>
                  <a:cubicBezTo>
                    <a:pt x="18084" y="9343"/>
                    <a:pt x="18147" y="9343"/>
                    <a:pt x="18179" y="9375"/>
                  </a:cubicBezTo>
                  <a:cubicBezTo>
                    <a:pt x="18274" y="9406"/>
                    <a:pt x="18369" y="9438"/>
                    <a:pt x="18464" y="9438"/>
                  </a:cubicBezTo>
                  <a:cubicBezTo>
                    <a:pt x="18527" y="9470"/>
                    <a:pt x="18591" y="9470"/>
                    <a:pt x="18622" y="9501"/>
                  </a:cubicBezTo>
                  <a:cubicBezTo>
                    <a:pt x="18749" y="9533"/>
                    <a:pt x="18844" y="9565"/>
                    <a:pt x="18939" y="9596"/>
                  </a:cubicBezTo>
                  <a:cubicBezTo>
                    <a:pt x="19002" y="9628"/>
                    <a:pt x="19034" y="9628"/>
                    <a:pt x="19066" y="9660"/>
                  </a:cubicBezTo>
                  <a:cubicBezTo>
                    <a:pt x="19129" y="9660"/>
                    <a:pt x="19192" y="9691"/>
                    <a:pt x="19256" y="9723"/>
                  </a:cubicBezTo>
                  <a:cubicBezTo>
                    <a:pt x="19319" y="9755"/>
                    <a:pt x="19382" y="9755"/>
                    <a:pt x="19446" y="9786"/>
                  </a:cubicBezTo>
                  <a:cubicBezTo>
                    <a:pt x="19509" y="9818"/>
                    <a:pt x="19572" y="9850"/>
                    <a:pt x="19636" y="9850"/>
                  </a:cubicBezTo>
                  <a:cubicBezTo>
                    <a:pt x="19667" y="9881"/>
                    <a:pt x="19731" y="9913"/>
                    <a:pt x="19794" y="9945"/>
                  </a:cubicBezTo>
                  <a:cubicBezTo>
                    <a:pt x="19857" y="9976"/>
                    <a:pt x="19921" y="9976"/>
                    <a:pt x="19984" y="10008"/>
                  </a:cubicBezTo>
                  <a:cubicBezTo>
                    <a:pt x="20016" y="10040"/>
                    <a:pt x="20079" y="10071"/>
                    <a:pt x="20142" y="10071"/>
                  </a:cubicBezTo>
                  <a:cubicBezTo>
                    <a:pt x="20174" y="10103"/>
                    <a:pt x="20238" y="10135"/>
                    <a:pt x="20301" y="10166"/>
                  </a:cubicBezTo>
                  <a:cubicBezTo>
                    <a:pt x="20333" y="10198"/>
                    <a:pt x="20396" y="10230"/>
                    <a:pt x="20459" y="10261"/>
                  </a:cubicBezTo>
                  <a:cubicBezTo>
                    <a:pt x="20491" y="10261"/>
                    <a:pt x="20554" y="10293"/>
                    <a:pt x="20586" y="10325"/>
                  </a:cubicBezTo>
                  <a:cubicBezTo>
                    <a:pt x="20649" y="10356"/>
                    <a:pt x="20681" y="10388"/>
                    <a:pt x="20744" y="10420"/>
                  </a:cubicBezTo>
                  <a:cubicBezTo>
                    <a:pt x="20776" y="10452"/>
                    <a:pt x="20839" y="10483"/>
                    <a:pt x="20871" y="10483"/>
                  </a:cubicBezTo>
                  <a:lnTo>
                    <a:pt x="20998" y="10578"/>
                  </a:lnTo>
                  <a:cubicBezTo>
                    <a:pt x="21061" y="10610"/>
                    <a:pt x="21093" y="10642"/>
                    <a:pt x="21124" y="10673"/>
                  </a:cubicBezTo>
                  <a:lnTo>
                    <a:pt x="21251" y="10768"/>
                  </a:lnTo>
                  <a:lnTo>
                    <a:pt x="21378" y="10863"/>
                  </a:lnTo>
                  <a:cubicBezTo>
                    <a:pt x="21409" y="10863"/>
                    <a:pt x="21441" y="10895"/>
                    <a:pt x="21473" y="10927"/>
                  </a:cubicBezTo>
                  <a:cubicBezTo>
                    <a:pt x="21536" y="10958"/>
                    <a:pt x="21568" y="10990"/>
                    <a:pt x="21599" y="11022"/>
                  </a:cubicBezTo>
                  <a:cubicBezTo>
                    <a:pt x="21631" y="11053"/>
                    <a:pt x="21663" y="11085"/>
                    <a:pt x="21694" y="11117"/>
                  </a:cubicBezTo>
                  <a:cubicBezTo>
                    <a:pt x="21726" y="11148"/>
                    <a:pt x="21758" y="11180"/>
                    <a:pt x="21789" y="11212"/>
                  </a:cubicBezTo>
                  <a:cubicBezTo>
                    <a:pt x="21821" y="11243"/>
                    <a:pt x="21821" y="11275"/>
                    <a:pt x="21853" y="11307"/>
                  </a:cubicBezTo>
                  <a:cubicBezTo>
                    <a:pt x="21884" y="11338"/>
                    <a:pt x="21916" y="11370"/>
                    <a:pt x="21948" y="11402"/>
                  </a:cubicBezTo>
                  <a:cubicBezTo>
                    <a:pt x="21979" y="11433"/>
                    <a:pt x="21979" y="11465"/>
                    <a:pt x="22011" y="11497"/>
                  </a:cubicBezTo>
                  <a:lnTo>
                    <a:pt x="22074" y="11623"/>
                  </a:lnTo>
                  <a:cubicBezTo>
                    <a:pt x="22106" y="11623"/>
                    <a:pt x="22138" y="11687"/>
                    <a:pt x="22138" y="11687"/>
                  </a:cubicBezTo>
                  <a:cubicBezTo>
                    <a:pt x="22169" y="11750"/>
                    <a:pt x="22169" y="11782"/>
                    <a:pt x="22201" y="11813"/>
                  </a:cubicBezTo>
                  <a:cubicBezTo>
                    <a:pt x="22201" y="11845"/>
                    <a:pt x="22233" y="11877"/>
                    <a:pt x="22233" y="11908"/>
                  </a:cubicBezTo>
                  <a:cubicBezTo>
                    <a:pt x="22264" y="11940"/>
                    <a:pt x="22264" y="11972"/>
                    <a:pt x="22296" y="12035"/>
                  </a:cubicBezTo>
                  <a:cubicBezTo>
                    <a:pt x="22296" y="12035"/>
                    <a:pt x="22296" y="12067"/>
                    <a:pt x="22328" y="12098"/>
                  </a:cubicBezTo>
                  <a:cubicBezTo>
                    <a:pt x="22328" y="12162"/>
                    <a:pt x="22328" y="12193"/>
                    <a:pt x="22328" y="12225"/>
                  </a:cubicBezTo>
                  <a:cubicBezTo>
                    <a:pt x="22359" y="12257"/>
                    <a:pt x="22359" y="12288"/>
                    <a:pt x="22359" y="12320"/>
                  </a:cubicBezTo>
                  <a:lnTo>
                    <a:pt x="22359" y="4054"/>
                  </a:lnTo>
                  <a:cubicBezTo>
                    <a:pt x="22359" y="3991"/>
                    <a:pt x="22359" y="3896"/>
                    <a:pt x="22359" y="3833"/>
                  </a:cubicBezTo>
                  <a:cubicBezTo>
                    <a:pt x="22359" y="3801"/>
                    <a:pt x="22359" y="3801"/>
                    <a:pt x="22328" y="3769"/>
                  </a:cubicBezTo>
                  <a:cubicBezTo>
                    <a:pt x="22328" y="3738"/>
                    <a:pt x="22328" y="3674"/>
                    <a:pt x="22328" y="3643"/>
                  </a:cubicBezTo>
                  <a:cubicBezTo>
                    <a:pt x="22296" y="3611"/>
                    <a:pt x="22296" y="3579"/>
                    <a:pt x="22296" y="3548"/>
                  </a:cubicBezTo>
                  <a:cubicBezTo>
                    <a:pt x="22264" y="3516"/>
                    <a:pt x="22264" y="3484"/>
                    <a:pt x="22233" y="3421"/>
                  </a:cubicBezTo>
                  <a:cubicBezTo>
                    <a:pt x="22233" y="3389"/>
                    <a:pt x="22201" y="3358"/>
                    <a:pt x="22201" y="3358"/>
                  </a:cubicBezTo>
                  <a:cubicBezTo>
                    <a:pt x="22169" y="3294"/>
                    <a:pt x="22169" y="3263"/>
                    <a:pt x="22138" y="3231"/>
                  </a:cubicBezTo>
                  <a:cubicBezTo>
                    <a:pt x="22138" y="3199"/>
                    <a:pt x="22106" y="3168"/>
                    <a:pt x="22074" y="3136"/>
                  </a:cubicBezTo>
                  <a:cubicBezTo>
                    <a:pt x="22074" y="3104"/>
                    <a:pt x="22043" y="3073"/>
                    <a:pt x="22011" y="3041"/>
                  </a:cubicBezTo>
                  <a:cubicBezTo>
                    <a:pt x="22011" y="3009"/>
                    <a:pt x="21979" y="2978"/>
                    <a:pt x="21948" y="2946"/>
                  </a:cubicBezTo>
                  <a:cubicBezTo>
                    <a:pt x="21916" y="2914"/>
                    <a:pt x="21884" y="2883"/>
                    <a:pt x="21853" y="2851"/>
                  </a:cubicBezTo>
                  <a:cubicBezTo>
                    <a:pt x="21853" y="2819"/>
                    <a:pt x="21821" y="2788"/>
                    <a:pt x="21789" y="2756"/>
                  </a:cubicBezTo>
                  <a:cubicBezTo>
                    <a:pt x="21758" y="2724"/>
                    <a:pt x="21726" y="2693"/>
                    <a:pt x="21694" y="2661"/>
                  </a:cubicBezTo>
                  <a:cubicBezTo>
                    <a:pt x="21663" y="2629"/>
                    <a:pt x="21631" y="2598"/>
                    <a:pt x="21599" y="2566"/>
                  </a:cubicBezTo>
                  <a:cubicBezTo>
                    <a:pt x="21568" y="2534"/>
                    <a:pt x="21504" y="2503"/>
                    <a:pt x="21473" y="2471"/>
                  </a:cubicBezTo>
                  <a:cubicBezTo>
                    <a:pt x="21441" y="2439"/>
                    <a:pt x="21409" y="2408"/>
                    <a:pt x="21378" y="2376"/>
                  </a:cubicBezTo>
                  <a:cubicBezTo>
                    <a:pt x="21346" y="2344"/>
                    <a:pt x="21314" y="2313"/>
                    <a:pt x="21251" y="2281"/>
                  </a:cubicBezTo>
                  <a:lnTo>
                    <a:pt x="21124" y="2218"/>
                  </a:lnTo>
                  <a:cubicBezTo>
                    <a:pt x="21093" y="2186"/>
                    <a:pt x="21061" y="2154"/>
                    <a:pt x="20998" y="2123"/>
                  </a:cubicBezTo>
                  <a:lnTo>
                    <a:pt x="20871" y="2028"/>
                  </a:lnTo>
                  <a:cubicBezTo>
                    <a:pt x="20839" y="1996"/>
                    <a:pt x="20776" y="1964"/>
                    <a:pt x="20744" y="1933"/>
                  </a:cubicBezTo>
                  <a:cubicBezTo>
                    <a:pt x="20681" y="1901"/>
                    <a:pt x="20649" y="1901"/>
                    <a:pt x="20586" y="1869"/>
                  </a:cubicBezTo>
                  <a:cubicBezTo>
                    <a:pt x="20554" y="1838"/>
                    <a:pt x="20491" y="1806"/>
                    <a:pt x="20459" y="1774"/>
                  </a:cubicBezTo>
                  <a:cubicBezTo>
                    <a:pt x="20396" y="1743"/>
                    <a:pt x="20333" y="1743"/>
                    <a:pt x="20301" y="1711"/>
                  </a:cubicBezTo>
                  <a:cubicBezTo>
                    <a:pt x="20238" y="1679"/>
                    <a:pt x="20174" y="1648"/>
                    <a:pt x="20142" y="1616"/>
                  </a:cubicBezTo>
                  <a:cubicBezTo>
                    <a:pt x="20079" y="1584"/>
                    <a:pt x="20016" y="1584"/>
                    <a:pt x="19984" y="1553"/>
                  </a:cubicBezTo>
                  <a:cubicBezTo>
                    <a:pt x="19921" y="1521"/>
                    <a:pt x="19857" y="1489"/>
                    <a:pt x="19794" y="1458"/>
                  </a:cubicBezTo>
                  <a:cubicBezTo>
                    <a:pt x="19731" y="1426"/>
                    <a:pt x="19699" y="1426"/>
                    <a:pt x="19636" y="1394"/>
                  </a:cubicBezTo>
                  <a:cubicBezTo>
                    <a:pt x="19572" y="1363"/>
                    <a:pt x="19509" y="1331"/>
                    <a:pt x="19446" y="1331"/>
                  </a:cubicBezTo>
                  <a:cubicBezTo>
                    <a:pt x="19382" y="1299"/>
                    <a:pt x="19319" y="1268"/>
                    <a:pt x="19256" y="1268"/>
                  </a:cubicBezTo>
                  <a:cubicBezTo>
                    <a:pt x="19192" y="1236"/>
                    <a:pt x="19129" y="1204"/>
                    <a:pt x="19066" y="1173"/>
                  </a:cubicBezTo>
                  <a:lnTo>
                    <a:pt x="19034" y="1173"/>
                  </a:lnTo>
                  <a:cubicBezTo>
                    <a:pt x="19002" y="1173"/>
                    <a:pt x="18971" y="1141"/>
                    <a:pt x="18939" y="1141"/>
                  </a:cubicBezTo>
                  <a:cubicBezTo>
                    <a:pt x="18844" y="1109"/>
                    <a:pt x="18749" y="1078"/>
                    <a:pt x="18622" y="1046"/>
                  </a:cubicBezTo>
                  <a:cubicBezTo>
                    <a:pt x="18591" y="1014"/>
                    <a:pt x="18527" y="983"/>
                    <a:pt x="18464" y="983"/>
                  </a:cubicBezTo>
                  <a:cubicBezTo>
                    <a:pt x="18369" y="951"/>
                    <a:pt x="18274" y="919"/>
                    <a:pt x="18179" y="887"/>
                  </a:cubicBezTo>
                  <a:cubicBezTo>
                    <a:pt x="18147" y="887"/>
                    <a:pt x="18147" y="887"/>
                    <a:pt x="18116" y="856"/>
                  </a:cubicBezTo>
                  <a:lnTo>
                    <a:pt x="18052" y="856"/>
                  </a:lnTo>
                  <a:cubicBezTo>
                    <a:pt x="17799" y="792"/>
                    <a:pt x="17577" y="729"/>
                    <a:pt x="17324" y="666"/>
                  </a:cubicBezTo>
                  <a:lnTo>
                    <a:pt x="17292" y="666"/>
                  </a:lnTo>
                  <a:cubicBezTo>
                    <a:pt x="17261" y="634"/>
                    <a:pt x="17229" y="634"/>
                    <a:pt x="17197" y="634"/>
                  </a:cubicBezTo>
                  <a:cubicBezTo>
                    <a:pt x="16976" y="602"/>
                    <a:pt x="16786" y="539"/>
                    <a:pt x="16532" y="507"/>
                  </a:cubicBezTo>
                  <a:lnTo>
                    <a:pt x="16501" y="507"/>
                  </a:lnTo>
                  <a:cubicBezTo>
                    <a:pt x="16311" y="444"/>
                    <a:pt x="16089" y="412"/>
                    <a:pt x="15867" y="381"/>
                  </a:cubicBezTo>
                  <a:lnTo>
                    <a:pt x="15804" y="381"/>
                  </a:lnTo>
                  <a:cubicBezTo>
                    <a:pt x="15772" y="349"/>
                    <a:pt x="15740" y="349"/>
                    <a:pt x="15709" y="349"/>
                  </a:cubicBezTo>
                  <a:cubicBezTo>
                    <a:pt x="15519" y="317"/>
                    <a:pt x="15360" y="286"/>
                    <a:pt x="15170" y="286"/>
                  </a:cubicBezTo>
                  <a:cubicBezTo>
                    <a:pt x="15139" y="286"/>
                    <a:pt x="15107" y="254"/>
                    <a:pt x="15075" y="254"/>
                  </a:cubicBezTo>
                  <a:lnTo>
                    <a:pt x="15044" y="254"/>
                  </a:lnTo>
                  <a:cubicBezTo>
                    <a:pt x="14854" y="222"/>
                    <a:pt x="14632" y="222"/>
                    <a:pt x="14442" y="191"/>
                  </a:cubicBezTo>
                  <a:lnTo>
                    <a:pt x="14379" y="191"/>
                  </a:lnTo>
                  <a:lnTo>
                    <a:pt x="14252" y="159"/>
                  </a:lnTo>
                  <a:cubicBezTo>
                    <a:pt x="14094" y="159"/>
                    <a:pt x="13935" y="127"/>
                    <a:pt x="13777" y="127"/>
                  </a:cubicBezTo>
                  <a:lnTo>
                    <a:pt x="13682" y="96"/>
                  </a:lnTo>
                  <a:lnTo>
                    <a:pt x="13587" y="96"/>
                  </a:lnTo>
                  <a:cubicBezTo>
                    <a:pt x="13397" y="96"/>
                    <a:pt x="13239" y="64"/>
                    <a:pt x="13049" y="64"/>
                  </a:cubicBezTo>
                  <a:lnTo>
                    <a:pt x="12922" y="64"/>
                  </a:lnTo>
                  <a:cubicBezTo>
                    <a:pt x="12700" y="32"/>
                    <a:pt x="12479" y="32"/>
                    <a:pt x="12257" y="32"/>
                  </a:cubicBezTo>
                  <a:lnTo>
                    <a:pt x="12194" y="32"/>
                  </a:lnTo>
                  <a:cubicBezTo>
                    <a:pt x="12162" y="32"/>
                    <a:pt x="12130" y="32"/>
                    <a:pt x="12099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3" name="Google Shape;5193;p29"/>
            <p:cNvSpPr/>
            <p:nvPr/>
          </p:nvSpPr>
          <p:spPr>
            <a:xfrm>
              <a:off x="3920790" y="2094377"/>
              <a:ext cx="1306431" cy="306459"/>
            </a:xfrm>
            <a:custGeom>
              <a:rect b="b" l="l" r="r" t="t"/>
              <a:pathLst>
                <a:path extrusionOk="0" h="9628" w="41044">
                  <a:moveTo>
                    <a:pt x="37687" y="0"/>
                  </a:moveTo>
                  <a:lnTo>
                    <a:pt x="31575" y="2787"/>
                  </a:lnTo>
                  <a:lnTo>
                    <a:pt x="24702" y="6841"/>
                  </a:lnTo>
                  <a:lnTo>
                    <a:pt x="12383" y="5289"/>
                  </a:lnTo>
                  <a:lnTo>
                    <a:pt x="1394" y="222"/>
                  </a:lnTo>
                  <a:lnTo>
                    <a:pt x="1" y="285"/>
                  </a:lnTo>
                  <a:lnTo>
                    <a:pt x="127" y="1489"/>
                  </a:lnTo>
                  <a:lnTo>
                    <a:pt x="1331" y="3420"/>
                  </a:lnTo>
                  <a:lnTo>
                    <a:pt x="6334" y="7284"/>
                  </a:lnTo>
                  <a:lnTo>
                    <a:pt x="19635" y="9627"/>
                  </a:lnTo>
                  <a:lnTo>
                    <a:pt x="34140" y="7126"/>
                  </a:lnTo>
                  <a:lnTo>
                    <a:pt x="40885" y="2470"/>
                  </a:lnTo>
                  <a:lnTo>
                    <a:pt x="41044" y="253"/>
                  </a:lnTo>
                  <a:lnTo>
                    <a:pt x="37687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4" name="Google Shape;5194;p29"/>
            <p:cNvSpPr/>
            <p:nvPr/>
          </p:nvSpPr>
          <p:spPr>
            <a:xfrm>
              <a:off x="3919771" y="1845371"/>
              <a:ext cx="1308468" cy="489927"/>
            </a:xfrm>
            <a:custGeom>
              <a:rect b="b" l="l" r="r" t="t"/>
              <a:pathLst>
                <a:path extrusionOk="0" h="15392" w="41108">
                  <a:moveTo>
                    <a:pt x="20554" y="3516"/>
                  </a:moveTo>
                  <a:cubicBezTo>
                    <a:pt x="26730" y="3516"/>
                    <a:pt x="31733" y="5195"/>
                    <a:pt x="31733" y="7253"/>
                  </a:cubicBezTo>
                  <a:cubicBezTo>
                    <a:pt x="31733" y="9312"/>
                    <a:pt x="26730" y="10990"/>
                    <a:pt x="20554" y="10990"/>
                  </a:cubicBezTo>
                  <a:cubicBezTo>
                    <a:pt x="14379" y="10990"/>
                    <a:pt x="9375" y="9312"/>
                    <a:pt x="9375" y="7253"/>
                  </a:cubicBezTo>
                  <a:cubicBezTo>
                    <a:pt x="9375" y="5195"/>
                    <a:pt x="14379" y="3516"/>
                    <a:pt x="20554" y="3516"/>
                  </a:cubicBezTo>
                  <a:close/>
                  <a:moveTo>
                    <a:pt x="20554" y="1"/>
                  </a:moveTo>
                  <a:cubicBezTo>
                    <a:pt x="9217" y="1"/>
                    <a:pt x="1" y="3453"/>
                    <a:pt x="1" y="7696"/>
                  </a:cubicBezTo>
                  <a:cubicBezTo>
                    <a:pt x="1" y="11940"/>
                    <a:pt x="9217" y="15392"/>
                    <a:pt x="20554" y="15392"/>
                  </a:cubicBezTo>
                  <a:cubicBezTo>
                    <a:pt x="31892" y="15392"/>
                    <a:pt x="41107" y="11940"/>
                    <a:pt x="41107" y="7696"/>
                  </a:cubicBezTo>
                  <a:cubicBezTo>
                    <a:pt x="41107" y="3453"/>
                    <a:pt x="31892" y="1"/>
                    <a:pt x="20554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5" name="Google Shape;5195;p29"/>
            <p:cNvSpPr/>
            <p:nvPr/>
          </p:nvSpPr>
          <p:spPr>
            <a:xfrm>
              <a:off x="3919771" y="2090335"/>
              <a:ext cx="1308468" cy="525195"/>
            </a:xfrm>
            <a:custGeom>
              <a:rect b="b" l="l" r="r" t="t"/>
              <a:pathLst>
                <a:path extrusionOk="0" h="16500" w="41108">
                  <a:moveTo>
                    <a:pt x="41076" y="32"/>
                  </a:moveTo>
                  <a:lnTo>
                    <a:pt x="41076" y="380"/>
                  </a:lnTo>
                  <a:cubicBezTo>
                    <a:pt x="41107" y="254"/>
                    <a:pt x="41107" y="127"/>
                    <a:pt x="41076" y="32"/>
                  </a:cubicBezTo>
                  <a:close/>
                  <a:moveTo>
                    <a:pt x="1" y="0"/>
                  </a:moveTo>
                  <a:lnTo>
                    <a:pt x="1" y="8773"/>
                  </a:lnTo>
                  <a:cubicBezTo>
                    <a:pt x="1" y="8899"/>
                    <a:pt x="1" y="9026"/>
                    <a:pt x="33" y="9153"/>
                  </a:cubicBezTo>
                  <a:cubicBezTo>
                    <a:pt x="33" y="9216"/>
                    <a:pt x="33" y="9248"/>
                    <a:pt x="64" y="9311"/>
                  </a:cubicBezTo>
                  <a:cubicBezTo>
                    <a:pt x="64" y="9374"/>
                    <a:pt x="64" y="9469"/>
                    <a:pt x="96" y="9564"/>
                  </a:cubicBezTo>
                  <a:cubicBezTo>
                    <a:pt x="128" y="9596"/>
                    <a:pt x="128" y="9659"/>
                    <a:pt x="159" y="9723"/>
                  </a:cubicBezTo>
                  <a:cubicBezTo>
                    <a:pt x="191" y="9786"/>
                    <a:pt x="191" y="9849"/>
                    <a:pt x="223" y="9944"/>
                  </a:cubicBezTo>
                  <a:cubicBezTo>
                    <a:pt x="254" y="10008"/>
                    <a:pt x="286" y="10039"/>
                    <a:pt x="318" y="10103"/>
                  </a:cubicBezTo>
                  <a:cubicBezTo>
                    <a:pt x="349" y="10166"/>
                    <a:pt x="381" y="10261"/>
                    <a:pt x="413" y="10324"/>
                  </a:cubicBezTo>
                  <a:cubicBezTo>
                    <a:pt x="444" y="10388"/>
                    <a:pt x="476" y="10420"/>
                    <a:pt x="508" y="10483"/>
                  </a:cubicBezTo>
                  <a:cubicBezTo>
                    <a:pt x="571" y="10546"/>
                    <a:pt x="603" y="10641"/>
                    <a:pt x="634" y="10705"/>
                  </a:cubicBezTo>
                  <a:cubicBezTo>
                    <a:pt x="698" y="10736"/>
                    <a:pt x="729" y="10800"/>
                    <a:pt x="761" y="10863"/>
                  </a:cubicBezTo>
                  <a:cubicBezTo>
                    <a:pt x="824" y="10926"/>
                    <a:pt x="856" y="10990"/>
                    <a:pt x="919" y="11053"/>
                  </a:cubicBezTo>
                  <a:cubicBezTo>
                    <a:pt x="983" y="11116"/>
                    <a:pt x="1014" y="11180"/>
                    <a:pt x="1078" y="11243"/>
                  </a:cubicBezTo>
                  <a:cubicBezTo>
                    <a:pt x="1141" y="11306"/>
                    <a:pt x="1173" y="11370"/>
                    <a:pt x="1236" y="11433"/>
                  </a:cubicBezTo>
                  <a:cubicBezTo>
                    <a:pt x="1299" y="11465"/>
                    <a:pt x="1363" y="11528"/>
                    <a:pt x="1426" y="11591"/>
                  </a:cubicBezTo>
                  <a:cubicBezTo>
                    <a:pt x="1489" y="11655"/>
                    <a:pt x="1553" y="11718"/>
                    <a:pt x="1616" y="11781"/>
                  </a:cubicBezTo>
                  <a:cubicBezTo>
                    <a:pt x="1679" y="11845"/>
                    <a:pt x="1743" y="11876"/>
                    <a:pt x="1806" y="11940"/>
                  </a:cubicBezTo>
                  <a:cubicBezTo>
                    <a:pt x="1869" y="12003"/>
                    <a:pt x="1964" y="12066"/>
                    <a:pt x="2028" y="12130"/>
                  </a:cubicBezTo>
                  <a:cubicBezTo>
                    <a:pt x="2091" y="12161"/>
                    <a:pt x="2186" y="12225"/>
                    <a:pt x="2249" y="12288"/>
                  </a:cubicBezTo>
                  <a:cubicBezTo>
                    <a:pt x="2344" y="12351"/>
                    <a:pt x="2408" y="12383"/>
                    <a:pt x="2503" y="12446"/>
                  </a:cubicBezTo>
                  <a:cubicBezTo>
                    <a:pt x="2566" y="12510"/>
                    <a:pt x="2661" y="12541"/>
                    <a:pt x="2724" y="12605"/>
                  </a:cubicBezTo>
                  <a:cubicBezTo>
                    <a:pt x="2819" y="12668"/>
                    <a:pt x="2914" y="12731"/>
                    <a:pt x="2978" y="12763"/>
                  </a:cubicBezTo>
                  <a:cubicBezTo>
                    <a:pt x="3073" y="12826"/>
                    <a:pt x="3168" y="12890"/>
                    <a:pt x="3263" y="12921"/>
                  </a:cubicBezTo>
                  <a:cubicBezTo>
                    <a:pt x="3358" y="12985"/>
                    <a:pt x="3421" y="13048"/>
                    <a:pt x="3516" y="13080"/>
                  </a:cubicBezTo>
                  <a:cubicBezTo>
                    <a:pt x="3611" y="13143"/>
                    <a:pt x="3706" y="13175"/>
                    <a:pt x="3801" y="13238"/>
                  </a:cubicBezTo>
                  <a:cubicBezTo>
                    <a:pt x="3896" y="13301"/>
                    <a:pt x="3991" y="13333"/>
                    <a:pt x="4118" y="13396"/>
                  </a:cubicBezTo>
                  <a:cubicBezTo>
                    <a:pt x="4213" y="13428"/>
                    <a:pt x="4308" y="13491"/>
                    <a:pt x="4403" y="13523"/>
                  </a:cubicBezTo>
                  <a:cubicBezTo>
                    <a:pt x="4498" y="13586"/>
                    <a:pt x="4625" y="13650"/>
                    <a:pt x="4720" y="13681"/>
                  </a:cubicBezTo>
                  <a:cubicBezTo>
                    <a:pt x="4815" y="13745"/>
                    <a:pt x="4941" y="13776"/>
                    <a:pt x="5036" y="13808"/>
                  </a:cubicBezTo>
                  <a:cubicBezTo>
                    <a:pt x="5131" y="13871"/>
                    <a:pt x="5258" y="13935"/>
                    <a:pt x="5385" y="13966"/>
                  </a:cubicBezTo>
                  <a:cubicBezTo>
                    <a:pt x="5480" y="13998"/>
                    <a:pt x="5606" y="14061"/>
                    <a:pt x="5701" y="14093"/>
                  </a:cubicBezTo>
                  <a:cubicBezTo>
                    <a:pt x="5828" y="14156"/>
                    <a:pt x="5923" y="14188"/>
                    <a:pt x="6050" y="14220"/>
                  </a:cubicBezTo>
                  <a:cubicBezTo>
                    <a:pt x="6081" y="14251"/>
                    <a:pt x="6081" y="14251"/>
                    <a:pt x="6081" y="14251"/>
                  </a:cubicBezTo>
                  <a:cubicBezTo>
                    <a:pt x="6145" y="14283"/>
                    <a:pt x="6208" y="14283"/>
                    <a:pt x="6271" y="14315"/>
                  </a:cubicBezTo>
                  <a:cubicBezTo>
                    <a:pt x="6461" y="14378"/>
                    <a:pt x="6651" y="14441"/>
                    <a:pt x="6841" y="14505"/>
                  </a:cubicBezTo>
                  <a:lnTo>
                    <a:pt x="7126" y="14600"/>
                  </a:lnTo>
                  <a:cubicBezTo>
                    <a:pt x="7316" y="14663"/>
                    <a:pt x="7475" y="14726"/>
                    <a:pt x="7665" y="14790"/>
                  </a:cubicBezTo>
                  <a:cubicBezTo>
                    <a:pt x="7728" y="14790"/>
                    <a:pt x="7760" y="14821"/>
                    <a:pt x="7823" y="14821"/>
                  </a:cubicBezTo>
                  <a:cubicBezTo>
                    <a:pt x="7887" y="14853"/>
                    <a:pt x="7982" y="14853"/>
                    <a:pt x="8045" y="14885"/>
                  </a:cubicBezTo>
                  <a:cubicBezTo>
                    <a:pt x="8172" y="14916"/>
                    <a:pt x="8267" y="14948"/>
                    <a:pt x="8393" y="14980"/>
                  </a:cubicBezTo>
                  <a:cubicBezTo>
                    <a:pt x="8552" y="15043"/>
                    <a:pt x="8678" y="15075"/>
                    <a:pt x="8837" y="15107"/>
                  </a:cubicBezTo>
                  <a:cubicBezTo>
                    <a:pt x="8963" y="15138"/>
                    <a:pt x="9058" y="15170"/>
                    <a:pt x="9185" y="15202"/>
                  </a:cubicBezTo>
                  <a:cubicBezTo>
                    <a:pt x="9248" y="15202"/>
                    <a:pt x="9280" y="15233"/>
                    <a:pt x="9312" y="15233"/>
                  </a:cubicBezTo>
                  <a:cubicBezTo>
                    <a:pt x="9438" y="15265"/>
                    <a:pt x="9597" y="15297"/>
                    <a:pt x="9723" y="15328"/>
                  </a:cubicBezTo>
                  <a:cubicBezTo>
                    <a:pt x="9787" y="15328"/>
                    <a:pt x="9882" y="15360"/>
                    <a:pt x="9945" y="15392"/>
                  </a:cubicBezTo>
                  <a:cubicBezTo>
                    <a:pt x="10198" y="15423"/>
                    <a:pt x="10452" y="15487"/>
                    <a:pt x="10705" y="15550"/>
                  </a:cubicBezTo>
                  <a:lnTo>
                    <a:pt x="10737" y="15550"/>
                  </a:lnTo>
                  <a:cubicBezTo>
                    <a:pt x="11117" y="15613"/>
                    <a:pt x="11497" y="15708"/>
                    <a:pt x="11908" y="15772"/>
                  </a:cubicBezTo>
                  <a:cubicBezTo>
                    <a:pt x="11940" y="15772"/>
                    <a:pt x="12004" y="15803"/>
                    <a:pt x="12035" y="15803"/>
                  </a:cubicBezTo>
                  <a:cubicBezTo>
                    <a:pt x="12099" y="15803"/>
                    <a:pt x="12162" y="15803"/>
                    <a:pt x="12225" y="15835"/>
                  </a:cubicBezTo>
                  <a:cubicBezTo>
                    <a:pt x="12542" y="15867"/>
                    <a:pt x="12859" y="15930"/>
                    <a:pt x="13207" y="15962"/>
                  </a:cubicBezTo>
                  <a:cubicBezTo>
                    <a:pt x="13239" y="15993"/>
                    <a:pt x="13302" y="15993"/>
                    <a:pt x="13365" y="15993"/>
                  </a:cubicBezTo>
                  <a:lnTo>
                    <a:pt x="13397" y="15993"/>
                  </a:lnTo>
                  <a:cubicBezTo>
                    <a:pt x="13777" y="16057"/>
                    <a:pt x="14157" y="16120"/>
                    <a:pt x="14569" y="16152"/>
                  </a:cubicBezTo>
                  <a:lnTo>
                    <a:pt x="14632" y="16152"/>
                  </a:lnTo>
                  <a:cubicBezTo>
                    <a:pt x="14727" y="16183"/>
                    <a:pt x="14790" y="16183"/>
                    <a:pt x="14854" y="16183"/>
                  </a:cubicBezTo>
                  <a:cubicBezTo>
                    <a:pt x="15170" y="16215"/>
                    <a:pt x="15455" y="16247"/>
                    <a:pt x="15740" y="16278"/>
                  </a:cubicBezTo>
                  <a:lnTo>
                    <a:pt x="15962" y="16278"/>
                  </a:lnTo>
                  <a:cubicBezTo>
                    <a:pt x="15994" y="16310"/>
                    <a:pt x="16057" y="16310"/>
                    <a:pt x="16120" y="16310"/>
                  </a:cubicBezTo>
                  <a:cubicBezTo>
                    <a:pt x="16437" y="16342"/>
                    <a:pt x="16754" y="16342"/>
                    <a:pt x="17102" y="16373"/>
                  </a:cubicBezTo>
                  <a:cubicBezTo>
                    <a:pt x="17166" y="16373"/>
                    <a:pt x="17229" y="16373"/>
                    <a:pt x="17292" y="16405"/>
                  </a:cubicBezTo>
                  <a:lnTo>
                    <a:pt x="17324" y="16405"/>
                  </a:lnTo>
                  <a:cubicBezTo>
                    <a:pt x="17736" y="16405"/>
                    <a:pt x="18147" y="16437"/>
                    <a:pt x="18559" y="16468"/>
                  </a:cubicBezTo>
                  <a:lnTo>
                    <a:pt x="19889" y="16468"/>
                  </a:lnTo>
                  <a:cubicBezTo>
                    <a:pt x="19952" y="16468"/>
                    <a:pt x="20016" y="16500"/>
                    <a:pt x="20111" y="16500"/>
                  </a:cubicBezTo>
                  <a:lnTo>
                    <a:pt x="20522" y="16500"/>
                  </a:lnTo>
                  <a:cubicBezTo>
                    <a:pt x="20903" y="16500"/>
                    <a:pt x="21251" y="16468"/>
                    <a:pt x="21631" y="16468"/>
                  </a:cubicBezTo>
                  <a:lnTo>
                    <a:pt x="21726" y="16468"/>
                  </a:lnTo>
                  <a:cubicBezTo>
                    <a:pt x="22201" y="16468"/>
                    <a:pt x="22676" y="16437"/>
                    <a:pt x="23151" y="16405"/>
                  </a:cubicBezTo>
                  <a:lnTo>
                    <a:pt x="23499" y="16405"/>
                  </a:lnTo>
                  <a:cubicBezTo>
                    <a:pt x="23658" y="16405"/>
                    <a:pt x="23816" y="16373"/>
                    <a:pt x="23974" y="16373"/>
                  </a:cubicBezTo>
                  <a:cubicBezTo>
                    <a:pt x="24133" y="16373"/>
                    <a:pt x="24323" y="16342"/>
                    <a:pt x="24481" y="16342"/>
                  </a:cubicBezTo>
                  <a:cubicBezTo>
                    <a:pt x="24639" y="16310"/>
                    <a:pt x="24798" y="16310"/>
                    <a:pt x="24956" y="16310"/>
                  </a:cubicBezTo>
                  <a:cubicBezTo>
                    <a:pt x="25051" y="16278"/>
                    <a:pt x="25178" y="16278"/>
                    <a:pt x="25273" y="16278"/>
                  </a:cubicBezTo>
                  <a:cubicBezTo>
                    <a:pt x="25368" y="16278"/>
                    <a:pt x="25431" y="16247"/>
                    <a:pt x="25495" y="16247"/>
                  </a:cubicBezTo>
                  <a:cubicBezTo>
                    <a:pt x="25621" y="16247"/>
                    <a:pt x="25716" y="16247"/>
                    <a:pt x="25843" y="16215"/>
                  </a:cubicBezTo>
                  <a:cubicBezTo>
                    <a:pt x="26033" y="16183"/>
                    <a:pt x="26255" y="16183"/>
                    <a:pt x="26445" y="16152"/>
                  </a:cubicBezTo>
                  <a:cubicBezTo>
                    <a:pt x="26540" y="16152"/>
                    <a:pt x="26635" y="16120"/>
                    <a:pt x="26730" y="16120"/>
                  </a:cubicBezTo>
                  <a:cubicBezTo>
                    <a:pt x="26983" y="16088"/>
                    <a:pt x="27205" y="16057"/>
                    <a:pt x="27458" y="16025"/>
                  </a:cubicBezTo>
                  <a:lnTo>
                    <a:pt x="27616" y="15993"/>
                  </a:lnTo>
                  <a:cubicBezTo>
                    <a:pt x="27901" y="15962"/>
                    <a:pt x="28155" y="15930"/>
                    <a:pt x="28408" y="15898"/>
                  </a:cubicBezTo>
                  <a:cubicBezTo>
                    <a:pt x="28440" y="15898"/>
                    <a:pt x="28440" y="15898"/>
                    <a:pt x="28471" y="15867"/>
                  </a:cubicBezTo>
                  <a:cubicBezTo>
                    <a:pt x="28820" y="15835"/>
                    <a:pt x="29136" y="15772"/>
                    <a:pt x="29453" y="15708"/>
                  </a:cubicBezTo>
                  <a:cubicBezTo>
                    <a:pt x="29516" y="15708"/>
                    <a:pt x="29580" y="15677"/>
                    <a:pt x="29643" y="15677"/>
                  </a:cubicBezTo>
                  <a:cubicBezTo>
                    <a:pt x="29897" y="15613"/>
                    <a:pt x="30182" y="15582"/>
                    <a:pt x="30435" y="15518"/>
                  </a:cubicBezTo>
                  <a:cubicBezTo>
                    <a:pt x="30530" y="15518"/>
                    <a:pt x="30657" y="15487"/>
                    <a:pt x="30752" y="15455"/>
                  </a:cubicBezTo>
                  <a:cubicBezTo>
                    <a:pt x="30973" y="15423"/>
                    <a:pt x="31163" y="15360"/>
                    <a:pt x="31353" y="15328"/>
                  </a:cubicBezTo>
                  <a:cubicBezTo>
                    <a:pt x="31480" y="15297"/>
                    <a:pt x="31607" y="15265"/>
                    <a:pt x="31733" y="15233"/>
                  </a:cubicBezTo>
                  <a:cubicBezTo>
                    <a:pt x="31892" y="15202"/>
                    <a:pt x="32082" y="15138"/>
                    <a:pt x="32272" y="15107"/>
                  </a:cubicBezTo>
                  <a:cubicBezTo>
                    <a:pt x="32335" y="15075"/>
                    <a:pt x="32398" y="15075"/>
                    <a:pt x="32462" y="15043"/>
                  </a:cubicBezTo>
                  <a:cubicBezTo>
                    <a:pt x="32525" y="15043"/>
                    <a:pt x="32588" y="15011"/>
                    <a:pt x="32652" y="15011"/>
                  </a:cubicBezTo>
                  <a:cubicBezTo>
                    <a:pt x="32778" y="14948"/>
                    <a:pt x="32905" y="14916"/>
                    <a:pt x="33000" y="14885"/>
                  </a:cubicBezTo>
                  <a:cubicBezTo>
                    <a:pt x="33158" y="14853"/>
                    <a:pt x="33285" y="14821"/>
                    <a:pt x="33412" y="14790"/>
                  </a:cubicBezTo>
                  <a:lnTo>
                    <a:pt x="33760" y="14663"/>
                  </a:lnTo>
                  <a:cubicBezTo>
                    <a:pt x="33887" y="14631"/>
                    <a:pt x="34014" y="14600"/>
                    <a:pt x="34140" y="14536"/>
                  </a:cubicBezTo>
                  <a:cubicBezTo>
                    <a:pt x="34267" y="14505"/>
                    <a:pt x="34362" y="14473"/>
                    <a:pt x="34489" y="14441"/>
                  </a:cubicBezTo>
                  <a:cubicBezTo>
                    <a:pt x="34615" y="14378"/>
                    <a:pt x="34742" y="14346"/>
                    <a:pt x="34869" y="14283"/>
                  </a:cubicBezTo>
                  <a:cubicBezTo>
                    <a:pt x="34964" y="14251"/>
                    <a:pt x="35059" y="14220"/>
                    <a:pt x="35185" y="14188"/>
                  </a:cubicBezTo>
                  <a:cubicBezTo>
                    <a:pt x="35217" y="14156"/>
                    <a:pt x="35249" y="14156"/>
                    <a:pt x="35312" y="14125"/>
                  </a:cubicBezTo>
                  <a:cubicBezTo>
                    <a:pt x="35375" y="14125"/>
                    <a:pt x="35407" y="14093"/>
                    <a:pt x="35470" y="14061"/>
                  </a:cubicBezTo>
                  <a:lnTo>
                    <a:pt x="35914" y="13871"/>
                  </a:lnTo>
                  <a:cubicBezTo>
                    <a:pt x="36009" y="13840"/>
                    <a:pt x="36104" y="13808"/>
                    <a:pt x="36199" y="13776"/>
                  </a:cubicBezTo>
                  <a:cubicBezTo>
                    <a:pt x="36357" y="13713"/>
                    <a:pt x="36484" y="13650"/>
                    <a:pt x="36610" y="13586"/>
                  </a:cubicBezTo>
                  <a:cubicBezTo>
                    <a:pt x="36674" y="13555"/>
                    <a:pt x="36737" y="13523"/>
                    <a:pt x="36800" y="13491"/>
                  </a:cubicBezTo>
                  <a:cubicBezTo>
                    <a:pt x="36832" y="13491"/>
                    <a:pt x="36864" y="13460"/>
                    <a:pt x="36895" y="13428"/>
                  </a:cubicBezTo>
                  <a:cubicBezTo>
                    <a:pt x="36990" y="13396"/>
                    <a:pt x="37085" y="13365"/>
                    <a:pt x="37149" y="13301"/>
                  </a:cubicBezTo>
                  <a:cubicBezTo>
                    <a:pt x="37244" y="13270"/>
                    <a:pt x="37370" y="13206"/>
                    <a:pt x="37465" y="13143"/>
                  </a:cubicBezTo>
                  <a:lnTo>
                    <a:pt x="37687" y="13016"/>
                  </a:lnTo>
                  <a:cubicBezTo>
                    <a:pt x="37750" y="12985"/>
                    <a:pt x="37814" y="12985"/>
                    <a:pt x="37845" y="12953"/>
                  </a:cubicBezTo>
                  <a:cubicBezTo>
                    <a:pt x="37909" y="12921"/>
                    <a:pt x="37972" y="12890"/>
                    <a:pt x="38004" y="12858"/>
                  </a:cubicBezTo>
                  <a:cubicBezTo>
                    <a:pt x="38067" y="12795"/>
                    <a:pt x="38130" y="12763"/>
                    <a:pt x="38194" y="12731"/>
                  </a:cubicBezTo>
                  <a:cubicBezTo>
                    <a:pt x="38289" y="12668"/>
                    <a:pt x="38416" y="12605"/>
                    <a:pt x="38511" y="12510"/>
                  </a:cubicBezTo>
                  <a:cubicBezTo>
                    <a:pt x="38574" y="12510"/>
                    <a:pt x="38606" y="12478"/>
                    <a:pt x="38637" y="12446"/>
                  </a:cubicBezTo>
                  <a:cubicBezTo>
                    <a:pt x="38637" y="12446"/>
                    <a:pt x="38669" y="12446"/>
                    <a:pt x="38669" y="12415"/>
                  </a:cubicBezTo>
                  <a:cubicBezTo>
                    <a:pt x="38796" y="12320"/>
                    <a:pt x="38922" y="12225"/>
                    <a:pt x="39049" y="12161"/>
                  </a:cubicBezTo>
                  <a:cubicBezTo>
                    <a:pt x="39081" y="12130"/>
                    <a:pt x="39112" y="12098"/>
                    <a:pt x="39144" y="12066"/>
                  </a:cubicBezTo>
                  <a:cubicBezTo>
                    <a:pt x="39207" y="12035"/>
                    <a:pt x="39271" y="11971"/>
                    <a:pt x="39302" y="11940"/>
                  </a:cubicBezTo>
                  <a:lnTo>
                    <a:pt x="39429" y="11845"/>
                  </a:lnTo>
                  <a:lnTo>
                    <a:pt x="39524" y="11750"/>
                  </a:lnTo>
                  <a:cubicBezTo>
                    <a:pt x="39619" y="11655"/>
                    <a:pt x="39746" y="11528"/>
                    <a:pt x="39841" y="11433"/>
                  </a:cubicBezTo>
                  <a:cubicBezTo>
                    <a:pt x="39936" y="11338"/>
                    <a:pt x="40031" y="11211"/>
                    <a:pt x="40126" y="11116"/>
                  </a:cubicBezTo>
                  <a:cubicBezTo>
                    <a:pt x="40157" y="11085"/>
                    <a:pt x="40189" y="11053"/>
                    <a:pt x="40189" y="11021"/>
                  </a:cubicBezTo>
                  <a:cubicBezTo>
                    <a:pt x="40221" y="11021"/>
                    <a:pt x="40252" y="10990"/>
                    <a:pt x="40252" y="10958"/>
                  </a:cubicBezTo>
                  <a:cubicBezTo>
                    <a:pt x="40316" y="10863"/>
                    <a:pt x="40379" y="10800"/>
                    <a:pt x="40442" y="10736"/>
                  </a:cubicBezTo>
                  <a:cubicBezTo>
                    <a:pt x="40442" y="10705"/>
                    <a:pt x="40442" y="10705"/>
                    <a:pt x="40442" y="10705"/>
                  </a:cubicBezTo>
                  <a:cubicBezTo>
                    <a:pt x="40506" y="10641"/>
                    <a:pt x="40569" y="10546"/>
                    <a:pt x="40601" y="10451"/>
                  </a:cubicBezTo>
                  <a:cubicBezTo>
                    <a:pt x="40632" y="10420"/>
                    <a:pt x="40632" y="10420"/>
                    <a:pt x="40632" y="10388"/>
                  </a:cubicBezTo>
                  <a:lnTo>
                    <a:pt x="40696" y="10293"/>
                  </a:lnTo>
                  <a:cubicBezTo>
                    <a:pt x="40759" y="10198"/>
                    <a:pt x="40791" y="10071"/>
                    <a:pt x="40854" y="9976"/>
                  </a:cubicBezTo>
                  <a:lnTo>
                    <a:pt x="40854" y="9944"/>
                  </a:lnTo>
                  <a:cubicBezTo>
                    <a:pt x="40886" y="9849"/>
                    <a:pt x="40949" y="9723"/>
                    <a:pt x="40981" y="9628"/>
                  </a:cubicBezTo>
                  <a:cubicBezTo>
                    <a:pt x="40981" y="9596"/>
                    <a:pt x="40981" y="9564"/>
                    <a:pt x="40981" y="9533"/>
                  </a:cubicBezTo>
                  <a:cubicBezTo>
                    <a:pt x="41012" y="9501"/>
                    <a:pt x="41012" y="9469"/>
                    <a:pt x="41012" y="9438"/>
                  </a:cubicBezTo>
                  <a:cubicBezTo>
                    <a:pt x="41044" y="9374"/>
                    <a:pt x="41044" y="9311"/>
                    <a:pt x="41044" y="9248"/>
                  </a:cubicBezTo>
                  <a:cubicBezTo>
                    <a:pt x="41044" y="9216"/>
                    <a:pt x="41076" y="9184"/>
                    <a:pt x="41076" y="9184"/>
                  </a:cubicBezTo>
                  <a:cubicBezTo>
                    <a:pt x="41076" y="9058"/>
                    <a:pt x="41076" y="8963"/>
                    <a:pt x="41076" y="8868"/>
                  </a:cubicBezTo>
                  <a:lnTo>
                    <a:pt x="41076" y="8804"/>
                  </a:lnTo>
                  <a:lnTo>
                    <a:pt x="41076" y="444"/>
                  </a:lnTo>
                  <a:cubicBezTo>
                    <a:pt x="41044" y="570"/>
                    <a:pt x="41044" y="665"/>
                    <a:pt x="41012" y="760"/>
                  </a:cubicBezTo>
                  <a:cubicBezTo>
                    <a:pt x="41012" y="792"/>
                    <a:pt x="40981" y="824"/>
                    <a:pt x="40981" y="856"/>
                  </a:cubicBezTo>
                  <a:cubicBezTo>
                    <a:pt x="40949" y="951"/>
                    <a:pt x="40917" y="1077"/>
                    <a:pt x="40886" y="1172"/>
                  </a:cubicBezTo>
                  <a:cubicBezTo>
                    <a:pt x="40886" y="1172"/>
                    <a:pt x="40854" y="1204"/>
                    <a:pt x="40854" y="1204"/>
                  </a:cubicBezTo>
                  <a:cubicBezTo>
                    <a:pt x="40822" y="1299"/>
                    <a:pt x="40759" y="1426"/>
                    <a:pt x="40727" y="1521"/>
                  </a:cubicBezTo>
                  <a:lnTo>
                    <a:pt x="40664" y="1616"/>
                  </a:lnTo>
                  <a:cubicBezTo>
                    <a:pt x="40601" y="1711"/>
                    <a:pt x="40537" y="1837"/>
                    <a:pt x="40474" y="1932"/>
                  </a:cubicBezTo>
                  <a:lnTo>
                    <a:pt x="40442" y="1932"/>
                  </a:lnTo>
                  <a:cubicBezTo>
                    <a:pt x="40379" y="2059"/>
                    <a:pt x="40316" y="2154"/>
                    <a:pt x="40221" y="2249"/>
                  </a:cubicBezTo>
                  <a:cubicBezTo>
                    <a:pt x="40189" y="2281"/>
                    <a:pt x="40189" y="2312"/>
                    <a:pt x="40157" y="2344"/>
                  </a:cubicBezTo>
                  <a:cubicBezTo>
                    <a:pt x="40062" y="2439"/>
                    <a:pt x="39967" y="2534"/>
                    <a:pt x="39872" y="2661"/>
                  </a:cubicBezTo>
                  <a:cubicBezTo>
                    <a:pt x="39746" y="2756"/>
                    <a:pt x="39651" y="2851"/>
                    <a:pt x="39524" y="2977"/>
                  </a:cubicBezTo>
                  <a:lnTo>
                    <a:pt x="39429" y="3041"/>
                  </a:lnTo>
                  <a:cubicBezTo>
                    <a:pt x="39334" y="3136"/>
                    <a:pt x="39239" y="3199"/>
                    <a:pt x="39144" y="3294"/>
                  </a:cubicBezTo>
                  <a:cubicBezTo>
                    <a:pt x="39112" y="3326"/>
                    <a:pt x="39081" y="3357"/>
                    <a:pt x="39049" y="3357"/>
                  </a:cubicBezTo>
                  <a:cubicBezTo>
                    <a:pt x="38922" y="3452"/>
                    <a:pt x="38796" y="3579"/>
                    <a:pt x="38637" y="3674"/>
                  </a:cubicBezTo>
                  <a:cubicBezTo>
                    <a:pt x="38606" y="3674"/>
                    <a:pt x="38574" y="3706"/>
                    <a:pt x="38542" y="3737"/>
                  </a:cubicBezTo>
                  <a:cubicBezTo>
                    <a:pt x="38416" y="3801"/>
                    <a:pt x="38320" y="3896"/>
                    <a:pt x="38194" y="3959"/>
                  </a:cubicBezTo>
                  <a:cubicBezTo>
                    <a:pt x="38130" y="3991"/>
                    <a:pt x="38099" y="4022"/>
                    <a:pt x="38035" y="4054"/>
                  </a:cubicBezTo>
                  <a:cubicBezTo>
                    <a:pt x="37940" y="4117"/>
                    <a:pt x="37814" y="4181"/>
                    <a:pt x="37719" y="4244"/>
                  </a:cubicBezTo>
                  <a:lnTo>
                    <a:pt x="37497" y="4371"/>
                  </a:lnTo>
                  <a:cubicBezTo>
                    <a:pt x="37370" y="4434"/>
                    <a:pt x="37275" y="4497"/>
                    <a:pt x="37180" y="4529"/>
                  </a:cubicBezTo>
                  <a:cubicBezTo>
                    <a:pt x="37085" y="4592"/>
                    <a:pt x="37022" y="4624"/>
                    <a:pt x="36927" y="4656"/>
                  </a:cubicBezTo>
                  <a:cubicBezTo>
                    <a:pt x="36832" y="4719"/>
                    <a:pt x="36737" y="4751"/>
                    <a:pt x="36642" y="4782"/>
                  </a:cubicBezTo>
                  <a:cubicBezTo>
                    <a:pt x="36515" y="4846"/>
                    <a:pt x="36357" y="4909"/>
                    <a:pt x="36230" y="4972"/>
                  </a:cubicBezTo>
                  <a:cubicBezTo>
                    <a:pt x="36135" y="5036"/>
                    <a:pt x="36040" y="5067"/>
                    <a:pt x="35945" y="5099"/>
                  </a:cubicBezTo>
                  <a:cubicBezTo>
                    <a:pt x="35819" y="5162"/>
                    <a:pt x="35660" y="5226"/>
                    <a:pt x="35502" y="5289"/>
                  </a:cubicBezTo>
                  <a:cubicBezTo>
                    <a:pt x="35407" y="5321"/>
                    <a:pt x="35312" y="5352"/>
                    <a:pt x="35217" y="5416"/>
                  </a:cubicBezTo>
                  <a:cubicBezTo>
                    <a:pt x="35090" y="5447"/>
                    <a:pt x="34995" y="5479"/>
                    <a:pt x="34900" y="5511"/>
                  </a:cubicBezTo>
                  <a:cubicBezTo>
                    <a:pt x="34774" y="5574"/>
                    <a:pt x="34647" y="5606"/>
                    <a:pt x="34520" y="5638"/>
                  </a:cubicBezTo>
                  <a:cubicBezTo>
                    <a:pt x="34394" y="5701"/>
                    <a:pt x="34299" y="5733"/>
                    <a:pt x="34172" y="5764"/>
                  </a:cubicBezTo>
                  <a:cubicBezTo>
                    <a:pt x="34045" y="5796"/>
                    <a:pt x="33918" y="5859"/>
                    <a:pt x="33792" y="5891"/>
                  </a:cubicBezTo>
                  <a:lnTo>
                    <a:pt x="33443" y="5986"/>
                  </a:lnTo>
                  <a:cubicBezTo>
                    <a:pt x="33317" y="6049"/>
                    <a:pt x="33158" y="6081"/>
                    <a:pt x="33032" y="6113"/>
                  </a:cubicBezTo>
                  <a:cubicBezTo>
                    <a:pt x="32905" y="6144"/>
                    <a:pt x="32810" y="6176"/>
                    <a:pt x="32683" y="6208"/>
                  </a:cubicBezTo>
                  <a:cubicBezTo>
                    <a:pt x="32557" y="6239"/>
                    <a:pt x="32430" y="6271"/>
                    <a:pt x="32303" y="6303"/>
                  </a:cubicBezTo>
                  <a:cubicBezTo>
                    <a:pt x="32113" y="6366"/>
                    <a:pt x="31923" y="6398"/>
                    <a:pt x="31733" y="6461"/>
                  </a:cubicBezTo>
                  <a:cubicBezTo>
                    <a:pt x="31638" y="6493"/>
                    <a:pt x="31512" y="6524"/>
                    <a:pt x="31385" y="6524"/>
                  </a:cubicBezTo>
                  <a:cubicBezTo>
                    <a:pt x="31195" y="6588"/>
                    <a:pt x="30973" y="6619"/>
                    <a:pt x="30783" y="6683"/>
                  </a:cubicBezTo>
                  <a:cubicBezTo>
                    <a:pt x="30657" y="6683"/>
                    <a:pt x="30562" y="6714"/>
                    <a:pt x="30435" y="6746"/>
                  </a:cubicBezTo>
                  <a:cubicBezTo>
                    <a:pt x="30182" y="6809"/>
                    <a:pt x="29928" y="6841"/>
                    <a:pt x="29643" y="6904"/>
                  </a:cubicBezTo>
                  <a:cubicBezTo>
                    <a:pt x="29612" y="6904"/>
                    <a:pt x="29548" y="6936"/>
                    <a:pt x="29485" y="6936"/>
                  </a:cubicBezTo>
                  <a:cubicBezTo>
                    <a:pt x="29168" y="6999"/>
                    <a:pt x="28820" y="7031"/>
                    <a:pt x="28503" y="7094"/>
                  </a:cubicBezTo>
                  <a:cubicBezTo>
                    <a:pt x="28218" y="7126"/>
                    <a:pt x="27933" y="7189"/>
                    <a:pt x="27648" y="7221"/>
                  </a:cubicBezTo>
                  <a:cubicBezTo>
                    <a:pt x="27585" y="7221"/>
                    <a:pt x="27521" y="7253"/>
                    <a:pt x="27458" y="7253"/>
                  </a:cubicBezTo>
                  <a:cubicBezTo>
                    <a:pt x="27236" y="7284"/>
                    <a:pt x="26983" y="7316"/>
                    <a:pt x="26761" y="7348"/>
                  </a:cubicBezTo>
                  <a:cubicBezTo>
                    <a:pt x="26666" y="7348"/>
                    <a:pt x="26571" y="7348"/>
                    <a:pt x="26445" y="7379"/>
                  </a:cubicBezTo>
                  <a:cubicBezTo>
                    <a:pt x="26255" y="7411"/>
                    <a:pt x="26065" y="7411"/>
                    <a:pt x="25843" y="7443"/>
                  </a:cubicBezTo>
                  <a:cubicBezTo>
                    <a:pt x="25748" y="7443"/>
                    <a:pt x="25621" y="7443"/>
                    <a:pt x="25526" y="7474"/>
                  </a:cubicBezTo>
                  <a:cubicBezTo>
                    <a:pt x="25336" y="7474"/>
                    <a:pt x="25178" y="7506"/>
                    <a:pt x="24988" y="7506"/>
                  </a:cubicBezTo>
                  <a:cubicBezTo>
                    <a:pt x="24829" y="7538"/>
                    <a:pt x="24671" y="7538"/>
                    <a:pt x="24513" y="7538"/>
                  </a:cubicBezTo>
                  <a:lnTo>
                    <a:pt x="23974" y="7601"/>
                  </a:lnTo>
                  <a:lnTo>
                    <a:pt x="23499" y="7601"/>
                  </a:lnTo>
                  <a:cubicBezTo>
                    <a:pt x="23404" y="7633"/>
                    <a:pt x="23278" y="7633"/>
                    <a:pt x="23151" y="7633"/>
                  </a:cubicBezTo>
                  <a:cubicBezTo>
                    <a:pt x="22676" y="7664"/>
                    <a:pt x="22201" y="7664"/>
                    <a:pt x="21726" y="7696"/>
                  </a:cubicBezTo>
                  <a:lnTo>
                    <a:pt x="19889" y="7696"/>
                  </a:lnTo>
                  <a:cubicBezTo>
                    <a:pt x="19572" y="7696"/>
                    <a:pt x="19224" y="7664"/>
                    <a:pt x="18876" y="7664"/>
                  </a:cubicBezTo>
                  <a:lnTo>
                    <a:pt x="18591" y="7664"/>
                  </a:lnTo>
                  <a:cubicBezTo>
                    <a:pt x="18179" y="7633"/>
                    <a:pt x="17767" y="7633"/>
                    <a:pt x="17356" y="7601"/>
                  </a:cubicBezTo>
                  <a:lnTo>
                    <a:pt x="17102" y="7601"/>
                  </a:lnTo>
                  <a:cubicBezTo>
                    <a:pt x="16786" y="7569"/>
                    <a:pt x="16469" y="7538"/>
                    <a:pt x="16152" y="7506"/>
                  </a:cubicBezTo>
                  <a:cubicBezTo>
                    <a:pt x="16025" y="7506"/>
                    <a:pt x="15899" y="7506"/>
                    <a:pt x="15772" y="7474"/>
                  </a:cubicBezTo>
                  <a:cubicBezTo>
                    <a:pt x="15455" y="7443"/>
                    <a:pt x="15170" y="7443"/>
                    <a:pt x="14885" y="7411"/>
                  </a:cubicBezTo>
                  <a:cubicBezTo>
                    <a:pt x="14759" y="7379"/>
                    <a:pt x="14664" y="7379"/>
                    <a:pt x="14569" y="7379"/>
                  </a:cubicBezTo>
                  <a:cubicBezTo>
                    <a:pt x="14189" y="7316"/>
                    <a:pt x="13809" y="7284"/>
                    <a:pt x="13429" y="7221"/>
                  </a:cubicBezTo>
                  <a:cubicBezTo>
                    <a:pt x="13334" y="7221"/>
                    <a:pt x="13270" y="7189"/>
                    <a:pt x="13207" y="7189"/>
                  </a:cubicBezTo>
                  <a:cubicBezTo>
                    <a:pt x="12890" y="7126"/>
                    <a:pt x="12542" y="7094"/>
                    <a:pt x="12225" y="7031"/>
                  </a:cubicBezTo>
                  <a:cubicBezTo>
                    <a:pt x="12130" y="7031"/>
                    <a:pt x="12035" y="6999"/>
                    <a:pt x="11908" y="6999"/>
                  </a:cubicBezTo>
                  <a:cubicBezTo>
                    <a:pt x="11528" y="6904"/>
                    <a:pt x="11117" y="6841"/>
                    <a:pt x="10737" y="6778"/>
                  </a:cubicBezTo>
                  <a:cubicBezTo>
                    <a:pt x="10483" y="6714"/>
                    <a:pt x="10198" y="6651"/>
                    <a:pt x="9945" y="6588"/>
                  </a:cubicBezTo>
                  <a:cubicBezTo>
                    <a:pt x="9882" y="6588"/>
                    <a:pt x="9787" y="6556"/>
                    <a:pt x="9723" y="6524"/>
                  </a:cubicBezTo>
                  <a:cubicBezTo>
                    <a:pt x="9533" y="6493"/>
                    <a:pt x="9375" y="6461"/>
                    <a:pt x="9185" y="6398"/>
                  </a:cubicBezTo>
                  <a:cubicBezTo>
                    <a:pt x="9058" y="6366"/>
                    <a:pt x="8963" y="6334"/>
                    <a:pt x="8837" y="6334"/>
                  </a:cubicBezTo>
                  <a:cubicBezTo>
                    <a:pt x="8678" y="6271"/>
                    <a:pt x="8552" y="6239"/>
                    <a:pt x="8393" y="6208"/>
                  </a:cubicBezTo>
                  <a:cubicBezTo>
                    <a:pt x="8298" y="6176"/>
                    <a:pt x="8172" y="6144"/>
                    <a:pt x="8045" y="6113"/>
                  </a:cubicBezTo>
                  <a:cubicBezTo>
                    <a:pt x="7918" y="6081"/>
                    <a:pt x="7792" y="6018"/>
                    <a:pt x="7665" y="5986"/>
                  </a:cubicBezTo>
                  <a:cubicBezTo>
                    <a:pt x="7506" y="5954"/>
                    <a:pt x="7316" y="5891"/>
                    <a:pt x="7126" y="5828"/>
                  </a:cubicBezTo>
                  <a:lnTo>
                    <a:pt x="6841" y="5733"/>
                  </a:lnTo>
                  <a:cubicBezTo>
                    <a:pt x="6651" y="5669"/>
                    <a:pt x="6461" y="5606"/>
                    <a:pt x="6271" y="5542"/>
                  </a:cubicBezTo>
                  <a:cubicBezTo>
                    <a:pt x="6208" y="5511"/>
                    <a:pt x="6113" y="5479"/>
                    <a:pt x="6050" y="5447"/>
                  </a:cubicBezTo>
                  <a:cubicBezTo>
                    <a:pt x="5923" y="5416"/>
                    <a:pt x="5828" y="5352"/>
                    <a:pt x="5701" y="5321"/>
                  </a:cubicBezTo>
                  <a:cubicBezTo>
                    <a:pt x="5575" y="5289"/>
                    <a:pt x="5480" y="5226"/>
                    <a:pt x="5385" y="5194"/>
                  </a:cubicBezTo>
                  <a:cubicBezTo>
                    <a:pt x="5258" y="5131"/>
                    <a:pt x="5131" y="5099"/>
                    <a:pt x="5036" y="5036"/>
                  </a:cubicBezTo>
                  <a:cubicBezTo>
                    <a:pt x="4941" y="5004"/>
                    <a:pt x="4815" y="4972"/>
                    <a:pt x="4720" y="4909"/>
                  </a:cubicBezTo>
                  <a:cubicBezTo>
                    <a:pt x="4625" y="4846"/>
                    <a:pt x="4498" y="4814"/>
                    <a:pt x="4403" y="4751"/>
                  </a:cubicBezTo>
                  <a:cubicBezTo>
                    <a:pt x="4308" y="4719"/>
                    <a:pt x="4213" y="4656"/>
                    <a:pt x="4118" y="4624"/>
                  </a:cubicBezTo>
                  <a:cubicBezTo>
                    <a:pt x="4023" y="4561"/>
                    <a:pt x="3896" y="4529"/>
                    <a:pt x="3801" y="4466"/>
                  </a:cubicBezTo>
                  <a:cubicBezTo>
                    <a:pt x="3706" y="4402"/>
                    <a:pt x="3611" y="4371"/>
                    <a:pt x="3548" y="4307"/>
                  </a:cubicBezTo>
                  <a:cubicBezTo>
                    <a:pt x="3421" y="4276"/>
                    <a:pt x="3358" y="4212"/>
                    <a:pt x="3263" y="4149"/>
                  </a:cubicBezTo>
                  <a:cubicBezTo>
                    <a:pt x="3168" y="4117"/>
                    <a:pt x="3073" y="4054"/>
                    <a:pt x="3009" y="4022"/>
                  </a:cubicBezTo>
                  <a:cubicBezTo>
                    <a:pt x="2914" y="3959"/>
                    <a:pt x="2819" y="3896"/>
                    <a:pt x="2724" y="3832"/>
                  </a:cubicBezTo>
                  <a:cubicBezTo>
                    <a:pt x="2661" y="3801"/>
                    <a:pt x="2566" y="3737"/>
                    <a:pt x="2503" y="3674"/>
                  </a:cubicBezTo>
                  <a:cubicBezTo>
                    <a:pt x="2408" y="3611"/>
                    <a:pt x="2344" y="3579"/>
                    <a:pt x="2249" y="3516"/>
                  </a:cubicBezTo>
                  <a:cubicBezTo>
                    <a:pt x="2186" y="3452"/>
                    <a:pt x="2123" y="3421"/>
                    <a:pt x="2028" y="3357"/>
                  </a:cubicBezTo>
                  <a:cubicBezTo>
                    <a:pt x="1964" y="3294"/>
                    <a:pt x="1901" y="3231"/>
                    <a:pt x="1806" y="3167"/>
                  </a:cubicBezTo>
                  <a:cubicBezTo>
                    <a:pt x="1743" y="3104"/>
                    <a:pt x="1679" y="3072"/>
                    <a:pt x="1616" y="3009"/>
                  </a:cubicBezTo>
                  <a:cubicBezTo>
                    <a:pt x="1553" y="2946"/>
                    <a:pt x="1489" y="2882"/>
                    <a:pt x="1426" y="2819"/>
                  </a:cubicBezTo>
                  <a:cubicBezTo>
                    <a:pt x="1363" y="2756"/>
                    <a:pt x="1299" y="2724"/>
                    <a:pt x="1268" y="2661"/>
                  </a:cubicBezTo>
                  <a:cubicBezTo>
                    <a:pt x="1204" y="2597"/>
                    <a:pt x="1141" y="2534"/>
                    <a:pt x="1078" y="2471"/>
                  </a:cubicBezTo>
                  <a:cubicBezTo>
                    <a:pt x="1014" y="2407"/>
                    <a:pt x="983" y="2344"/>
                    <a:pt x="919" y="2312"/>
                  </a:cubicBezTo>
                  <a:cubicBezTo>
                    <a:pt x="888" y="2217"/>
                    <a:pt x="824" y="2154"/>
                    <a:pt x="761" y="2091"/>
                  </a:cubicBezTo>
                  <a:cubicBezTo>
                    <a:pt x="729" y="2059"/>
                    <a:pt x="698" y="1996"/>
                    <a:pt x="634" y="1932"/>
                  </a:cubicBezTo>
                  <a:cubicBezTo>
                    <a:pt x="603" y="1869"/>
                    <a:pt x="571" y="1806"/>
                    <a:pt x="508" y="1711"/>
                  </a:cubicBezTo>
                  <a:cubicBezTo>
                    <a:pt x="476" y="1679"/>
                    <a:pt x="444" y="1616"/>
                    <a:pt x="413" y="1552"/>
                  </a:cubicBezTo>
                  <a:cubicBezTo>
                    <a:pt x="381" y="1489"/>
                    <a:pt x="349" y="1426"/>
                    <a:pt x="318" y="1331"/>
                  </a:cubicBezTo>
                  <a:cubicBezTo>
                    <a:pt x="286" y="1267"/>
                    <a:pt x="254" y="1236"/>
                    <a:pt x="223" y="1172"/>
                  </a:cubicBezTo>
                  <a:cubicBezTo>
                    <a:pt x="191" y="1109"/>
                    <a:pt x="191" y="1014"/>
                    <a:pt x="159" y="951"/>
                  </a:cubicBezTo>
                  <a:cubicBezTo>
                    <a:pt x="128" y="887"/>
                    <a:pt x="128" y="856"/>
                    <a:pt x="96" y="792"/>
                  </a:cubicBezTo>
                  <a:cubicBezTo>
                    <a:pt x="64" y="697"/>
                    <a:pt x="64" y="634"/>
                    <a:pt x="64" y="539"/>
                  </a:cubicBezTo>
                  <a:cubicBezTo>
                    <a:pt x="33" y="507"/>
                    <a:pt x="33" y="444"/>
                    <a:pt x="33" y="412"/>
                  </a:cubicBezTo>
                  <a:cubicBezTo>
                    <a:pt x="1" y="285"/>
                    <a:pt x="1" y="127"/>
                    <a:pt x="1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96" name="Google Shape;5196;p29"/>
          <p:cNvGrpSpPr/>
          <p:nvPr/>
        </p:nvGrpSpPr>
        <p:grpSpPr>
          <a:xfrm>
            <a:off x="516699" y="1237420"/>
            <a:ext cx="3328527" cy="735878"/>
            <a:chOff x="516699" y="1124645"/>
            <a:chExt cx="3328527" cy="735878"/>
          </a:xfrm>
        </p:grpSpPr>
        <p:grpSp>
          <p:nvGrpSpPr>
            <p:cNvPr id="5197" name="Google Shape;5197;p29"/>
            <p:cNvGrpSpPr/>
            <p:nvPr/>
          </p:nvGrpSpPr>
          <p:grpSpPr>
            <a:xfrm>
              <a:off x="516699" y="1124645"/>
              <a:ext cx="3290203" cy="703634"/>
              <a:chOff x="516699" y="1124645"/>
              <a:chExt cx="3290203" cy="703634"/>
            </a:xfrm>
          </p:grpSpPr>
          <p:sp>
            <p:nvSpPr>
              <p:cNvPr id="5198" name="Google Shape;5198;p29"/>
              <p:cNvSpPr/>
              <p:nvPr/>
            </p:nvSpPr>
            <p:spPr>
              <a:xfrm>
                <a:off x="528794" y="1201260"/>
                <a:ext cx="3278108" cy="627019"/>
              </a:xfrm>
              <a:custGeom>
                <a:rect b="b" l="l" r="r" t="t"/>
                <a:pathLst>
                  <a:path extrusionOk="0" h="19699" w="102988">
                    <a:moveTo>
                      <a:pt x="95" y="0"/>
                    </a:moveTo>
                    <a:cubicBezTo>
                      <a:pt x="95" y="444"/>
                      <a:pt x="95" y="856"/>
                      <a:pt x="64" y="1236"/>
                    </a:cubicBezTo>
                    <a:cubicBezTo>
                      <a:pt x="32" y="2534"/>
                      <a:pt x="0" y="3452"/>
                      <a:pt x="539" y="4022"/>
                    </a:cubicBezTo>
                    <a:cubicBezTo>
                      <a:pt x="950" y="4434"/>
                      <a:pt x="1647" y="4624"/>
                      <a:pt x="2755" y="4624"/>
                    </a:cubicBezTo>
                    <a:lnTo>
                      <a:pt x="82688" y="4624"/>
                    </a:lnTo>
                    <a:lnTo>
                      <a:pt x="102735" y="19699"/>
                    </a:lnTo>
                    <a:lnTo>
                      <a:pt x="102988" y="19414"/>
                    </a:lnTo>
                    <a:lnTo>
                      <a:pt x="82910" y="4276"/>
                    </a:lnTo>
                    <a:lnTo>
                      <a:pt x="82846" y="4244"/>
                    </a:lnTo>
                    <a:lnTo>
                      <a:pt x="2724" y="4244"/>
                    </a:lnTo>
                    <a:cubicBezTo>
                      <a:pt x="1774" y="4244"/>
                      <a:pt x="1172" y="4086"/>
                      <a:pt x="824" y="3769"/>
                    </a:cubicBezTo>
                    <a:cubicBezTo>
                      <a:pt x="412" y="3294"/>
                      <a:pt x="412" y="2471"/>
                      <a:pt x="475" y="1236"/>
                    </a:cubicBezTo>
                    <a:cubicBezTo>
                      <a:pt x="475" y="856"/>
                      <a:pt x="507" y="444"/>
                      <a:pt x="507" y="0"/>
                    </a:cubicBezTo>
                    <a:close/>
                  </a:path>
                </a:pathLst>
              </a:custGeom>
              <a:solidFill>
                <a:srgbClr val="BCC7C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9" name="Google Shape;5199;p29"/>
              <p:cNvSpPr/>
              <p:nvPr/>
            </p:nvSpPr>
            <p:spPr>
              <a:xfrm>
                <a:off x="516699" y="1124645"/>
                <a:ext cx="473790" cy="236911"/>
              </a:xfrm>
              <a:custGeom>
                <a:rect b="b" l="l" r="r" t="t"/>
                <a:pathLst>
                  <a:path extrusionOk="0" h="7443" w="14885">
                    <a:moveTo>
                      <a:pt x="665" y="1"/>
                    </a:moveTo>
                    <a:cubicBezTo>
                      <a:pt x="349" y="1"/>
                      <a:pt x="63" y="286"/>
                      <a:pt x="63" y="602"/>
                    </a:cubicBezTo>
                    <a:cubicBezTo>
                      <a:pt x="63" y="1267"/>
                      <a:pt x="63" y="1837"/>
                      <a:pt x="63" y="2376"/>
                    </a:cubicBezTo>
                    <a:cubicBezTo>
                      <a:pt x="32" y="4624"/>
                      <a:pt x="0" y="5859"/>
                      <a:pt x="792" y="6651"/>
                    </a:cubicBezTo>
                    <a:cubicBezTo>
                      <a:pt x="1425" y="7316"/>
                      <a:pt x="2470" y="7443"/>
                      <a:pt x="3832" y="7443"/>
                    </a:cubicBezTo>
                    <a:lnTo>
                      <a:pt x="14315" y="7443"/>
                    </a:lnTo>
                    <a:cubicBezTo>
                      <a:pt x="14631" y="7443"/>
                      <a:pt x="14885" y="7158"/>
                      <a:pt x="14885" y="6841"/>
                    </a:cubicBezTo>
                    <a:cubicBezTo>
                      <a:pt x="14885" y="6493"/>
                      <a:pt x="14631" y="6239"/>
                      <a:pt x="14283" y="6239"/>
                    </a:cubicBezTo>
                    <a:lnTo>
                      <a:pt x="3832" y="6239"/>
                    </a:lnTo>
                    <a:cubicBezTo>
                      <a:pt x="2565" y="6239"/>
                      <a:pt x="1900" y="6113"/>
                      <a:pt x="1615" y="5828"/>
                    </a:cubicBezTo>
                    <a:cubicBezTo>
                      <a:pt x="1204" y="5384"/>
                      <a:pt x="1204" y="4276"/>
                      <a:pt x="1235" y="2407"/>
                    </a:cubicBezTo>
                    <a:cubicBezTo>
                      <a:pt x="1267" y="1869"/>
                      <a:pt x="1267" y="1267"/>
                      <a:pt x="1267" y="602"/>
                    </a:cubicBezTo>
                    <a:cubicBezTo>
                      <a:pt x="1267" y="286"/>
                      <a:pt x="982" y="1"/>
                      <a:pt x="665" y="1"/>
                    </a:cubicBezTo>
                    <a:close/>
                  </a:path>
                </a:pathLst>
              </a:custGeom>
              <a:solidFill>
                <a:srgbClr val="BCC7C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200" name="Google Shape;5200;p29"/>
            <p:cNvSpPr/>
            <p:nvPr/>
          </p:nvSpPr>
          <p:spPr>
            <a:xfrm>
              <a:off x="3783698" y="1799027"/>
              <a:ext cx="61527" cy="61496"/>
            </a:xfrm>
            <a:custGeom>
              <a:rect b="b" l="l" r="r" t="t"/>
              <a:pathLst>
                <a:path extrusionOk="0" h="1932" w="1933">
                  <a:moveTo>
                    <a:pt x="982" y="0"/>
                  </a:moveTo>
                  <a:cubicBezTo>
                    <a:pt x="444" y="0"/>
                    <a:pt x="1" y="443"/>
                    <a:pt x="1" y="982"/>
                  </a:cubicBezTo>
                  <a:cubicBezTo>
                    <a:pt x="1" y="1520"/>
                    <a:pt x="444" y="1932"/>
                    <a:pt x="982" y="1932"/>
                  </a:cubicBezTo>
                  <a:cubicBezTo>
                    <a:pt x="1489" y="1932"/>
                    <a:pt x="1932" y="1520"/>
                    <a:pt x="1932" y="982"/>
                  </a:cubicBezTo>
                  <a:cubicBezTo>
                    <a:pt x="1932" y="443"/>
                    <a:pt x="1489" y="0"/>
                    <a:pt x="982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01" name="Google Shape;5201;p29"/>
          <p:cNvGrpSpPr/>
          <p:nvPr/>
        </p:nvGrpSpPr>
        <p:grpSpPr>
          <a:xfrm>
            <a:off x="516699" y="3506485"/>
            <a:ext cx="2902132" cy="238916"/>
            <a:chOff x="516699" y="3393710"/>
            <a:chExt cx="2902132" cy="238916"/>
          </a:xfrm>
        </p:grpSpPr>
        <p:sp>
          <p:nvSpPr>
            <p:cNvPr id="5202" name="Google Shape;5202;p29"/>
            <p:cNvSpPr/>
            <p:nvPr/>
          </p:nvSpPr>
          <p:spPr>
            <a:xfrm>
              <a:off x="528794" y="3412872"/>
              <a:ext cx="2865846" cy="206672"/>
            </a:xfrm>
            <a:custGeom>
              <a:rect b="b" l="l" r="r" t="t"/>
              <a:pathLst>
                <a:path extrusionOk="0" h="6493" w="90036">
                  <a:moveTo>
                    <a:pt x="89687" y="0"/>
                  </a:moveTo>
                  <a:lnTo>
                    <a:pt x="82783" y="6112"/>
                  </a:lnTo>
                  <a:lnTo>
                    <a:pt x="2724" y="6112"/>
                  </a:lnTo>
                  <a:cubicBezTo>
                    <a:pt x="1774" y="6112"/>
                    <a:pt x="1172" y="5954"/>
                    <a:pt x="824" y="5605"/>
                  </a:cubicBezTo>
                  <a:cubicBezTo>
                    <a:pt x="412" y="5162"/>
                    <a:pt x="412" y="4339"/>
                    <a:pt x="475" y="3104"/>
                  </a:cubicBezTo>
                  <a:cubicBezTo>
                    <a:pt x="475" y="2724"/>
                    <a:pt x="507" y="2312"/>
                    <a:pt x="507" y="1868"/>
                  </a:cubicBezTo>
                  <a:lnTo>
                    <a:pt x="95" y="1868"/>
                  </a:lnTo>
                  <a:cubicBezTo>
                    <a:pt x="95" y="2312"/>
                    <a:pt x="95" y="2724"/>
                    <a:pt x="64" y="3104"/>
                  </a:cubicBezTo>
                  <a:cubicBezTo>
                    <a:pt x="32" y="4402"/>
                    <a:pt x="0" y="5320"/>
                    <a:pt x="539" y="5890"/>
                  </a:cubicBezTo>
                  <a:cubicBezTo>
                    <a:pt x="950" y="6302"/>
                    <a:pt x="1647" y="6492"/>
                    <a:pt x="2755" y="6492"/>
                  </a:cubicBezTo>
                  <a:lnTo>
                    <a:pt x="83005" y="6492"/>
                  </a:lnTo>
                  <a:lnTo>
                    <a:pt x="90035" y="348"/>
                  </a:lnTo>
                  <a:lnTo>
                    <a:pt x="89687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3" name="Google Shape;5203;p29"/>
            <p:cNvSpPr/>
            <p:nvPr/>
          </p:nvSpPr>
          <p:spPr>
            <a:xfrm>
              <a:off x="516699" y="3395715"/>
              <a:ext cx="473790" cy="236911"/>
            </a:xfrm>
            <a:custGeom>
              <a:rect b="b" l="l" r="r" t="t"/>
              <a:pathLst>
                <a:path extrusionOk="0" h="7443" w="14885">
                  <a:moveTo>
                    <a:pt x="665" y="1"/>
                  </a:moveTo>
                  <a:cubicBezTo>
                    <a:pt x="349" y="1"/>
                    <a:pt x="63" y="286"/>
                    <a:pt x="63" y="602"/>
                  </a:cubicBezTo>
                  <a:cubicBezTo>
                    <a:pt x="63" y="1267"/>
                    <a:pt x="63" y="1837"/>
                    <a:pt x="63" y="2376"/>
                  </a:cubicBezTo>
                  <a:cubicBezTo>
                    <a:pt x="32" y="4624"/>
                    <a:pt x="0" y="5859"/>
                    <a:pt x="792" y="6651"/>
                  </a:cubicBezTo>
                  <a:cubicBezTo>
                    <a:pt x="1425" y="7284"/>
                    <a:pt x="2470" y="7443"/>
                    <a:pt x="3832" y="7443"/>
                  </a:cubicBezTo>
                  <a:lnTo>
                    <a:pt x="14315" y="7443"/>
                  </a:lnTo>
                  <a:cubicBezTo>
                    <a:pt x="14631" y="7443"/>
                    <a:pt x="14885" y="7158"/>
                    <a:pt x="14885" y="6841"/>
                  </a:cubicBezTo>
                  <a:cubicBezTo>
                    <a:pt x="14885" y="6493"/>
                    <a:pt x="14631" y="6239"/>
                    <a:pt x="14283" y="6239"/>
                  </a:cubicBezTo>
                  <a:lnTo>
                    <a:pt x="3832" y="6239"/>
                  </a:lnTo>
                  <a:cubicBezTo>
                    <a:pt x="2565" y="6239"/>
                    <a:pt x="1900" y="6113"/>
                    <a:pt x="1615" y="5828"/>
                  </a:cubicBezTo>
                  <a:cubicBezTo>
                    <a:pt x="1204" y="5384"/>
                    <a:pt x="1204" y="4244"/>
                    <a:pt x="1235" y="2376"/>
                  </a:cubicBezTo>
                  <a:cubicBezTo>
                    <a:pt x="1267" y="1869"/>
                    <a:pt x="1267" y="1267"/>
                    <a:pt x="1267" y="602"/>
                  </a:cubicBezTo>
                  <a:cubicBezTo>
                    <a:pt x="1267" y="286"/>
                    <a:pt x="982" y="1"/>
                    <a:pt x="665" y="1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4" name="Google Shape;5204;p29"/>
            <p:cNvSpPr/>
            <p:nvPr/>
          </p:nvSpPr>
          <p:spPr>
            <a:xfrm>
              <a:off x="3357304" y="3393710"/>
              <a:ext cx="61527" cy="61527"/>
            </a:xfrm>
            <a:custGeom>
              <a:rect b="b" l="l" r="r" t="t"/>
              <a:pathLst>
                <a:path extrusionOk="0" h="1933" w="1933">
                  <a:moveTo>
                    <a:pt x="951" y="0"/>
                  </a:moveTo>
                  <a:cubicBezTo>
                    <a:pt x="412" y="0"/>
                    <a:pt x="1" y="444"/>
                    <a:pt x="1" y="982"/>
                  </a:cubicBezTo>
                  <a:cubicBezTo>
                    <a:pt x="1" y="1489"/>
                    <a:pt x="412" y="1932"/>
                    <a:pt x="951" y="1932"/>
                  </a:cubicBezTo>
                  <a:cubicBezTo>
                    <a:pt x="1489" y="1932"/>
                    <a:pt x="1932" y="1489"/>
                    <a:pt x="1932" y="982"/>
                  </a:cubicBezTo>
                  <a:cubicBezTo>
                    <a:pt x="1932" y="444"/>
                    <a:pt x="1489" y="0"/>
                    <a:pt x="951" y="0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05" name="Google Shape;5205;p29"/>
          <p:cNvGrpSpPr/>
          <p:nvPr/>
        </p:nvGrpSpPr>
        <p:grpSpPr>
          <a:xfrm>
            <a:off x="6015459" y="3506485"/>
            <a:ext cx="2611842" cy="238916"/>
            <a:chOff x="6015459" y="3393710"/>
            <a:chExt cx="2611842" cy="238916"/>
          </a:xfrm>
        </p:grpSpPr>
        <p:sp>
          <p:nvSpPr>
            <p:cNvPr id="5206" name="Google Shape;5206;p29"/>
            <p:cNvSpPr/>
            <p:nvPr/>
          </p:nvSpPr>
          <p:spPr>
            <a:xfrm>
              <a:off x="6039649" y="3412872"/>
              <a:ext cx="2575556" cy="206672"/>
            </a:xfrm>
            <a:custGeom>
              <a:rect b="b" l="l" r="r" t="t"/>
              <a:pathLst>
                <a:path extrusionOk="0" h="6493" w="80916">
                  <a:moveTo>
                    <a:pt x="349" y="0"/>
                  </a:moveTo>
                  <a:lnTo>
                    <a:pt x="1" y="348"/>
                  </a:lnTo>
                  <a:lnTo>
                    <a:pt x="7000" y="6492"/>
                  </a:lnTo>
                  <a:lnTo>
                    <a:pt x="78192" y="6492"/>
                  </a:lnTo>
                  <a:cubicBezTo>
                    <a:pt x="79300" y="6492"/>
                    <a:pt x="79965" y="6302"/>
                    <a:pt x="80377" y="5890"/>
                  </a:cubicBezTo>
                  <a:cubicBezTo>
                    <a:pt x="80915" y="5320"/>
                    <a:pt x="80884" y="4402"/>
                    <a:pt x="80852" y="3104"/>
                  </a:cubicBezTo>
                  <a:cubicBezTo>
                    <a:pt x="80820" y="2724"/>
                    <a:pt x="80820" y="2312"/>
                    <a:pt x="80820" y="1868"/>
                  </a:cubicBezTo>
                  <a:lnTo>
                    <a:pt x="80440" y="1868"/>
                  </a:lnTo>
                  <a:cubicBezTo>
                    <a:pt x="80440" y="2312"/>
                    <a:pt x="80440" y="2724"/>
                    <a:pt x="80440" y="3104"/>
                  </a:cubicBezTo>
                  <a:cubicBezTo>
                    <a:pt x="80504" y="4339"/>
                    <a:pt x="80504" y="5162"/>
                    <a:pt x="80092" y="5605"/>
                  </a:cubicBezTo>
                  <a:cubicBezTo>
                    <a:pt x="79744" y="5954"/>
                    <a:pt x="79142" y="6112"/>
                    <a:pt x="78192" y="6112"/>
                  </a:cubicBezTo>
                  <a:lnTo>
                    <a:pt x="7253" y="61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7" name="Google Shape;5207;p29"/>
            <p:cNvSpPr/>
            <p:nvPr/>
          </p:nvSpPr>
          <p:spPr>
            <a:xfrm>
              <a:off x="8153512" y="3395715"/>
              <a:ext cx="473790" cy="236911"/>
            </a:xfrm>
            <a:custGeom>
              <a:rect b="b" l="l" r="r" t="t"/>
              <a:pathLst>
                <a:path extrusionOk="0" h="7443" w="14885">
                  <a:moveTo>
                    <a:pt x="14219" y="1"/>
                  </a:moveTo>
                  <a:cubicBezTo>
                    <a:pt x="13903" y="1"/>
                    <a:pt x="13618" y="286"/>
                    <a:pt x="13618" y="602"/>
                  </a:cubicBezTo>
                  <a:cubicBezTo>
                    <a:pt x="13618" y="1267"/>
                    <a:pt x="13649" y="1869"/>
                    <a:pt x="13649" y="2376"/>
                  </a:cubicBezTo>
                  <a:cubicBezTo>
                    <a:pt x="13681" y="4244"/>
                    <a:pt x="13681" y="5384"/>
                    <a:pt x="13269" y="5828"/>
                  </a:cubicBezTo>
                  <a:cubicBezTo>
                    <a:pt x="12984" y="6113"/>
                    <a:pt x="12319" y="6239"/>
                    <a:pt x="11053" y="6239"/>
                  </a:cubicBezTo>
                  <a:lnTo>
                    <a:pt x="602" y="6239"/>
                  </a:lnTo>
                  <a:cubicBezTo>
                    <a:pt x="253" y="6239"/>
                    <a:pt x="0" y="6493"/>
                    <a:pt x="0" y="6841"/>
                  </a:cubicBezTo>
                  <a:cubicBezTo>
                    <a:pt x="0" y="7158"/>
                    <a:pt x="253" y="7443"/>
                    <a:pt x="602" y="7443"/>
                  </a:cubicBezTo>
                  <a:lnTo>
                    <a:pt x="11053" y="7443"/>
                  </a:lnTo>
                  <a:cubicBezTo>
                    <a:pt x="12414" y="7443"/>
                    <a:pt x="13459" y="7284"/>
                    <a:pt x="14124" y="6651"/>
                  </a:cubicBezTo>
                  <a:cubicBezTo>
                    <a:pt x="14884" y="5859"/>
                    <a:pt x="14853" y="4624"/>
                    <a:pt x="14821" y="2376"/>
                  </a:cubicBezTo>
                  <a:cubicBezTo>
                    <a:pt x="14821" y="1837"/>
                    <a:pt x="14821" y="1267"/>
                    <a:pt x="14821" y="602"/>
                  </a:cubicBezTo>
                  <a:cubicBezTo>
                    <a:pt x="14821" y="286"/>
                    <a:pt x="14536" y="1"/>
                    <a:pt x="14219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8" name="Google Shape;5208;p29"/>
            <p:cNvSpPr/>
            <p:nvPr/>
          </p:nvSpPr>
          <p:spPr>
            <a:xfrm>
              <a:off x="6015459" y="3393710"/>
              <a:ext cx="61527" cy="61527"/>
            </a:xfrm>
            <a:custGeom>
              <a:rect b="b" l="l" r="r" t="t"/>
              <a:pathLst>
                <a:path extrusionOk="0" h="1933" w="1933">
                  <a:moveTo>
                    <a:pt x="983" y="0"/>
                  </a:moveTo>
                  <a:cubicBezTo>
                    <a:pt x="444" y="0"/>
                    <a:pt x="1" y="444"/>
                    <a:pt x="1" y="982"/>
                  </a:cubicBezTo>
                  <a:cubicBezTo>
                    <a:pt x="1" y="1489"/>
                    <a:pt x="444" y="1932"/>
                    <a:pt x="983" y="1932"/>
                  </a:cubicBezTo>
                  <a:cubicBezTo>
                    <a:pt x="1521" y="1932"/>
                    <a:pt x="1933" y="1489"/>
                    <a:pt x="1933" y="982"/>
                  </a:cubicBezTo>
                  <a:cubicBezTo>
                    <a:pt x="1933" y="444"/>
                    <a:pt x="1521" y="0"/>
                    <a:pt x="983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09" name="Google Shape;5209;p29"/>
          <p:cNvGrpSpPr/>
          <p:nvPr/>
        </p:nvGrpSpPr>
        <p:grpSpPr>
          <a:xfrm>
            <a:off x="5375389" y="1237420"/>
            <a:ext cx="3251912" cy="927431"/>
            <a:chOff x="5375389" y="1124645"/>
            <a:chExt cx="3251912" cy="927431"/>
          </a:xfrm>
        </p:grpSpPr>
        <p:sp>
          <p:nvSpPr>
            <p:cNvPr id="5210" name="Google Shape;5210;p29"/>
            <p:cNvSpPr/>
            <p:nvPr/>
          </p:nvSpPr>
          <p:spPr>
            <a:xfrm>
              <a:off x="5409638" y="1201260"/>
              <a:ext cx="3205567" cy="817522"/>
            </a:xfrm>
            <a:custGeom>
              <a:rect b="b" l="l" r="r" t="t"/>
              <a:pathLst>
                <a:path extrusionOk="0" h="25684" w="100709">
                  <a:moveTo>
                    <a:pt x="100233" y="0"/>
                  </a:moveTo>
                  <a:cubicBezTo>
                    <a:pt x="100233" y="444"/>
                    <a:pt x="100233" y="856"/>
                    <a:pt x="100233" y="1236"/>
                  </a:cubicBezTo>
                  <a:cubicBezTo>
                    <a:pt x="100297" y="2471"/>
                    <a:pt x="100297" y="3294"/>
                    <a:pt x="99885" y="3769"/>
                  </a:cubicBezTo>
                  <a:cubicBezTo>
                    <a:pt x="99537" y="4086"/>
                    <a:pt x="98935" y="4244"/>
                    <a:pt x="97985" y="4244"/>
                  </a:cubicBezTo>
                  <a:lnTo>
                    <a:pt x="17735" y="4117"/>
                  </a:lnTo>
                  <a:lnTo>
                    <a:pt x="17704" y="4149"/>
                  </a:lnTo>
                  <a:lnTo>
                    <a:pt x="1" y="25272"/>
                  </a:lnTo>
                  <a:lnTo>
                    <a:pt x="381" y="25684"/>
                  </a:lnTo>
                  <a:lnTo>
                    <a:pt x="18021" y="4624"/>
                  </a:lnTo>
                  <a:lnTo>
                    <a:pt x="97985" y="4624"/>
                  </a:lnTo>
                  <a:cubicBezTo>
                    <a:pt x="99093" y="4624"/>
                    <a:pt x="99758" y="4434"/>
                    <a:pt x="100170" y="4022"/>
                  </a:cubicBezTo>
                  <a:cubicBezTo>
                    <a:pt x="100708" y="3452"/>
                    <a:pt x="100677" y="2534"/>
                    <a:pt x="100645" y="1236"/>
                  </a:cubicBezTo>
                  <a:cubicBezTo>
                    <a:pt x="100613" y="856"/>
                    <a:pt x="100613" y="444"/>
                    <a:pt x="100613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1" name="Google Shape;5211;p29"/>
            <p:cNvSpPr/>
            <p:nvPr/>
          </p:nvSpPr>
          <p:spPr>
            <a:xfrm>
              <a:off x="8153512" y="1124645"/>
              <a:ext cx="473790" cy="236911"/>
            </a:xfrm>
            <a:custGeom>
              <a:rect b="b" l="l" r="r" t="t"/>
              <a:pathLst>
                <a:path extrusionOk="0" h="7443" w="14885">
                  <a:moveTo>
                    <a:pt x="14219" y="1"/>
                  </a:moveTo>
                  <a:cubicBezTo>
                    <a:pt x="13903" y="1"/>
                    <a:pt x="13618" y="286"/>
                    <a:pt x="13618" y="602"/>
                  </a:cubicBezTo>
                  <a:cubicBezTo>
                    <a:pt x="13618" y="1267"/>
                    <a:pt x="13649" y="1869"/>
                    <a:pt x="13649" y="2407"/>
                  </a:cubicBezTo>
                  <a:cubicBezTo>
                    <a:pt x="13681" y="4276"/>
                    <a:pt x="13681" y="5384"/>
                    <a:pt x="13269" y="5828"/>
                  </a:cubicBezTo>
                  <a:cubicBezTo>
                    <a:pt x="12984" y="6113"/>
                    <a:pt x="12319" y="6239"/>
                    <a:pt x="11053" y="6239"/>
                  </a:cubicBezTo>
                  <a:lnTo>
                    <a:pt x="602" y="6239"/>
                  </a:lnTo>
                  <a:cubicBezTo>
                    <a:pt x="253" y="6239"/>
                    <a:pt x="0" y="6493"/>
                    <a:pt x="0" y="6841"/>
                  </a:cubicBezTo>
                  <a:cubicBezTo>
                    <a:pt x="0" y="7158"/>
                    <a:pt x="253" y="7443"/>
                    <a:pt x="602" y="7443"/>
                  </a:cubicBezTo>
                  <a:lnTo>
                    <a:pt x="11053" y="7443"/>
                  </a:lnTo>
                  <a:cubicBezTo>
                    <a:pt x="12414" y="7443"/>
                    <a:pt x="13459" y="7316"/>
                    <a:pt x="14124" y="6651"/>
                  </a:cubicBezTo>
                  <a:cubicBezTo>
                    <a:pt x="14884" y="5859"/>
                    <a:pt x="14853" y="4624"/>
                    <a:pt x="14821" y="2376"/>
                  </a:cubicBezTo>
                  <a:cubicBezTo>
                    <a:pt x="14821" y="1837"/>
                    <a:pt x="14821" y="1267"/>
                    <a:pt x="14821" y="602"/>
                  </a:cubicBezTo>
                  <a:cubicBezTo>
                    <a:pt x="14821" y="286"/>
                    <a:pt x="14536" y="1"/>
                    <a:pt x="14219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2" name="Google Shape;5212;p29"/>
            <p:cNvSpPr/>
            <p:nvPr/>
          </p:nvSpPr>
          <p:spPr>
            <a:xfrm>
              <a:off x="5375389" y="1990548"/>
              <a:ext cx="61496" cy="61527"/>
            </a:xfrm>
            <a:custGeom>
              <a:rect b="b" l="l" r="r" t="t"/>
              <a:pathLst>
                <a:path extrusionOk="0" h="1933" w="1932">
                  <a:moveTo>
                    <a:pt x="950" y="0"/>
                  </a:moveTo>
                  <a:cubicBezTo>
                    <a:pt x="443" y="0"/>
                    <a:pt x="0" y="412"/>
                    <a:pt x="0" y="950"/>
                  </a:cubicBezTo>
                  <a:cubicBezTo>
                    <a:pt x="0" y="1489"/>
                    <a:pt x="443" y="1932"/>
                    <a:pt x="950" y="1932"/>
                  </a:cubicBezTo>
                  <a:cubicBezTo>
                    <a:pt x="1489" y="1932"/>
                    <a:pt x="1932" y="1489"/>
                    <a:pt x="1932" y="950"/>
                  </a:cubicBezTo>
                  <a:cubicBezTo>
                    <a:pt x="1932" y="412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13" name="Google Shape;5213;p29"/>
          <p:cNvSpPr txBox="1"/>
          <p:nvPr/>
        </p:nvSpPr>
        <p:spPr>
          <a:xfrm>
            <a:off x="667801" y="158225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14" name="Google Shape;5214;p29"/>
          <p:cNvSpPr txBox="1"/>
          <p:nvPr/>
        </p:nvSpPr>
        <p:spPr>
          <a:xfrm>
            <a:off x="667800" y="1867300"/>
            <a:ext cx="18351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fifth planet from the Sun and the largest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5" name="Google Shape;5215;p29"/>
          <p:cNvSpPr txBox="1"/>
          <p:nvPr/>
        </p:nvSpPr>
        <p:spPr>
          <a:xfrm>
            <a:off x="710251" y="384949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16" name="Google Shape;5216;p29"/>
          <p:cNvSpPr txBox="1"/>
          <p:nvPr/>
        </p:nvSpPr>
        <p:spPr>
          <a:xfrm>
            <a:off x="710250" y="4110205"/>
            <a:ext cx="18351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eighth and farthest-known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7" name="Google Shape;5217;p29"/>
          <p:cNvSpPr txBox="1"/>
          <p:nvPr/>
        </p:nvSpPr>
        <p:spPr>
          <a:xfrm>
            <a:off x="6595600" y="158225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18" name="Google Shape;5218;p29"/>
          <p:cNvSpPr txBox="1"/>
          <p:nvPr/>
        </p:nvSpPr>
        <p:spPr>
          <a:xfrm>
            <a:off x="6595600" y="1867300"/>
            <a:ext cx="18351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also very high temperatures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9" name="Google Shape;5219;p29"/>
          <p:cNvSpPr txBox="1"/>
          <p:nvPr/>
        </p:nvSpPr>
        <p:spPr>
          <a:xfrm>
            <a:off x="6595600" y="384949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20" name="Google Shape;5220;p29"/>
          <p:cNvSpPr txBox="1"/>
          <p:nvPr/>
        </p:nvSpPr>
        <p:spPr>
          <a:xfrm>
            <a:off x="6595600" y="4110205"/>
            <a:ext cx="18351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with an average radius of about nine times that on Earth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221" name="Google Shape;5221;p29"/>
          <p:cNvGrpSpPr/>
          <p:nvPr/>
        </p:nvGrpSpPr>
        <p:grpSpPr>
          <a:xfrm>
            <a:off x="753446" y="982689"/>
            <a:ext cx="321959" cy="402060"/>
            <a:chOff x="1711425" y="238125"/>
            <a:chExt cx="4186725" cy="5228350"/>
          </a:xfrm>
        </p:grpSpPr>
        <p:sp>
          <p:nvSpPr>
            <p:cNvPr id="5222" name="Google Shape;5222;p29"/>
            <p:cNvSpPr/>
            <p:nvPr/>
          </p:nvSpPr>
          <p:spPr>
            <a:xfrm>
              <a:off x="1711425" y="238125"/>
              <a:ext cx="4186725" cy="3891400"/>
            </a:xfrm>
            <a:custGeom>
              <a:rect b="b" l="l" r="r" t="t"/>
              <a:pathLst>
                <a:path extrusionOk="0" h="155656" w="167469">
                  <a:moveTo>
                    <a:pt x="83747" y="45758"/>
                  </a:moveTo>
                  <a:cubicBezTo>
                    <a:pt x="87129" y="45758"/>
                    <a:pt x="89874" y="48503"/>
                    <a:pt x="89874" y="51885"/>
                  </a:cubicBezTo>
                  <a:lnTo>
                    <a:pt x="89874" y="53919"/>
                  </a:lnTo>
                  <a:lnTo>
                    <a:pt x="96001" y="53919"/>
                  </a:lnTo>
                  <a:cubicBezTo>
                    <a:pt x="99384" y="53919"/>
                    <a:pt x="102129" y="56664"/>
                    <a:pt x="102129" y="60046"/>
                  </a:cubicBezTo>
                  <a:cubicBezTo>
                    <a:pt x="102129" y="63429"/>
                    <a:pt x="99384" y="66174"/>
                    <a:pt x="96001" y="66174"/>
                  </a:cubicBezTo>
                  <a:lnTo>
                    <a:pt x="83747" y="66174"/>
                  </a:lnTo>
                  <a:cubicBezTo>
                    <a:pt x="80365" y="66174"/>
                    <a:pt x="77620" y="68919"/>
                    <a:pt x="77620" y="72301"/>
                  </a:cubicBezTo>
                  <a:cubicBezTo>
                    <a:pt x="77620" y="75683"/>
                    <a:pt x="80365" y="78428"/>
                    <a:pt x="83747" y="78428"/>
                  </a:cubicBezTo>
                  <a:cubicBezTo>
                    <a:pt x="93869" y="78428"/>
                    <a:pt x="102129" y="86663"/>
                    <a:pt x="102129" y="96810"/>
                  </a:cubicBezTo>
                  <a:cubicBezTo>
                    <a:pt x="102129" y="104800"/>
                    <a:pt x="97006" y="111613"/>
                    <a:pt x="89874" y="114137"/>
                  </a:cubicBezTo>
                  <a:lnTo>
                    <a:pt x="89874" y="117225"/>
                  </a:lnTo>
                  <a:cubicBezTo>
                    <a:pt x="89874" y="120608"/>
                    <a:pt x="87129" y="123353"/>
                    <a:pt x="83747" y="123353"/>
                  </a:cubicBezTo>
                  <a:cubicBezTo>
                    <a:pt x="80365" y="123353"/>
                    <a:pt x="77620" y="120608"/>
                    <a:pt x="77620" y="117225"/>
                  </a:cubicBezTo>
                  <a:lnTo>
                    <a:pt x="77620" y="115191"/>
                  </a:lnTo>
                  <a:lnTo>
                    <a:pt x="71493" y="115191"/>
                  </a:lnTo>
                  <a:cubicBezTo>
                    <a:pt x="68110" y="115191"/>
                    <a:pt x="65365" y="112446"/>
                    <a:pt x="65365" y="109064"/>
                  </a:cubicBezTo>
                  <a:cubicBezTo>
                    <a:pt x="65365" y="105682"/>
                    <a:pt x="68110" y="102937"/>
                    <a:pt x="71493" y="102937"/>
                  </a:cubicBezTo>
                  <a:lnTo>
                    <a:pt x="83747" y="102937"/>
                  </a:lnTo>
                  <a:cubicBezTo>
                    <a:pt x="87105" y="102937"/>
                    <a:pt x="89874" y="100192"/>
                    <a:pt x="89874" y="96810"/>
                  </a:cubicBezTo>
                  <a:cubicBezTo>
                    <a:pt x="89874" y="93427"/>
                    <a:pt x="87105" y="90682"/>
                    <a:pt x="83747" y="90682"/>
                  </a:cubicBezTo>
                  <a:cubicBezTo>
                    <a:pt x="73600" y="90682"/>
                    <a:pt x="65365" y="82448"/>
                    <a:pt x="65365" y="72301"/>
                  </a:cubicBezTo>
                  <a:cubicBezTo>
                    <a:pt x="65365" y="64311"/>
                    <a:pt x="70488" y="57498"/>
                    <a:pt x="77620" y="54973"/>
                  </a:cubicBezTo>
                  <a:lnTo>
                    <a:pt x="77620" y="51885"/>
                  </a:lnTo>
                  <a:cubicBezTo>
                    <a:pt x="77620" y="48503"/>
                    <a:pt x="80365" y="45758"/>
                    <a:pt x="83747" y="45758"/>
                  </a:cubicBezTo>
                  <a:close/>
                  <a:moveTo>
                    <a:pt x="83747" y="0"/>
                  </a:moveTo>
                  <a:cubicBezTo>
                    <a:pt x="37572" y="0"/>
                    <a:pt x="0" y="37572"/>
                    <a:pt x="0" y="83746"/>
                  </a:cubicBezTo>
                  <a:cubicBezTo>
                    <a:pt x="0" y="113353"/>
                    <a:pt x="15564" y="140582"/>
                    <a:pt x="40857" y="155655"/>
                  </a:cubicBezTo>
                  <a:lnTo>
                    <a:pt x="126637" y="155655"/>
                  </a:lnTo>
                  <a:cubicBezTo>
                    <a:pt x="151906" y="140582"/>
                    <a:pt x="167469" y="113353"/>
                    <a:pt x="167469" y="83746"/>
                  </a:cubicBezTo>
                  <a:cubicBezTo>
                    <a:pt x="167469" y="37572"/>
                    <a:pt x="129921" y="0"/>
                    <a:pt x="83747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3" name="Google Shape;5223;p29"/>
            <p:cNvSpPr/>
            <p:nvPr/>
          </p:nvSpPr>
          <p:spPr>
            <a:xfrm>
              <a:off x="2734675" y="4435850"/>
              <a:ext cx="2140250" cy="1030625"/>
            </a:xfrm>
            <a:custGeom>
              <a:rect b="b" l="l" r="r" t="t"/>
              <a:pathLst>
                <a:path extrusionOk="0" h="41225" w="85610">
                  <a:moveTo>
                    <a:pt x="0" y="1"/>
                  </a:moveTo>
                  <a:cubicBezTo>
                    <a:pt x="662" y="7451"/>
                    <a:pt x="5760" y="13603"/>
                    <a:pt x="12622" y="15833"/>
                  </a:cubicBezTo>
                  <a:cubicBezTo>
                    <a:pt x="15122" y="30244"/>
                    <a:pt x="27695" y="41224"/>
                    <a:pt x="42817" y="41224"/>
                  </a:cubicBezTo>
                  <a:cubicBezTo>
                    <a:pt x="57914" y="41224"/>
                    <a:pt x="70487" y="30244"/>
                    <a:pt x="72987" y="15833"/>
                  </a:cubicBezTo>
                  <a:cubicBezTo>
                    <a:pt x="79850" y="13603"/>
                    <a:pt x="84948" y="7451"/>
                    <a:pt x="85609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24" name="Google Shape;5224;p29"/>
          <p:cNvGrpSpPr/>
          <p:nvPr/>
        </p:nvGrpSpPr>
        <p:grpSpPr>
          <a:xfrm>
            <a:off x="7958401" y="982622"/>
            <a:ext cx="427156" cy="402127"/>
            <a:chOff x="1190625" y="391300"/>
            <a:chExt cx="5228350" cy="4922000"/>
          </a:xfrm>
        </p:grpSpPr>
        <p:sp>
          <p:nvSpPr>
            <p:cNvPr id="5225" name="Google Shape;5225;p29"/>
            <p:cNvSpPr/>
            <p:nvPr/>
          </p:nvSpPr>
          <p:spPr>
            <a:xfrm>
              <a:off x="1190625" y="1126550"/>
              <a:ext cx="5228350" cy="4186750"/>
            </a:xfrm>
            <a:custGeom>
              <a:rect b="b" l="l" r="r" t="t"/>
              <a:pathLst>
                <a:path extrusionOk="0" h="167470" w="209134">
                  <a:moveTo>
                    <a:pt x="129088" y="40024"/>
                  </a:moveTo>
                  <a:cubicBezTo>
                    <a:pt x="132470" y="40024"/>
                    <a:pt x="135215" y="42769"/>
                    <a:pt x="135215" y="46151"/>
                  </a:cubicBezTo>
                  <a:cubicBezTo>
                    <a:pt x="135215" y="49533"/>
                    <a:pt x="132470" y="52278"/>
                    <a:pt x="129088" y="52278"/>
                  </a:cubicBezTo>
                  <a:lnTo>
                    <a:pt x="80070" y="52278"/>
                  </a:lnTo>
                  <a:cubicBezTo>
                    <a:pt x="76688" y="52278"/>
                    <a:pt x="73943" y="49533"/>
                    <a:pt x="73943" y="46151"/>
                  </a:cubicBezTo>
                  <a:cubicBezTo>
                    <a:pt x="73943" y="42769"/>
                    <a:pt x="76688" y="40024"/>
                    <a:pt x="80070" y="40024"/>
                  </a:cubicBezTo>
                  <a:close/>
                  <a:moveTo>
                    <a:pt x="53919" y="55562"/>
                  </a:moveTo>
                  <a:cubicBezTo>
                    <a:pt x="57302" y="55562"/>
                    <a:pt x="60046" y="58307"/>
                    <a:pt x="60046" y="61689"/>
                  </a:cubicBezTo>
                  <a:cubicBezTo>
                    <a:pt x="60046" y="65072"/>
                    <a:pt x="57302" y="67816"/>
                    <a:pt x="53919" y="67816"/>
                  </a:cubicBezTo>
                  <a:cubicBezTo>
                    <a:pt x="50537" y="67816"/>
                    <a:pt x="47792" y="65072"/>
                    <a:pt x="47792" y="61689"/>
                  </a:cubicBezTo>
                  <a:cubicBezTo>
                    <a:pt x="47792" y="58307"/>
                    <a:pt x="50537" y="55562"/>
                    <a:pt x="53919" y="55562"/>
                  </a:cubicBezTo>
                  <a:close/>
                  <a:moveTo>
                    <a:pt x="35121" y="1"/>
                  </a:moveTo>
                  <a:cubicBezTo>
                    <a:pt x="31739" y="1"/>
                    <a:pt x="28994" y="2746"/>
                    <a:pt x="28994" y="6128"/>
                  </a:cubicBezTo>
                  <a:lnTo>
                    <a:pt x="28994" y="35465"/>
                  </a:lnTo>
                  <a:cubicBezTo>
                    <a:pt x="23136" y="41617"/>
                    <a:pt x="18553" y="48896"/>
                    <a:pt x="15539" y="56788"/>
                  </a:cubicBezTo>
                  <a:lnTo>
                    <a:pt x="6127" y="56788"/>
                  </a:lnTo>
                  <a:cubicBezTo>
                    <a:pt x="2745" y="56788"/>
                    <a:pt x="0" y="59533"/>
                    <a:pt x="0" y="62915"/>
                  </a:cubicBezTo>
                  <a:lnTo>
                    <a:pt x="0" y="95585"/>
                  </a:lnTo>
                  <a:cubicBezTo>
                    <a:pt x="0" y="98967"/>
                    <a:pt x="2745" y="101712"/>
                    <a:pt x="6127" y="101712"/>
                  </a:cubicBezTo>
                  <a:lnTo>
                    <a:pt x="15539" y="101712"/>
                  </a:lnTo>
                  <a:cubicBezTo>
                    <a:pt x="18798" y="110266"/>
                    <a:pt x="23896" y="118059"/>
                    <a:pt x="30464" y="124505"/>
                  </a:cubicBezTo>
                  <a:cubicBezTo>
                    <a:pt x="37033" y="130927"/>
                    <a:pt x="44925" y="135853"/>
                    <a:pt x="53503" y="138916"/>
                  </a:cubicBezTo>
                  <a:lnTo>
                    <a:pt x="53503" y="161342"/>
                  </a:lnTo>
                  <a:cubicBezTo>
                    <a:pt x="53503" y="164724"/>
                    <a:pt x="56248" y="167469"/>
                    <a:pt x="59630" y="167469"/>
                  </a:cubicBezTo>
                  <a:lnTo>
                    <a:pt x="84139" y="167469"/>
                  </a:lnTo>
                  <a:cubicBezTo>
                    <a:pt x="87521" y="167469"/>
                    <a:pt x="90266" y="164724"/>
                    <a:pt x="90266" y="161342"/>
                  </a:cubicBezTo>
                  <a:lnTo>
                    <a:pt x="90266" y="142568"/>
                  </a:lnTo>
                  <a:lnTo>
                    <a:pt x="118868" y="142568"/>
                  </a:lnTo>
                  <a:lnTo>
                    <a:pt x="118868" y="161342"/>
                  </a:lnTo>
                  <a:cubicBezTo>
                    <a:pt x="118868" y="164724"/>
                    <a:pt x="121613" y="167469"/>
                    <a:pt x="124995" y="167469"/>
                  </a:cubicBezTo>
                  <a:lnTo>
                    <a:pt x="149504" y="167469"/>
                  </a:lnTo>
                  <a:cubicBezTo>
                    <a:pt x="152886" y="167469"/>
                    <a:pt x="155631" y="164724"/>
                    <a:pt x="155631" y="161342"/>
                  </a:cubicBezTo>
                  <a:lnTo>
                    <a:pt x="155631" y="136931"/>
                  </a:lnTo>
                  <a:cubicBezTo>
                    <a:pt x="162518" y="133794"/>
                    <a:pt x="168914" y="129383"/>
                    <a:pt x="174257" y="124015"/>
                  </a:cubicBezTo>
                  <a:cubicBezTo>
                    <a:pt x="184943" y="113329"/>
                    <a:pt x="191340" y="99482"/>
                    <a:pt x="192565" y="84580"/>
                  </a:cubicBezTo>
                  <a:cubicBezTo>
                    <a:pt x="202099" y="81983"/>
                    <a:pt x="209133" y="73257"/>
                    <a:pt x="209133" y="62915"/>
                  </a:cubicBezTo>
                  <a:cubicBezTo>
                    <a:pt x="209133" y="59533"/>
                    <a:pt x="206388" y="56788"/>
                    <a:pt x="203006" y="56788"/>
                  </a:cubicBezTo>
                  <a:cubicBezTo>
                    <a:pt x="199624" y="56788"/>
                    <a:pt x="196879" y="59533"/>
                    <a:pt x="196879" y="62915"/>
                  </a:cubicBezTo>
                  <a:cubicBezTo>
                    <a:pt x="196879" y="66444"/>
                    <a:pt x="195065" y="69581"/>
                    <a:pt x="192320" y="71419"/>
                  </a:cubicBezTo>
                  <a:cubicBezTo>
                    <a:pt x="188497" y="40563"/>
                    <a:pt x="162395" y="16520"/>
                    <a:pt x="130656" y="15956"/>
                  </a:cubicBezTo>
                  <a:cubicBezTo>
                    <a:pt x="124284" y="23186"/>
                    <a:pt x="114946" y="27769"/>
                    <a:pt x="104579" y="27769"/>
                  </a:cubicBezTo>
                  <a:cubicBezTo>
                    <a:pt x="94187" y="27769"/>
                    <a:pt x="84849" y="23186"/>
                    <a:pt x="78477" y="15931"/>
                  </a:cubicBezTo>
                  <a:lnTo>
                    <a:pt x="74752" y="15931"/>
                  </a:lnTo>
                  <a:cubicBezTo>
                    <a:pt x="72105" y="15931"/>
                    <a:pt x="69458" y="16103"/>
                    <a:pt x="66835" y="16422"/>
                  </a:cubicBezTo>
                  <a:cubicBezTo>
                    <a:pt x="59605" y="6201"/>
                    <a:pt x="47817" y="1"/>
                    <a:pt x="35121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6" name="Google Shape;5226;p29"/>
            <p:cNvSpPr/>
            <p:nvPr/>
          </p:nvSpPr>
          <p:spPr>
            <a:xfrm>
              <a:off x="3243225" y="391300"/>
              <a:ext cx="1123125" cy="1123125"/>
            </a:xfrm>
            <a:custGeom>
              <a:rect b="b" l="l" r="r" t="t"/>
              <a:pathLst>
                <a:path extrusionOk="0" h="44925" w="44925">
                  <a:moveTo>
                    <a:pt x="22475" y="0"/>
                  </a:moveTo>
                  <a:cubicBezTo>
                    <a:pt x="10073" y="0"/>
                    <a:pt x="0" y="10073"/>
                    <a:pt x="0" y="22475"/>
                  </a:cubicBezTo>
                  <a:cubicBezTo>
                    <a:pt x="0" y="34852"/>
                    <a:pt x="10073" y="44925"/>
                    <a:pt x="22475" y="44925"/>
                  </a:cubicBezTo>
                  <a:cubicBezTo>
                    <a:pt x="34852" y="44925"/>
                    <a:pt x="44925" y="34852"/>
                    <a:pt x="44925" y="22475"/>
                  </a:cubicBezTo>
                  <a:cubicBezTo>
                    <a:pt x="44925" y="10073"/>
                    <a:pt x="34852" y="0"/>
                    <a:pt x="22475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27" name="Google Shape;5227;p29"/>
          <p:cNvGrpSpPr/>
          <p:nvPr/>
        </p:nvGrpSpPr>
        <p:grpSpPr>
          <a:xfrm>
            <a:off x="804951" y="3248548"/>
            <a:ext cx="427156" cy="407134"/>
            <a:chOff x="1190625" y="360650"/>
            <a:chExt cx="5228350" cy="4983275"/>
          </a:xfrm>
        </p:grpSpPr>
        <p:sp>
          <p:nvSpPr>
            <p:cNvPr id="5228" name="Google Shape;5228;p29"/>
            <p:cNvSpPr/>
            <p:nvPr/>
          </p:nvSpPr>
          <p:spPr>
            <a:xfrm>
              <a:off x="3958275" y="360650"/>
              <a:ext cx="2460700" cy="3538475"/>
            </a:xfrm>
            <a:custGeom>
              <a:rect b="b" l="l" r="r" t="t"/>
              <a:pathLst>
                <a:path extrusionOk="0" h="141539" w="98428">
                  <a:moveTo>
                    <a:pt x="6127" y="1"/>
                  </a:moveTo>
                  <a:cubicBezTo>
                    <a:pt x="2745" y="1"/>
                    <a:pt x="0" y="2746"/>
                    <a:pt x="0" y="6128"/>
                  </a:cubicBezTo>
                  <a:lnTo>
                    <a:pt x="0" y="92325"/>
                  </a:lnTo>
                  <a:cubicBezTo>
                    <a:pt x="0" y="94507"/>
                    <a:pt x="1152" y="96541"/>
                    <a:pt x="3064" y="97619"/>
                  </a:cubicBezTo>
                  <a:lnTo>
                    <a:pt x="77717" y="140730"/>
                  </a:lnTo>
                  <a:cubicBezTo>
                    <a:pt x="78673" y="141269"/>
                    <a:pt x="79727" y="141539"/>
                    <a:pt x="80757" y="141539"/>
                  </a:cubicBezTo>
                  <a:cubicBezTo>
                    <a:pt x="82889" y="141539"/>
                    <a:pt x="84948" y="140461"/>
                    <a:pt x="86075" y="138475"/>
                  </a:cubicBezTo>
                  <a:cubicBezTo>
                    <a:pt x="94163" y="124505"/>
                    <a:pt x="98427" y="108550"/>
                    <a:pt x="98427" y="92325"/>
                  </a:cubicBezTo>
                  <a:cubicBezTo>
                    <a:pt x="98427" y="76100"/>
                    <a:pt x="94163" y="60121"/>
                    <a:pt x="86075" y="46151"/>
                  </a:cubicBezTo>
                  <a:cubicBezTo>
                    <a:pt x="78110" y="32377"/>
                    <a:pt x="66639" y="20809"/>
                    <a:pt x="52939" y="12745"/>
                  </a:cubicBezTo>
                  <a:cubicBezTo>
                    <a:pt x="38798" y="4412"/>
                    <a:pt x="22622" y="1"/>
                    <a:pt x="6127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9" name="Google Shape;5229;p29"/>
            <p:cNvSpPr/>
            <p:nvPr/>
          </p:nvSpPr>
          <p:spPr>
            <a:xfrm>
              <a:off x="1190625" y="728300"/>
              <a:ext cx="4332550" cy="4615625"/>
            </a:xfrm>
            <a:custGeom>
              <a:rect b="b" l="l" r="r" t="t"/>
              <a:pathLst>
                <a:path extrusionOk="0" h="184625" w="173302">
                  <a:moveTo>
                    <a:pt x="92325" y="0"/>
                  </a:moveTo>
                  <a:cubicBezTo>
                    <a:pt x="75830" y="0"/>
                    <a:pt x="59630" y="4412"/>
                    <a:pt x="45513" y="12745"/>
                  </a:cubicBezTo>
                  <a:cubicBezTo>
                    <a:pt x="31788" y="20808"/>
                    <a:pt x="20342" y="32376"/>
                    <a:pt x="12352" y="46150"/>
                  </a:cubicBezTo>
                  <a:cubicBezTo>
                    <a:pt x="4265" y="60120"/>
                    <a:pt x="0" y="76100"/>
                    <a:pt x="0" y="92325"/>
                  </a:cubicBezTo>
                  <a:cubicBezTo>
                    <a:pt x="0" y="108549"/>
                    <a:pt x="4265" y="124505"/>
                    <a:pt x="12352" y="138475"/>
                  </a:cubicBezTo>
                  <a:cubicBezTo>
                    <a:pt x="20342" y="152273"/>
                    <a:pt x="31788" y="163817"/>
                    <a:pt x="45513" y="171905"/>
                  </a:cubicBezTo>
                  <a:cubicBezTo>
                    <a:pt x="59630" y="180238"/>
                    <a:pt x="75830" y="184625"/>
                    <a:pt x="92325" y="184625"/>
                  </a:cubicBezTo>
                  <a:cubicBezTo>
                    <a:pt x="108819" y="184625"/>
                    <a:pt x="124995" y="180238"/>
                    <a:pt x="139136" y="171905"/>
                  </a:cubicBezTo>
                  <a:cubicBezTo>
                    <a:pt x="152837" y="163817"/>
                    <a:pt x="164307" y="152273"/>
                    <a:pt x="172272" y="138475"/>
                  </a:cubicBezTo>
                  <a:cubicBezTo>
                    <a:pt x="173081" y="137078"/>
                    <a:pt x="173302" y="135411"/>
                    <a:pt x="172885" y="133842"/>
                  </a:cubicBezTo>
                  <a:cubicBezTo>
                    <a:pt x="172468" y="132274"/>
                    <a:pt x="171439" y="130926"/>
                    <a:pt x="170042" y="130117"/>
                  </a:cubicBezTo>
                  <a:lnTo>
                    <a:pt x="98452" y="88771"/>
                  </a:lnTo>
                  <a:lnTo>
                    <a:pt x="98452" y="6127"/>
                  </a:lnTo>
                  <a:cubicBezTo>
                    <a:pt x="98452" y="2745"/>
                    <a:pt x="95707" y="0"/>
                    <a:pt x="92325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30" name="Google Shape;5230;p29"/>
          <p:cNvGrpSpPr/>
          <p:nvPr/>
        </p:nvGrpSpPr>
        <p:grpSpPr>
          <a:xfrm>
            <a:off x="7958401" y="3263536"/>
            <a:ext cx="427156" cy="392146"/>
            <a:chOff x="1190625" y="462600"/>
            <a:chExt cx="5228350" cy="4799825"/>
          </a:xfrm>
        </p:grpSpPr>
        <p:sp>
          <p:nvSpPr>
            <p:cNvPr id="5231" name="Google Shape;5231;p29"/>
            <p:cNvSpPr/>
            <p:nvPr/>
          </p:nvSpPr>
          <p:spPr>
            <a:xfrm>
              <a:off x="2229775" y="462600"/>
              <a:ext cx="933200" cy="1327550"/>
            </a:xfrm>
            <a:custGeom>
              <a:rect b="b" l="l" r="r" t="t"/>
              <a:pathLst>
                <a:path extrusionOk="0" h="53102" w="37328">
                  <a:moveTo>
                    <a:pt x="30327" y="1"/>
                  </a:moveTo>
                  <a:cubicBezTo>
                    <a:pt x="28081" y="1"/>
                    <a:pt x="25913" y="1244"/>
                    <a:pt x="24853" y="3398"/>
                  </a:cubicBezTo>
                  <a:lnTo>
                    <a:pt x="1" y="53102"/>
                  </a:lnTo>
                  <a:lnTo>
                    <a:pt x="13677" y="53102"/>
                  </a:lnTo>
                  <a:lnTo>
                    <a:pt x="35808" y="8888"/>
                  </a:lnTo>
                  <a:cubicBezTo>
                    <a:pt x="37328" y="5849"/>
                    <a:pt x="36102" y="2172"/>
                    <a:pt x="33063" y="653"/>
                  </a:cubicBezTo>
                  <a:cubicBezTo>
                    <a:pt x="32185" y="211"/>
                    <a:pt x="31250" y="1"/>
                    <a:pt x="30327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2" name="Google Shape;5232;p29"/>
            <p:cNvSpPr/>
            <p:nvPr/>
          </p:nvSpPr>
          <p:spPr>
            <a:xfrm>
              <a:off x="4447225" y="462600"/>
              <a:ext cx="933175" cy="1327550"/>
            </a:xfrm>
            <a:custGeom>
              <a:rect b="b" l="l" r="r" t="t"/>
              <a:pathLst>
                <a:path extrusionOk="0" h="53102" w="37327">
                  <a:moveTo>
                    <a:pt x="6988" y="1"/>
                  </a:moveTo>
                  <a:cubicBezTo>
                    <a:pt x="6064" y="1"/>
                    <a:pt x="5125" y="211"/>
                    <a:pt x="4240" y="653"/>
                  </a:cubicBezTo>
                  <a:cubicBezTo>
                    <a:pt x="1226" y="2172"/>
                    <a:pt x="0" y="5849"/>
                    <a:pt x="1495" y="8888"/>
                  </a:cubicBezTo>
                  <a:lnTo>
                    <a:pt x="23627" y="53102"/>
                  </a:lnTo>
                  <a:lnTo>
                    <a:pt x="37327" y="53102"/>
                  </a:lnTo>
                  <a:lnTo>
                    <a:pt x="12475" y="3398"/>
                  </a:lnTo>
                  <a:cubicBezTo>
                    <a:pt x="11398" y="1244"/>
                    <a:pt x="9237" y="1"/>
                    <a:pt x="6988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3" name="Google Shape;5233;p29"/>
            <p:cNvSpPr/>
            <p:nvPr/>
          </p:nvSpPr>
          <p:spPr>
            <a:xfrm>
              <a:off x="1190625" y="2096500"/>
              <a:ext cx="5228350" cy="3165925"/>
            </a:xfrm>
            <a:custGeom>
              <a:rect b="b" l="l" r="r" t="t"/>
              <a:pathLst>
                <a:path extrusionOk="0" h="126637" w="209134">
                  <a:moveTo>
                    <a:pt x="104579" y="24509"/>
                  </a:moveTo>
                  <a:cubicBezTo>
                    <a:pt x="107961" y="24509"/>
                    <a:pt x="110706" y="27254"/>
                    <a:pt x="110706" y="30636"/>
                  </a:cubicBezTo>
                  <a:lnTo>
                    <a:pt x="110706" y="32695"/>
                  </a:lnTo>
                  <a:lnTo>
                    <a:pt x="116833" y="32695"/>
                  </a:lnTo>
                  <a:cubicBezTo>
                    <a:pt x="120216" y="32695"/>
                    <a:pt x="122961" y="35440"/>
                    <a:pt x="122961" y="38822"/>
                  </a:cubicBezTo>
                  <a:cubicBezTo>
                    <a:pt x="122961" y="42204"/>
                    <a:pt x="120216" y="44949"/>
                    <a:pt x="116833" y="44949"/>
                  </a:cubicBezTo>
                  <a:lnTo>
                    <a:pt x="104579" y="44949"/>
                  </a:lnTo>
                  <a:cubicBezTo>
                    <a:pt x="101197" y="44949"/>
                    <a:pt x="98452" y="47694"/>
                    <a:pt x="98452" y="51076"/>
                  </a:cubicBezTo>
                  <a:cubicBezTo>
                    <a:pt x="98452" y="54459"/>
                    <a:pt x="101197" y="57204"/>
                    <a:pt x="104579" y="57204"/>
                  </a:cubicBezTo>
                  <a:cubicBezTo>
                    <a:pt x="114701" y="57204"/>
                    <a:pt x="122961" y="65439"/>
                    <a:pt x="122961" y="75585"/>
                  </a:cubicBezTo>
                  <a:cubicBezTo>
                    <a:pt x="122961" y="83575"/>
                    <a:pt x="117838" y="90388"/>
                    <a:pt x="110706" y="92913"/>
                  </a:cubicBezTo>
                  <a:lnTo>
                    <a:pt x="110706" y="96001"/>
                  </a:lnTo>
                  <a:cubicBezTo>
                    <a:pt x="110706" y="99383"/>
                    <a:pt x="107961" y="102128"/>
                    <a:pt x="104579" y="102128"/>
                  </a:cubicBezTo>
                  <a:cubicBezTo>
                    <a:pt x="101197" y="102128"/>
                    <a:pt x="98452" y="99383"/>
                    <a:pt x="98452" y="96001"/>
                  </a:cubicBezTo>
                  <a:lnTo>
                    <a:pt x="98452" y="93967"/>
                  </a:lnTo>
                  <a:lnTo>
                    <a:pt x="92325" y="93967"/>
                  </a:lnTo>
                  <a:cubicBezTo>
                    <a:pt x="88942" y="93967"/>
                    <a:pt x="86197" y="91222"/>
                    <a:pt x="86197" y="87840"/>
                  </a:cubicBezTo>
                  <a:cubicBezTo>
                    <a:pt x="86197" y="84457"/>
                    <a:pt x="88942" y="81712"/>
                    <a:pt x="92325" y="81712"/>
                  </a:cubicBezTo>
                  <a:lnTo>
                    <a:pt x="104579" y="81712"/>
                  </a:lnTo>
                  <a:cubicBezTo>
                    <a:pt x="107937" y="81712"/>
                    <a:pt x="110706" y="78967"/>
                    <a:pt x="110706" y="75585"/>
                  </a:cubicBezTo>
                  <a:cubicBezTo>
                    <a:pt x="110706" y="72203"/>
                    <a:pt x="107937" y="69458"/>
                    <a:pt x="104579" y="69458"/>
                  </a:cubicBezTo>
                  <a:cubicBezTo>
                    <a:pt x="94432" y="69458"/>
                    <a:pt x="86197" y="61199"/>
                    <a:pt x="86197" y="51076"/>
                  </a:cubicBezTo>
                  <a:cubicBezTo>
                    <a:pt x="86197" y="43087"/>
                    <a:pt x="91320" y="36273"/>
                    <a:pt x="98452" y="33749"/>
                  </a:cubicBezTo>
                  <a:lnTo>
                    <a:pt x="98452" y="30636"/>
                  </a:lnTo>
                  <a:cubicBezTo>
                    <a:pt x="98452" y="27254"/>
                    <a:pt x="101197" y="24509"/>
                    <a:pt x="104579" y="24509"/>
                  </a:cubicBezTo>
                  <a:close/>
                  <a:moveTo>
                    <a:pt x="6127" y="0"/>
                  </a:moveTo>
                  <a:cubicBezTo>
                    <a:pt x="2745" y="0"/>
                    <a:pt x="0" y="2745"/>
                    <a:pt x="0" y="6127"/>
                  </a:cubicBezTo>
                  <a:cubicBezTo>
                    <a:pt x="0" y="9510"/>
                    <a:pt x="2745" y="12254"/>
                    <a:pt x="6127" y="12254"/>
                  </a:cubicBezTo>
                  <a:lnTo>
                    <a:pt x="9754" y="12254"/>
                  </a:lnTo>
                  <a:lnTo>
                    <a:pt x="33234" y="121784"/>
                  </a:lnTo>
                  <a:cubicBezTo>
                    <a:pt x="33822" y="124627"/>
                    <a:pt x="36322" y="126637"/>
                    <a:pt x="39214" y="126637"/>
                  </a:cubicBezTo>
                  <a:lnTo>
                    <a:pt x="169919" y="126637"/>
                  </a:lnTo>
                  <a:cubicBezTo>
                    <a:pt x="172811" y="126637"/>
                    <a:pt x="175311" y="124627"/>
                    <a:pt x="175924" y="121784"/>
                  </a:cubicBezTo>
                  <a:lnTo>
                    <a:pt x="199379" y="12254"/>
                  </a:lnTo>
                  <a:lnTo>
                    <a:pt x="203006" y="12254"/>
                  </a:lnTo>
                  <a:cubicBezTo>
                    <a:pt x="206388" y="12254"/>
                    <a:pt x="209133" y="9510"/>
                    <a:pt x="209133" y="6127"/>
                  </a:cubicBezTo>
                  <a:cubicBezTo>
                    <a:pt x="209133" y="2745"/>
                    <a:pt x="206388" y="0"/>
                    <a:pt x="203006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34" name="Google Shape;5234;p29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8" name="Shape 5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9" name="Google Shape;5239;p30"/>
          <p:cNvGrpSpPr/>
          <p:nvPr/>
        </p:nvGrpSpPr>
        <p:grpSpPr>
          <a:xfrm>
            <a:off x="2684217" y="1113234"/>
            <a:ext cx="3775566" cy="3420822"/>
            <a:chOff x="2684217" y="1113234"/>
            <a:chExt cx="3775566" cy="3420822"/>
          </a:xfrm>
        </p:grpSpPr>
        <p:sp>
          <p:nvSpPr>
            <p:cNvPr id="5240" name="Google Shape;5240;p30"/>
            <p:cNvSpPr/>
            <p:nvPr/>
          </p:nvSpPr>
          <p:spPr>
            <a:xfrm>
              <a:off x="3970825" y="4347550"/>
              <a:ext cx="440400" cy="106200"/>
            </a:xfrm>
            <a:prstGeom prst="rect">
              <a:avLst/>
            </a:pr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1" name="Google Shape;5241;p30"/>
            <p:cNvSpPr/>
            <p:nvPr/>
          </p:nvSpPr>
          <p:spPr>
            <a:xfrm>
              <a:off x="4962175" y="4337800"/>
              <a:ext cx="440400" cy="66300"/>
            </a:xfrm>
            <a:prstGeom prst="rect">
              <a:avLst/>
            </a:pr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2" name="Google Shape;5242;p30"/>
            <p:cNvSpPr/>
            <p:nvPr/>
          </p:nvSpPr>
          <p:spPr>
            <a:xfrm>
              <a:off x="3857936" y="2655875"/>
              <a:ext cx="68939" cy="763255"/>
            </a:xfrm>
            <a:custGeom>
              <a:rect b="b" l="l" r="r" t="t"/>
              <a:pathLst>
                <a:path extrusionOk="0" h="23848" w="2154">
                  <a:moveTo>
                    <a:pt x="2154" y="1"/>
                  </a:moveTo>
                  <a:lnTo>
                    <a:pt x="2154" y="1"/>
                  </a:lnTo>
                  <a:cubicBezTo>
                    <a:pt x="1995" y="223"/>
                    <a:pt x="1837" y="444"/>
                    <a:pt x="1710" y="666"/>
                  </a:cubicBezTo>
                  <a:cubicBezTo>
                    <a:pt x="1647" y="729"/>
                    <a:pt x="1615" y="824"/>
                    <a:pt x="1552" y="888"/>
                  </a:cubicBezTo>
                  <a:cubicBezTo>
                    <a:pt x="1489" y="1014"/>
                    <a:pt x="1425" y="1141"/>
                    <a:pt x="1330" y="1236"/>
                  </a:cubicBezTo>
                  <a:cubicBezTo>
                    <a:pt x="1330" y="1268"/>
                    <a:pt x="1330" y="1299"/>
                    <a:pt x="1299" y="1331"/>
                  </a:cubicBezTo>
                  <a:cubicBezTo>
                    <a:pt x="1235" y="1458"/>
                    <a:pt x="1172" y="1553"/>
                    <a:pt x="1109" y="1679"/>
                  </a:cubicBezTo>
                  <a:cubicBezTo>
                    <a:pt x="1045" y="1806"/>
                    <a:pt x="982" y="1933"/>
                    <a:pt x="950" y="2028"/>
                  </a:cubicBezTo>
                  <a:cubicBezTo>
                    <a:pt x="887" y="2154"/>
                    <a:pt x="855" y="2281"/>
                    <a:pt x="792" y="2408"/>
                  </a:cubicBezTo>
                  <a:cubicBezTo>
                    <a:pt x="760" y="2471"/>
                    <a:pt x="697" y="2566"/>
                    <a:pt x="665" y="2661"/>
                  </a:cubicBezTo>
                  <a:cubicBezTo>
                    <a:pt x="665" y="2693"/>
                    <a:pt x="665" y="2724"/>
                    <a:pt x="665" y="2756"/>
                  </a:cubicBezTo>
                  <a:cubicBezTo>
                    <a:pt x="602" y="2851"/>
                    <a:pt x="570" y="2978"/>
                    <a:pt x="539" y="3073"/>
                  </a:cubicBezTo>
                  <a:cubicBezTo>
                    <a:pt x="507" y="3199"/>
                    <a:pt x="475" y="3326"/>
                    <a:pt x="412" y="3453"/>
                  </a:cubicBezTo>
                  <a:cubicBezTo>
                    <a:pt x="380" y="3579"/>
                    <a:pt x="380" y="3674"/>
                    <a:pt x="349" y="3801"/>
                  </a:cubicBezTo>
                  <a:cubicBezTo>
                    <a:pt x="317" y="3896"/>
                    <a:pt x="285" y="3959"/>
                    <a:pt x="285" y="4054"/>
                  </a:cubicBezTo>
                  <a:cubicBezTo>
                    <a:pt x="254" y="4086"/>
                    <a:pt x="254" y="4118"/>
                    <a:pt x="254" y="4149"/>
                  </a:cubicBezTo>
                  <a:cubicBezTo>
                    <a:pt x="222" y="4276"/>
                    <a:pt x="222" y="4403"/>
                    <a:pt x="190" y="4498"/>
                  </a:cubicBezTo>
                  <a:cubicBezTo>
                    <a:pt x="190" y="4625"/>
                    <a:pt x="159" y="4751"/>
                    <a:pt x="159" y="4878"/>
                  </a:cubicBezTo>
                  <a:cubicBezTo>
                    <a:pt x="159" y="5005"/>
                    <a:pt x="127" y="5100"/>
                    <a:pt x="127" y="5226"/>
                  </a:cubicBezTo>
                  <a:cubicBezTo>
                    <a:pt x="127" y="5321"/>
                    <a:pt x="127" y="5385"/>
                    <a:pt x="127" y="5480"/>
                  </a:cubicBezTo>
                  <a:cubicBezTo>
                    <a:pt x="95" y="5543"/>
                    <a:pt x="95" y="5606"/>
                    <a:pt x="95" y="5701"/>
                  </a:cubicBezTo>
                  <a:lnTo>
                    <a:pt x="3" y="23362"/>
                  </a:lnTo>
                  <a:lnTo>
                    <a:pt x="3" y="23362"/>
                  </a:lnTo>
                  <a:cubicBezTo>
                    <a:pt x="32" y="23241"/>
                    <a:pt x="32" y="23147"/>
                    <a:pt x="32" y="23024"/>
                  </a:cubicBezTo>
                  <a:cubicBezTo>
                    <a:pt x="32" y="22897"/>
                    <a:pt x="64" y="22771"/>
                    <a:pt x="95" y="22644"/>
                  </a:cubicBezTo>
                  <a:cubicBezTo>
                    <a:pt x="95" y="22549"/>
                    <a:pt x="127" y="22422"/>
                    <a:pt x="127" y="22296"/>
                  </a:cubicBezTo>
                  <a:cubicBezTo>
                    <a:pt x="159" y="22201"/>
                    <a:pt x="190" y="22074"/>
                    <a:pt x="222" y="21947"/>
                  </a:cubicBezTo>
                  <a:cubicBezTo>
                    <a:pt x="254" y="21821"/>
                    <a:pt x="285" y="21726"/>
                    <a:pt x="317" y="21599"/>
                  </a:cubicBezTo>
                  <a:cubicBezTo>
                    <a:pt x="349" y="21472"/>
                    <a:pt x="380" y="21346"/>
                    <a:pt x="412" y="21219"/>
                  </a:cubicBezTo>
                  <a:cubicBezTo>
                    <a:pt x="444" y="21124"/>
                    <a:pt x="475" y="20997"/>
                    <a:pt x="539" y="20902"/>
                  </a:cubicBezTo>
                  <a:cubicBezTo>
                    <a:pt x="570" y="20776"/>
                    <a:pt x="634" y="20649"/>
                    <a:pt x="665" y="20522"/>
                  </a:cubicBezTo>
                  <a:cubicBezTo>
                    <a:pt x="729" y="20396"/>
                    <a:pt x="760" y="20301"/>
                    <a:pt x="824" y="20174"/>
                  </a:cubicBezTo>
                  <a:cubicBezTo>
                    <a:pt x="887" y="20047"/>
                    <a:pt x="950" y="19921"/>
                    <a:pt x="982" y="19826"/>
                  </a:cubicBezTo>
                  <a:cubicBezTo>
                    <a:pt x="1045" y="19699"/>
                    <a:pt x="1109" y="19572"/>
                    <a:pt x="1172" y="19477"/>
                  </a:cubicBezTo>
                  <a:cubicBezTo>
                    <a:pt x="1267" y="19319"/>
                    <a:pt x="1362" y="19161"/>
                    <a:pt x="1425" y="19034"/>
                  </a:cubicBezTo>
                  <a:cubicBezTo>
                    <a:pt x="1489" y="18939"/>
                    <a:pt x="1520" y="18876"/>
                    <a:pt x="1584" y="18812"/>
                  </a:cubicBezTo>
                  <a:cubicBezTo>
                    <a:pt x="1710" y="18591"/>
                    <a:pt x="1869" y="18369"/>
                    <a:pt x="2027" y="18147"/>
                  </a:cubicBezTo>
                  <a:lnTo>
                    <a:pt x="2154" y="1"/>
                  </a:lnTo>
                  <a:close/>
                  <a:moveTo>
                    <a:pt x="3" y="23362"/>
                  </a:moveTo>
                  <a:cubicBezTo>
                    <a:pt x="2" y="23366"/>
                    <a:pt x="1" y="23369"/>
                    <a:pt x="0" y="23373"/>
                  </a:cubicBezTo>
                  <a:cubicBezTo>
                    <a:pt x="0" y="23531"/>
                    <a:pt x="0" y="23689"/>
                    <a:pt x="0" y="23848"/>
                  </a:cubicBezTo>
                  <a:lnTo>
                    <a:pt x="3" y="23362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3" name="Google Shape;5243;p30"/>
            <p:cNvSpPr/>
            <p:nvPr/>
          </p:nvSpPr>
          <p:spPr>
            <a:xfrm>
              <a:off x="3987653" y="1327092"/>
              <a:ext cx="992315" cy="1655203"/>
            </a:xfrm>
            <a:custGeom>
              <a:rect b="b" l="l" r="r" t="t"/>
              <a:pathLst>
                <a:path extrusionOk="0" h="51717" w="31005">
                  <a:moveTo>
                    <a:pt x="1" y="1"/>
                  </a:moveTo>
                  <a:lnTo>
                    <a:pt x="11402" y="20079"/>
                  </a:lnTo>
                  <a:lnTo>
                    <a:pt x="12827" y="51716"/>
                  </a:lnTo>
                  <a:lnTo>
                    <a:pt x="17261" y="39365"/>
                  </a:lnTo>
                  <a:lnTo>
                    <a:pt x="31005" y="19256"/>
                  </a:lnTo>
                  <a:lnTo>
                    <a:pt x="28440" y="17134"/>
                  </a:lnTo>
                  <a:lnTo>
                    <a:pt x="16754" y="164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4" name="Google Shape;5244;p30"/>
            <p:cNvSpPr/>
            <p:nvPr/>
          </p:nvSpPr>
          <p:spPr>
            <a:xfrm>
              <a:off x="3984612" y="1327092"/>
              <a:ext cx="417633" cy="1655203"/>
            </a:xfrm>
            <a:custGeom>
              <a:rect b="b" l="l" r="r" t="t"/>
              <a:pathLst>
                <a:path extrusionOk="0" h="51717" w="13049">
                  <a:moveTo>
                    <a:pt x="96" y="1"/>
                  </a:moveTo>
                  <a:lnTo>
                    <a:pt x="1" y="32873"/>
                  </a:lnTo>
                  <a:lnTo>
                    <a:pt x="12922" y="51716"/>
                  </a:lnTo>
                  <a:lnTo>
                    <a:pt x="13049" y="18844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5" name="Google Shape;5245;p30"/>
            <p:cNvSpPr/>
            <p:nvPr/>
          </p:nvSpPr>
          <p:spPr>
            <a:xfrm>
              <a:off x="4398149" y="1904846"/>
              <a:ext cx="580827" cy="1091627"/>
            </a:xfrm>
            <a:custGeom>
              <a:rect b="b" l="l" r="r" t="t"/>
              <a:pathLst>
                <a:path extrusionOk="0" h="34108" w="18148">
                  <a:moveTo>
                    <a:pt x="7950" y="0"/>
                  </a:moveTo>
                  <a:cubicBezTo>
                    <a:pt x="7538" y="0"/>
                    <a:pt x="7126" y="0"/>
                    <a:pt x="6746" y="32"/>
                  </a:cubicBezTo>
                  <a:lnTo>
                    <a:pt x="6683" y="32"/>
                  </a:lnTo>
                  <a:cubicBezTo>
                    <a:pt x="6271" y="64"/>
                    <a:pt x="5860" y="64"/>
                    <a:pt x="5480" y="95"/>
                  </a:cubicBezTo>
                  <a:cubicBezTo>
                    <a:pt x="5321" y="95"/>
                    <a:pt x="5195" y="127"/>
                    <a:pt x="5068" y="127"/>
                  </a:cubicBezTo>
                  <a:cubicBezTo>
                    <a:pt x="4783" y="159"/>
                    <a:pt x="4466" y="159"/>
                    <a:pt x="4181" y="190"/>
                  </a:cubicBezTo>
                  <a:cubicBezTo>
                    <a:pt x="4118" y="190"/>
                    <a:pt x="4055" y="222"/>
                    <a:pt x="3991" y="222"/>
                  </a:cubicBezTo>
                  <a:lnTo>
                    <a:pt x="3770" y="222"/>
                  </a:lnTo>
                  <a:cubicBezTo>
                    <a:pt x="3358" y="285"/>
                    <a:pt x="2914" y="317"/>
                    <a:pt x="2503" y="380"/>
                  </a:cubicBezTo>
                  <a:cubicBezTo>
                    <a:pt x="2439" y="412"/>
                    <a:pt x="2376" y="412"/>
                    <a:pt x="2313" y="412"/>
                  </a:cubicBezTo>
                  <a:cubicBezTo>
                    <a:pt x="1838" y="475"/>
                    <a:pt x="1394" y="539"/>
                    <a:pt x="919" y="634"/>
                  </a:cubicBezTo>
                  <a:cubicBezTo>
                    <a:pt x="856" y="634"/>
                    <a:pt x="824" y="665"/>
                    <a:pt x="761" y="665"/>
                  </a:cubicBezTo>
                  <a:cubicBezTo>
                    <a:pt x="539" y="697"/>
                    <a:pt x="318" y="729"/>
                    <a:pt x="96" y="792"/>
                  </a:cubicBezTo>
                  <a:lnTo>
                    <a:pt x="1" y="33664"/>
                  </a:lnTo>
                  <a:cubicBezTo>
                    <a:pt x="254" y="33633"/>
                    <a:pt x="539" y="33569"/>
                    <a:pt x="793" y="33506"/>
                  </a:cubicBezTo>
                  <a:cubicBezTo>
                    <a:pt x="1268" y="33443"/>
                    <a:pt x="1743" y="33348"/>
                    <a:pt x="2218" y="33284"/>
                  </a:cubicBezTo>
                  <a:lnTo>
                    <a:pt x="2376" y="33284"/>
                  </a:lnTo>
                  <a:cubicBezTo>
                    <a:pt x="2788" y="33221"/>
                    <a:pt x="3231" y="33158"/>
                    <a:pt x="3675" y="33126"/>
                  </a:cubicBezTo>
                  <a:cubicBezTo>
                    <a:pt x="3801" y="33094"/>
                    <a:pt x="3928" y="33094"/>
                    <a:pt x="4086" y="33094"/>
                  </a:cubicBezTo>
                  <a:cubicBezTo>
                    <a:pt x="4371" y="33063"/>
                    <a:pt x="4656" y="33031"/>
                    <a:pt x="4941" y="32999"/>
                  </a:cubicBezTo>
                  <a:cubicBezTo>
                    <a:pt x="5068" y="32999"/>
                    <a:pt x="5226" y="32999"/>
                    <a:pt x="5353" y="32968"/>
                  </a:cubicBezTo>
                  <a:cubicBezTo>
                    <a:pt x="5765" y="32968"/>
                    <a:pt x="6145" y="32936"/>
                    <a:pt x="6556" y="32904"/>
                  </a:cubicBezTo>
                  <a:lnTo>
                    <a:pt x="9533" y="32904"/>
                  </a:lnTo>
                  <a:cubicBezTo>
                    <a:pt x="9755" y="32936"/>
                    <a:pt x="9977" y="32936"/>
                    <a:pt x="10230" y="32936"/>
                  </a:cubicBezTo>
                  <a:cubicBezTo>
                    <a:pt x="10388" y="32968"/>
                    <a:pt x="10578" y="32968"/>
                    <a:pt x="10737" y="32968"/>
                  </a:cubicBezTo>
                  <a:cubicBezTo>
                    <a:pt x="10958" y="32999"/>
                    <a:pt x="11180" y="32999"/>
                    <a:pt x="11402" y="33031"/>
                  </a:cubicBezTo>
                  <a:cubicBezTo>
                    <a:pt x="11592" y="33031"/>
                    <a:pt x="11750" y="33063"/>
                    <a:pt x="11940" y="33063"/>
                  </a:cubicBezTo>
                  <a:cubicBezTo>
                    <a:pt x="12162" y="33094"/>
                    <a:pt x="12352" y="33094"/>
                    <a:pt x="12574" y="33126"/>
                  </a:cubicBezTo>
                  <a:cubicBezTo>
                    <a:pt x="12764" y="33158"/>
                    <a:pt x="12954" y="33158"/>
                    <a:pt x="13112" y="33189"/>
                  </a:cubicBezTo>
                  <a:cubicBezTo>
                    <a:pt x="13334" y="33221"/>
                    <a:pt x="13555" y="33253"/>
                    <a:pt x="13745" y="33284"/>
                  </a:cubicBezTo>
                  <a:cubicBezTo>
                    <a:pt x="13935" y="33284"/>
                    <a:pt x="14125" y="33316"/>
                    <a:pt x="14284" y="33348"/>
                  </a:cubicBezTo>
                  <a:cubicBezTo>
                    <a:pt x="14505" y="33379"/>
                    <a:pt x="14727" y="33411"/>
                    <a:pt x="14949" y="33443"/>
                  </a:cubicBezTo>
                  <a:cubicBezTo>
                    <a:pt x="15139" y="33474"/>
                    <a:pt x="15297" y="33506"/>
                    <a:pt x="15487" y="33538"/>
                  </a:cubicBezTo>
                  <a:cubicBezTo>
                    <a:pt x="15709" y="33601"/>
                    <a:pt x="15930" y="33633"/>
                    <a:pt x="16152" y="33664"/>
                  </a:cubicBezTo>
                  <a:cubicBezTo>
                    <a:pt x="16310" y="33696"/>
                    <a:pt x="16469" y="33728"/>
                    <a:pt x="16627" y="33759"/>
                  </a:cubicBezTo>
                  <a:cubicBezTo>
                    <a:pt x="17102" y="33886"/>
                    <a:pt x="17577" y="33981"/>
                    <a:pt x="18052" y="34108"/>
                  </a:cubicBezTo>
                  <a:lnTo>
                    <a:pt x="18147" y="1204"/>
                  </a:lnTo>
                  <a:cubicBezTo>
                    <a:pt x="17704" y="1077"/>
                    <a:pt x="17229" y="982"/>
                    <a:pt x="16754" y="887"/>
                  </a:cubicBezTo>
                  <a:cubicBezTo>
                    <a:pt x="16691" y="887"/>
                    <a:pt x="16659" y="855"/>
                    <a:pt x="16596" y="855"/>
                  </a:cubicBezTo>
                  <a:lnTo>
                    <a:pt x="16279" y="792"/>
                  </a:lnTo>
                  <a:cubicBezTo>
                    <a:pt x="16057" y="760"/>
                    <a:pt x="15835" y="697"/>
                    <a:pt x="15614" y="665"/>
                  </a:cubicBezTo>
                  <a:cubicBezTo>
                    <a:pt x="15424" y="634"/>
                    <a:pt x="15265" y="602"/>
                    <a:pt x="15075" y="570"/>
                  </a:cubicBezTo>
                  <a:lnTo>
                    <a:pt x="14410" y="475"/>
                  </a:lnTo>
                  <a:cubicBezTo>
                    <a:pt x="14315" y="444"/>
                    <a:pt x="14220" y="444"/>
                    <a:pt x="14125" y="412"/>
                  </a:cubicBezTo>
                  <a:cubicBezTo>
                    <a:pt x="14030" y="412"/>
                    <a:pt x="13967" y="412"/>
                    <a:pt x="13872" y="380"/>
                  </a:cubicBezTo>
                  <a:cubicBezTo>
                    <a:pt x="13682" y="349"/>
                    <a:pt x="13460" y="349"/>
                    <a:pt x="13239" y="317"/>
                  </a:cubicBezTo>
                  <a:cubicBezTo>
                    <a:pt x="13049" y="285"/>
                    <a:pt x="12890" y="254"/>
                    <a:pt x="12700" y="254"/>
                  </a:cubicBezTo>
                  <a:cubicBezTo>
                    <a:pt x="12479" y="222"/>
                    <a:pt x="12257" y="190"/>
                    <a:pt x="12067" y="190"/>
                  </a:cubicBezTo>
                  <a:cubicBezTo>
                    <a:pt x="11940" y="159"/>
                    <a:pt x="11813" y="159"/>
                    <a:pt x="11687" y="159"/>
                  </a:cubicBezTo>
                  <a:lnTo>
                    <a:pt x="11528" y="127"/>
                  </a:lnTo>
                  <a:cubicBezTo>
                    <a:pt x="11307" y="127"/>
                    <a:pt x="11085" y="95"/>
                    <a:pt x="10863" y="95"/>
                  </a:cubicBezTo>
                  <a:cubicBezTo>
                    <a:pt x="10673" y="95"/>
                    <a:pt x="10515" y="64"/>
                    <a:pt x="10325" y="64"/>
                  </a:cubicBezTo>
                  <a:cubicBezTo>
                    <a:pt x="10103" y="64"/>
                    <a:pt x="9882" y="32"/>
                    <a:pt x="9660" y="32"/>
                  </a:cubicBezTo>
                  <a:lnTo>
                    <a:pt x="9153" y="32"/>
                  </a:lnTo>
                  <a:cubicBezTo>
                    <a:pt x="8868" y="0"/>
                    <a:pt x="8615" y="0"/>
                    <a:pt x="8330" y="0"/>
                  </a:cubicBez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6" name="Google Shape;5246;p30"/>
            <p:cNvSpPr/>
            <p:nvPr/>
          </p:nvSpPr>
          <p:spPr>
            <a:xfrm>
              <a:off x="3987653" y="1256713"/>
              <a:ext cx="1434240" cy="686667"/>
            </a:xfrm>
            <a:custGeom>
              <a:rect b="b" l="l" r="r" t="t"/>
              <a:pathLst>
                <a:path extrusionOk="0" h="21455" w="44813">
                  <a:moveTo>
                    <a:pt x="20936" y="0"/>
                  </a:moveTo>
                  <a:cubicBezTo>
                    <a:pt x="13742" y="0"/>
                    <a:pt x="6654" y="758"/>
                    <a:pt x="1" y="2200"/>
                  </a:cubicBezTo>
                  <a:lnTo>
                    <a:pt x="12954" y="21043"/>
                  </a:lnTo>
                  <a:cubicBezTo>
                    <a:pt x="15531" y="20525"/>
                    <a:pt x="18259" y="20255"/>
                    <a:pt x="21030" y="20255"/>
                  </a:cubicBezTo>
                  <a:cubicBezTo>
                    <a:pt x="24354" y="20255"/>
                    <a:pt x="27741" y="20643"/>
                    <a:pt x="31005" y="21455"/>
                  </a:cubicBezTo>
                  <a:lnTo>
                    <a:pt x="44813" y="2897"/>
                  </a:lnTo>
                  <a:cubicBezTo>
                    <a:pt x="37020" y="932"/>
                    <a:pt x="28913" y="0"/>
                    <a:pt x="20936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7" name="Google Shape;5247;p30"/>
            <p:cNvSpPr/>
            <p:nvPr/>
          </p:nvSpPr>
          <p:spPr>
            <a:xfrm>
              <a:off x="2899099" y="2158230"/>
              <a:ext cx="1503147" cy="1078472"/>
            </a:xfrm>
            <a:custGeom>
              <a:rect b="b" l="l" r="r" t="t"/>
              <a:pathLst>
                <a:path extrusionOk="0" h="33697" w="46966">
                  <a:moveTo>
                    <a:pt x="39175" y="0"/>
                  </a:moveTo>
                  <a:lnTo>
                    <a:pt x="31004" y="5986"/>
                  </a:lnTo>
                  <a:lnTo>
                    <a:pt x="0" y="95"/>
                  </a:lnTo>
                  <a:lnTo>
                    <a:pt x="30181" y="9754"/>
                  </a:lnTo>
                  <a:lnTo>
                    <a:pt x="32018" y="33696"/>
                  </a:lnTo>
                  <a:lnTo>
                    <a:pt x="37338" y="8551"/>
                  </a:lnTo>
                  <a:lnTo>
                    <a:pt x="46966" y="254"/>
                  </a:lnTo>
                  <a:lnTo>
                    <a:pt x="39175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8" name="Google Shape;5248;p30"/>
            <p:cNvSpPr/>
            <p:nvPr/>
          </p:nvSpPr>
          <p:spPr>
            <a:xfrm>
              <a:off x="2899099" y="1562264"/>
              <a:ext cx="1503147" cy="857510"/>
            </a:xfrm>
            <a:custGeom>
              <a:rect b="b" l="l" r="r" t="t"/>
              <a:pathLst>
                <a:path extrusionOk="0" h="26793" w="46966">
                  <a:moveTo>
                    <a:pt x="34013" y="0"/>
                  </a:moveTo>
                  <a:cubicBezTo>
                    <a:pt x="19287" y="3199"/>
                    <a:pt x="6746" y="9722"/>
                    <a:pt x="0" y="18716"/>
                  </a:cubicBezTo>
                  <a:lnTo>
                    <a:pt x="32113" y="26792"/>
                  </a:lnTo>
                  <a:cubicBezTo>
                    <a:pt x="35026" y="22897"/>
                    <a:pt x="40537" y="20142"/>
                    <a:pt x="46966" y="18843"/>
                  </a:cubicBezTo>
                  <a:lnTo>
                    <a:pt x="34013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9" name="Google Shape;5249;p30"/>
            <p:cNvSpPr/>
            <p:nvPr/>
          </p:nvSpPr>
          <p:spPr>
            <a:xfrm>
              <a:off x="3922811" y="2165335"/>
              <a:ext cx="478411" cy="1071367"/>
            </a:xfrm>
            <a:custGeom>
              <a:rect b="b" l="l" r="r" t="t"/>
              <a:pathLst>
                <a:path extrusionOk="0" h="33475" w="14948">
                  <a:moveTo>
                    <a:pt x="14948" y="0"/>
                  </a:moveTo>
                  <a:cubicBezTo>
                    <a:pt x="14600" y="95"/>
                    <a:pt x="14220" y="158"/>
                    <a:pt x="13840" y="253"/>
                  </a:cubicBezTo>
                  <a:cubicBezTo>
                    <a:pt x="13713" y="285"/>
                    <a:pt x="13586" y="317"/>
                    <a:pt x="13491" y="348"/>
                  </a:cubicBezTo>
                  <a:cubicBezTo>
                    <a:pt x="13238" y="412"/>
                    <a:pt x="12984" y="475"/>
                    <a:pt x="12731" y="538"/>
                  </a:cubicBezTo>
                  <a:cubicBezTo>
                    <a:pt x="12604" y="570"/>
                    <a:pt x="12446" y="602"/>
                    <a:pt x="12319" y="634"/>
                  </a:cubicBezTo>
                  <a:cubicBezTo>
                    <a:pt x="12098" y="697"/>
                    <a:pt x="11876" y="760"/>
                    <a:pt x="11654" y="824"/>
                  </a:cubicBezTo>
                  <a:lnTo>
                    <a:pt x="11211" y="982"/>
                  </a:lnTo>
                  <a:cubicBezTo>
                    <a:pt x="11116" y="1014"/>
                    <a:pt x="11021" y="1045"/>
                    <a:pt x="10894" y="1077"/>
                  </a:cubicBezTo>
                  <a:cubicBezTo>
                    <a:pt x="10768" y="1109"/>
                    <a:pt x="10641" y="1140"/>
                    <a:pt x="10514" y="1204"/>
                  </a:cubicBezTo>
                  <a:cubicBezTo>
                    <a:pt x="10419" y="1235"/>
                    <a:pt x="10324" y="1267"/>
                    <a:pt x="10261" y="1267"/>
                  </a:cubicBezTo>
                  <a:cubicBezTo>
                    <a:pt x="9913" y="1394"/>
                    <a:pt x="9596" y="1520"/>
                    <a:pt x="9279" y="1615"/>
                  </a:cubicBezTo>
                  <a:lnTo>
                    <a:pt x="9152" y="1679"/>
                  </a:lnTo>
                  <a:cubicBezTo>
                    <a:pt x="8899" y="1774"/>
                    <a:pt x="8614" y="1900"/>
                    <a:pt x="8329" y="1995"/>
                  </a:cubicBezTo>
                  <a:cubicBezTo>
                    <a:pt x="8234" y="2059"/>
                    <a:pt x="8171" y="2090"/>
                    <a:pt x="8076" y="2122"/>
                  </a:cubicBezTo>
                  <a:cubicBezTo>
                    <a:pt x="7822" y="2217"/>
                    <a:pt x="7569" y="2344"/>
                    <a:pt x="7347" y="2439"/>
                  </a:cubicBezTo>
                  <a:cubicBezTo>
                    <a:pt x="7284" y="2470"/>
                    <a:pt x="7221" y="2502"/>
                    <a:pt x="7157" y="2534"/>
                  </a:cubicBezTo>
                  <a:cubicBezTo>
                    <a:pt x="6841" y="2692"/>
                    <a:pt x="6556" y="2819"/>
                    <a:pt x="6271" y="2977"/>
                  </a:cubicBezTo>
                  <a:cubicBezTo>
                    <a:pt x="6207" y="3009"/>
                    <a:pt x="6144" y="3040"/>
                    <a:pt x="6081" y="3072"/>
                  </a:cubicBezTo>
                  <a:cubicBezTo>
                    <a:pt x="5859" y="3199"/>
                    <a:pt x="5637" y="3325"/>
                    <a:pt x="5416" y="3452"/>
                  </a:cubicBezTo>
                  <a:cubicBezTo>
                    <a:pt x="5352" y="3484"/>
                    <a:pt x="5257" y="3547"/>
                    <a:pt x="5194" y="3579"/>
                  </a:cubicBezTo>
                  <a:cubicBezTo>
                    <a:pt x="5131" y="3610"/>
                    <a:pt x="5067" y="3642"/>
                    <a:pt x="5004" y="3674"/>
                  </a:cubicBezTo>
                  <a:cubicBezTo>
                    <a:pt x="4909" y="3737"/>
                    <a:pt x="4814" y="3832"/>
                    <a:pt x="4687" y="3895"/>
                  </a:cubicBezTo>
                  <a:cubicBezTo>
                    <a:pt x="4560" y="3959"/>
                    <a:pt x="4434" y="4054"/>
                    <a:pt x="4275" y="4149"/>
                  </a:cubicBezTo>
                  <a:cubicBezTo>
                    <a:pt x="4149" y="4244"/>
                    <a:pt x="3990" y="4339"/>
                    <a:pt x="3832" y="4434"/>
                  </a:cubicBezTo>
                  <a:cubicBezTo>
                    <a:pt x="3705" y="4529"/>
                    <a:pt x="3579" y="4624"/>
                    <a:pt x="3452" y="4719"/>
                  </a:cubicBezTo>
                  <a:cubicBezTo>
                    <a:pt x="3325" y="4814"/>
                    <a:pt x="3199" y="4940"/>
                    <a:pt x="3040" y="5035"/>
                  </a:cubicBezTo>
                  <a:cubicBezTo>
                    <a:pt x="2914" y="5130"/>
                    <a:pt x="2819" y="5225"/>
                    <a:pt x="2692" y="5320"/>
                  </a:cubicBezTo>
                  <a:cubicBezTo>
                    <a:pt x="2565" y="5416"/>
                    <a:pt x="2439" y="5542"/>
                    <a:pt x="2312" y="5637"/>
                  </a:cubicBezTo>
                  <a:cubicBezTo>
                    <a:pt x="2185" y="5732"/>
                    <a:pt x="2059" y="5827"/>
                    <a:pt x="1964" y="5922"/>
                  </a:cubicBezTo>
                  <a:cubicBezTo>
                    <a:pt x="1964" y="5954"/>
                    <a:pt x="1932" y="5986"/>
                    <a:pt x="1900" y="5986"/>
                  </a:cubicBezTo>
                  <a:cubicBezTo>
                    <a:pt x="1742" y="6144"/>
                    <a:pt x="1552" y="6334"/>
                    <a:pt x="1394" y="6492"/>
                  </a:cubicBezTo>
                  <a:cubicBezTo>
                    <a:pt x="1330" y="6524"/>
                    <a:pt x="1299" y="6587"/>
                    <a:pt x="1267" y="6619"/>
                  </a:cubicBezTo>
                  <a:cubicBezTo>
                    <a:pt x="1077" y="6809"/>
                    <a:pt x="887" y="6999"/>
                    <a:pt x="729" y="7221"/>
                  </a:cubicBezTo>
                  <a:cubicBezTo>
                    <a:pt x="697" y="7221"/>
                    <a:pt x="697" y="7221"/>
                    <a:pt x="697" y="7252"/>
                  </a:cubicBezTo>
                  <a:cubicBezTo>
                    <a:pt x="570" y="7379"/>
                    <a:pt x="443" y="7537"/>
                    <a:pt x="317" y="7696"/>
                  </a:cubicBezTo>
                  <a:cubicBezTo>
                    <a:pt x="253" y="7791"/>
                    <a:pt x="190" y="7854"/>
                    <a:pt x="127" y="7949"/>
                  </a:cubicBezTo>
                  <a:lnTo>
                    <a:pt x="0" y="33474"/>
                  </a:lnTo>
                  <a:cubicBezTo>
                    <a:pt x="190" y="33221"/>
                    <a:pt x="380" y="32999"/>
                    <a:pt x="570" y="32746"/>
                  </a:cubicBezTo>
                  <a:lnTo>
                    <a:pt x="602" y="32746"/>
                  </a:lnTo>
                  <a:cubicBezTo>
                    <a:pt x="760" y="32524"/>
                    <a:pt x="950" y="32334"/>
                    <a:pt x="1140" y="32144"/>
                  </a:cubicBezTo>
                  <a:cubicBezTo>
                    <a:pt x="1172" y="32081"/>
                    <a:pt x="1235" y="32049"/>
                    <a:pt x="1267" y="32017"/>
                  </a:cubicBezTo>
                  <a:cubicBezTo>
                    <a:pt x="1457" y="31827"/>
                    <a:pt x="1647" y="31637"/>
                    <a:pt x="1837" y="31447"/>
                  </a:cubicBezTo>
                  <a:cubicBezTo>
                    <a:pt x="1964" y="31352"/>
                    <a:pt x="2059" y="31257"/>
                    <a:pt x="2185" y="31162"/>
                  </a:cubicBezTo>
                  <a:cubicBezTo>
                    <a:pt x="2312" y="31067"/>
                    <a:pt x="2439" y="30941"/>
                    <a:pt x="2565" y="30814"/>
                  </a:cubicBezTo>
                  <a:cubicBezTo>
                    <a:pt x="2692" y="30719"/>
                    <a:pt x="2819" y="30656"/>
                    <a:pt x="2914" y="30561"/>
                  </a:cubicBezTo>
                  <a:cubicBezTo>
                    <a:pt x="3072" y="30434"/>
                    <a:pt x="3199" y="30339"/>
                    <a:pt x="3357" y="30244"/>
                  </a:cubicBezTo>
                  <a:cubicBezTo>
                    <a:pt x="3484" y="30149"/>
                    <a:pt x="3610" y="30054"/>
                    <a:pt x="3737" y="29959"/>
                  </a:cubicBezTo>
                  <a:cubicBezTo>
                    <a:pt x="3864" y="29864"/>
                    <a:pt x="4022" y="29769"/>
                    <a:pt x="4180" y="29674"/>
                  </a:cubicBezTo>
                  <a:cubicBezTo>
                    <a:pt x="4307" y="29579"/>
                    <a:pt x="4434" y="29484"/>
                    <a:pt x="4560" y="29389"/>
                  </a:cubicBezTo>
                  <a:cubicBezTo>
                    <a:pt x="4750" y="29294"/>
                    <a:pt x="4909" y="29199"/>
                    <a:pt x="5067" y="29104"/>
                  </a:cubicBezTo>
                  <a:cubicBezTo>
                    <a:pt x="5162" y="29040"/>
                    <a:pt x="5226" y="29009"/>
                    <a:pt x="5321" y="28945"/>
                  </a:cubicBezTo>
                  <a:cubicBezTo>
                    <a:pt x="5511" y="28850"/>
                    <a:pt x="5732" y="28724"/>
                    <a:pt x="5954" y="28597"/>
                  </a:cubicBezTo>
                  <a:cubicBezTo>
                    <a:pt x="6017" y="28565"/>
                    <a:pt x="6081" y="28534"/>
                    <a:pt x="6176" y="28502"/>
                  </a:cubicBezTo>
                  <a:cubicBezTo>
                    <a:pt x="6461" y="28344"/>
                    <a:pt x="6746" y="28185"/>
                    <a:pt x="7031" y="28059"/>
                  </a:cubicBezTo>
                  <a:cubicBezTo>
                    <a:pt x="7094" y="28027"/>
                    <a:pt x="7157" y="27995"/>
                    <a:pt x="7221" y="27964"/>
                  </a:cubicBezTo>
                  <a:cubicBezTo>
                    <a:pt x="7474" y="27869"/>
                    <a:pt x="7696" y="27742"/>
                    <a:pt x="7949" y="27647"/>
                  </a:cubicBezTo>
                  <a:cubicBezTo>
                    <a:pt x="8044" y="27615"/>
                    <a:pt x="8139" y="27552"/>
                    <a:pt x="8202" y="27520"/>
                  </a:cubicBezTo>
                  <a:cubicBezTo>
                    <a:pt x="8487" y="27425"/>
                    <a:pt x="8772" y="27299"/>
                    <a:pt x="9026" y="27204"/>
                  </a:cubicBezTo>
                  <a:lnTo>
                    <a:pt x="9152" y="27140"/>
                  </a:lnTo>
                  <a:cubicBezTo>
                    <a:pt x="9469" y="27014"/>
                    <a:pt x="9786" y="26919"/>
                    <a:pt x="10134" y="26792"/>
                  </a:cubicBezTo>
                  <a:cubicBezTo>
                    <a:pt x="10229" y="26760"/>
                    <a:pt x="10293" y="26729"/>
                    <a:pt x="10388" y="26697"/>
                  </a:cubicBezTo>
                  <a:cubicBezTo>
                    <a:pt x="10641" y="26634"/>
                    <a:pt x="10863" y="26539"/>
                    <a:pt x="11084" y="26475"/>
                  </a:cubicBezTo>
                  <a:lnTo>
                    <a:pt x="11528" y="26349"/>
                  </a:lnTo>
                  <a:cubicBezTo>
                    <a:pt x="11749" y="26285"/>
                    <a:pt x="11971" y="26222"/>
                    <a:pt x="12193" y="26159"/>
                  </a:cubicBezTo>
                  <a:cubicBezTo>
                    <a:pt x="12319" y="26127"/>
                    <a:pt x="12478" y="26095"/>
                    <a:pt x="12604" y="26032"/>
                  </a:cubicBezTo>
                  <a:cubicBezTo>
                    <a:pt x="12858" y="25969"/>
                    <a:pt x="13111" y="25905"/>
                    <a:pt x="13364" y="25874"/>
                  </a:cubicBezTo>
                  <a:cubicBezTo>
                    <a:pt x="13491" y="25842"/>
                    <a:pt x="13586" y="25810"/>
                    <a:pt x="13713" y="25779"/>
                  </a:cubicBezTo>
                  <a:cubicBezTo>
                    <a:pt x="14093" y="25684"/>
                    <a:pt x="14473" y="25620"/>
                    <a:pt x="14853" y="25525"/>
                  </a:cubicBezTo>
                  <a:lnTo>
                    <a:pt x="14948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0" name="Google Shape;5250;p30"/>
            <p:cNvSpPr/>
            <p:nvPr/>
          </p:nvSpPr>
          <p:spPr>
            <a:xfrm>
              <a:off x="2896058" y="2161270"/>
              <a:ext cx="1030817" cy="1075432"/>
            </a:xfrm>
            <a:custGeom>
              <a:rect b="b" l="l" r="r" t="t"/>
              <a:pathLst>
                <a:path extrusionOk="0" h="33602" w="32208">
                  <a:moveTo>
                    <a:pt x="95" y="0"/>
                  </a:moveTo>
                  <a:lnTo>
                    <a:pt x="0" y="25526"/>
                  </a:lnTo>
                  <a:lnTo>
                    <a:pt x="32113" y="33601"/>
                  </a:lnTo>
                  <a:lnTo>
                    <a:pt x="32208" y="8076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1" name="Google Shape;5251;p30"/>
            <p:cNvSpPr/>
            <p:nvPr/>
          </p:nvSpPr>
          <p:spPr>
            <a:xfrm>
              <a:off x="2740962" y="2868741"/>
              <a:ext cx="1191994" cy="981145"/>
            </a:xfrm>
            <a:custGeom>
              <a:rect b="b" l="l" r="r" t="t"/>
              <a:pathLst>
                <a:path extrusionOk="0" h="30656" w="37244">
                  <a:moveTo>
                    <a:pt x="1" y="0"/>
                  </a:moveTo>
                  <a:lnTo>
                    <a:pt x="223" y="5669"/>
                  </a:lnTo>
                  <a:lnTo>
                    <a:pt x="3770" y="15708"/>
                  </a:lnTo>
                  <a:lnTo>
                    <a:pt x="4656" y="30656"/>
                  </a:lnTo>
                  <a:lnTo>
                    <a:pt x="11180" y="16943"/>
                  </a:lnTo>
                  <a:lnTo>
                    <a:pt x="23943" y="11433"/>
                  </a:lnTo>
                  <a:lnTo>
                    <a:pt x="37244" y="5067"/>
                  </a:lnTo>
                  <a:lnTo>
                    <a:pt x="30562" y="4941"/>
                  </a:lnTo>
                  <a:lnTo>
                    <a:pt x="7253" y="9406"/>
                  </a:lnTo>
                  <a:lnTo>
                    <a:pt x="3611" y="45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2" name="Google Shape;5252;p30"/>
            <p:cNvSpPr/>
            <p:nvPr/>
          </p:nvSpPr>
          <p:spPr>
            <a:xfrm>
              <a:off x="2889977" y="3030910"/>
              <a:ext cx="1042979" cy="818976"/>
            </a:xfrm>
            <a:custGeom>
              <a:rect b="b" l="l" r="r" t="t"/>
              <a:pathLst>
                <a:path extrusionOk="0" h="25589" w="32588">
                  <a:moveTo>
                    <a:pt x="32588" y="0"/>
                  </a:moveTo>
                  <a:lnTo>
                    <a:pt x="95" y="7411"/>
                  </a:lnTo>
                  <a:lnTo>
                    <a:pt x="0" y="25589"/>
                  </a:lnTo>
                  <a:lnTo>
                    <a:pt x="32493" y="18147"/>
                  </a:lnTo>
                  <a:lnTo>
                    <a:pt x="32588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3" name="Google Shape;5253;p30"/>
            <p:cNvSpPr/>
            <p:nvPr/>
          </p:nvSpPr>
          <p:spPr>
            <a:xfrm>
              <a:off x="2737921" y="2835295"/>
              <a:ext cx="155128" cy="1014591"/>
            </a:xfrm>
            <a:custGeom>
              <a:rect b="b" l="l" r="r" t="t"/>
              <a:pathLst>
                <a:path extrusionOk="0" h="31701" w="4847">
                  <a:moveTo>
                    <a:pt x="128" y="0"/>
                  </a:moveTo>
                  <a:lnTo>
                    <a:pt x="33" y="18147"/>
                  </a:lnTo>
                  <a:cubicBezTo>
                    <a:pt x="1" y="22802"/>
                    <a:pt x="1648" y="27426"/>
                    <a:pt x="4751" y="31701"/>
                  </a:cubicBezTo>
                  <a:lnTo>
                    <a:pt x="4846" y="13555"/>
                  </a:lnTo>
                  <a:cubicBezTo>
                    <a:pt x="2344" y="10071"/>
                    <a:pt x="793" y="6397"/>
                    <a:pt x="318" y="2597"/>
                  </a:cubicBezTo>
                  <a:cubicBezTo>
                    <a:pt x="191" y="1742"/>
                    <a:pt x="128" y="855"/>
                    <a:pt x="128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4" name="Google Shape;5254;p30"/>
            <p:cNvSpPr/>
            <p:nvPr/>
          </p:nvSpPr>
          <p:spPr>
            <a:xfrm>
              <a:off x="2684217" y="2397435"/>
              <a:ext cx="1248739" cy="870664"/>
            </a:xfrm>
            <a:custGeom>
              <a:rect b="b" l="l" r="r" t="t"/>
              <a:pathLst>
                <a:path extrusionOk="0" h="27204" w="39017">
                  <a:moveTo>
                    <a:pt x="6714" y="0"/>
                  </a:moveTo>
                  <a:cubicBezTo>
                    <a:pt x="1" y="9026"/>
                    <a:pt x="444" y="18812"/>
                    <a:pt x="6524" y="27204"/>
                  </a:cubicBezTo>
                  <a:lnTo>
                    <a:pt x="39017" y="19793"/>
                  </a:lnTo>
                  <a:cubicBezTo>
                    <a:pt x="36230" y="16215"/>
                    <a:pt x="35945" y="11971"/>
                    <a:pt x="38827" y="8076"/>
                  </a:cubicBezTo>
                  <a:lnTo>
                    <a:pt x="6714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5" name="Google Shape;5255;p30"/>
            <p:cNvSpPr/>
            <p:nvPr/>
          </p:nvSpPr>
          <p:spPr>
            <a:xfrm>
              <a:off x="3903544" y="4292803"/>
              <a:ext cx="1503147" cy="186525"/>
            </a:xfrm>
            <a:custGeom>
              <a:rect b="b" l="l" r="r" t="t"/>
              <a:pathLst>
                <a:path extrusionOk="0" h="5828" w="46966">
                  <a:moveTo>
                    <a:pt x="33601" y="0"/>
                  </a:moveTo>
                  <a:lnTo>
                    <a:pt x="7886" y="317"/>
                  </a:lnTo>
                  <a:lnTo>
                    <a:pt x="0" y="1235"/>
                  </a:lnTo>
                  <a:lnTo>
                    <a:pt x="26064" y="5827"/>
                  </a:lnTo>
                  <a:lnTo>
                    <a:pt x="46966" y="1457"/>
                  </a:lnTo>
                  <a:lnTo>
                    <a:pt x="33601" y="0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6" name="Google Shape;5256;p30"/>
            <p:cNvSpPr/>
            <p:nvPr/>
          </p:nvSpPr>
          <p:spPr>
            <a:xfrm>
              <a:off x="3903544" y="3735340"/>
              <a:ext cx="1503147" cy="689388"/>
            </a:xfrm>
            <a:custGeom>
              <a:rect b="b" l="l" r="r" t="t"/>
              <a:pathLst>
                <a:path extrusionOk="0" h="21540" w="46966">
                  <a:moveTo>
                    <a:pt x="34045" y="0"/>
                  </a:moveTo>
                  <a:cubicBezTo>
                    <a:pt x="30838" y="839"/>
                    <a:pt x="27325" y="1285"/>
                    <a:pt x="23743" y="1285"/>
                  </a:cubicBezTo>
                  <a:cubicBezTo>
                    <a:pt x="20427" y="1285"/>
                    <a:pt x="17051" y="902"/>
                    <a:pt x="13808" y="95"/>
                  </a:cubicBezTo>
                  <a:lnTo>
                    <a:pt x="0" y="18653"/>
                  </a:lnTo>
                  <a:cubicBezTo>
                    <a:pt x="7774" y="20613"/>
                    <a:pt x="15872" y="21539"/>
                    <a:pt x="23836" y="21539"/>
                  </a:cubicBezTo>
                  <a:cubicBezTo>
                    <a:pt x="31834" y="21539"/>
                    <a:pt x="39698" y="20605"/>
                    <a:pt x="46966" y="18843"/>
                  </a:cubicBezTo>
                  <a:lnTo>
                    <a:pt x="34045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7" name="Google Shape;5257;p30"/>
            <p:cNvSpPr/>
            <p:nvPr/>
          </p:nvSpPr>
          <p:spPr>
            <a:xfrm>
              <a:off x="3899479" y="4332329"/>
              <a:ext cx="1508236" cy="201728"/>
            </a:xfrm>
            <a:custGeom>
              <a:rect b="b" l="l" r="r" t="t"/>
              <a:pathLst>
                <a:path extrusionOk="0" h="6303" w="47125">
                  <a:moveTo>
                    <a:pt x="127" y="0"/>
                  </a:moveTo>
                  <a:lnTo>
                    <a:pt x="1" y="3420"/>
                  </a:lnTo>
                  <a:cubicBezTo>
                    <a:pt x="571" y="3547"/>
                    <a:pt x="1141" y="3674"/>
                    <a:pt x="1711" y="3832"/>
                  </a:cubicBezTo>
                  <a:cubicBezTo>
                    <a:pt x="1869" y="3864"/>
                    <a:pt x="2059" y="3895"/>
                    <a:pt x="2249" y="3927"/>
                  </a:cubicBezTo>
                  <a:cubicBezTo>
                    <a:pt x="2629" y="4022"/>
                    <a:pt x="3041" y="4117"/>
                    <a:pt x="3453" y="4212"/>
                  </a:cubicBezTo>
                  <a:cubicBezTo>
                    <a:pt x="3548" y="4212"/>
                    <a:pt x="3674" y="4244"/>
                    <a:pt x="3769" y="4276"/>
                  </a:cubicBezTo>
                  <a:cubicBezTo>
                    <a:pt x="3864" y="4307"/>
                    <a:pt x="3991" y="4307"/>
                    <a:pt x="4086" y="4339"/>
                  </a:cubicBezTo>
                  <a:cubicBezTo>
                    <a:pt x="4339" y="4371"/>
                    <a:pt x="4593" y="4434"/>
                    <a:pt x="4846" y="4466"/>
                  </a:cubicBezTo>
                  <a:cubicBezTo>
                    <a:pt x="5068" y="4529"/>
                    <a:pt x="5321" y="4561"/>
                    <a:pt x="5574" y="4624"/>
                  </a:cubicBezTo>
                  <a:cubicBezTo>
                    <a:pt x="5828" y="4656"/>
                    <a:pt x="6081" y="4719"/>
                    <a:pt x="6335" y="4751"/>
                  </a:cubicBezTo>
                  <a:lnTo>
                    <a:pt x="7063" y="4877"/>
                  </a:lnTo>
                  <a:cubicBezTo>
                    <a:pt x="7316" y="4941"/>
                    <a:pt x="7570" y="4972"/>
                    <a:pt x="7823" y="5004"/>
                  </a:cubicBezTo>
                  <a:lnTo>
                    <a:pt x="8551" y="5131"/>
                  </a:lnTo>
                  <a:cubicBezTo>
                    <a:pt x="8805" y="5162"/>
                    <a:pt x="9058" y="5194"/>
                    <a:pt x="9311" y="5226"/>
                  </a:cubicBezTo>
                  <a:cubicBezTo>
                    <a:pt x="9438" y="5257"/>
                    <a:pt x="9596" y="5289"/>
                    <a:pt x="9723" y="5289"/>
                  </a:cubicBezTo>
                  <a:lnTo>
                    <a:pt x="10072" y="5352"/>
                  </a:lnTo>
                  <a:cubicBezTo>
                    <a:pt x="10293" y="5384"/>
                    <a:pt x="10547" y="5416"/>
                    <a:pt x="10768" y="5447"/>
                  </a:cubicBezTo>
                  <a:cubicBezTo>
                    <a:pt x="11022" y="5479"/>
                    <a:pt x="11275" y="5511"/>
                    <a:pt x="11528" y="5542"/>
                  </a:cubicBezTo>
                  <a:cubicBezTo>
                    <a:pt x="11782" y="5574"/>
                    <a:pt x="12003" y="5606"/>
                    <a:pt x="12225" y="5637"/>
                  </a:cubicBezTo>
                  <a:cubicBezTo>
                    <a:pt x="12510" y="5669"/>
                    <a:pt x="12763" y="5669"/>
                    <a:pt x="13017" y="5701"/>
                  </a:cubicBezTo>
                  <a:cubicBezTo>
                    <a:pt x="13238" y="5732"/>
                    <a:pt x="13492" y="5764"/>
                    <a:pt x="13713" y="5796"/>
                  </a:cubicBezTo>
                  <a:cubicBezTo>
                    <a:pt x="13967" y="5796"/>
                    <a:pt x="14220" y="5827"/>
                    <a:pt x="14505" y="5859"/>
                  </a:cubicBezTo>
                  <a:cubicBezTo>
                    <a:pt x="14727" y="5891"/>
                    <a:pt x="14949" y="5891"/>
                    <a:pt x="15202" y="5922"/>
                  </a:cubicBezTo>
                  <a:cubicBezTo>
                    <a:pt x="15297" y="5922"/>
                    <a:pt x="15392" y="5954"/>
                    <a:pt x="15487" y="5954"/>
                  </a:cubicBezTo>
                  <a:cubicBezTo>
                    <a:pt x="15645" y="5954"/>
                    <a:pt x="15804" y="5986"/>
                    <a:pt x="15962" y="5986"/>
                  </a:cubicBezTo>
                  <a:cubicBezTo>
                    <a:pt x="16215" y="6017"/>
                    <a:pt x="16437" y="6017"/>
                    <a:pt x="16659" y="6049"/>
                  </a:cubicBezTo>
                  <a:cubicBezTo>
                    <a:pt x="16944" y="6049"/>
                    <a:pt x="17197" y="6081"/>
                    <a:pt x="17450" y="6081"/>
                  </a:cubicBezTo>
                  <a:cubicBezTo>
                    <a:pt x="17672" y="6112"/>
                    <a:pt x="17925" y="6112"/>
                    <a:pt x="18147" y="6144"/>
                  </a:cubicBezTo>
                  <a:cubicBezTo>
                    <a:pt x="18400" y="6144"/>
                    <a:pt x="18685" y="6144"/>
                    <a:pt x="18939" y="6176"/>
                  </a:cubicBezTo>
                  <a:cubicBezTo>
                    <a:pt x="19161" y="6176"/>
                    <a:pt x="19414" y="6207"/>
                    <a:pt x="19636" y="6207"/>
                  </a:cubicBezTo>
                  <a:cubicBezTo>
                    <a:pt x="19889" y="6207"/>
                    <a:pt x="20142" y="6207"/>
                    <a:pt x="20427" y="6239"/>
                  </a:cubicBezTo>
                  <a:lnTo>
                    <a:pt x="21124" y="6239"/>
                  </a:lnTo>
                  <a:cubicBezTo>
                    <a:pt x="21187" y="6239"/>
                    <a:pt x="21251" y="6271"/>
                    <a:pt x="21314" y="6271"/>
                  </a:cubicBezTo>
                  <a:lnTo>
                    <a:pt x="23373" y="6271"/>
                  </a:lnTo>
                  <a:cubicBezTo>
                    <a:pt x="23626" y="6271"/>
                    <a:pt x="23879" y="6302"/>
                    <a:pt x="24133" y="6302"/>
                  </a:cubicBezTo>
                  <a:cubicBezTo>
                    <a:pt x="24386" y="6302"/>
                    <a:pt x="24639" y="6271"/>
                    <a:pt x="24861" y="6271"/>
                  </a:cubicBezTo>
                  <a:lnTo>
                    <a:pt x="26381" y="6271"/>
                  </a:lnTo>
                  <a:cubicBezTo>
                    <a:pt x="26634" y="6239"/>
                    <a:pt x="26888" y="6239"/>
                    <a:pt x="27141" y="6239"/>
                  </a:cubicBezTo>
                  <a:lnTo>
                    <a:pt x="27394" y="6239"/>
                  </a:lnTo>
                  <a:cubicBezTo>
                    <a:pt x="27521" y="6239"/>
                    <a:pt x="27680" y="6207"/>
                    <a:pt x="27806" y="6207"/>
                  </a:cubicBezTo>
                  <a:cubicBezTo>
                    <a:pt x="28123" y="6207"/>
                    <a:pt x="28440" y="6207"/>
                    <a:pt x="28756" y="6176"/>
                  </a:cubicBezTo>
                  <a:cubicBezTo>
                    <a:pt x="28978" y="6176"/>
                    <a:pt x="29200" y="6144"/>
                    <a:pt x="29421" y="6144"/>
                  </a:cubicBezTo>
                  <a:cubicBezTo>
                    <a:pt x="29706" y="6144"/>
                    <a:pt x="30023" y="6112"/>
                    <a:pt x="30340" y="6081"/>
                  </a:cubicBezTo>
                  <a:cubicBezTo>
                    <a:pt x="30561" y="6081"/>
                    <a:pt x="30783" y="6049"/>
                    <a:pt x="31005" y="6049"/>
                  </a:cubicBezTo>
                  <a:cubicBezTo>
                    <a:pt x="31321" y="6017"/>
                    <a:pt x="31606" y="6017"/>
                    <a:pt x="31923" y="5986"/>
                  </a:cubicBezTo>
                  <a:cubicBezTo>
                    <a:pt x="32145" y="5954"/>
                    <a:pt x="32367" y="5954"/>
                    <a:pt x="32557" y="5922"/>
                  </a:cubicBezTo>
                  <a:cubicBezTo>
                    <a:pt x="32905" y="5891"/>
                    <a:pt x="33222" y="5859"/>
                    <a:pt x="33538" y="5827"/>
                  </a:cubicBezTo>
                  <a:cubicBezTo>
                    <a:pt x="33697" y="5827"/>
                    <a:pt x="33855" y="5796"/>
                    <a:pt x="33982" y="5796"/>
                  </a:cubicBezTo>
                  <a:lnTo>
                    <a:pt x="34108" y="5796"/>
                  </a:lnTo>
                  <a:cubicBezTo>
                    <a:pt x="34678" y="5732"/>
                    <a:pt x="35280" y="5669"/>
                    <a:pt x="35850" y="5574"/>
                  </a:cubicBezTo>
                  <a:cubicBezTo>
                    <a:pt x="35977" y="5574"/>
                    <a:pt x="36103" y="5574"/>
                    <a:pt x="36230" y="5542"/>
                  </a:cubicBezTo>
                  <a:cubicBezTo>
                    <a:pt x="36705" y="5479"/>
                    <a:pt x="37149" y="5416"/>
                    <a:pt x="37624" y="5352"/>
                  </a:cubicBezTo>
                  <a:cubicBezTo>
                    <a:pt x="37782" y="5352"/>
                    <a:pt x="37972" y="5321"/>
                    <a:pt x="38162" y="5289"/>
                  </a:cubicBezTo>
                  <a:cubicBezTo>
                    <a:pt x="38605" y="5226"/>
                    <a:pt x="39080" y="5162"/>
                    <a:pt x="39524" y="5099"/>
                  </a:cubicBezTo>
                  <a:cubicBezTo>
                    <a:pt x="39650" y="5067"/>
                    <a:pt x="39777" y="5036"/>
                    <a:pt x="39904" y="5036"/>
                  </a:cubicBezTo>
                  <a:cubicBezTo>
                    <a:pt x="40474" y="4941"/>
                    <a:pt x="41044" y="4846"/>
                    <a:pt x="41614" y="4751"/>
                  </a:cubicBezTo>
                  <a:cubicBezTo>
                    <a:pt x="41646" y="4719"/>
                    <a:pt x="41677" y="4719"/>
                    <a:pt x="41709" y="4719"/>
                  </a:cubicBezTo>
                  <a:cubicBezTo>
                    <a:pt x="41772" y="4719"/>
                    <a:pt x="41804" y="4687"/>
                    <a:pt x="41867" y="4687"/>
                  </a:cubicBezTo>
                  <a:cubicBezTo>
                    <a:pt x="42691" y="4529"/>
                    <a:pt x="43514" y="4371"/>
                    <a:pt x="44337" y="4212"/>
                  </a:cubicBezTo>
                  <a:cubicBezTo>
                    <a:pt x="44369" y="4181"/>
                    <a:pt x="44432" y="4181"/>
                    <a:pt x="44464" y="4181"/>
                  </a:cubicBezTo>
                  <a:cubicBezTo>
                    <a:pt x="45319" y="3990"/>
                    <a:pt x="46174" y="3800"/>
                    <a:pt x="46998" y="3610"/>
                  </a:cubicBezTo>
                  <a:lnTo>
                    <a:pt x="47124" y="190"/>
                  </a:lnTo>
                  <a:lnTo>
                    <a:pt x="47124" y="190"/>
                  </a:lnTo>
                  <a:cubicBezTo>
                    <a:pt x="46269" y="412"/>
                    <a:pt x="45446" y="602"/>
                    <a:pt x="44591" y="760"/>
                  </a:cubicBezTo>
                  <a:cubicBezTo>
                    <a:pt x="44527" y="792"/>
                    <a:pt x="44496" y="792"/>
                    <a:pt x="44432" y="792"/>
                  </a:cubicBezTo>
                  <a:cubicBezTo>
                    <a:pt x="43641" y="982"/>
                    <a:pt x="42817" y="1140"/>
                    <a:pt x="41962" y="1299"/>
                  </a:cubicBezTo>
                  <a:cubicBezTo>
                    <a:pt x="41899" y="1299"/>
                    <a:pt x="41804" y="1330"/>
                    <a:pt x="41709" y="1330"/>
                  </a:cubicBezTo>
                  <a:cubicBezTo>
                    <a:pt x="41139" y="1425"/>
                    <a:pt x="40569" y="1520"/>
                    <a:pt x="39999" y="1615"/>
                  </a:cubicBezTo>
                  <a:cubicBezTo>
                    <a:pt x="39872" y="1647"/>
                    <a:pt x="39745" y="1679"/>
                    <a:pt x="39619" y="1679"/>
                  </a:cubicBezTo>
                  <a:cubicBezTo>
                    <a:pt x="39175" y="1742"/>
                    <a:pt x="38732" y="1837"/>
                    <a:pt x="38257" y="1869"/>
                  </a:cubicBezTo>
                  <a:cubicBezTo>
                    <a:pt x="38099" y="1900"/>
                    <a:pt x="37909" y="1932"/>
                    <a:pt x="37719" y="1964"/>
                  </a:cubicBezTo>
                  <a:cubicBezTo>
                    <a:pt x="37275" y="2027"/>
                    <a:pt x="36800" y="2090"/>
                    <a:pt x="36357" y="2122"/>
                  </a:cubicBezTo>
                  <a:cubicBezTo>
                    <a:pt x="36230" y="2154"/>
                    <a:pt x="36103" y="2154"/>
                    <a:pt x="35977" y="2185"/>
                  </a:cubicBezTo>
                  <a:cubicBezTo>
                    <a:pt x="35375" y="2249"/>
                    <a:pt x="34805" y="2312"/>
                    <a:pt x="34235" y="2375"/>
                  </a:cubicBezTo>
                  <a:cubicBezTo>
                    <a:pt x="34045" y="2407"/>
                    <a:pt x="33855" y="2407"/>
                    <a:pt x="33665" y="2439"/>
                  </a:cubicBezTo>
                  <a:cubicBezTo>
                    <a:pt x="33317" y="2470"/>
                    <a:pt x="33000" y="2502"/>
                    <a:pt x="32683" y="2534"/>
                  </a:cubicBezTo>
                  <a:cubicBezTo>
                    <a:pt x="32462" y="2534"/>
                    <a:pt x="32240" y="2565"/>
                    <a:pt x="32050" y="2565"/>
                  </a:cubicBezTo>
                  <a:cubicBezTo>
                    <a:pt x="31733" y="2597"/>
                    <a:pt x="31416" y="2629"/>
                    <a:pt x="31100" y="2629"/>
                  </a:cubicBezTo>
                  <a:cubicBezTo>
                    <a:pt x="30878" y="2660"/>
                    <a:pt x="30688" y="2660"/>
                    <a:pt x="30466" y="2692"/>
                  </a:cubicBezTo>
                  <a:cubicBezTo>
                    <a:pt x="30150" y="2692"/>
                    <a:pt x="29833" y="2724"/>
                    <a:pt x="29516" y="2755"/>
                  </a:cubicBezTo>
                  <a:lnTo>
                    <a:pt x="28883" y="2755"/>
                  </a:lnTo>
                  <a:cubicBezTo>
                    <a:pt x="28566" y="2787"/>
                    <a:pt x="28250" y="2787"/>
                    <a:pt x="27933" y="2819"/>
                  </a:cubicBezTo>
                  <a:lnTo>
                    <a:pt x="27268" y="2850"/>
                  </a:lnTo>
                  <a:lnTo>
                    <a:pt x="26508" y="2850"/>
                  </a:lnTo>
                  <a:cubicBezTo>
                    <a:pt x="26254" y="2850"/>
                    <a:pt x="26001" y="2882"/>
                    <a:pt x="25779" y="2882"/>
                  </a:cubicBezTo>
                  <a:lnTo>
                    <a:pt x="22739" y="2882"/>
                  </a:lnTo>
                  <a:cubicBezTo>
                    <a:pt x="22486" y="2882"/>
                    <a:pt x="22232" y="2882"/>
                    <a:pt x="21979" y="2850"/>
                  </a:cubicBezTo>
                  <a:lnTo>
                    <a:pt x="21219" y="2850"/>
                  </a:lnTo>
                  <a:cubicBezTo>
                    <a:pt x="20997" y="2850"/>
                    <a:pt x="20776" y="2819"/>
                    <a:pt x="20522" y="2819"/>
                  </a:cubicBezTo>
                  <a:cubicBezTo>
                    <a:pt x="20269" y="2819"/>
                    <a:pt x="20016" y="2819"/>
                    <a:pt x="19762" y="2787"/>
                  </a:cubicBezTo>
                  <a:cubicBezTo>
                    <a:pt x="19509" y="2787"/>
                    <a:pt x="19287" y="2787"/>
                    <a:pt x="19034" y="2755"/>
                  </a:cubicBezTo>
                  <a:cubicBezTo>
                    <a:pt x="18780" y="2755"/>
                    <a:pt x="18527" y="2755"/>
                    <a:pt x="18274" y="2724"/>
                  </a:cubicBezTo>
                  <a:cubicBezTo>
                    <a:pt x="18020" y="2724"/>
                    <a:pt x="17799" y="2692"/>
                    <a:pt x="17577" y="2692"/>
                  </a:cubicBezTo>
                  <a:cubicBezTo>
                    <a:pt x="17292" y="2660"/>
                    <a:pt x="17039" y="2660"/>
                    <a:pt x="16785" y="2629"/>
                  </a:cubicBezTo>
                  <a:cubicBezTo>
                    <a:pt x="16564" y="2629"/>
                    <a:pt x="16310" y="2597"/>
                    <a:pt x="16089" y="2565"/>
                  </a:cubicBezTo>
                  <a:cubicBezTo>
                    <a:pt x="15835" y="2565"/>
                    <a:pt x="15550" y="2534"/>
                    <a:pt x="15297" y="2502"/>
                  </a:cubicBezTo>
                  <a:cubicBezTo>
                    <a:pt x="15075" y="2502"/>
                    <a:pt x="14854" y="2470"/>
                    <a:pt x="14600" y="2439"/>
                  </a:cubicBezTo>
                  <a:cubicBezTo>
                    <a:pt x="14347" y="2439"/>
                    <a:pt x="14093" y="2407"/>
                    <a:pt x="13808" y="2375"/>
                  </a:cubicBezTo>
                  <a:cubicBezTo>
                    <a:pt x="13587" y="2344"/>
                    <a:pt x="13365" y="2312"/>
                    <a:pt x="13143" y="2312"/>
                  </a:cubicBezTo>
                  <a:cubicBezTo>
                    <a:pt x="12858" y="2280"/>
                    <a:pt x="12605" y="2249"/>
                    <a:pt x="12352" y="2217"/>
                  </a:cubicBezTo>
                  <a:cubicBezTo>
                    <a:pt x="12130" y="2185"/>
                    <a:pt x="11877" y="2154"/>
                    <a:pt x="11655" y="2122"/>
                  </a:cubicBezTo>
                  <a:cubicBezTo>
                    <a:pt x="11402" y="2090"/>
                    <a:pt x="11148" y="2059"/>
                    <a:pt x="10863" y="2027"/>
                  </a:cubicBezTo>
                  <a:cubicBezTo>
                    <a:pt x="10642" y="1995"/>
                    <a:pt x="10420" y="1964"/>
                    <a:pt x="10198" y="1932"/>
                  </a:cubicBezTo>
                  <a:lnTo>
                    <a:pt x="9438" y="1837"/>
                  </a:lnTo>
                  <a:cubicBezTo>
                    <a:pt x="9185" y="1805"/>
                    <a:pt x="8931" y="1774"/>
                    <a:pt x="8678" y="1742"/>
                  </a:cubicBezTo>
                  <a:lnTo>
                    <a:pt x="7918" y="1615"/>
                  </a:lnTo>
                  <a:cubicBezTo>
                    <a:pt x="7665" y="1552"/>
                    <a:pt x="7443" y="1520"/>
                    <a:pt x="7190" y="1489"/>
                  </a:cubicBezTo>
                  <a:lnTo>
                    <a:pt x="6430" y="1362"/>
                  </a:lnTo>
                  <a:cubicBezTo>
                    <a:pt x="6176" y="1299"/>
                    <a:pt x="5955" y="1267"/>
                    <a:pt x="5701" y="1235"/>
                  </a:cubicBezTo>
                  <a:cubicBezTo>
                    <a:pt x="5448" y="1172"/>
                    <a:pt x="5194" y="1140"/>
                    <a:pt x="4941" y="1077"/>
                  </a:cubicBezTo>
                  <a:cubicBezTo>
                    <a:pt x="4719" y="1045"/>
                    <a:pt x="4466" y="982"/>
                    <a:pt x="4213" y="919"/>
                  </a:cubicBezTo>
                  <a:cubicBezTo>
                    <a:pt x="3991" y="887"/>
                    <a:pt x="3769" y="855"/>
                    <a:pt x="3579" y="792"/>
                  </a:cubicBezTo>
                  <a:cubicBezTo>
                    <a:pt x="3168" y="697"/>
                    <a:pt x="2756" y="634"/>
                    <a:pt x="2344" y="539"/>
                  </a:cubicBezTo>
                  <a:cubicBezTo>
                    <a:pt x="2186" y="507"/>
                    <a:pt x="1996" y="444"/>
                    <a:pt x="1806" y="412"/>
                  </a:cubicBezTo>
                  <a:cubicBezTo>
                    <a:pt x="1236" y="285"/>
                    <a:pt x="666" y="159"/>
                    <a:pt x="127" y="0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8" name="Google Shape;5258;p30"/>
            <p:cNvSpPr/>
            <p:nvPr/>
          </p:nvSpPr>
          <p:spPr>
            <a:xfrm>
              <a:off x="2893018" y="3502216"/>
              <a:ext cx="1452483" cy="939603"/>
            </a:xfrm>
            <a:custGeom>
              <a:rect b="b" l="l" r="r" t="t"/>
              <a:pathLst>
                <a:path extrusionOk="0" h="29358" w="45383">
                  <a:moveTo>
                    <a:pt x="45382" y="0"/>
                  </a:moveTo>
                  <a:lnTo>
                    <a:pt x="33950" y="11338"/>
                  </a:lnTo>
                  <a:lnTo>
                    <a:pt x="27521" y="12826"/>
                  </a:lnTo>
                  <a:lnTo>
                    <a:pt x="13048" y="5954"/>
                  </a:lnTo>
                  <a:lnTo>
                    <a:pt x="0" y="64"/>
                  </a:lnTo>
                  <a:lnTo>
                    <a:pt x="602" y="2566"/>
                  </a:lnTo>
                  <a:lnTo>
                    <a:pt x="12763" y="13523"/>
                  </a:lnTo>
                  <a:lnTo>
                    <a:pt x="30498" y="19160"/>
                  </a:lnTo>
                  <a:lnTo>
                    <a:pt x="31448" y="29357"/>
                  </a:lnTo>
                  <a:lnTo>
                    <a:pt x="32873" y="20775"/>
                  </a:lnTo>
                  <a:lnTo>
                    <a:pt x="38985" y="13143"/>
                  </a:lnTo>
                  <a:lnTo>
                    <a:pt x="45382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9" name="Google Shape;5259;p30"/>
            <p:cNvSpPr/>
            <p:nvPr/>
          </p:nvSpPr>
          <p:spPr>
            <a:xfrm>
              <a:off x="2888953" y="3504232"/>
              <a:ext cx="1014623" cy="936562"/>
            </a:xfrm>
            <a:custGeom>
              <a:rect b="b" l="l" r="r" t="t"/>
              <a:pathLst>
                <a:path extrusionOk="0" h="29263" w="31702">
                  <a:moveTo>
                    <a:pt x="127" y="1"/>
                  </a:moveTo>
                  <a:lnTo>
                    <a:pt x="1" y="10800"/>
                  </a:lnTo>
                  <a:cubicBezTo>
                    <a:pt x="3009" y="14948"/>
                    <a:pt x="7411" y="18780"/>
                    <a:pt x="13017" y="22011"/>
                  </a:cubicBezTo>
                  <a:cubicBezTo>
                    <a:pt x="13365" y="22201"/>
                    <a:pt x="13682" y="22391"/>
                    <a:pt x="14030" y="22549"/>
                  </a:cubicBezTo>
                  <a:cubicBezTo>
                    <a:pt x="14125" y="22612"/>
                    <a:pt x="14252" y="22676"/>
                    <a:pt x="14347" y="22739"/>
                  </a:cubicBezTo>
                  <a:cubicBezTo>
                    <a:pt x="14568" y="22866"/>
                    <a:pt x="14790" y="22992"/>
                    <a:pt x="15043" y="23119"/>
                  </a:cubicBezTo>
                  <a:cubicBezTo>
                    <a:pt x="15170" y="23182"/>
                    <a:pt x="15297" y="23246"/>
                    <a:pt x="15455" y="23309"/>
                  </a:cubicBezTo>
                  <a:cubicBezTo>
                    <a:pt x="15645" y="23436"/>
                    <a:pt x="15867" y="23531"/>
                    <a:pt x="16057" y="23626"/>
                  </a:cubicBezTo>
                  <a:cubicBezTo>
                    <a:pt x="16215" y="23721"/>
                    <a:pt x="16374" y="23784"/>
                    <a:pt x="16532" y="23847"/>
                  </a:cubicBezTo>
                  <a:cubicBezTo>
                    <a:pt x="16722" y="23974"/>
                    <a:pt x="16944" y="24069"/>
                    <a:pt x="17134" y="24164"/>
                  </a:cubicBezTo>
                  <a:cubicBezTo>
                    <a:pt x="17292" y="24227"/>
                    <a:pt x="17450" y="24291"/>
                    <a:pt x="17609" y="24386"/>
                  </a:cubicBezTo>
                  <a:cubicBezTo>
                    <a:pt x="17799" y="24481"/>
                    <a:pt x="18020" y="24576"/>
                    <a:pt x="18210" y="24671"/>
                  </a:cubicBezTo>
                  <a:cubicBezTo>
                    <a:pt x="18400" y="24734"/>
                    <a:pt x="18559" y="24829"/>
                    <a:pt x="18717" y="24892"/>
                  </a:cubicBezTo>
                  <a:cubicBezTo>
                    <a:pt x="18939" y="24987"/>
                    <a:pt x="19129" y="25082"/>
                    <a:pt x="19319" y="25146"/>
                  </a:cubicBezTo>
                  <a:cubicBezTo>
                    <a:pt x="19509" y="25241"/>
                    <a:pt x="19667" y="25304"/>
                    <a:pt x="19857" y="25368"/>
                  </a:cubicBezTo>
                  <a:lnTo>
                    <a:pt x="20459" y="25653"/>
                  </a:lnTo>
                  <a:cubicBezTo>
                    <a:pt x="20649" y="25716"/>
                    <a:pt x="20807" y="25779"/>
                    <a:pt x="20997" y="25843"/>
                  </a:cubicBezTo>
                  <a:cubicBezTo>
                    <a:pt x="21187" y="25938"/>
                    <a:pt x="21409" y="26033"/>
                    <a:pt x="21631" y="26096"/>
                  </a:cubicBezTo>
                  <a:cubicBezTo>
                    <a:pt x="21631" y="26096"/>
                    <a:pt x="21631" y="26128"/>
                    <a:pt x="21662" y="26128"/>
                  </a:cubicBezTo>
                  <a:lnTo>
                    <a:pt x="21789" y="26159"/>
                  </a:lnTo>
                  <a:cubicBezTo>
                    <a:pt x="22232" y="26349"/>
                    <a:pt x="22707" y="26539"/>
                    <a:pt x="23182" y="26698"/>
                  </a:cubicBezTo>
                  <a:cubicBezTo>
                    <a:pt x="23309" y="26761"/>
                    <a:pt x="23467" y="26793"/>
                    <a:pt x="23594" y="26856"/>
                  </a:cubicBezTo>
                  <a:cubicBezTo>
                    <a:pt x="24101" y="27046"/>
                    <a:pt x="24639" y="27236"/>
                    <a:pt x="25178" y="27394"/>
                  </a:cubicBezTo>
                  <a:cubicBezTo>
                    <a:pt x="25209" y="27426"/>
                    <a:pt x="25241" y="27426"/>
                    <a:pt x="25273" y="27426"/>
                  </a:cubicBezTo>
                  <a:cubicBezTo>
                    <a:pt x="25779" y="27616"/>
                    <a:pt x="26286" y="27774"/>
                    <a:pt x="26824" y="27933"/>
                  </a:cubicBezTo>
                  <a:cubicBezTo>
                    <a:pt x="26983" y="27996"/>
                    <a:pt x="27109" y="28028"/>
                    <a:pt x="27236" y="28059"/>
                  </a:cubicBezTo>
                  <a:cubicBezTo>
                    <a:pt x="27806" y="28249"/>
                    <a:pt x="28344" y="28408"/>
                    <a:pt x="28915" y="28566"/>
                  </a:cubicBezTo>
                  <a:lnTo>
                    <a:pt x="28946" y="28566"/>
                  </a:lnTo>
                  <a:cubicBezTo>
                    <a:pt x="29295" y="28661"/>
                    <a:pt x="29643" y="28756"/>
                    <a:pt x="30023" y="28851"/>
                  </a:cubicBezTo>
                  <a:cubicBezTo>
                    <a:pt x="30086" y="28883"/>
                    <a:pt x="30181" y="28914"/>
                    <a:pt x="30245" y="28914"/>
                  </a:cubicBezTo>
                  <a:cubicBezTo>
                    <a:pt x="30688" y="29041"/>
                    <a:pt x="31131" y="29168"/>
                    <a:pt x="31575" y="29263"/>
                  </a:cubicBezTo>
                  <a:lnTo>
                    <a:pt x="31701" y="18495"/>
                  </a:lnTo>
                  <a:cubicBezTo>
                    <a:pt x="31258" y="18400"/>
                    <a:pt x="30815" y="18274"/>
                    <a:pt x="30371" y="18147"/>
                  </a:cubicBezTo>
                  <a:cubicBezTo>
                    <a:pt x="30276" y="18147"/>
                    <a:pt x="30213" y="18115"/>
                    <a:pt x="30150" y="18084"/>
                  </a:cubicBezTo>
                  <a:cubicBezTo>
                    <a:pt x="29770" y="17989"/>
                    <a:pt x="29421" y="17894"/>
                    <a:pt x="29041" y="17799"/>
                  </a:cubicBezTo>
                  <a:cubicBezTo>
                    <a:pt x="28471" y="17640"/>
                    <a:pt x="27933" y="17482"/>
                    <a:pt x="27363" y="17292"/>
                  </a:cubicBezTo>
                  <a:cubicBezTo>
                    <a:pt x="27236" y="17260"/>
                    <a:pt x="27078" y="17197"/>
                    <a:pt x="26951" y="17165"/>
                  </a:cubicBezTo>
                  <a:cubicBezTo>
                    <a:pt x="26413" y="17007"/>
                    <a:pt x="25906" y="16849"/>
                    <a:pt x="25368" y="16659"/>
                  </a:cubicBezTo>
                  <a:cubicBezTo>
                    <a:pt x="25336" y="16659"/>
                    <a:pt x="25336" y="16659"/>
                    <a:pt x="25304" y="16627"/>
                  </a:cubicBezTo>
                  <a:cubicBezTo>
                    <a:pt x="24766" y="16469"/>
                    <a:pt x="24228" y="16279"/>
                    <a:pt x="23721" y="16089"/>
                  </a:cubicBezTo>
                  <a:cubicBezTo>
                    <a:pt x="23562" y="16025"/>
                    <a:pt x="23436" y="15994"/>
                    <a:pt x="23309" y="15930"/>
                  </a:cubicBezTo>
                  <a:cubicBezTo>
                    <a:pt x="22834" y="15772"/>
                    <a:pt x="22359" y="15582"/>
                    <a:pt x="21884" y="15392"/>
                  </a:cubicBezTo>
                  <a:cubicBezTo>
                    <a:pt x="21852" y="15392"/>
                    <a:pt x="21789" y="15360"/>
                    <a:pt x="21726" y="15328"/>
                  </a:cubicBezTo>
                  <a:cubicBezTo>
                    <a:pt x="21536" y="15265"/>
                    <a:pt x="21314" y="15170"/>
                    <a:pt x="21092" y="15075"/>
                  </a:cubicBezTo>
                  <a:cubicBezTo>
                    <a:pt x="20934" y="15012"/>
                    <a:pt x="20744" y="14948"/>
                    <a:pt x="20586" y="14853"/>
                  </a:cubicBezTo>
                  <a:cubicBezTo>
                    <a:pt x="20364" y="14790"/>
                    <a:pt x="20174" y="14695"/>
                    <a:pt x="19952" y="14600"/>
                  </a:cubicBezTo>
                  <a:cubicBezTo>
                    <a:pt x="19794" y="14537"/>
                    <a:pt x="19604" y="14473"/>
                    <a:pt x="19445" y="14378"/>
                  </a:cubicBezTo>
                  <a:cubicBezTo>
                    <a:pt x="19255" y="14283"/>
                    <a:pt x="19034" y="14220"/>
                    <a:pt x="18844" y="14125"/>
                  </a:cubicBezTo>
                  <a:cubicBezTo>
                    <a:pt x="18685" y="14030"/>
                    <a:pt x="18495" y="13967"/>
                    <a:pt x="18337" y="13903"/>
                  </a:cubicBezTo>
                  <a:cubicBezTo>
                    <a:pt x="18115" y="13808"/>
                    <a:pt x="17925" y="13713"/>
                    <a:pt x="17735" y="13618"/>
                  </a:cubicBezTo>
                  <a:cubicBezTo>
                    <a:pt x="17577" y="13523"/>
                    <a:pt x="17419" y="13460"/>
                    <a:pt x="17260" y="13397"/>
                  </a:cubicBezTo>
                  <a:cubicBezTo>
                    <a:pt x="17039" y="13270"/>
                    <a:pt x="16849" y="13175"/>
                    <a:pt x="16659" y="13080"/>
                  </a:cubicBezTo>
                  <a:cubicBezTo>
                    <a:pt x="16500" y="13017"/>
                    <a:pt x="16342" y="12953"/>
                    <a:pt x="16184" y="12858"/>
                  </a:cubicBezTo>
                  <a:cubicBezTo>
                    <a:pt x="15962" y="12763"/>
                    <a:pt x="15772" y="12637"/>
                    <a:pt x="15550" y="12542"/>
                  </a:cubicBezTo>
                  <a:cubicBezTo>
                    <a:pt x="15424" y="12478"/>
                    <a:pt x="15297" y="12415"/>
                    <a:pt x="15138" y="12320"/>
                  </a:cubicBezTo>
                  <a:cubicBezTo>
                    <a:pt x="14917" y="12225"/>
                    <a:pt x="14695" y="12098"/>
                    <a:pt x="14473" y="11972"/>
                  </a:cubicBezTo>
                  <a:cubicBezTo>
                    <a:pt x="14347" y="11908"/>
                    <a:pt x="14252" y="11845"/>
                    <a:pt x="14125" y="11782"/>
                  </a:cubicBezTo>
                  <a:cubicBezTo>
                    <a:pt x="13808" y="11592"/>
                    <a:pt x="13460" y="11433"/>
                    <a:pt x="13143" y="11243"/>
                  </a:cubicBezTo>
                  <a:cubicBezTo>
                    <a:pt x="7538" y="7981"/>
                    <a:pt x="3136" y="4181"/>
                    <a:pt x="127" y="1"/>
                  </a:cubicBez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0" name="Google Shape;5260;p30"/>
            <p:cNvSpPr/>
            <p:nvPr/>
          </p:nvSpPr>
          <p:spPr>
            <a:xfrm>
              <a:off x="2893018" y="3267075"/>
              <a:ext cx="1452483" cy="829122"/>
            </a:xfrm>
            <a:custGeom>
              <a:rect b="b" l="l" r="r" t="t"/>
              <a:pathLst>
                <a:path extrusionOk="0" h="25906" w="45383">
                  <a:moveTo>
                    <a:pt x="32493" y="0"/>
                  </a:moveTo>
                  <a:lnTo>
                    <a:pt x="0" y="7411"/>
                  </a:lnTo>
                  <a:cubicBezTo>
                    <a:pt x="3009" y="11559"/>
                    <a:pt x="7411" y="15391"/>
                    <a:pt x="13016" y="18622"/>
                  </a:cubicBezTo>
                  <a:cubicBezTo>
                    <a:pt x="18210" y="21630"/>
                    <a:pt x="24449" y="24132"/>
                    <a:pt x="31574" y="25905"/>
                  </a:cubicBezTo>
                  <a:lnTo>
                    <a:pt x="45382" y="7347"/>
                  </a:lnTo>
                  <a:cubicBezTo>
                    <a:pt x="42405" y="6587"/>
                    <a:pt x="39808" y="5542"/>
                    <a:pt x="37655" y="4307"/>
                  </a:cubicBezTo>
                  <a:cubicBezTo>
                    <a:pt x="35470" y="3040"/>
                    <a:pt x="33760" y="1584"/>
                    <a:pt x="32493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1" name="Google Shape;5261;p30"/>
            <p:cNvSpPr/>
            <p:nvPr/>
          </p:nvSpPr>
          <p:spPr>
            <a:xfrm>
              <a:off x="3899479" y="3502216"/>
              <a:ext cx="446022" cy="939603"/>
            </a:xfrm>
            <a:custGeom>
              <a:rect b="b" l="l" r="r" t="t"/>
              <a:pathLst>
                <a:path extrusionOk="0" h="29358" w="13936">
                  <a:moveTo>
                    <a:pt x="13935" y="0"/>
                  </a:moveTo>
                  <a:lnTo>
                    <a:pt x="127" y="18558"/>
                  </a:lnTo>
                  <a:lnTo>
                    <a:pt x="1" y="29357"/>
                  </a:lnTo>
                  <a:lnTo>
                    <a:pt x="13935" y="10863"/>
                  </a:lnTo>
                  <a:lnTo>
                    <a:pt x="13935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2" name="Google Shape;5262;p30"/>
            <p:cNvSpPr/>
            <p:nvPr/>
          </p:nvSpPr>
          <p:spPr>
            <a:xfrm>
              <a:off x="4975903" y="1707183"/>
              <a:ext cx="443973" cy="1564980"/>
            </a:xfrm>
            <a:custGeom>
              <a:rect b="b" l="l" r="r" t="t"/>
              <a:pathLst>
                <a:path extrusionOk="0" h="48898" w="13872">
                  <a:moveTo>
                    <a:pt x="127" y="1"/>
                  </a:moveTo>
                  <a:lnTo>
                    <a:pt x="0" y="40284"/>
                  </a:lnTo>
                  <a:cubicBezTo>
                    <a:pt x="380" y="40379"/>
                    <a:pt x="760" y="40474"/>
                    <a:pt x="1109" y="40569"/>
                  </a:cubicBezTo>
                  <a:cubicBezTo>
                    <a:pt x="1584" y="40695"/>
                    <a:pt x="2027" y="40854"/>
                    <a:pt x="2502" y="41012"/>
                  </a:cubicBezTo>
                  <a:cubicBezTo>
                    <a:pt x="2597" y="41044"/>
                    <a:pt x="2724" y="41075"/>
                    <a:pt x="2851" y="41107"/>
                  </a:cubicBezTo>
                  <a:cubicBezTo>
                    <a:pt x="3262" y="41265"/>
                    <a:pt x="3674" y="41424"/>
                    <a:pt x="4086" y="41582"/>
                  </a:cubicBezTo>
                  <a:lnTo>
                    <a:pt x="4149" y="41582"/>
                  </a:lnTo>
                  <a:cubicBezTo>
                    <a:pt x="4339" y="41677"/>
                    <a:pt x="4529" y="41740"/>
                    <a:pt x="4719" y="41835"/>
                  </a:cubicBezTo>
                  <a:lnTo>
                    <a:pt x="5099" y="41994"/>
                  </a:lnTo>
                  <a:cubicBezTo>
                    <a:pt x="5289" y="42057"/>
                    <a:pt x="5479" y="42152"/>
                    <a:pt x="5669" y="42247"/>
                  </a:cubicBezTo>
                  <a:cubicBezTo>
                    <a:pt x="5764" y="42279"/>
                    <a:pt x="5891" y="42342"/>
                    <a:pt x="6017" y="42405"/>
                  </a:cubicBezTo>
                  <a:cubicBezTo>
                    <a:pt x="6207" y="42500"/>
                    <a:pt x="6429" y="42595"/>
                    <a:pt x="6619" y="42690"/>
                  </a:cubicBezTo>
                  <a:cubicBezTo>
                    <a:pt x="6714" y="42754"/>
                    <a:pt x="6809" y="42785"/>
                    <a:pt x="6904" y="42849"/>
                  </a:cubicBezTo>
                  <a:cubicBezTo>
                    <a:pt x="7189" y="43007"/>
                    <a:pt x="7474" y="43165"/>
                    <a:pt x="7728" y="43324"/>
                  </a:cubicBezTo>
                  <a:cubicBezTo>
                    <a:pt x="10483" y="44876"/>
                    <a:pt x="12510" y="46807"/>
                    <a:pt x="13776" y="48898"/>
                  </a:cubicBezTo>
                  <a:lnTo>
                    <a:pt x="13871" y="8615"/>
                  </a:lnTo>
                  <a:cubicBezTo>
                    <a:pt x="12636" y="6556"/>
                    <a:pt x="10578" y="4624"/>
                    <a:pt x="7854" y="3041"/>
                  </a:cubicBezTo>
                  <a:cubicBezTo>
                    <a:pt x="7569" y="2883"/>
                    <a:pt x="7284" y="2756"/>
                    <a:pt x="6999" y="2598"/>
                  </a:cubicBezTo>
                  <a:lnTo>
                    <a:pt x="6714" y="2439"/>
                  </a:lnTo>
                  <a:cubicBezTo>
                    <a:pt x="6524" y="2344"/>
                    <a:pt x="6334" y="2249"/>
                    <a:pt x="6144" y="2154"/>
                  </a:cubicBezTo>
                  <a:cubicBezTo>
                    <a:pt x="6017" y="2091"/>
                    <a:pt x="5891" y="2028"/>
                    <a:pt x="5764" y="1996"/>
                  </a:cubicBezTo>
                  <a:cubicBezTo>
                    <a:pt x="5606" y="1901"/>
                    <a:pt x="5416" y="1806"/>
                    <a:pt x="5226" y="1743"/>
                  </a:cubicBezTo>
                  <a:cubicBezTo>
                    <a:pt x="5099" y="1679"/>
                    <a:pt x="4941" y="1616"/>
                    <a:pt x="4814" y="1553"/>
                  </a:cubicBezTo>
                  <a:cubicBezTo>
                    <a:pt x="4624" y="1489"/>
                    <a:pt x="4466" y="1426"/>
                    <a:pt x="4276" y="1331"/>
                  </a:cubicBezTo>
                  <a:lnTo>
                    <a:pt x="4244" y="1331"/>
                  </a:lnTo>
                  <a:lnTo>
                    <a:pt x="4181" y="1299"/>
                  </a:lnTo>
                  <a:cubicBezTo>
                    <a:pt x="3801" y="1141"/>
                    <a:pt x="3357" y="983"/>
                    <a:pt x="2946" y="856"/>
                  </a:cubicBezTo>
                  <a:cubicBezTo>
                    <a:pt x="2819" y="824"/>
                    <a:pt x="2724" y="761"/>
                    <a:pt x="2597" y="729"/>
                  </a:cubicBezTo>
                  <a:cubicBezTo>
                    <a:pt x="2154" y="571"/>
                    <a:pt x="1679" y="444"/>
                    <a:pt x="1235" y="317"/>
                  </a:cubicBezTo>
                  <a:lnTo>
                    <a:pt x="1204" y="317"/>
                  </a:lnTo>
                  <a:cubicBezTo>
                    <a:pt x="855" y="191"/>
                    <a:pt x="507" y="96"/>
                    <a:pt x="127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3" name="Google Shape;5263;p30"/>
            <p:cNvSpPr/>
            <p:nvPr/>
          </p:nvSpPr>
          <p:spPr>
            <a:xfrm>
              <a:off x="4978944" y="1113234"/>
              <a:ext cx="1480839" cy="869672"/>
            </a:xfrm>
            <a:custGeom>
              <a:rect b="b" l="l" r="r" t="t"/>
              <a:pathLst>
                <a:path extrusionOk="0" h="27173" w="46269">
                  <a:moveTo>
                    <a:pt x="13840" y="1"/>
                  </a:moveTo>
                  <a:lnTo>
                    <a:pt x="0" y="18559"/>
                  </a:lnTo>
                  <a:cubicBezTo>
                    <a:pt x="2977" y="19319"/>
                    <a:pt x="5574" y="20364"/>
                    <a:pt x="7759" y="21599"/>
                  </a:cubicBezTo>
                  <a:cubicBezTo>
                    <a:pt x="10483" y="23182"/>
                    <a:pt x="12541" y="25114"/>
                    <a:pt x="13776" y="27173"/>
                  </a:cubicBezTo>
                  <a:lnTo>
                    <a:pt x="46269" y="19762"/>
                  </a:lnTo>
                  <a:cubicBezTo>
                    <a:pt x="43260" y="15107"/>
                    <a:pt x="38542" y="10832"/>
                    <a:pt x="32398" y="7285"/>
                  </a:cubicBezTo>
                  <a:cubicBezTo>
                    <a:pt x="27204" y="4276"/>
                    <a:pt x="20965" y="1806"/>
                    <a:pt x="13840" y="1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4" name="Google Shape;5264;p30"/>
            <p:cNvSpPr/>
            <p:nvPr/>
          </p:nvSpPr>
          <p:spPr>
            <a:xfrm>
              <a:off x="5415780" y="1745717"/>
              <a:ext cx="1044003" cy="1526446"/>
            </a:xfrm>
            <a:custGeom>
              <a:rect b="b" l="l" r="r" t="t"/>
              <a:pathLst>
                <a:path extrusionOk="0" h="47694" w="32620">
                  <a:moveTo>
                    <a:pt x="32620" y="0"/>
                  </a:moveTo>
                  <a:lnTo>
                    <a:pt x="127" y="7442"/>
                  </a:lnTo>
                  <a:lnTo>
                    <a:pt x="1" y="47694"/>
                  </a:lnTo>
                  <a:lnTo>
                    <a:pt x="32493" y="40251"/>
                  </a:lnTo>
                  <a:lnTo>
                    <a:pt x="32620" y="0"/>
                  </a:ln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65" name="Google Shape;5265;p30"/>
          <p:cNvSpPr txBox="1"/>
          <p:nvPr/>
        </p:nvSpPr>
        <p:spPr>
          <a:xfrm>
            <a:off x="467389" y="145427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6" name="Google Shape;5266;p30"/>
          <p:cNvSpPr txBox="1"/>
          <p:nvPr/>
        </p:nvSpPr>
        <p:spPr>
          <a:xfrm>
            <a:off x="467388" y="2893332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7" name="Google Shape;5267;p30"/>
          <p:cNvSpPr txBox="1"/>
          <p:nvPr/>
        </p:nvSpPr>
        <p:spPr>
          <a:xfrm>
            <a:off x="467413" y="433237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8" name="Google Shape;5268;p30"/>
          <p:cNvSpPr txBox="1"/>
          <p:nvPr/>
        </p:nvSpPr>
        <p:spPr>
          <a:xfrm>
            <a:off x="6841513" y="1454273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9" name="Google Shape;5269;p30"/>
          <p:cNvSpPr txBox="1"/>
          <p:nvPr/>
        </p:nvSpPr>
        <p:spPr>
          <a:xfrm>
            <a:off x="6841513" y="28933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third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0" name="Google Shape;5270;p30"/>
          <p:cNvSpPr txBox="1"/>
          <p:nvPr/>
        </p:nvSpPr>
        <p:spPr>
          <a:xfrm>
            <a:off x="6841513" y="433237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it’s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271" name="Google Shape;5271;p30"/>
          <p:cNvGrpSpPr/>
          <p:nvPr/>
        </p:nvGrpSpPr>
        <p:grpSpPr>
          <a:xfrm>
            <a:off x="563703" y="2496791"/>
            <a:ext cx="457920" cy="320331"/>
            <a:chOff x="3989800" y="4739050"/>
            <a:chExt cx="650825" cy="455275"/>
          </a:xfrm>
        </p:grpSpPr>
        <p:sp>
          <p:nvSpPr>
            <p:cNvPr id="5272" name="Google Shape;5272;p30"/>
            <p:cNvSpPr/>
            <p:nvPr/>
          </p:nvSpPr>
          <p:spPr>
            <a:xfrm>
              <a:off x="4433950" y="5074750"/>
              <a:ext cx="184500" cy="43575"/>
            </a:xfrm>
            <a:custGeom>
              <a:rect b="b" l="l" r="r" t="t"/>
              <a:pathLst>
                <a:path extrusionOk="0" h="1743" w="7380">
                  <a:moveTo>
                    <a:pt x="1" y="0"/>
                  </a:moveTo>
                  <a:lnTo>
                    <a:pt x="1" y="1742"/>
                  </a:lnTo>
                  <a:lnTo>
                    <a:pt x="7379" y="1742"/>
                  </a:lnTo>
                  <a:lnTo>
                    <a:pt x="7379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3" name="Google Shape;5273;p30"/>
            <p:cNvSpPr/>
            <p:nvPr/>
          </p:nvSpPr>
          <p:spPr>
            <a:xfrm>
              <a:off x="4433950" y="5118300"/>
              <a:ext cx="174200" cy="43550"/>
            </a:xfrm>
            <a:custGeom>
              <a:rect b="b" l="l" r="r" t="t"/>
              <a:pathLst>
                <a:path extrusionOk="0" h="1742" w="6968">
                  <a:moveTo>
                    <a:pt x="1" y="0"/>
                  </a:moveTo>
                  <a:lnTo>
                    <a:pt x="1" y="1742"/>
                  </a:lnTo>
                  <a:lnTo>
                    <a:pt x="6968" y="174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4" name="Google Shape;5274;p30"/>
            <p:cNvSpPr/>
            <p:nvPr/>
          </p:nvSpPr>
          <p:spPr>
            <a:xfrm>
              <a:off x="4022250" y="5118300"/>
              <a:ext cx="173425" cy="43550"/>
            </a:xfrm>
            <a:custGeom>
              <a:rect b="b" l="l" r="r" t="t"/>
              <a:pathLst>
                <a:path extrusionOk="0" h="1742" w="6937">
                  <a:moveTo>
                    <a:pt x="1" y="0"/>
                  </a:moveTo>
                  <a:lnTo>
                    <a:pt x="1" y="1742"/>
                  </a:lnTo>
                  <a:lnTo>
                    <a:pt x="6936" y="1742"/>
                  </a:lnTo>
                  <a:lnTo>
                    <a:pt x="6936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5" name="Google Shape;5275;p30"/>
            <p:cNvSpPr/>
            <p:nvPr/>
          </p:nvSpPr>
          <p:spPr>
            <a:xfrm>
              <a:off x="4011175" y="5074750"/>
              <a:ext cx="184500" cy="43575"/>
            </a:xfrm>
            <a:custGeom>
              <a:rect b="b" l="l" r="r" t="t"/>
              <a:pathLst>
                <a:path extrusionOk="0" h="1743" w="7380">
                  <a:moveTo>
                    <a:pt x="0" y="0"/>
                  </a:moveTo>
                  <a:lnTo>
                    <a:pt x="0" y="1742"/>
                  </a:lnTo>
                  <a:lnTo>
                    <a:pt x="7379" y="1742"/>
                  </a:lnTo>
                  <a:lnTo>
                    <a:pt x="7379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6" name="Google Shape;5276;p30"/>
            <p:cNvSpPr/>
            <p:nvPr/>
          </p:nvSpPr>
          <p:spPr>
            <a:xfrm>
              <a:off x="4000075" y="4771525"/>
              <a:ext cx="195600" cy="304050"/>
            </a:xfrm>
            <a:custGeom>
              <a:rect b="b" l="l" r="r" t="t"/>
              <a:pathLst>
                <a:path extrusionOk="0" h="12162" w="7824">
                  <a:moveTo>
                    <a:pt x="1" y="0"/>
                  </a:moveTo>
                  <a:lnTo>
                    <a:pt x="1" y="12161"/>
                  </a:lnTo>
                  <a:lnTo>
                    <a:pt x="7823" y="12161"/>
                  </a:lnTo>
                  <a:lnTo>
                    <a:pt x="7823" y="10863"/>
                  </a:lnTo>
                  <a:lnTo>
                    <a:pt x="3484" y="10863"/>
                  </a:lnTo>
                  <a:cubicBezTo>
                    <a:pt x="3484" y="9881"/>
                    <a:pt x="2693" y="9121"/>
                    <a:pt x="1743" y="9121"/>
                  </a:cubicBezTo>
                  <a:lnTo>
                    <a:pt x="1743" y="3040"/>
                  </a:lnTo>
                  <a:cubicBezTo>
                    <a:pt x="2693" y="3040"/>
                    <a:pt x="3484" y="2249"/>
                    <a:pt x="3484" y="1299"/>
                  </a:cubicBezTo>
                  <a:lnTo>
                    <a:pt x="7823" y="1299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7" name="Google Shape;5277;p30"/>
            <p:cNvSpPr/>
            <p:nvPr/>
          </p:nvSpPr>
          <p:spPr>
            <a:xfrm>
              <a:off x="4228100" y="4836450"/>
              <a:ext cx="173425" cy="173400"/>
            </a:xfrm>
            <a:custGeom>
              <a:rect b="b" l="l" r="r" t="t"/>
              <a:pathLst>
                <a:path extrusionOk="0" h="6936" w="6937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cubicBezTo>
                    <a:pt x="1" y="5384"/>
                    <a:pt x="1552" y="6936"/>
                    <a:pt x="3484" y="6936"/>
                  </a:cubicBezTo>
                  <a:cubicBezTo>
                    <a:pt x="5384" y="6936"/>
                    <a:pt x="6936" y="5384"/>
                    <a:pt x="6936" y="3484"/>
                  </a:cubicBezTo>
                  <a:cubicBezTo>
                    <a:pt x="6936" y="1552"/>
                    <a:pt x="5384" y="0"/>
                    <a:pt x="3484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8" name="Google Shape;5278;p30"/>
            <p:cNvSpPr/>
            <p:nvPr/>
          </p:nvSpPr>
          <p:spPr>
            <a:xfrm>
              <a:off x="4434750" y="4771525"/>
              <a:ext cx="194775" cy="303250"/>
            </a:xfrm>
            <a:custGeom>
              <a:rect b="b" l="l" r="r" t="t"/>
              <a:pathLst>
                <a:path extrusionOk="0" h="12130" w="7791">
                  <a:moveTo>
                    <a:pt x="0" y="0"/>
                  </a:moveTo>
                  <a:lnTo>
                    <a:pt x="0" y="1299"/>
                  </a:lnTo>
                  <a:lnTo>
                    <a:pt x="4307" y="1299"/>
                  </a:lnTo>
                  <a:cubicBezTo>
                    <a:pt x="4307" y="2249"/>
                    <a:pt x="5099" y="3040"/>
                    <a:pt x="6049" y="3040"/>
                  </a:cubicBezTo>
                  <a:lnTo>
                    <a:pt x="6049" y="9121"/>
                  </a:lnTo>
                  <a:cubicBezTo>
                    <a:pt x="5099" y="9121"/>
                    <a:pt x="4307" y="9881"/>
                    <a:pt x="4307" y="10831"/>
                  </a:cubicBezTo>
                  <a:lnTo>
                    <a:pt x="0" y="10831"/>
                  </a:lnTo>
                  <a:lnTo>
                    <a:pt x="0" y="12129"/>
                  </a:lnTo>
                  <a:lnTo>
                    <a:pt x="7791" y="12129"/>
                  </a:lnTo>
                  <a:lnTo>
                    <a:pt x="7791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9" name="Google Shape;5279;p30"/>
            <p:cNvSpPr/>
            <p:nvPr/>
          </p:nvSpPr>
          <p:spPr>
            <a:xfrm>
              <a:off x="3989800" y="4739050"/>
              <a:ext cx="650825" cy="455275"/>
            </a:xfrm>
            <a:custGeom>
              <a:rect b="b" l="l" r="r" t="t"/>
              <a:pathLst>
                <a:path extrusionOk="0" h="18211" w="26033">
                  <a:moveTo>
                    <a:pt x="7791" y="3041"/>
                  </a:moveTo>
                  <a:lnTo>
                    <a:pt x="7791" y="11718"/>
                  </a:lnTo>
                  <a:lnTo>
                    <a:pt x="4276" y="11718"/>
                  </a:lnTo>
                  <a:cubicBezTo>
                    <a:pt x="4117" y="10863"/>
                    <a:pt x="3452" y="10198"/>
                    <a:pt x="2597" y="10008"/>
                  </a:cubicBezTo>
                  <a:lnTo>
                    <a:pt x="2597" y="4719"/>
                  </a:lnTo>
                  <a:cubicBezTo>
                    <a:pt x="3452" y="4561"/>
                    <a:pt x="4117" y="3896"/>
                    <a:pt x="4276" y="3041"/>
                  </a:cubicBezTo>
                  <a:close/>
                  <a:moveTo>
                    <a:pt x="21725" y="3041"/>
                  </a:moveTo>
                  <a:cubicBezTo>
                    <a:pt x="21915" y="3864"/>
                    <a:pt x="22580" y="4529"/>
                    <a:pt x="23435" y="4719"/>
                  </a:cubicBezTo>
                  <a:lnTo>
                    <a:pt x="23435" y="10008"/>
                  </a:lnTo>
                  <a:cubicBezTo>
                    <a:pt x="22580" y="10198"/>
                    <a:pt x="21915" y="10863"/>
                    <a:pt x="21725" y="11718"/>
                  </a:cubicBezTo>
                  <a:lnTo>
                    <a:pt x="18210" y="11718"/>
                  </a:lnTo>
                  <a:lnTo>
                    <a:pt x="18210" y="3041"/>
                  </a:lnTo>
                  <a:close/>
                  <a:moveTo>
                    <a:pt x="7791" y="1743"/>
                  </a:moveTo>
                  <a:lnTo>
                    <a:pt x="7791" y="2154"/>
                  </a:lnTo>
                  <a:lnTo>
                    <a:pt x="3895" y="2154"/>
                  </a:lnTo>
                  <a:cubicBezTo>
                    <a:pt x="3642" y="2154"/>
                    <a:pt x="3452" y="2344"/>
                    <a:pt x="3452" y="2598"/>
                  </a:cubicBezTo>
                  <a:cubicBezTo>
                    <a:pt x="3452" y="3326"/>
                    <a:pt x="2882" y="3896"/>
                    <a:pt x="2154" y="3896"/>
                  </a:cubicBezTo>
                  <a:cubicBezTo>
                    <a:pt x="1900" y="3896"/>
                    <a:pt x="1710" y="4086"/>
                    <a:pt x="1710" y="4339"/>
                  </a:cubicBezTo>
                  <a:lnTo>
                    <a:pt x="1710" y="10420"/>
                  </a:lnTo>
                  <a:cubicBezTo>
                    <a:pt x="1710" y="10641"/>
                    <a:pt x="1900" y="10832"/>
                    <a:pt x="2154" y="10832"/>
                  </a:cubicBezTo>
                  <a:cubicBezTo>
                    <a:pt x="2882" y="10832"/>
                    <a:pt x="3452" y="11433"/>
                    <a:pt x="3452" y="12130"/>
                  </a:cubicBezTo>
                  <a:cubicBezTo>
                    <a:pt x="3452" y="12383"/>
                    <a:pt x="3642" y="12573"/>
                    <a:pt x="3895" y="12573"/>
                  </a:cubicBezTo>
                  <a:lnTo>
                    <a:pt x="7791" y="12573"/>
                  </a:lnTo>
                  <a:lnTo>
                    <a:pt x="7791" y="13017"/>
                  </a:lnTo>
                  <a:lnTo>
                    <a:pt x="855" y="13017"/>
                  </a:lnTo>
                  <a:lnTo>
                    <a:pt x="855" y="1743"/>
                  </a:lnTo>
                  <a:close/>
                  <a:moveTo>
                    <a:pt x="25177" y="1711"/>
                  </a:moveTo>
                  <a:lnTo>
                    <a:pt x="25177" y="13017"/>
                  </a:lnTo>
                  <a:lnTo>
                    <a:pt x="18210" y="13017"/>
                  </a:lnTo>
                  <a:lnTo>
                    <a:pt x="18210" y="12573"/>
                  </a:lnTo>
                  <a:lnTo>
                    <a:pt x="22137" y="12573"/>
                  </a:lnTo>
                  <a:cubicBezTo>
                    <a:pt x="22359" y="12573"/>
                    <a:pt x="22549" y="12383"/>
                    <a:pt x="22549" y="12130"/>
                  </a:cubicBezTo>
                  <a:cubicBezTo>
                    <a:pt x="22580" y="11433"/>
                    <a:pt x="23150" y="10832"/>
                    <a:pt x="23879" y="10832"/>
                  </a:cubicBezTo>
                  <a:cubicBezTo>
                    <a:pt x="24100" y="10832"/>
                    <a:pt x="24290" y="10641"/>
                    <a:pt x="24290" y="10388"/>
                  </a:cubicBezTo>
                  <a:lnTo>
                    <a:pt x="24290" y="4339"/>
                  </a:lnTo>
                  <a:cubicBezTo>
                    <a:pt x="24290" y="4086"/>
                    <a:pt x="24100" y="3896"/>
                    <a:pt x="23879" y="3896"/>
                  </a:cubicBezTo>
                  <a:cubicBezTo>
                    <a:pt x="23150" y="3896"/>
                    <a:pt x="22580" y="3294"/>
                    <a:pt x="22549" y="2598"/>
                  </a:cubicBezTo>
                  <a:cubicBezTo>
                    <a:pt x="22549" y="2344"/>
                    <a:pt x="22359" y="2154"/>
                    <a:pt x="22137" y="2154"/>
                  </a:cubicBezTo>
                  <a:lnTo>
                    <a:pt x="18210" y="2154"/>
                  </a:lnTo>
                  <a:lnTo>
                    <a:pt x="18210" y="1711"/>
                  </a:lnTo>
                  <a:close/>
                  <a:moveTo>
                    <a:pt x="7791" y="13872"/>
                  </a:moveTo>
                  <a:lnTo>
                    <a:pt x="7791" y="14758"/>
                  </a:lnTo>
                  <a:lnTo>
                    <a:pt x="1299" y="14758"/>
                  </a:lnTo>
                  <a:lnTo>
                    <a:pt x="1299" y="13872"/>
                  </a:lnTo>
                  <a:close/>
                  <a:moveTo>
                    <a:pt x="24734" y="13872"/>
                  </a:moveTo>
                  <a:lnTo>
                    <a:pt x="24734" y="14758"/>
                  </a:lnTo>
                  <a:lnTo>
                    <a:pt x="18210" y="14758"/>
                  </a:lnTo>
                  <a:lnTo>
                    <a:pt x="18210" y="13872"/>
                  </a:lnTo>
                  <a:close/>
                  <a:moveTo>
                    <a:pt x="7791" y="15614"/>
                  </a:moveTo>
                  <a:lnTo>
                    <a:pt x="7791" y="16469"/>
                  </a:lnTo>
                  <a:lnTo>
                    <a:pt x="1710" y="16469"/>
                  </a:lnTo>
                  <a:lnTo>
                    <a:pt x="1710" y="15614"/>
                  </a:lnTo>
                  <a:close/>
                  <a:moveTo>
                    <a:pt x="24290" y="15614"/>
                  </a:moveTo>
                  <a:lnTo>
                    <a:pt x="24290" y="16469"/>
                  </a:lnTo>
                  <a:lnTo>
                    <a:pt x="18210" y="16469"/>
                  </a:lnTo>
                  <a:lnTo>
                    <a:pt x="18210" y="15614"/>
                  </a:lnTo>
                  <a:close/>
                  <a:moveTo>
                    <a:pt x="17355" y="856"/>
                  </a:moveTo>
                  <a:lnTo>
                    <a:pt x="17355" y="17355"/>
                  </a:lnTo>
                  <a:lnTo>
                    <a:pt x="8678" y="17355"/>
                  </a:lnTo>
                  <a:lnTo>
                    <a:pt x="8678" y="856"/>
                  </a:lnTo>
                  <a:close/>
                  <a:moveTo>
                    <a:pt x="8234" y="1"/>
                  </a:moveTo>
                  <a:cubicBezTo>
                    <a:pt x="7981" y="1"/>
                    <a:pt x="7791" y="191"/>
                    <a:pt x="7791" y="412"/>
                  </a:cubicBezTo>
                  <a:lnTo>
                    <a:pt x="7791" y="856"/>
                  </a:lnTo>
                  <a:lnTo>
                    <a:pt x="412" y="856"/>
                  </a:lnTo>
                  <a:cubicBezTo>
                    <a:pt x="190" y="856"/>
                    <a:pt x="0" y="1046"/>
                    <a:pt x="0" y="1299"/>
                  </a:cubicBezTo>
                  <a:lnTo>
                    <a:pt x="0" y="13460"/>
                  </a:lnTo>
                  <a:cubicBezTo>
                    <a:pt x="0" y="13682"/>
                    <a:pt x="190" y="13872"/>
                    <a:pt x="412" y="13872"/>
                  </a:cubicBezTo>
                  <a:lnTo>
                    <a:pt x="412" y="15170"/>
                  </a:lnTo>
                  <a:cubicBezTo>
                    <a:pt x="412" y="15423"/>
                    <a:pt x="602" y="15614"/>
                    <a:pt x="855" y="15614"/>
                  </a:cubicBezTo>
                  <a:lnTo>
                    <a:pt x="855" y="16912"/>
                  </a:lnTo>
                  <a:cubicBezTo>
                    <a:pt x="855" y="17165"/>
                    <a:pt x="1045" y="17355"/>
                    <a:pt x="1299" y="17355"/>
                  </a:cubicBezTo>
                  <a:lnTo>
                    <a:pt x="7791" y="17355"/>
                  </a:lnTo>
                  <a:lnTo>
                    <a:pt x="7791" y="17799"/>
                  </a:lnTo>
                  <a:cubicBezTo>
                    <a:pt x="7791" y="18020"/>
                    <a:pt x="8012" y="18210"/>
                    <a:pt x="8234" y="18210"/>
                  </a:cubicBezTo>
                  <a:lnTo>
                    <a:pt x="17798" y="18210"/>
                  </a:lnTo>
                  <a:cubicBezTo>
                    <a:pt x="18020" y="18210"/>
                    <a:pt x="18210" y="18020"/>
                    <a:pt x="18210" y="17799"/>
                  </a:cubicBezTo>
                  <a:lnTo>
                    <a:pt x="18210" y="17355"/>
                  </a:lnTo>
                  <a:lnTo>
                    <a:pt x="24734" y="17355"/>
                  </a:lnTo>
                  <a:cubicBezTo>
                    <a:pt x="24987" y="17355"/>
                    <a:pt x="25177" y="17165"/>
                    <a:pt x="25177" y="16912"/>
                  </a:cubicBezTo>
                  <a:lnTo>
                    <a:pt x="25177" y="15614"/>
                  </a:lnTo>
                  <a:cubicBezTo>
                    <a:pt x="25399" y="15614"/>
                    <a:pt x="25620" y="15423"/>
                    <a:pt x="25620" y="15170"/>
                  </a:cubicBezTo>
                  <a:lnTo>
                    <a:pt x="25620" y="13872"/>
                  </a:lnTo>
                  <a:cubicBezTo>
                    <a:pt x="25842" y="13872"/>
                    <a:pt x="26032" y="13682"/>
                    <a:pt x="26032" y="13460"/>
                  </a:cubicBezTo>
                  <a:lnTo>
                    <a:pt x="26032" y="1299"/>
                  </a:lnTo>
                  <a:cubicBezTo>
                    <a:pt x="26032" y="1046"/>
                    <a:pt x="25842" y="856"/>
                    <a:pt x="25589" y="856"/>
                  </a:cubicBezTo>
                  <a:lnTo>
                    <a:pt x="18210" y="856"/>
                  </a:lnTo>
                  <a:lnTo>
                    <a:pt x="18210" y="412"/>
                  </a:lnTo>
                  <a:cubicBezTo>
                    <a:pt x="18210" y="191"/>
                    <a:pt x="18020" y="1"/>
                    <a:pt x="17798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0" name="Google Shape;5280;p30"/>
            <p:cNvSpPr/>
            <p:nvPr/>
          </p:nvSpPr>
          <p:spPr>
            <a:xfrm>
              <a:off x="4217025" y="4825400"/>
              <a:ext cx="203500" cy="195525"/>
            </a:xfrm>
            <a:custGeom>
              <a:rect b="b" l="l" r="r" t="t"/>
              <a:pathLst>
                <a:path extrusionOk="0" h="7821" w="8140">
                  <a:moveTo>
                    <a:pt x="3927" y="885"/>
                  </a:moveTo>
                  <a:cubicBezTo>
                    <a:pt x="5162" y="885"/>
                    <a:pt x="6239" y="1614"/>
                    <a:pt x="6714" y="2754"/>
                  </a:cubicBezTo>
                  <a:cubicBezTo>
                    <a:pt x="7189" y="3894"/>
                    <a:pt x="6936" y="5192"/>
                    <a:pt x="6081" y="6079"/>
                  </a:cubicBezTo>
                  <a:cubicBezTo>
                    <a:pt x="5492" y="6647"/>
                    <a:pt x="4721" y="6949"/>
                    <a:pt x="3936" y="6949"/>
                  </a:cubicBezTo>
                  <a:cubicBezTo>
                    <a:pt x="3539" y="6949"/>
                    <a:pt x="3138" y="6872"/>
                    <a:pt x="2755" y="6712"/>
                  </a:cubicBezTo>
                  <a:cubicBezTo>
                    <a:pt x="1615" y="6237"/>
                    <a:pt x="887" y="5129"/>
                    <a:pt x="887" y="3926"/>
                  </a:cubicBezTo>
                  <a:cubicBezTo>
                    <a:pt x="887" y="2247"/>
                    <a:pt x="2249" y="885"/>
                    <a:pt x="3927" y="885"/>
                  </a:cubicBezTo>
                  <a:close/>
                  <a:moveTo>
                    <a:pt x="3949" y="1"/>
                  </a:moveTo>
                  <a:cubicBezTo>
                    <a:pt x="3440" y="1"/>
                    <a:pt x="2927" y="103"/>
                    <a:pt x="2439" y="315"/>
                  </a:cubicBezTo>
                  <a:cubicBezTo>
                    <a:pt x="950" y="917"/>
                    <a:pt x="0" y="2342"/>
                    <a:pt x="0" y="3926"/>
                  </a:cubicBezTo>
                  <a:cubicBezTo>
                    <a:pt x="0" y="6079"/>
                    <a:pt x="1774" y="7821"/>
                    <a:pt x="3927" y="7821"/>
                  </a:cubicBezTo>
                  <a:cubicBezTo>
                    <a:pt x="5511" y="7821"/>
                    <a:pt x="6936" y="6871"/>
                    <a:pt x="7537" y="5414"/>
                  </a:cubicBezTo>
                  <a:cubicBezTo>
                    <a:pt x="8139" y="3957"/>
                    <a:pt x="7791" y="2279"/>
                    <a:pt x="6682" y="1139"/>
                  </a:cubicBezTo>
                  <a:cubicBezTo>
                    <a:pt x="5946" y="402"/>
                    <a:pt x="4957" y="1"/>
                    <a:pt x="394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1" name="Google Shape;5281;p30"/>
            <p:cNvSpPr/>
            <p:nvPr/>
          </p:nvSpPr>
          <p:spPr>
            <a:xfrm>
              <a:off x="4281950" y="4857825"/>
              <a:ext cx="65725" cy="130650"/>
            </a:xfrm>
            <a:custGeom>
              <a:rect b="b" l="l" r="r" t="t"/>
              <a:pathLst>
                <a:path extrusionOk="0" h="5226" w="2629">
                  <a:moveTo>
                    <a:pt x="887" y="0"/>
                  </a:moveTo>
                  <a:lnTo>
                    <a:pt x="887" y="443"/>
                  </a:lnTo>
                  <a:lnTo>
                    <a:pt x="443" y="443"/>
                  </a:lnTo>
                  <a:cubicBezTo>
                    <a:pt x="222" y="443"/>
                    <a:pt x="0" y="633"/>
                    <a:pt x="0" y="887"/>
                  </a:cubicBezTo>
                  <a:lnTo>
                    <a:pt x="0" y="2629"/>
                  </a:lnTo>
                  <a:cubicBezTo>
                    <a:pt x="0" y="2850"/>
                    <a:pt x="222" y="3040"/>
                    <a:pt x="443" y="3040"/>
                  </a:cubicBezTo>
                  <a:lnTo>
                    <a:pt x="1742" y="3040"/>
                  </a:lnTo>
                  <a:lnTo>
                    <a:pt x="1742" y="3927"/>
                  </a:lnTo>
                  <a:lnTo>
                    <a:pt x="887" y="3927"/>
                  </a:lnTo>
                  <a:lnTo>
                    <a:pt x="887" y="3484"/>
                  </a:lnTo>
                  <a:lnTo>
                    <a:pt x="32" y="3484"/>
                  </a:lnTo>
                  <a:lnTo>
                    <a:pt x="32" y="4339"/>
                  </a:lnTo>
                  <a:cubicBezTo>
                    <a:pt x="32" y="4592"/>
                    <a:pt x="222" y="4782"/>
                    <a:pt x="443" y="4782"/>
                  </a:cubicBezTo>
                  <a:lnTo>
                    <a:pt x="887" y="4782"/>
                  </a:lnTo>
                  <a:lnTo>
                    <a:pt x="887" y="5225"/>
                  </a:lnTo>
                  <a:lnTo>
                    <a:pt x="1742" y="5225"/>
                  </a:lnTo>
                  <a:lnTo>
                    <a:pt x="1742" y="4782"/>
                  </a:lnTo>
                  <a:lnTo>
                    <a:pt x="2185" y="4782"/>
                  </a:lnTo>
                  <a:cubicBezTo>
                    <a:pt x="2439" y="4782"/>
                    <a:pt x="2629" y="4592"/>
                    <a:pt x="2629" y="4339"/>
                  </a:cubicBezTo>
                  <a:lnTo>
                    <a:pt x="2629" y="2629"/>
                  </a:lnTo>
                  <a:cubicBezTo>
                    <a:pt x="2629" y="2375"/>
                    <a:pt x="2439" y="2185"/>
                    <a:pt x="2185" y="2185"/>
                  </a:cubicBezTo>
                  <a:lnTo>
                    <a:pt x="887" y="2185"/>
                  </a:lnTo>
                  <a:lnTo>
                    <a:pt x="887" y="1299"/>
                  </a:lnTo>
                  <a:lnTo>
                    <a:pt x="1742" y="1299"/>
                  </a:lnTo>
                  <a:lnTo>
                    <a:pt x="1742" y="1742"/>
                  </a:lnTo>
                  <a:lnTo>
                    <a:pt x="2629" y="1742"/>
                  </a:lnTo>
                  <a:lnTo>
                    <a:pt x="2629" y="887"/>
                  </a:lnTo>
                  <a:cubicBezTo>
                    <a:pt x="2629" y="633"/>
                    <a:pt x="2439" y="443"/>
                    <a:pt x="2185" y="443"/>
                  </a:cubicBezTo>
                  <a:lnTo>
                    <a:pt x="1742" y="443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82" name="Google Shape;5282;p30"/>
          <p:cNvGrpSpPr/>
          <p:nvPr/>
        </p:nvGrpSpPr>
        <p:grpSpPr>
          <a:xfrm>
            <a:off x="8115718" y="3806065"/>
            <a:ext cx="458466" cy="450111"/>
            <a:chOff x="5042800" y="4757275"/>
            <a:chExt cx="651600" cy="639725"/>
          </a:xfrm>
        </p:grpSpPr>
        <p:sp>
          <p:nvSpPr>
            <p:cNvPr id="5283" name="Google Shape;5283;p30"/>
            <p:cNvSpPr/>
            <p:nvPr/>
          </p:nvSpPr>
          <p:spPr>
            <a:xfrm>
              <a:off x="5053875" y="4968650"/>
              <a:ext cx="97400" cy="141750"/>
            </a:xfrm>
            <a:custGeom>
              <a:rect b="b" l="l" r="r" t="t"/>
              <a:pathLst>
                <a:path extrusionOk="0" h="5670" w="3896">
                  <a:moveTo>
                    <a:pt x="3896" y="1"/>
                  </a:moveTo>
                  <a:lnTo>
                    <a:pt x="0" y="3263"/>
                  </a:lnTo>
                  <a:lnTo>
                    <a:pt x="3896" y="5669"/>
                  </a:lnTo>
                  <a:lnTo>
                    <a:pt x="3896" y="1"/>
                  </a:ln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4" name="Google Shape;5284;p30"/>
            <p:cNvSpPr/>
            <p:nvPr/>
          </p:nvSpPr>
          <p:spPr>
            <a:xfrm>
              <a:off x="5414900" y="5050200"/>
              <a:ext cx="268425" cy="314350"/>
            </a:xfrm>
            <a:custGeom>
              <a:rect b="b" l="l" r="r" t="t"/>
              <a:pathLst>
                <a:path extrusionOk="0" h="12574" w="10737">
                  <a:moveTo>
                    <a:pt x="10736" y="1"/>
                  </a:moveTo>
                  <a:lnTo>
                    <a:pt x="6841" y="2407"/>
                  </a:lnTo>
                  <a:lnTo>
                    <a:pt x="5701" y="3136"/>
                  </a:lnTo>
                  <a:lnTo>
                    <a:pt x="1" y="6651"/>
                  </a:lnTo>
                  <a:lnTo>
                    <a:pt x="10736" y="12573"/>
                  </a:lnTo>
                  <a:lnTo>
                    <a:pt x="10736" y="1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5" name="Google Shape;5285;p30"/>
            <p:cNvSpPr/>
            <p:nvPr/>
          </p:nvSpPr>
          <p:spPr>
            <a:xfrm>
              <a:off x="5585925" y="4963125"/>
              <a:ext cx="97400" cy="147275"/>
            </a:xfrm>
            <a:custGeom>
              <a:rect b="b" l="l" r="r" t="t"/>
              <a:pathLst>
                <a:path extrusionOk="0" h="5891" w="3896">
                  <a:moveTo>
                    <a:pt x="0" y="0"/>
                  </a:moveTo>
                  <a:lnTo>
                    <a:pt x="0" y="5890"/>
                  </a:lnTo>
                  <a:lnTo>
                    <a:pt x="3895" y="34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6" name="Google Shape;5286;p30"/>
            <p:cNvSpPr/>
            <p:nvPr/>
          </p:nvSpPr>
          <p:spPr>
            <a:xfrm>
              <a:off x="5194800" y="5050200"/>
              <a:ext cx="173425" cy="53875"/>
            </a:xfrm>
            <a:custGeom>
              <a:rect b="b" l="l" r="r" t="t"/>
              <a:pathLst>
                <a:path extrusionOk="0" h="2155" w="6937">
                  <a:moveTo>
                    <a:pt x="1" y="1"/>
                  </a:moveTo>
                  <a:lnTo>
                    <a:pt x="1" y="2154"/>
                  </a:lnTo>
                  <a:lnTo>
                    <a:pt x="6936" y="2154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7" name="Google Shape;5287;p30"/>
            <p:cNvSpPr/>
            <p:nvPr/>
          </p:nvSpPr>
          <p:spPr>
            <a:xfrm>
              <a:off x="5053875" y="5050200"/>
              <a:ext cx="266825" cy="304050"/>
            </a:xfrm>
            <a:custGeom>
              <a:rect b="b" l="l" r="r" t="t"/>
              <a:pathLst>
                <a:path extrusionOk="0" h="12162" w="10673">
                  <a:moveTo>
                    <a:pt x="0" y="1"/>
                  </a:moveTo>
                  <a:lnTo>
                    <a:pt x="0" y="12161"/>
                  </a:lnTo>
                  <a:lnTo>
                    <a:pt x="10673" y="6619"/>
                  </a:lnTo>
                  <a:lnTo>
                    <a:pt x="5036" y="3136"/>
                  </a:lnTo>
                  <a:lnTo>
                    <a:pt x="3896" y="240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8" name="Google Shape;5288;p30"/>
            <p:cNvSpPr/>
            <p:nvPr/>
          </p:nvSpPr>
          <p:spPr>
            <a:xfrm>
              <a:off x="5281900" y="4995575"/>
              <a:ext cx="173400" cy="54650"/>
            </a:xfrm>
            <a:custGeom>
              <a:rect b="b" l="l" r="r" t="t"/>
              <a:pathLst>
                <a:path extrusionOk="0" h="2186" w="6936">
                  <a:moveTo>
                    <a:pt x="0" y="0"/>
                  </a:moveTo>
                  <a:lnTo>
                    <a:pt x="0" y="2186"/>
                  </a:lnTo>
                  <a:lnTo>
                    <a:pt x="6936" y="2186"/>
                  </a:lnTo>
                  <a:lnTo>
                    <a:pt x="6936" y="0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9" name="Google Shape;5289;p30"/>
            <p:cNvSpPr/>
            <p:nvPr/>
          </p:nvSpPr>
          <p:spPr>
            <a:xfrm>
              <a:off x="5053875" y="5191125"/>
              <a:ext cx="629450" cy="195575"/>
            </a:xfrm>
            <a:custGeom>
              <a:rect b="b" l="l" r="r" t="t"/>
              <a:pathLst>
                <a:path extrusionOk="0" h="7823" w="25178">
                  <a:moveTo>
                    <a:pt x="12573" y="1"/>
                  </a:moveTo>
                  <a:lnTo>
                    <a:pt x="10673" y="982"/>
                  </a:lnTo>
                  <a:lnTo>
                    <a:pt x="0" y="6524"/>
                  </a:lnTo>
                  <a:lnTo>
                    <a:pt x="0" y="7823"/>
                  </a:lnTo>
                  <a:lnTo>
                    <a:pt x="25177" y="7823"/>
                  </a:lnTo>
                  <a:lnTo>
                    <a:pt x="25177" y="6936"/>
                  </a:lnTo>
                  <a:lnTo>
                    <a:pt x="14442" y="1014"/>
                  </a:lnTo>
                  <a:lnTo>
                    <a:pt x="12573" y="1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0" name="Google Shape;5290;p30"/>
            <p:cNvSpPr/>
            <p:nvPr/>
          </p:nvSpPr>
          <p:spPr>
            <a:xfrm>
              <a:off x="5368200" y="5050200"/>
              <a:ext cx="174200" cy="53875"/>
            </a:xfrm>
            <a:custGeom>
              <a:rect b="b" l="l" r="r" t="t"/>
              <a:pathLst>
                <a:path extrusionOk="0" h="2155" w="6968">
                  <a:moveTo>
                    <a:pt x="0" y="1"/>
                  </a:moveTo>
                  <a:lnTo>
                    <a:pt x="0" y="2154"/>
                  </a:lnTo>
                  <a:lnTo>
                    <a:pt x="6967" y="2154"/>
                  </a:lnTo>
                  <a:lnTo>
                    <a:pt x="6967" y="1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1" name="Google Shape;5291;p30"/>
            <p:cNvSpPr/>
            <p:nvPr/>
          </p:nvSpPr>
          <p:spPr>
            <a:xfrm>
              <a:off x="5281100" y="4822175"/>
              <a:ext cx="174200" cy="173425"/>
            </a:xfrm>
            <a:custGeom>
              <a:rect b="b" l="l" r="r" t="t"/>
              <a:pathLst>
                <a:path extrusionOk="0" h="6937" w="6968">
                  <a:moveTo>
                    <a:pt x="3484" y="1"/>
                  </a:moveTo>
                  <a:cubicBezTo>
                    <a:pt x="1584" y="1"/>
                    <a:pt x="32" y="1553"/>
                    <a:pt x="0" y="3453"/>
                  </a:cubicBezTo>
                  <a:cubicBezTo>
                    <a:pt x="0" y="5385"/>
                    <a:pt x="1552" y="6936"/>
                    <a:pt x="3484" y="6936"/>
                  </a:cubicBezTo>
                  <a:cubicBezTo>
                    <a:pt x="5416" y="6936"/>
                    <a:pt x="6968" y="5385"/>
                    <a:pt x="6968" y="3485"/>
                  </a:cubicBezTo>
                  <a:cubicBezTo>
                    <a:pt x="6968" y="1553"/>
                    <a:pt x="5416" y="1"/>
                    <a:pt x="3484" y="1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2" name="Google Shape;5292;p30"/>
            <p:cNvSpPr/>
            <p:nvPr/>
          </p:nvSpPr>
          <p:spPr>
            <a:xfrm>
              <a:off x="5585925" y="4768350"/>
              <a:ext cx="64925" cy="86325"/>
            </a:xfrm>
            <a:custGeom>
              <a:rect b="b" l="l" r="r" t="t"/>
              <a:pathLst>
                <a:path extrusionOk="0" h="3453" w="2597">
                  <a:moveTo>
                    <a:pt x="1298" y="0"/>
                  </a:moveTo>
                  <a:cubicBezTo>
                    <a:pt x="570" y="0"/>
                    <a:pt x="0" y="571"/>
                    <a:pt x="0" y="1299"/>
                  </a:cubicBezTo>
                  <a:lnTo>
                    <a:pt x="0" y="3452"/>
                  </a:lnTo>
                  <a:lnTo>
                    <a:pt x="2597" y="3452"/>
                  </a:lnTo>
                  <a:lnTo>
                    <a:pt x="2597" y="1299"/>
                  </a:lnTo>
                  <a:cubicBezTo>
                    <a:pt x="2597" y="571"/>
                    <a:pt x="1995" y="0"/>
                    <a:pt x="1298" y="0"/>
                  </a:cubicBez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3" name="Google Shape;5293;p30"/>
            <p:cNvSpPr/>
            <p:nvPr/>
          </p:nvSpPr>
          <p:spPr>
            <a:xfrm>
              <a:off x="5042800" y="4757275"/>
              <a:ext cx="651600" cy="639725"/>
            </a:xfrm>
            <a:custGeom>
              <a:rect b="b" l="l" r="r" t="t"/>
              <a:pathLst>
                <a:path extrusionOk="0" h="25589" w="26064">
                  <a:moveTo>
                    <a:pt x="23023" y="855"/>
                  </a:moveTo>
                  <a:cubicBezTo>
                    <a:pt x="23499" y="855"/>
                    <a:pt x="23879" y="1267"/>
                    <a:pt x="23879" y="1742"/>
                  </a:cubicBezTo>
                  <a:lnTo>
                    <a:pt x="23879" y="3484"/>
                  </a:lnTo>
                  <a:lnTo>
                    <a:pt x="22137" y="3484"/>
                  </a:lnTo>
                  <a:lnTo>
                    <a:pt x="22137" y="1742"/>
                  </a:lnTo>
                  <a:cubicBezTo>
                    <a:pt x="22137" y="1267"/>
                    <a:pt x="22548" y="855"/>
                    <a:pt x="23023" y="855"/>
                  </a:cubicBezTo>
                  <a:close/>
                  <a:moveTo>
                    <a:pt x="3927" y="9374"/>
                  </a:moveTo>
                  <a:lnTo>
                    <a:pt x="3927" y="13364"/>
                  </a:lnTo>
                  <a:lnTo>
                    <a:pt x="1172" y="11654"/>
                  </a:lnTo>
                  <a:lnTo>
                    <a:pt x="3927" y="9374"/>
                  </a:lnTo>
                  <a:close/>
                  <a:moveTo>
                    <a:pt x="22137" y="9216"/>
                  </a:moveTo>
                  <a:lnTo>
                    <a:pt x="24892" y="11654"/>
                  </a:lnTo>
                  <a:lnTo>
                    <a:pt x="22137" y="13364"/>
                  </a:lnTo>
                  <a:lnTo>
                    <a:pt x="22137" y="9216"/>
                  </a:lnTo>
                  <a:close/>
                  <a:moveTo>
                    <a:pt x="21535" y="855"/>
                  </a:moveTo>
                  <a:cubicBezTo>
                    <a:pt x="21377" y="1109"/>
                    <a:pt x="21282" y="1425"/>
                    <a:pt x="21282" y="1742"/>
                  </a:cubicBezTo>
                  <a:lnTo>
                    <a:pt x="21282" y="13903"/>
                  </a:lnTo>
                  <a:lnTo>
                    <a:pt x="14853" y="17861"/>
                  </a:lnTo>
                  <a:lnTo>
                    <a:pt x="13238" y="16975"/>
                  </a:lnTo>
                  <a:cubicBezTo>
                    <a:pt x="13174" y="16943"/>
                    <a:pt x="13103" y="16927"/>
                    <a:pt x="13032" y="16927"/>
                  </a:cubicBezTo>
                  <a:cubicBezTo>
                    <a:pt x="12961" y="16927"/>
                    <a:pt x="12889" y="16943"/>
                    <a:pt x="12826" y="16975"/>
                  </a:cubicBezTo>
                  <a:lnTo>
                    <a:pt x="11179" y="17861"/>
                  </a:lnTo>
                  <a:lnTo>
                    <a:pt x="4782" y="13903"/>
                  </a:lnTo>
                  <a:lnTo>
                    <a:pt x="4782" y="2154"/>
                  </a:lnTo>
                  <a:cubicBezTo>
                    <a:pt x="4782" y="1457"/>
                    <a:pt x="5352" y="855"/>
                    <a:pt x="6081" y="855"/>
                  </a:cubicBezTo>
                  <a:close/>
                  <a:moveTo>
                    <a:pt x="887" y="12509"/>
                  </a:moveTo>
                  <a:lnTo>
                    <a:pt x="10324" y="18368"/>
                  </a:lnTo>
                  <a:lnTo>
                    <a:pt x="887" y="23562"/>
                  </a:lnTo>
                  <a:lnTo>
                    <a:pt x="887" y="12509"/>
                  </a:lnTo>
                  <a:close/>
                  <a:moveTo>
                    <a:pt x="25177" y="12509"/>
                  </a:moveTo>
                  <a:lnTo>
                    <a:pt x="25177" y="23562"/>
                  </a:lnTo>
                  <a:lnTo>
                    <a:pt x="15740" y="18368"/>
                  </a:lnTo>
                  <a:lnTo>
                    <a:pt x="25177" y="12509"/>
                  </a:lnTo>
                  <a:close/>
                  <a:moveTo>
                    <a:pt x="13016" y="17861"/>
                  </a:moveTo>
                  <a:lnTo>
                    <a:pt x="25177" y="24544"/>
                  </a:lnTo>
                  <a:lnTo>
                    <a:pt x="25177" y="24734"/>
                  </a:lnTo>
                  <a:lnTo>
                    <a:pt x="887" y="24734"/>
                  </a:lnTo>
                  <a:lnTo>
                    <a:pt x="887" y="24544"/>
                  </a:lnTo>
                  <a:lnTo>
                    <a:pt x="13016" y="17861"/>
                  </a:lnTo>
                  <a:close/>
                  <a:moveTo>
                    <a:pt x="6081" y="0"/>
                  </a:moveTo>
                  <a:cubicBezTo>
                    <a:pt x="4877" y="0"/>
                    <a:pt x="3927" y="950"/>
                    <a:pt x="3927" y="2154"/>
                  </a:cubicBezTo>
                  <a:lnTo>
                    <a:pt x="3927" y="8266"/>
                  </a:lnTo>
                  <a:lnTo>
                    <a:pt x="158" y="11369"/>
                  </a:lnTo>
                  <a:cubicBezTo>
                    <a:pt x="63" y="11464"/>
                    <a:pt x="0" y="11591"/>
                    <a:pt x="0" y="11718"/>
                  </a:cubicBezTo>
                  <a:lnTo>
                    <a:pt x="0" y="25177"/>
                  </a:lnTo>
                  <a:cubicBezTo>
                    <a:pt x="0" y="25399"/>
                    <a:pt x="190" y="25589"/>
                    <a:pt x="443" y="25589"/>
                  </a:cubicBezTo>
                  <a:lnTo>
                    <a:pt x="25620" y="25589"/>
                  </a:lnTo>
                  <a:cubicBezTo>
                    <a:pt x="25874" y="25589"/>
                    <a:pt x="26064" y="25399"/>
                    <a:pt x="26064" y="25177"/>
                  </a:cubicBezTo>
                  <a:lnTo>
                    <a:pt x="26064" y="11718"/>
                  </a:lnTo>
                  <a:cubicBezTo>
                    <a:pt x="26064" y="11591"/>
                    <a:pt x="26000" y="11464"/>
                    <a:pt x="25905" y="11401"/>
                  </a:cubicBezTo>
                  <a:lnTo>
                    <a:pt x="22137" y="8044"/>
                  </a:lnTo>
                  <a:lnTo>
                    <a:pt x="22137" y="4339"/>
                  </a:lnTo>
                  <a:lnTo>
                    <a:pt x="24322" y="4339"/>
                  </a:lnTo>
                  <a:cubicBezTo>
                    <a:pt x="24544" y="4339"/>
                    <a:pt x="24734" y="4149"/>
                    <a:pt x="24734" y="3895"/>
                  </a:cubicBezTo>
                  <a:lnTo>
                    <a:pt x="24734" y="1742"/>
                  </a:lnTo>
                  <a:cubicBezTo>
                    <a:pt x="24734" y="760"/>
                    <a:pt x="23974" y="0"/>
                    <a:pt x="23023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4" name="Google Shape;5294;p30"/>
            <p:cNvSpPr/>
            <p:nvPr/>
          </p:nvSpPr>
          <p:spPr>
            <a:xfrm>
              <a:off x="5335725" y="4843575"/>
              <a:ext cx="65750" cy="130650"/>
            </a:xfrm>
            <a:custGeom>
              <a:rect b="b" l="l" r="r" t="t"/>
              <a:pathLst>
                <a:path extrusionOk="0" h="5226" w="2630">
                  <a:moveTo>
                    <a:pt x="887" y="0"/>
                  </a:moveTo>
                  <a:lnTo>
                    <a:pt x="887" y="443"/>
                  </a:lnTo>
                  <a:lnTo>
                    <a:pt x="444" y="443"/>
                  </a:lnTo>
                  <a:cubicBezTo>
                    <a:pt x="191" y="443"/>
                    <a:pt x="1" y="633"/>
                    <a:pt x="1" y="887"/>
                  </a:cubicBezTo>
                  <a:lnTo>
                    <a:pt x="1" y="2629"/>
                  </a:lnTo>
                  <a:cubicBezTo>
                    <a:pt x="1" y="2850"/>
                    <a:pt x="191" y="3072"/>
                    <a:pt x="444" y="3072"/>
                  </a:cubicBezTo>
                  <a:lnTo>
                    <a:pt x="1742" y="3072"/>
                  </a:lnTo>
                  <a:lnTo>
                    <a:pt x="1742" y="3927"/>
                  </a:lnTo>
                  <a:lnTo>
                    <a:pt x="887" y="3927"/>
                  </a:lnTo>
                  <a:lnTo>
                    <a:pt x="887" y="3484"/>
                  </a:lnTo>
                  <a:lnTo>
                    <a:pt x="1" y="3484"/>
                  </a:lnTo>
                  <a:lnTo>
                    <a:pt x="1" y="4370"/>
                  </a:lnTo>
                  <a:cubicBezTo>
                    <a:pt x="1" y="4592"/>
                    <a:pt x="191" y="4782"/>
                    <a:pt x="444" y="4782"/>
                  </a:cubicBezTo>
                  <a:lnTo>
                    <a:pt x="887" y="4782"/>
                  </a:lnTo>
                  <a:lnTo>
                    <a:pt x="887" y="5225"/>
                  </a:lnTo>
                  <a:lnTo>
                    <a:pt x="1742" y="5225"/>
                  </a:lnTo>
                  <a:lnTo>
                    <a:pt x="1742" y="4782"/>
                  </a:lnTo>
                  <a:lnTo>
                    <a:pt x="2186" y="4782"/>
                  </a:lnTo>
                  <a:cubicBezTo>
                    <a:pt x="2439" y="4782"/>
                    <a:pt x="2629" y="4592"/>
                    <a:pt x="2629" y="4370"/>
                  </a:cubicBezTo>
                  <a:lnTo>
                    <a:pt x="2629" y="2629"/>
                  </a:lnTo>
                  <a:cubicBezTo>
                    <a:pt x="2629" y="2375"/>
                    <a:pt x="2439" y="2185"/>
                    <a:pt x="2186" y="2185"/>
                  </a:cubicBezTo>
                  <a:lnTo>
                    <a:pt x="887" y="2185"/>
                  </a:lnTo>
                  <a:lnTo>
                    <a:pt x="887" y="1330"/>
                  </a:lnTo>
                  <a:lnTo>
                    <a:pt x="1742" y="1330"/>
                  </a:lnTo>
                  <a:lnTo>
                    <a:pt x="1742" y="1742"/>
                  </a:lnTo>
                  <a:lnTo>
                    <a:pt x="2629" y="1742"/>
                  </a:lnTo>
                  <a:lnTo>
                    <a:pt x="2629" y="887"/>
                  </a:lnTo>
                  <a:cubicBezTo>
                    <a:pt x="2629" y="633"/>
                    <a:pt x="2407" y="443"/>
                    <a:pt x="2186" y="443"/>
                  </a:cubicBezTo>
                  <a:lnTo>
                    <a:pt x="1742" y="443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5" name="Google Shape;5295;p30"/>
            <p:cNvSpPr/>
            <p:nvPr/>
          </p:nvSpPr>
          <p:spPr>
            <a:xfrm>
              <a:off x="5183725" y="4811100"/>
              <a:ext cx="368950" cy="304050"/>
            </a:xfrm>
            <a:custGeom>
              <a:rect b="b" l="l" r="r" t="t"/>
              <a:pathLst>
                <a:path extrusionOk="0" h="12162" w="14758">
                  <a:moveTo>
                    <a:pt x="7395" y="873"/>
                  </a:moveTo>
                  <a:cubicBezTo>
                    <a:pt x="8181" y="873"/>
                    <a:pt x="8962" y="1183"/>
                    <a:pt x="9533" y="1774"/>
                  </a:cubicBezTo>
                  <a:cubicBezTo>
                    <a:pt x="10419" y="2629"/>
                    <a:pt x="10673" y="3928"/>
                    <a:pt x="10198" y="5068"/>
                  </a:cubicBezTo>
                  <a:cubicBezTo>
                    <a:pt x="9723" y="6208"/>
                    <a:pt x="8614" y="6968"/>
                    <a:pt x="7379" y="6968"/>
                  </a:cubicBezTo>
                  <a:cubicBezTo>
                    <a:pt x="5701" y="6968"/>
                    <a:pt x="4370" y="5606"/>
                    <a:pt x="4339" y="3928"/>
                  </a:cubicBezTo>
                  <a:cubicBezTo>
                    <a:pt x="4339" y="2692"/>
                    <a:pt x="5099" y="1584"/>
                    <a:pt x="6239" y="1109"/>
                  </a:cubicBezTo>
                  <a:cubicBezTo>
                    <a:pt x="6608" y="951"/>
                    <a:pt x="7003" y="873"/>
                    <a:pt x="7395" y="873"/>
                  </a:cubicBezTo>
                  <a:close/>
                  <a:moveTo>
                    <a:pt x="10419" y="7823"/>
                  </a:moveTo>
                  <a:lnTo>
                    <a:pt x="10419" y="9121"/>
                  </a:lnTo>
                  <a:lnTo>
                    <a:pt x="4339" y="9121"/>
                  </a:lnTo>
                  <a:lnTo>
                    <a:pt x="4339" y="7823"/>
                  </a:lnTo>
                  <a:close/>
                  <a:moveTo>
                    <a:pt x="6967" y="10008"/>
                  </a:moveTo>
                  <a:lnTo>
                    <a:pt x="6967" y="11306"/>
                  </a:lnTo>
                  <a:lnTo>
                    <a:pt x="887" y="11306"/>
                  </a:lnTo>
                  <a:lnTo>
                    <a:pt x="887" y="10008"/>
                  </a:lnTo>
                  <a:close/>
                  <a:moveTo>
                    <a:pt x="13903" y="10008"/>
                  </a:moveTo>
                  <a:lnTo>
                    <a:pt x="13903" y="11306"/>
                  </a:lnTo>
                  <a:lnTo>
                    <a:pt x="7822" y="11306"/>
                  </a:lnTo>
                  <a:lnTo>
                    <a:pt x="7822" y="10008"/>
                  </a:lnTo>
                  <a:close/>
                  <a:moveTo>
                    <a:pt x="7379" y="1"/>
                  </a:moveTo>
                  <a:cubicBezTo>
                    <a:pt x="5732" y="1"/>
                    <a:pt x="4244" y="1046"/>
                    <a:pt x="3705" y="2597"/>
                  </a:cubicBezTo>
                  <a:cubicBezTo>
                    <a:pt x="3135" y="4181"/>
                    <a:pt x="3642" y="5923"/>
                    <a:pt x="4941" y="6968"/>
                  </a:cubicBezTo>
                  <a:lnTo>
                    <a:pt x="3895" y="6968"/>
                  </a:lnTo>
                  <a:cubicBezTo>
                    <a:pt x="3674" y="6968"/>
                    <a:pt x="3484" y="7158"/>
                    <a:pt x="3484" y="7379"/>
                  </a:cubicBezTo>
                  <a:lnTo>
                    <a:pt x="3484" y="9121"/>
                  </a:lnTo>
                  <a:lnTo>
                    <a:pt x="444" y="9121"/>
                  </a:lnTo>
                  <a:cubicBezTo>
                    <a:pt x="190" y="9121"/>
                    <a:pt x="0" y="9311"/>
                    <a:pt x="0" y="9565"/>
                  </a:cubicBezTo>
                  <a:lnTo>
                    <a:pt x="0" y="11718"/>
                  </a:lnTo>
                  <a:cubicBezTo>
                    <a:pt x="0" y="11971"/>
                    <a:pt x="190" y="12161"/>
                    <a:pt x="444" y="12161"/>
                  </a:cubicBezTo>
                  <a:lnTo>
                    <a:pt x="14315" y="12161"/>
                  </a:lnTo>
                  <a:cubicBezTo>
                    <a:pt x="14568" y="12161"/>
                    <a:pt x="14758" y="11971"/>
                    <a:pt x="14758" y="11718"/>
                  </a:cubicBezTo>
                  <a:lnTo>
                    <a:pt x="14758" y="9565"/>
                  </a:lnTo>
                  <a:cubicBezTo>
                    <a:pt x="14758" y="9311"/>
                    <a:pt x="14568" y="9121"/>
                    <a:pt x="14346" y="9121"/>
                  </a:cubicBezTo>
                  <a:lnTo>
                    <a:pt x="11306" y="9121"/>
                  </a:lnTo>
                  <a:lnTo>
                    <a:pt x="11306" y="7379"/>
                  </a:lnTo>
                  <a:cubicBezTo>
                    <a:pt x="11306" y="7158"/>
                    <a:pt x="11116" y="6968"/>
                    <a:pt x="10863" y="6968"/>
                  </a:cubicBezTo>
                  <a:lnTo>
                    <a:pt x="9849" y="6968"/>
                  </a:lnTo>
                  <a:cubicBezTo>
                    <a:pt x="11116" y="5923"/>
                    <a:pt x="11623" y="4181"/>
                    <a:pt x="11084" y="2597"/>
                  </a:cubicBezTo>
                  <a:cubicBezTo>
                    <a:pt x="10514" y="1046"/>
                    <a:pt x="9058" y="1"/>
                    <a:pt x="737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96" name="Google Shape;5296;p30"/>
          <p:cNvGrpSpPr/>
          <p:nvPr/>
        </p:nvGrpSpPr>
        <p:grpSpPr>
          <a:xfrm>
            <a:off x="8114047" y="895180"/>
            <a:ext cx="460137" cy="458343"/>
            <a:chOff x="3726950" y="5702775"/>
            <a:chExt cx="653975" cy="651425"/>
          </a:xfrm>
        </p:grpSpPr>
        <p:sp>
          <p:nvSpPr>
            <p:cNvPr id="5297" name="Google Shape;5297;p30"/>
            <p:cNvSpPr/>
            <p:nvPr/>
          </p:nvSpPr>
          <p:spPr>
            <a:xfrm>
              <a:off x="3859950" y="5822125"/>
              <a:ext cx="228050" cy="43575"/>
            </a:xfrm>
            <a:custGeom>
              <a:rect b="b" l="l" r="r" t="t"/>
              <a:pathLst>
                <a:path extrusionOk="0" h="1743" w="9122">
                  <a:moveTo>
                    <a:pt x="887" y="1"/>
                  </a:moveTo>
                  <a:cubicBezTo>
                    <a:pt x="412" y="32"/>
                    <a:pt x="0" y="412"/>
                    <a:pt x="0" y="888"/>
                  </a:cubicBezTo>
                  <a:cubicBezTo>
                    <a:pt x="0" y="1363"/>
                    <a:pt x="412" y="1743"/>
                    <a:pt x="887" y="1743"/>
                  </a:cubicBezTo>
                  <a:lnTo>
                    <a:pt x="8266" y="1743"/>
                  </a:lnTo>
                  <a:cubicBezTo>
                    <a:pt x="8741" y="1743"/>
                    <a:pt x="9121" y="1363"/>
                    <a:pt x="9121" y="888"/>
                  </a:cubicBezTo>
                  <a:cubicBezTo>
                    <a:pt x="9121" y="412"/>
                    <a:pt x="8741" y="1"/>
                    <a:pt x="8266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8" name="Google Shape;5298;p30"/>
            <p:cNvSpPr/>
            <p:nvPr/>
          </p:nvSpPr>
          <p:spPr>
            <a:xfrm>
              <a:off x="4011950" y="5985225"/>
              <a:ext cx="173425" cy="54650"/>
            </a:xfrm>
            <a:custGeom>
              <a:rect b="b" l="l" r="r" t="t"/>
              <a:pathLst>
                <a:path extrusionOk="0" h="2186" w="6937">
                  <a:moveTo>
                    <a:pt x="1" y="1"/>
                  </a:moveTo>
                  <a:lnTo>
                    <a:pt x="1" y="2186"/>
                  </a:lnTo>
                  <a:lnTo>
                    <a:pt x="6936" y="2186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9" name="Google Shape;5299;p30"/>
            <p:cNvSpPr/>
            <p:nvPr/>
          </p:nvSpPr>
          <p:spPr>
            <a:xfrm>
              <a:off x="4185350" y="5985225"/>
              <a:ext cx="174200" cy="54650"/>
            </a:xfrm>
            <a:custGeom>
              <a:rect b="b" l="l" r="r" t="t"/>
              <a:pathLst>
                <a:path extrusionOk="0" h="2186" w="6968">
                  <a:moveTo>
                    <a:pt x="0" y="1"/>
                  </a:moveTo>
                  <a:lnTo>
                    <a:pt x="0" y="2186"/>
                  </a:lnTo>
                  <a:lnTo>
                    <a:pt x="6968" y="2186"/>
                  </a:lnTo>
                  <a:lnTo>
                    <a:pt x="6968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0" name="Google Shape;5300;p30"/>
            <p:cNvSpPr/>
            <p:nvPr/>
          </p:nvSpPr>
          <p:spPr>
            <a:xfrm>
              <a:off x="4131500" y="5931400"/>
              <a:ext cx="173425" cy="53850"/>
            </a:xfrm>
            <a:custGeom>
              <a:rect b="b" l="l" r="r" t="t"/>
              <a:pathLst>
                <a:path extrusionOk="0" h="2154" w="6937">
                  <a:moveTo>
                    <a:pt x="1" y="0"/>
                  </a:moveTo>
                  <a:lnTo>
                    <a:pt x="1" y="2154"/>
                  </a:lnTo>
                  <a:lnTo>
                    <a:pt x="6936" y="2154"/>
                  </a:lnTo>
                  <a:lnTo>
                    <a:pt x="6936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1" name="Google Shape;5301;p30"/>
            <p:cNvSpPr/>
            <p:nvPr/>
          </p:nvSpPr>
          <p:spPr>
            <a:xfrm>
              <a:off x="3848875" y="6039850"/>
              <a:ext cx="520975" cy="303250"/>
            </a:xfrm>
            <a:custGeom>
              <a:rect b="b" l="l" r="r" t="t"/>
              <a:pathLst>
                <a:path extrusionOk="0" h="12130" w="20839">
                  <a:moveTo>
                    <a:pt x="17386" y="1299"/>
                  </a:moveTo>
                  <a:cubicBezTo>
                    <a:pt x="17386" y="2249"/>
                    <a:pt x="18146" y="3041"/>
                    <a:pt x="19128" y="3041"/>
                  </a:cubicBezTo>
                  <a:lnTo>
                    <a:pt x="19128" y="9090"/>
                  </a:lnTo>
                  <a:cubicBezTo>
                    <a:pt x="18146" y="9090"/>
                    <a:pt x="17386" y="9881"/>
                    <a:pt x="17386" y="10831"/>
                  </a:cubicBezTo>
                  <a:lnTo>
                    <a:pt x="3484" y="10831"/>
                  </a:lnTo>
                  <a:cubicBezTo>
                    <a:pt x="3484" y="9881"/>
                    <a:pt x="2724" y="9090"/>
                    <a:pt x="1742" y="9090"/>
                  </a:cubicBezTo>
                  <a:lnTo>
                    <a:pt x="1742" y="3041"/>
                  </a:lnTo>
                  <a:cubicBezTo>
                    <a:pt x="2724" y="3041"/>
                    <a:pt x="3484" y="2249"/>
                    <a:pt x="3484" y="1299"/>
                  </a:cubicBezTo>
                  <a:close/>
                  <a:moveTo>
                    <a:pt x="0" y="1"/>
                  </a:moveTo>
                  <a:lnTo>
                    <a:pt x="0" y="12130"/>
                  </a:lnTo>
                  <a:lnTo>
                    <a:pt x="20838" y="12130"/>
                  </a:lnTo>
                  <a:lnTo>
                    <a:pt x="20838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2" name="Google Shape;5302;p30"/>
            <p:cNvSpPr/>
            <p:nvPr/>
          </p:nvSpPr>
          <p:spPr>
            <a:xfrm>
              <a:off x="4023050" y="6104775"/>
              <a:ext cx="173400" cy="173425"/>
            </a:xfrm>
            <a:custGeom>
              <a:rect b="b" l="l" r="r" t="t"/>
              <a:pathLst>
                <a:path extrusionOk="0" h="6937" w="6936">
                  <a:moveTo>
                    <a:pt x="3484" y="1"/>
                  </a:moveTo>
                  <a:cubicBezTo>
                    <a:pt x="1552" y="1"/>
                    <a:pt x="0" y="1552"/>
                    <a:pt x="0" y="3452"/>
                  </a:cubicBezTo>
                  <a:cubicBezTo>
                    <a:pt x="0" y="5384"/>
                    <a:pt x="1552" y="6936"/>
                    <a:pt x="3484" y="6936"/>
                  </a:cubicBezTo>
                  <a:cubicBezTo>
                    <a:pt x="5384" y="6936"/>
                    <a:pt x="6936" y="5384"/>
                    <a:pt x="6936" y="3452"/>
                  </a:cubicBezTo>
                  <a:cubicBezTo>
                    <a:pt x="6936" y="1552"/>
                    <a:pt x="5384" y="1"/>
                    <a:pt x="3484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3" name="Google Shape;5303;p30"/>
            <p:cNvSpPr/>
            <p:nvPr/>
          </p:nvSpPr>
          <p:spPr>
            <a:xfrm>
              <a:off x="3726950" y="5702775"/>
              <a:ext cx="653975" cy="651425"/>
            </a:xfrm>
            <a:custGeom>
              <a:rect b="b" l="l" r="r" t="t"/>
              <a:pathLst>
                <a:path extrusionOk="0" h="26057" w="26159">
                  <a:moveTo>
                    <a:pt x="11116" y="880"/>
                  </a:moveTo>
                  <a:cubicBezTo>
                    <a:pt x="11543" y="880"/>
                    <a:pt x="11971" y="1006"/>
                    <a:pt x="12351" y="1260"/>
                  </a:cubicBezTo>
                  <a:cubicBezTo>
                    <a:pt x="12668" y="1481"/>
                    <a:pt x="13079" y="1640"/>
                    <a:pt x="13459" y="1703"/>
                  </a:cubicBezTo>
                  <a:lnTo>
                    <a:pt x="12858" y="4363"/>
                  </a:lnTo>
                  <a:lnTo>
                    <a:pt x="11496" y="4363"/>
                  </a:lnTo>
                  <a:lnTo>
                    <a:pt x="11844" y="2241"/>
                  </a:lnTo>
                  <a:lnTo>
                    <a:pt x="10989" y="2115"/>
                  </a:lnTo>
                  <a:lnTo>
                    <a:pt x="10609" y="4363"/>
                  </a:lnTo>
                  <a:lnTo>
                    <a:pt x="8709" y="4363"/>
                  </a:lnTo>
                  <a:lnTo>
                    <a:pt x="8361" y="2526"/>
                  </a:lnTo>
                  <a:lnTo>
                    <a:pt x="7506" y="2716"/>
                  </a:lnTo>
                  <a:lnTo>
                    <a:pt x="7822" y="4363"/>
                  </a:lnTo>
                  <a:lnTo>
                    <a:pt x="6809" y="4363"/>
                  </a:lnTo>
                  <a:lnTo>
                    <a:pt x="5922" y="943"/>
                  </a:lnTo>
                  <a:lnTo>
                    <a:pt x="5922" y="943"/>
                  </a:lnTo>
                  <a:cubicBezTo>
                    <a:pt x="6144" y="1006"/>
                    <a:pt x="6366" y="1133"/>
                    <a:pt x="6556" y="1260"/>
                  </a:cubicBezTo>
                  <a:cubicBezTo>
                    <a:pt x="7031" y="1576"/>
                    <a:pt x="7632" y="1766"/>
                    <a:pt x="8234" y="1766"/>
                  </a:cubicBezTo>
                  <a:cubicBezTo>
                    <a:pt x="8804" y="1766"/>
                    <a:pt x="9406" y="1576"/>
                    <a:pt x="9881" y="1260"/>
                  </a:cubicBezTo>
                  <a:cubicBezTo>
                    <a:pt x="10261" y="1006"/>
                    <a:pt x="10688" y="880"/>
                    <a:pt x="11116" y="880"/>
                  </a:cubicBezTo>
                  <a:close/>
                  <a:moveTo>
                    <a:pt x="13586" y="5218"/>
                  </a:moveTo>
                  <a:cubicBezTo>
                    <a:pt x="13808" y="5218"/>
                    <a:pt x="13998" y="5408"/>
                    <a:pt x="13998" y="5662"/>
                  </a:cubicBezTo>
                  <a:cubicBezTo>
                    <a:pt x="13998" y="5915"/>
                    <a:pt x="13808" y="6105"/>
                    <a:pt x="13586" y="6105"/>
                  </a:cubicBezTo>
                  <a:lnTo>
                    <a:pt x="6207" y="6105"/>
                  </a:lnTo>
                  <a:cubicBezTo>
                    <a:pt x="5954" y="6105"/>
                    <a:pt x="5764" y="5883"/>
                    <a:pt x="5764" y="5662"/>
                  </a:cubicBezTo>
                  <a:cubicBezTo>
                    <a:pt x="5764" y="5408"/>
                    <a:pt x="5954" y="5218"/>
                    <a:pt x="6207" y="5218"/>
                  </a:cubicBezTo>
                  <a:close/>
                  <a:moveTo>
                    <a:pt x="19639" y="2614"/>
                  </a:moveTo>
                  <a:cubicBezTo>
                    <a:pt x="20434" y="2614"/>
                    <a:pt x="21212" y="2932"/>
                    <a:pt x="21788" y="3508"/>
                  </a:cubicBezTo>
                  <a:cubicBezTo>
                    <a:pt x="22675" y="4363"/>
                    <a:pt x="22928" y="5693"/>
                    <a:pt x="22453" y="6833"/>
                  </a:cubicBezTo>
                  <a:cubicBezTo>
                    <a:pt x="21978" y="7942"/>
                    <a:pt x="20870" y="8702"/>
                    <a:pt x="19635" y="8702"/>
                  </a:cubicBezTo>
                  <a:cubicBezTo>
                    <a:pt x="17988" y="8702"/>
                    <a:pt x="16626" y="7340"/>
                    <a:pt x="16626" y="5662"/>
                  </a:cubicBezTo>
                  <a:cubicBezTo>
                    <a:pt x="16626" y="4426"/>
                    <a:pt x="17355" y="3318"/>
                    <a:pt x="18495" y="2843"/>
                  </a:cubicBezTo>
                  <a:cubicBezTo>
                    <a:pt x="18866" y="2688"/>
                    <a:pt x="19254" y="2614"/>
                    <a:pt x="19639" y="2614"/>
                  </a:cubicBezTo>
                  <a:close/>
                  <a:moveTo>
                    <a:pt x="22675" y="9557"/>
                  </a:moveTo>
                  <a:lnTo>
                    <a:pt x="22675" y="10855"/>
                  </a:lnTo>
                  <a:lnTo>
                    <a:pt x="16626" y="10855"/>
                  </a:lnTo>
                  <a:lnTo>
                    <a:pt x="16626" y="9557"/>
                  </a:lnTo>
                  <a:close/>
                  <a:moveTo>
                    <a:pt x="17925" y="11742"/>
                  </a:moveTo>
                  <a:lnTo>
                    <a:pt x="17925" y="13040"/>
                  </a:lnTo>
                  <a:lnTo>
                    <a:pt x="11844" y="13040"/>
                  </a:lnTo>
                  <a:lnTo>
                    <a:pt x="11844" y="11742"/>
                  </a:lnTo>
                  <a:close/>
                  <a:moveTo>
                    <a:pt x="24860" y="11742"/>
                  </a:moveTo>
                  <a:lnTo>
                    <a:pt x="24860" y="13040"/>
                  </a:lnTo>
                  <a:lnTo>
                    <a:pt x="18780" y="13040"/>
                  </a:lnTo>
                  <a:lnTo>
                    <a:pt x="18780" y="11742"/>
                  </a:lnTo>
                  <a:close/>
                  <a:moveTo>
                    <a:pt x="12509" y="6960"/>
                  </a:moveTo>
                  <a:cubicBezTo>
                    <a:pt x="12541" y="6960"/>
                    <a:pt x="12541" y="6992"/>
                    <a:pt x="12573" y="6992"/>
                  </a:cubicBezTo>
                  <a:cubicBezTo>
                    <a:pt x="13839" y="7847"/>
                    <a:pt x="14916" y="8987"/>
                    <a:pt x="15740" y="10285"/>
                  </a:cubicBezTo>
                  <a:lnTo>
                    <a:pt x="15740" y="10855"/>
                  </a:lnTo>
                  <a:lnTo>
                    <a:pt x="11401" y="10855"/>
                  </a:lnTo>
                  <a:cubicBezTo>
                    <a:pt x="11179" y="10855"/>
                    <a:pt x="10958" y="11045"/>
                    <a:pt x="10958" y="11299"/>
                  </a:cubicBezTo>
                  <a:lnTo>
                    <a:pt x="10958" y="13040"/>
                  </a:lnTo>
                  <a:lnTo>
                    <a:pt x="4877" y="13040"/>
                  </a:lnTo>
                  <a:cubicBezTo>
                    <a:pt x="4655" y="13040"/>
                    <a:pt x="4465" y="13230"/>
                    <a:pt x="4465" y="13484"/>
                  </a:cubicBezTo>
                  <a:lnTo>
                    <a:pt x="4465" y="24061"/>
                  </a:lnTo>
                  <a:cubicBezTo>
                    <a:pt x="2755" y="23206"/>
                    <a:pt x="982" y="21496"/>
                    <a:pt x="982" y="18234"/>
                  </a:cubicBezTo>
                  <a:cubicBezTo>
                    <a:pt x="982" y="14592"/>
                    <a:pt x="3389" y="9082"/>
                    <a:pt x="6841" y="6960"/>
                  </a:cubicBezTo>
                  <a:close/>
                  <a:moveTo>
                    <a:pt x="25304" y="13895"/>
                  </a:moveTo>
                  <a:lnTo>
                    <a:pt x="25304" y="25201"/>
                  </a:lnTo>
                  <a:lnTo>
                    <a:pt x="5320" y="25201"/>
                  </a:lnTo>
                  <a:lnTo>
                    <a:pt x="5320" y="13895"/>
                  </a:lnTo>
                  <a:close/>
                  <a:moveTo>
                    <a:pt x="11100" y="1"/>
                  </a:moveTo>
                  <a:cubicBezTo>
                    <a:pt x="10522" y="1"/>
                    <a:pt x="9944" y="167"/>
                    <a:pt x="9437" y="499"/>
                  </a:cubicBezTo>
                  <a:cubicBezTo>
                    <a:pt x="9089" y="753"/>
                    <a:pt x="8646" y="880"/>
                    <a:pt x="8202" y="880"/>
                  </a:cubicBezTo>
                  <a:cubicBezTo>
                    <a:pt x="7791" y="880"/>
                    <a:pt x="7347" y="753"/>
                    <a:pt x="6999" y="499"/>
                  </a:cubicBezTo>
                  <a:cubicBezTo>
                    <a:pt x="6529" y="206"/>
                    <a:pt x="6005" y="21"/>
                    <a:pt x="5451" y="21"/>
                  </a:cubicBezTo>
                  <a:cubicBezTo>
                    <a:pt x="5408" y="21"/>
                    <a:pt x="5364" y="22"/>
                    <a:pt x="5320" y="24"/>
                  </a:cubicBezTo>
                  <a:cubicBezTo>
                    <a:pt x="5194" y="24"/>
                    <a:pt x="5067" y="88"/>
                    <a:pt x="4972" y="183"/>
                  </a:cubicBezTo>
                  <a:cubicBezTo>
                    <a:pt x="4909" y="278"/>
                    <a:pt x="4877" y="436"/>
                    <a:pt x="4909" y="563"/>
                  </a:cubicBezTo>
                  <a:lnTo>
                    <a:pt x="5922" y="4395"/>
                  </a:lnTo>
                  <a:cubicBezTo>
                    <a:pt x="5384" y="4490"/>
                    <a:pt x="4972" y="4933"/>
                    <a:pt x="4909" y="5472"/>
                  </a:cubicBezTo>
                  <a:cubicBezTo>
                    <a:pt x="4814" y="6010"/>
                    <a:pt x="5099" y="6517"/>
                    <a:pt x="5574" y="6802"/>
                  </a:cubicBezTo>
                  <a:cubicBezTo>
                    <a:pt x="2280" y="9367"/>
                    <a:pt x="127" y="14560"/>
                    <a:pt x="127" y="18234"/>
                  </a:cubicBezTo>
                  <a:cubicBezTo>
                    <a:pt x="0" y="21179"/>
                    <a:pt x="1742" y="23903"/>
                    <a:pt x="4465" y="25043"/>
                  </a:cubicBezTo>
                  <a:lnTo>
                    <a:pt x="4465" y="25613"/>
                  </a:lnTo>
                  <a:cubicBezTo>
                    <a:pt x="4465" y="25866"/>
                    <a:pt x="4655" y="26056"/>
                    <a:pt x="4877" y="26056"/>
                  </a:cubicBezTo>
                  <a:lnTo>
                    <a:pt x="25715" y="26056"/>
                  </a:lnTo>
                  <a:cubicBezTo>
                    <a:pt x="25969" y="26056"/>
                    <a:pt x="26159" y="25866"/>
                    <a:pt x="26159" y="25613"/>
                  </a:cubicBezTo>
                  <a:lnTo>
                    <a:pt x="26159" y="13452"/>
                  </a:lnTo>
                  <a:cubicBezTo>
                    <a:pt x="26159" y="13230"/>
                    <a:pt x="25969" y="13040"/>
                    <a:pt x="25715" y="13040"/>
                  </a:cubicBezTo>
                  <a:lnTo>
                    <a:pt x="25715" y="11299"/>
                  </a:lnTo>
                  <a:cubicBezTo>
                    <a:pt x="25715" y="11045"/>
                    <a:pt x="25525" y="10855"/>
                    <a:pt x="25304" y="10855"/>
                  </a:cubicBezTo>
                  <a:lnTo>
                    <a:pt x="23562" y="10855"/>
                  </a:lnTo>
                  <a:lnTo>
                    <a:pt x="23562" y="9113"/>
                  </a:lnTo>
                  <a:cubicBezTo>
                    <a:pt x="23562" y="8892"/>
                    <a:pt x="23372" y="8702"/>
                    <a:pt x="23118" y="8702"/>
                  </a:cubicBezTo>
                  <a:lnTo>
                    <a:pt x="22105" y="8702"/>
                  </a:lnTo>
                  <a:cubicBezTo>
                    <a:pt x="23372" y="7657"/>
                    <a:pt x="23879" y="5915"/>
                    <a:pt x="23340" y="4331"/>
                  </a:cubicBezTo>
                  <a:cubicBezTo>
                    <a:pt x="22770" y="2780"/>
                    <a:pt x="21313" y="1735"/>
                    <a:pt x="19635" y="1735"/>
                  </a:cubicBezTo>
                  <a:cubicBezTo>
                    <a:pt x="17988" y="1735"/>
                    <a:pt x="16500" y="2780"/>
                    <a:pt x="15961" y="4331"/>
                  </a:cubicBezTo>
                  <a:cubicBezTo>
                    <a:pt x="15423" y="5915"/>
                    <a:pt x="15898" y="7657"/>
                    <a:pt x="17196" y="8702"/>
                  </a:cubicBezTo>
                  <a:lnTo>
                    <a:pt x="16183" y="8702"/>
                  </a:lnTo>
                  <a:cubicBezTo>
                    <a:pt x="16025" y="8702"/>
                    <a:pt x="15898" y="8765"/>
                    <a:pt x="15803" y="8892"/>
                  </a:cubicBezTo>
                  <a:cubicBezTo>
                    <a:pt x="15265" y="8163"/>
                    <a:pt x="14599" y="7498"/>
                    <a:pt x="13903" y="6897"/>
                  </a:cubicBezTo>
                  <a:cubicBezTo>
                    <a:pt x="14504" y="6738"/>
                    <a:pt x="14916" y="6200"/>
                    <a:pt x="14853" y="5567"/>
                  </a:cubicBezTo>
                  <a:cubicBezTo>
                    <a:pt x="14821" y="4965"/>
                    <a:pt x="14346" y="4458"/>
                    <a:pt x="13744" y="4363"/>
                  </a:cubicBezTo>
                  <a:lnTo>
                    <a:pt x="14409" y="1418"/>
                  </a:lnTo>
                  <a:cubicBezTo>
                    <a:pt x="14441" y="1291"/>
                    <a:pt x="14409" y="1133"/>
                    <a:pt x="14346" y="1038"/>
                  </a:cubicBezTo>
                  <a:cubicBezTo>
                    <a:pt x="14251" y="943"/>
                    <a:pt x="14124" y="880"/>
                    <a:pt x="13998" y="880"/>
                  </a:cubicBezTo>
                  <a:cubicBezTo>
                    <a:pt x="13554" y="880"/>
                    <a:pt x="13143" y="753"/>
                    <a:pt x="12763" y="499"/>
                  </a:cubicBezTo>
                  <a:cubicBezTo>
                    <a:pt x="12256" y="167"/>
                    <a:pt x="11678" y="1"/>
                    <a:pt x="11100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4" name="Google Shape;5304;p30"/>
            <p:cNvSpPr/>
            <p:nvPr/>
          </p:nvSpPr>
          <p:spPr>
            <a:xfrm>
              <a:off x="4011950" y="6093750"/>
              <a:ext cx="203500" cy="195525"/>
            </a:xfrm>
            <a:custGeom>
              <a:rect b="b" l="l" r="r" t="t"/>
              <a:pathLst>
                <a:path extrusionOk="0" h="7821" w="8140">
                  <a:moveTo>
                    <a:pt x="3896" y="885"/>
                  </a:moveTo>
                  <a:cubicBezTo>
                    <a:pt x="5131" y="885"/>
                    <a:pt x="6240" y="1613"/>
                    <a:pt x="6715" y="2753"/>
                  </a:cubicBezTo>
                  <a:cubicBezTo>
                    <a:pt x="7190" y="3893"/>
                    <a:pt x="6936" y="5192"/>
                    <a:pt x="6050" y="6047"/>
                  </a:cubicBezTo>
                  <a:cubicBezTo>
                    <a:pt x="5480" y="6638"/>
                    <a:pt x="4713" y="6948"/>
                    <a:pt x="3927" y="6948"/>
                  </a:cubicBezTo>
                  <a:cubicBezTo>
                    <a:pt x="3534" y="6948"/>
                    <a:pt x="3136" y="6870"/>
                    <a:pt x="2756" y="6712"/>
                  </a:cubicBezTo>
                  <a:cubicBezTo>
                    <a:pt x="1616" y="6237"/>
                    <a:pt x="888" y="5129"/>
                    <a:pt x="888" y="3925"/>
                  </a:cubicBezTo>
                  <a:cubicBezTo>
                    <a:pt x="888" y="2247"/>
                    <a:pt x="2218" y="885"/>
                    <a:pt x="3896" y="885"/>
                  </a:cubicBezTo>
                  <a:close/>
                  <a:moveTo>
                    <a:pt x="3919" y="1"/>
                  </a:moveTo>
                  <a:cubicBezTo>
                    <a:pt x="3410" y="1"/>
                    <a:pt x="2896" y="103"/>
                    <a:pt x="2408" y="315"/>
                  </a:cubicBezTo>
                  <a:cubicBezTo>
                    <a:pt x="951" y="917"/>
                    <a:pt x="1" y="2342"/>
                    <a:pt x="1" y="3925"/>
                  </a:cubicBezTo>
                  <a:cubicBezTo>
                    <a:pt x="1" y="6079"/>
                    <a:pt x="1743" y="7820"/>
                    <a:pt x="3896" y="7820"/>
                  </a:cubicBezTo>
                  <a:cubicBezTo>
                    <a:pt x="5480" y="7820"/>
                    <a:pt x="6905" y="6870"/>
                    <a:pt x="7506" y="5414"/>
                  </a:cubicBezTo>
                  <a:cubicBezTo>
                    <a:pt x="8140" y="3957"/>
                    <a:pt x="7792" y="2278"/>
                    <a:pt x="6683" y="1138"/>
                  </a:cubicBezTo>
                  <a:cubicBezTo>
                    <a:pt x="5925" y="402"/>
                    <a:pt x="4930" y="1"/>
                    <a:pt x="391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5" name="Google Shape;5305;p30"/>
            <p:cNvSpPr/>
            <p:nvPr/>
          </p:nvSpPr>
          <p:spPr>
            <a:xfrm>
              <a:off x="3881325" y="6061225"/>
              <a:ext cx="456050" cy="260500"/>
            </a:xfrm>
            <a:custGeom>
              <a:rect b="b" l="l" r="r" t="t"/>
              <a:pathLst>
                <a:path extrusionOk="0" h="10420" w="18242">
                  <a:moveTo>
                    <a:pt x="15677" y="856"/>
                  </a:moveTo>
                  <a:cubicBezTo>
                    <a:pt x="15867" y="1711"/>
                    <a:pt x="16532" y="2376"/>
                    <a:pt x="17387" y="2566"/>
                  </a:cubicBezTo>
                  <a:lnTo>
                    <a:pt x="17387" y="7855"/>
                  </a:lnTo>
                  <a:cubicBezTo>
                    <a:pt x="16532" y="8045"/>
                    <a:pt x="15867" y="8710"/>
                    <a:pt x="15677" y="9565"/>
                  </a:cubicBezTo>
                  <a:lnTo>
                    <a:pt x="2597" y="9565"/>
                  </a:lnTo>
                  <a:cubicBezTo>
                    <a:pt x="2407" y="8710"/>
                    <a:pt x="1742" y="8045"/>
                    <a:pt x="887" y="7855"/>
                  </a:cubicBezTo>
                  <a:lnTo>
                    <a:pt x="887" y="2566"/>
                  </a:lnTo>
                  <a:cubicBezTo>
                    <a:pt x="1742" y="2376"/>
                    <a:pt x="2407" y="1711"/>
                    <a:pt x="2597" y="856"/>
                  </a:cubicBezTo>
                  <a:close/>
                  <a:moveTo>
                    <a:pt x="2186" y="1"/>
                  </a:moveTo>
                  <a:cubicBezTo>
                    <a:pt x="1964" y="1"/>
                    <a:pt x="1742" y="191"/>
                    <a:pt x="1742" y="444"/>
                  </a:cubicBezTo>
                  <a:cubicBezTo>
                    <a:pt x="1742" y="1141"/>
                    <a:pt x="1172" y="1743"/>
                    <a:pt x="444" y="1743"/>
                  </a:cubicBezTo>
                  <a:cubicBezTo>
                    <a:pt x="222" y="1743"/>
                    <a:pt x="1" y="1933"/>
                    <a:pt x="1" y="2154"/>
                  </a:cubicBezTo>
                  <a:lnTo>
                    <a:pt x="1" y="8235"/>
                  </a:lnTo>
                  <a:cubicBezTo>
                    <a:pt x="1" y="8488"/>
                    <a:pt x="222" y="8678"/>
                    <a:pt x="444" y="8678"/>
                  </a:cubicBezTo>
                  <a:cubicBezTo>
                    <a:pt x="1172" y="8678"/>
                    <a:pt x="1742" y="9248"/>
                    <a:pt x="1742" y="9976"/>
                  </a:cubicBezTo>
                  <a:cubicBezTo>
                    <a:pt x="1742" y="10230"/>
                    <a:pt x="1964" y="10420"/>
                    <a:pt x="2186" y="10420"/>
                  </a:cubicBezTo>
                  <a:lnTo>
                    <a:pt x="16088" y="10420"/>
                  </a:lnTo>
                  <a:cubicBezTo>
                    <a:pt x="16310" y="10420"/>
                    <a:pt x="16532" y="10230"/>
                    <a:pt x="16532" y="9976"/>
                  </a:cubicBezTo>
                  <a:cubicBezTo>
                    <a:pt x="16532" y="9280"/>
                    <a:pt x="17102" y="8678"/>
                    <a:pt x="17830" y="8678"/>
                  </a:cubicBezTo>
                  <a:cubicBezTo>
                    <a:pt x="18052" y="8678"/>
                    <a:pt x="18242" y="8488"/>
                    <a:pt x="18242" y="8235"/>
                  </a:cubicBezTo>
                  <a:lnTo>
                    <a:pt x="18242" y="2186"/>
                  </a:lnTo>
                  <a:cubicBezTo>
                    <a:pt x="18242" y="1933"/>
                    <a:pt x="18052" y="1743"/>
                    <a:pt x="17830" y="1743"/>
                  </a:cubicBezTo>
                  <a:cubicBezTo>
                    <a:pt x="17102" y="1743"/>
                    <a:pt x="16532" y="1141"/>
                    <a:pt x="16532" y="444"/>
                  </a:cubicBezTo>
                  <a:cubicBezTo>
                    <a:pt x="16532" y="191"/>
                    <a:pt x="16310" y="1"/>
                    <a:pt x="16088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6" name="Google Shape;5306;p30"/>
            <p:cNvSpPr/>
            <p:nvPr/>
          </p:nvSpPr>
          <p:spPr>
            <a:xfrm>
              <a:off x="4185350" y="5779375"/>
              <a:ext cx="65725" cy="129875"/>
            </a:xfrm>
            <a:custGeom>
              <a:rect b="b" l="l" r="r" t="t"/>
              <a:pathLst>
                <a:path extrusionOk="0" h="5195" w="2629">
                  <a:moveTo>
                    <a:pt x="887" y="1"/>
                  </a:moveTo>
                  <a:lnTo>
                    <a:pt x="887" y="412"/>
                  </a:lnTo>
                  <a:lnTo>
                    <a:pt x="444" y="412"/>
                  </a:lnTo>
                  <a:cubicBezTo>
                    <a:pt x="190" y="412"/>
                    <a:pt x="0" y="602"/>
                    <a:pt x="0" y="856"/>
                  </a:cubicBezTo>
                  <a:lnTo>
                    <a:pt x="0" y="2598"/>
                  </a:lnTo>
                  <a:cubicBezTo>
                    <a:pt x="0" y="2851"/>
                    <a:pt x="190" y="3041"/>
                    <a:pt x="444" y="3041"/>
                  </a:cubicBezTo>
                  <a:lnTo>
                    <a:pt x="1742" y="3041"/>
                  </a:lnTo>
                  <a:lnTo>
                    <a:pt x="1742" y="3896"/>
                  </a:lnTo>
                  <a:lnTo>
                    <a:pt x="887" y="3896"/>
                  </a:lnTo>
                  <a:lnTo>
                    <a:pt x="887" y="3453"/>
                  </a:lnTo>
                  <a:lnTo>
                    <a:pt x="0" y="3453"/>
                  </a:lnTo>
                  <a:lnTo>
                    <a:pt x="0" y="4339"/>
                  </a:lnTo>
                  <a:cubicBezTo>
                    <a:pt x="0" y="4561"/>
                    <a:pt x="190" y="4751"/>
                    <a:pt x="444" y="4751"/>
                  </a:cubicBezTo>
                  <a:lnTo>
                    <a:pt x="887" y="4751"/>
                  </a:lnTo>
                  <a:lnTo>
                    <a:pt x="887" y="5194"/>
                  </a:lnTo>
                  <a:lnTo>
                    <a:pt x="1742" y="5194"/>
                  </a:lnTo>
                  <a:lnTo>
                    <a:pt x="1742" y="4751"/>
                  </a:lnTo>
                  <a:lnTo>
                    <a:pt x="2186" y="4751"/>
                  </a:lnTo>
                  <a:cubicBezTo>
                    <a:pt x="2439" y="4751"/>
                    <a:pt x="2629" y="4561"/>
                    <a:pt x="2629" y="4339"/>
                  </a:cubicBezTo>
                  <a:lnTo>
                    <a:pt x="2629" y="2598"/>
                  </a:lnTo>
                  <a:cubicBezTo>
                    <a:pt x="2629" y="2344"/>
                    <a:pt x="2439" y="2154"/>
                    <a:pt x="2186" y="2154"/>
                  </a:cubicBezTo>
                  <a:lnTo>
                    <a:pt x="887" y="2154"/>
                  </a:lnTo>
                  <a:lnTo>
                    <a:pt x="887" y="1299"/>
                  </a:lnTo>
                  <a:lnTo>
                    <a:pt x="1742" y="1299"/>
                  </a:lnTo>
                  <a:lnTo>
                    <a:pt x="1742" y="1711"/>
                  </a:lnTo>
                  <a:lnTo>
                    <a:pt x="2629" y="1711"/>
                  </a:lnTo>
                  <a:lnTo>
                    <a:pt x="2629" y="856"/>
                  </a:lnTo>
                  <a:cubicBezTo>
                    <a:pt x="2629" y="602"/>
                    <a:pt x="2407" y="412"/>
                    <a:pt x="2186" y="412"/>
                  </a:cubicBezTo>
                  <a:lnTo>
                    <a:pt x="1742" y="412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07" name="Google Shape;5307;p30"/>
          <p:cNvGrpSpPr/>
          <p:nvPr/>
        </p:nvGrpSpPr>
        <p:grpSpPr>
          <a:xfrm>
            <a:off x="8253289" y="2359202"/>
            <a:ext cx="320894" cy="457920"/>
            <a:chOff x="4696000" y="5564825"/>
            <a:chExt cx="456075" cy="650825"/>
          </a:xfrm>
        </p:grpSpPr>
        <p:sp>
          <p:nvSpPr>
            <p:cNvPr id="5308" name="Google Shape;5308;p30"/>
            <p:cNvSpPr/>
            <p:nvPr/>
          </p:nvSpPr>
          <p:spPr>
            <a:xfrm>
              <a:off x="4706300" y="6118225"/>
              <a:ext cx="260500" cy="86325"/>
            </a:xfrm>
            <a:custGeom>
              <a:rect b="b" l="l" r="r" t="t"/>
              <a:pathLst>
                <a:path extrusionOk="0" h="3453" w="10420">
                  <a:moveTo>
                    <a:pt x="1" y="1"/>
                  </a:moveTo>
                  <a:lnTo>
                    <a:pt x="1" y="2598"/>
                  </a:lnTo>
                  <a:cubicBezTo>
                    <a:pt x="1" y="3073"/>
                    <a:pt x="412" y="3453"/>
                    <a:pt x="887" y="3453"/>
                  </a:cubicBezTo>
                  <a:lnTo>
                    <a:pt x="10420" y="3453"/>
                  </a:lnTo>
                  <a:lnTo>
                    <a:pt x="10420" y="1743"/>
                  </a:lnTo>
                  <a:lnTo>
                    <a:pt x="9121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9" name="Google Shape;5309;p30"/>
            <p:cNvSpPr/>
            <p:nvPr/>
          </p:nvSpPr>
          <p:spPr>
            <a:xfrm>
              <a:off x="4749850" y="5922675"/>
              <a:ext cx="152025" cy="43575"/>
            </a:xfrm>
            <a:custGeom>
              <a:rect b="b" l="l" r="r" t="t"/>
              <a:pathLst>
                <a:path extrusionOk="0" h="1743" w="6081">
                  <a:moveTo>
                    <a:pt x="0" y="1"/>
                  </a:moveTo>
                  <a:lnTo>
                    <a:pt x="0" y="1743"/>
                  </a:lnTo>
                  <a:lnTo>
                    <a:pt x="6081" y="1743"/>
                  </a:lnTo>
                  <a:lnTo>
                    <a:pt x="6081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0" name="Google Shape;5310;p30"/>
            <p:cNvSpPr/>
            <p:nvPr/>
          </p:nvSpPr>
          <p:spPr>
            <a:xfrm>
              <a:off x="4749850" y="5879125"/>
              <a:ext cx="152025" cy="43575"/>
            </a:xfrm>
            <a:custGeom>
              <a:rect b="b" l="l" r="r" t="t"/>
              <a:pathLst>
                <a:path extrusionOk="0" h="1743" w="6081">
                  <a:moveTo>
                    <a:pt x="0" y="1"/>
                  </a:moveTo>
                  <a:lnTo>
                    <a:pt x="0" y="1743"/>
                  </a:lnTo>
                  <a:lnTo>
                    <a:pt x="6081" y="1743"/>
                  </a:lnTo>
                  <a:lnTo>
                    <a:pt x="6081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1" name="Google Shape;5311;p30"/>
            <p:cNvSpPr/>
            <p:nvPr/>
          </p:nvSpPr>
          <p:spPr>
            <a:xfrm>
              <a:off x="4901850" y="5922675"/>
              <a:ext cx="64950" cy="43575"/>
            </a:xfrm>
            <a:custGeom>
              <a:rect b="b" l="l" r="r" t="t"/>
              <a:pathLst>
                <a:path extrusionOk="0" h="1743" w="2598">
                  <a:moveTo>
                    <a:pt x="1" y="1"/>
                  </a:moveTo>
                  <a:lnTo>
                    <a:pt x="1" y="1743"/>
                  </a:lnTo>
                  <a:lnTo>
                    <a:pt x="2598" y="1743"/>
                  </a:lnTo>
                  <a:lnTo>
                    <a:pt x="2598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2" name="Google Shape;5312;p30"/>
            <p:cNvSpPr/>
            <p:nvPr/>
          </p:nvSpPr>
          <p:spPr>
            <a:xfrm>
              <a:off x="4825850" y="5835600"/>
              <a:ext cx="152050" cy="43550"/>
            </a:xfrm>
            <a:custGeom>
              <a:rect b="b" l="l" r="r" t="t"/>
              <a:pathLst>
                <a:path extrusionOk="0" h="1742" w="6082">
                  <a:moveTo>
                    <a:pt x="1" y="0"/>
                  </a:moveTo>
                  <a:lnTo>
                    <a:pt x="1" y="1742"/>
                  </a:lnTo>
                  <a:lnTo>
                    <a:pt x="6081" y="1742"/>
                  </a:lnTo>
                  <a:lnTo>
                    <a:pt x="6081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3" name="Google Shape;5313;p30"/>
            <p:cNvSpPr/>
            <p:nvPr/>
          </p:nvSpPr>
          <p:spPr>
            <a:xfrm>
              <a:off x="4825850" y="5683575"/>
              <a:ext cx="152050" cy="152050"/>
            </a:xfrm>
            <a:custGeom>
              <a:rect b="b" l="l" r="r" t="t"/>
              <a:pathLst>
                <a:path extrusionOk="0" h="6082" w="6082">
                  <a:moveTo>
                    <a:pt x="3041" y="1"/>
                  </a:moveTo>
                  <a:cubicBezTo>
                    <a:pt x="1362" y="1"/>
                    <a:pt x="1" y="1362"/>
                    <a:pt x="1" y="3041"/>
                  </a:cubicBezTo>
                  <a:cubicBezTo>
                    <a:pt x="1" y="4719"/>
                    <a:pt x="1362" y="6081"/>
                    <a:pt x="3041" y="6081"/>
                  </a:cubicBezTo>
                  <a:cubicBezTo>
                    <a:pt x="4719" y="6081"/>
                    <a:pt x="6081" y="4719"/>
                    <a:pt x="6081" y="3041"/>
                  </a:cubicBezTo>
                  <a:cubicBezTo>
                    <a:pt x="6081" y="1362"/>
                    <a:pt x="4719" y="1"/>
                    <a:pt x="304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4" name="Google Shape;5314;p30"/>
            <p:cNvSpPr/>
            <p:nvPr/>
          </p:nvSpPr>
          <p:spPr>
            <a:xfrm>
              <a:off x="4901850" y="5879125"/>
              <a:ext cx="152050" cy="108500"/>
            </a:xfrm>
            <a:custGeom>
              <a:rect b="b" l="l" r="r" t="t"/>
              <a:pathLst>
                <a:path extrusionOk="0" h="4340" w="6082">
                  <a:moveTo>
                    <a:pt x="1" y="1"/>
                  </a:moveTo>
                  <a:lnTo>
                    <a:pt x="1" y="1743"/>
                  </a:lnTo>
                  <a:lnTo>
                    <a:pt x="2598" y="1743"/>
                  </a:lnTo>
                  <a:cubicBezTo>
                    <a:pt x="2598" y="1268"/>
                    <a:pt x="3010" y="888"/>
                    <a:pt x="3485" y="888"/>
                  </a:cubicBezTo>
                  <a:cubicBezTo>
                    <a:pt x="3960" y="888"/>
                    <a:pt x="4340" y="1268"/>
                    <a:pt x="4340" y="1743"/>
                  </a:cubicBezTo>
                  <a:lnTo>
                    <a:pt x="4340" y="4340"/>
                  </a:lnTo>
                  <a:cubicBezTo>
                    <a:pt x="4340" y="3865"/>
                    <a:pt x="4720" y="3485"/>
                    <a:pt x="5226" y="3485"/>
                  </a:cubicBezTo>
                  <a:cubicBezTo>
                    <a:pt x="5701" y="3485"/>
                    <a:pt x="6081" y="3865"/>
                    <a:pt x="6081" y="4340"/>
                  </a:cubicBezTo>
                  <a:lnTo>
                    <a:pt x="6081" y="1743"/>
                  </a:lnTo>
                  <a:lnTo>
                    <a:pt x="6081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5" name="Google Shape;5315;p30"/>
            <p:cNvSpPr/>
            <p:nvPr/>
          </p:nvSpPr>
          <p:spPr>
            <a:xfrm>
              <a:off x="4706300" y="5575125"/>
              <a:ext cx="391150" cy="65725"/>
            </a:xfrm>
            <a:custGeom>
              <a:rect b="b" l="l" r="r" t="t"/>
              <a:pathLst>
                <a:path extrusionOk="0" h="2629" w="15646">
                  <a:moveTo>
                    <a:pt x="887" y="0"/>
                  </a:moveTo>
                  <a:cubicBezTo>
                    <a:pt x="412" y="0"/>
                    <a:pt x="1" y="412"/>
                    <a:pt x="1" y="887"/>
                  </a:cubicBezTo>
                  <a:lnTo>
                    <a:pt x="1" y="2629"/>
                  </a:lnTo>
                  <a:lnTo>
                    <a:pt x="15645" y="2629"/>
                  </a:lnTo>
                  <a:lnTo>
                    <a:pt x="15645" y="887"/>
                  </a:lnTo>
                  <a:cubicBezTo>
                    <a:pt x="15645" y="412"/>
                    <a:pt x="15234" y="0"/>
                    <a:pt x="14758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6" name="Google Shape;5316;p30"/>
            <p:cNvSpPr/>
            <p:nvPr/>
          </p:nvSpPr>
          <p:spPr>
            <a:xfrm>
              <a:off x="4696000" y="5564825"/>
              <a:ext cx="456075" cy="650825"/>
            </a:xfrm>
            <a:custGeom>
              <a:rect b="b" l="l" r="r" t="t"/>
              <a:pathLst>
                <a:path extrusionOk="0" h="26033" w="18243">
                  <a:moveTo>
                    <a:pt x="15170" y="855"/>
                  </a:moveTo>
                  <a:cubicBezTo>
                    <a:pt x="15424" y="855"/>
                    <a:pt x="15614" y="1045"/>
                    <a:pt x="15614" y="1299"/>
                  </a:cubicBezTo>
                  <a:lnTo>
                    <a:pt x="15614" y="2597"/>
                  </a:lnTo>
                  <a:lnTo>
                    <a:pt x="856" y="2597"/>
                  </a:lnTo>
                  <a:lnTo>
                    <a:pt x="856" y="1299"/>
                  </a:lnTo>
                  <a:cubicBezTo>
                    <a:pt x="856" y="1045"/>
                    <a:pt x="1046" y="855"/>
                    <a:pt x="1299" y="855"/>
                  </a:cubicBezTo>
                  <a:close/>
                  <a:moveTo>
                    <a:pt x="8207" y="5201"/>
                  </a:moveTo>
                  <a:cubicBezTo>
                    <a:pt x="8899" y="5201"/>
                    <a:pt x="9579" y="5462"/>
                    <a:pt x="10072" y="5954"/>
                  </a:cubicBezTo>
                  <a:cubicBezTo>
                    <a:pt x="10832" y="6714"/>
                    <a:pt x="11053" y="7823"/>
                    <a:pt x="10642" y="8804"/>
                  </a:cubicBezTo>
                  <a:cubicBezTo>
                    <a:pt x="10230" y="9786"/>
                    <a:pt x="9280" y="10419"/>
                    <a:pt x="8235" y="10419"/>
                  </a:cubicBezTo>
                  <a:cubicBezTo>
                    <a:pt x="6810" y="10419"/>
                    <a:pt x="5638" y="9248"/>
                    <a:pt x="5638" y="7791"/>
                  </a:cubicBezTo>
                  <a:cubicBezTo>
                    <a:pt x="5638" y="6746"/>
                    <a:pt x="6271" y="5796"/>
                    <a:pt x="7222" y="5384"/>
                  </a:cubicBezTo>
                  <a:cubicBezTo>
                    <a:pt x="7540" y="5261"/>
                    <a:pt x="7875" y="5201"/>
                    <a:pt x="8207" y="5201"/>
                  </a:cubicBezTo>
                  <a:close/>
                  <a:moveTo>
                    <a:pt x="10832" y="11275"/>
                  </a:moveTo>
                  <a:lnTo>
                    <a:pt x="10832" y="12130"/>
                  </a:lnTo>
                  <a:lnTo>
                    <a:pt x="5638" y="12130"/>
                  </a:lnTo>
                  <a:lnTo>
                    <a:pt x="5638" y="11275"/>
                  </a:lnTo>
                  <a:close/>
                  <a:moveTo>
                    <a:pt x="7792" y="13016"/>
                  </a:moveTo>
                  <a:lnTo>
                    <a:pt x="7792" y="13871"/>
                  </a:lnTo>
                  <a:lnTo>
                    <a:pt x="2598" y="13871"/>
                  </a:lnTo>
                  <a:lnTo>
                    <a:pt x="2598" y="13016"/>
                  </a:lnTo>
                  <a:close/>
                  <a:moveTo>
                    <a:pt x="11719" y="13016"/>
                  </a:moveTo>
                  <a:cubicBezTo>
                    <a:pt x="11149" y="13016"/>
                    <a:pt x="10673" y="13365"/>
                    <a:pt x="10483" y="13871"/>
                  </a:cubicBezTo>
                  <a:lnTo>
                    <a:pt x="8678" y="13871"/>
                  </a:lnTo>
                  <a:lnTo>
                    <a:pt x="8678" y="13016"/>
                  </a:lnTo>
                  <a:close/>
                  <a:moveTo>
                    <a:pt x="13872" y="13016"/>
                  </a:moveTo>
                  <a:lnTo>
                    <a:pt x="13872" y="13871"/>
                  </a:lnTo>
                  <a:lnTo>
                    <a:pt x="12922" y="13871"/>
                  </a:lnTo>
                  <a:cubicBezTo>
                    <a:pt x="12764" y="13365"/>
                    <a:pt x="12257" y="13016"/>
                    <a:pt x="11719" y="13016"/>
                  </a:cubicBezTo>
                  <a:close/>
                  <a:moveTo>
                    <a:pt x="7792" y="14758"/>
                  </a:moveTo>
                  <a:lnTo>
                    <a:pt x="7792" y="15613"/>
                  </a:lnTo>
                  <a:lnTo>
                    <a:pt x="2598" y="15613"/>
                  </a:lnTo>
                  <a:lnTo>
                    <a:pt x="2598" y="14758"/>
                  </a:lnTo>
                  <a:close/>
                  <a:moveTo>
                    <a:pt x="10420" y="14758"/>
                  </a:moveTo>
                  <a:lnTo>
                    <a:pt x="10420" y="15613"/>
                  </a:lnTo>
                  <a:lnTo>
                    <a:pt x="8678" y="15613"/>
                  </a:lnTo>
                  <a:lnTo>
                    <a:pt x="8678" y="14758"/>
                  </a:lnTo>
                  <a:close/>
                  <a:moveTo>
                    <a:pt x="13872" y="14758"/>
                  </a:moveTo>
                  <a:lnTo>
                    <a:pt x="13872" y="15708"/>
                  </a:lnTo>
                  <a:cubicBezTo>
                    <a:pt x="13730" y="15645"/>
                    <a:pt x="13587" y="15613"/>
                    <a:pt x="13445" y="15613"/>
                  </a:cubicBezTo>
                  <a:cubicBezTo>
                    <a:pt x="13302" y="15613"/>
                    <a:pt x="13159" y="15645"/>
                    <a:pt x="13017" y="15708"/>
                  </a:cubicBezTo>
                  <a:lnTo>
                    <a:pt x="13017" y="14758"/>
                  </a:lnTo>
                  <a:close/>
                  <a:moveTo>
                    <a:pt x="15614" y="3452"/>
                  </a:moveTo>
                  <a:lnTo>
                    <a:pt x="15614" y="15708"/>
                  </a:lnTo>
                  <a:cubicBezTo>
                    <a:pt x="15471" y="15645"/>
                    <a:pt x="15321" y="15613"/>
                    <a:pt x="15174" y="15613"/>
                  </a:cubicBezTo>
                  <a:cubicBezTo>
                    <a:pt x="15028" y="15613"/>
                    <a:pt x="14885" y="15645"/>
                    <a:pt x="14759" y="15708"/>
                  </a:cubicBezTo>
                  <a:lnTo>
                    <a:pt x="14759" y="12573"/>
                  </a:lnTo>
                  <a:cubicBezTo>
                    <a:pt x="14759" y="12351"/>
                    <a:pt x="14537" y="12130"/>
                    <a:pt x="14315" y="12130"/>
                  </a:cubicBezTo>
                  <a:lnTo>
                    <a:pt x="11719" y="12130"/>
                  </a:lnTo>
                  <a:lnTo>
                    <a:pt x="11719" y="10831"/>
                  </a:lnTo>
                  <a:cubicBezTo>
                    <a:pt x="11719" y="10609"/>
                    <a:pt x="11497" y="10419"/>
                    <a:pt x="11275" y="10419"/>
                  </a:cubicBezTo>
                  <a:lnTo>
                    <a:pt x="10515" y="10419"/>
                  </a:lnTo>
                  <a:cubicBezTo>
                    <a:pt x="11592" y="9438"/>
                    <a:pt x="12004" y="7918"/>
                    <a:pt x="11465" y="6556"/>
                  </a:cubicBezTo>
                  <a:cubicBezTo>
                    <a:pt x="10958" y="5226"/>
                    <a:pt x="9660" y="4307"/>
                    <a:pt x="8235" y="4307"/>
                  </a:cubicBezTo>
                  <a:cubicBezTo>
                    <a:pt x="6778" y="4307"/>
                    <a:pt x="5480" y="5226"/>
                    <a:pt x="4973" y="6556"/>
                  </a:cubicBezTo>
                  <a:cubicBezTo>
                    <a:pt x="4466" y="7918"/>
                    <a:pt x="4846" y="9438"/>
                    <a:pt x="5955" y="10419"/>
                  </a:cubicBezTo>
                  <a:lnTo>
                    <a:pt x="5195" y="10419"/>
                  </a:lnTo>
                  <a:cubicBezTo>
                    <a:pt x="4941" y="10419"/>
                    <a:pt x="4751" y="10609"/>
                    <a:pt x="4751" y="10831"/>
                  </a:cubicBezTo>
                  <a:lnTo>
                    <a:pt x="4751" y="12130"/>
                  </a:lnTo>
                  <a:lnTo>
                    <a:pt x="2154" y="12130"/>
                  </a:lnTo>
                  <a:cubicBezTo>
                    <a:pt x="1901" y="12130"/>
                    <a:pt x="1711" y="12351"/>
                    <a:pt x="1711" y="12573"/>
                  </a:cubicBezTo>
                  <a:lnTo>
                    <a:pt x="1711" y="16057"/>
                  </a:lnTo>
                  <a:cubicBezTo>
                    <a:pt x="1711" y="16278"/>
                    <a:pt x="1901" y="16500"/>
                    <a:pt x="2154" y="16500"/>
                  </a:cubicBezTo>
                  <a:lnTo>
                    <a:pt x="10388" y="16500"/>
                  </a:lnTo>
                  <a:lnTo>
                    <a:pt x="10388" y="17165"/>
                  </a:lnTo>
                  <a:lnTo>
                    <a:pt x="9217" y="18337"/>
                  </a:lnTo>
                  <a:cubicBezTo>
                    <a:pt x="9153" y="18432"/>
                    <a:pt x="9090" y="18527"/>
                    <a:pt x="9090" y="18653"/>
                  </a:cubicBezTo>
                  <a:lnTo>
                    <a:pt x="9090" y="21694"/>
                  </a:lnTo>
                  <a:lnTo>
                    <a:pt x="856" y="21694"/>
                  </a:lnTo>
                  <a:lnTo>
                    <a:pt x="856" y="3452"/>
                  </a:lnTo>
                  <a:close/>
                  <a:moveTo>
                    <a:pt x="9312" y="22549"/>
                  </a:moveTo>
                  <a:lnTo>
                    <a:pt x="10420" y="24005"/>
                  </a:lnTo>
                  <a:lnTo>
                    <a:pt x="10420" y="25177"/>
                  </a:lnTo>
                  <a:lnTo>
                    <a:pt x="1299" y="25177"/>
                  </a:lnTo>
                  <a:cubicBezTo>
                    <a:pt x="1046" y="25177"/>
                    <a:pt x="856" y="24987"/>
                    <a:pt x="856" y="24734"/>
                  </a:cubicBezTo>
                  <a:lnTo>
                    <a:pt x="856" y="22549"/>
                  </a:lnTo>
                  <a:close/>
                  <a:moveTo>
                    <a:pt x="1299" y="0"/>
                  </a:moveTo>
                  <a:cubicBezTo>
                    <a:pt x="571" y="0"/>
                    <a:pt x="1" y="570"/>
                    <a:pt x="1" y="1299"/>
                  </a:cubicBezTo>
                  <a:lnTo>
                    <a:pt x="1" y="24734"/>
                  </a:lnTo>
                  <a:cubicBezTo>
                    <a:pt x="1" y="25462"/>
                    <a:pt x="571" y="26032"/>
                    <a:pt x="1299" y="26032"/>
                  </a:cubicBezTo>
                  <a:lnTo>
                    <a:pt x="11275" y="26032"/>
                  </a:lnTo>
                  <a:lnTo>
                    <a:pt x="11275" y="23879"/>
                  </a:lnTo>
                  <a:cubicBezTo>
                    <a:pt x="11275" y="23784"/>
                    <a:pt x="11244" y="23689"/>
                    <a:pt x="11180" y="23594"/>
                  </a:cubicBezTo>
                  <a:lnTo>
                    <a:pt x="9977" y="21979"/>
                  </a:lnTo>
                  <a:lnTo>
                    <a:pt x="9977" y="18843"/>
                  </a:lnTo>
                  <a:lnTo>
                    <a:pt x="10420" y="18400"/>
                  </a:lnTo>
                  <a:lnTo>
                    <a:pt x="10420" y="19952"/>
                  </a:lnTo>
                  <a:lnTo>
                    <a:pt x="11275" y="19952"/>
                  </a:lnTo>
                  <a:lnTo>
                    <a:pt x="11275" y="14315"/>
                  </a:lnTo>
                  <a:cubicBezTo>
                    <a:pt x="11275" y="14061"/>
                    <a:pt x="11465" y="13871"/>
                    <a:pt x="11719" y="13871"/>
                  </a:cubicBezTo>
                  <a:cubicBezTo>
                    <a:pt x="11940" y="13871"/>
                    <a:pt x="12162" y="14061"/>
                    <a:pt x="12162" y="14315"/>
                  </a:cubicBezTo>
                  <a:lnTo>
                    <a:pt x="12162" y="19952"/>
                  </a:lnTo>
                  <a:lnTo>
                    <a:pt x="13017" y="19952"/>
                  </a:lnTo>
                  <a:lnTo>
                    <a:pt x="13017" y="16912"/>
                  </a:lnTo>
                  <a:cubicBezTo>
                    <a:pt x="13017" y="16690"/>
                    <a:pt x="13207" y="16468"/>
                    <a:pt x="13460" y="16468"/>
                  </a:cubicBezTo>
                  <a:cubicBezTo>
                    <a:pt x="13682" y="16468"/>
                    <a:pt x="13872" y="16690"/>
                    <a:pt x="13872" y="16912"/>
                  </a:cubicBezTo>
                  <a:lnTo>
                    <a:pt x="13872" y="19952"/>
                  </a:lnTo>
                  <a:lnTo>
                    <a:pt x="14759" y="19952"/>
                  </a:lnTo>
                  <a:lnTo>
                    <a:pt x="14759" y="16912"/>
                  </a:lnTo>
                  <a:cubicBezTo>
                    <a:pt x="14759" y="16690"/>
                    <a:pt x="14949" y="16468"/>
                    <a:pt x="15202" y="16468"/>
                  </a:cubicBezTo>
                  <a:cubicBezTo>
                    <a:pt x="15424" y="16468"/>
                    <a:pt x="15614" y="16690"/>
                    <a:pt x="15614" y="16912"/>
                  </a:cubicBezTo>
                  <a:lnTo>
                    <a:pt x="15614" y="19952"/>
                  </a:lnTo>
                  <a:lnTo>
                    <a:pt x="16501" y="19952"/>
                  </a:lnTo>
                  <a:lnTo>
                    <a:pt x="16501" y="17355"/>
                  </a:lnTo>
                  <a:cubicBezTo>
                    <a:pt x="16501" y="17102"/>
                    <a:pt x="16691" y="16912"/>
                    <a:pt x="16912" y="16912"/>
                  </a:cubicBezTo>
                  <a:cubicBezTo>
                    <a:pt x="17166" y="16912"/>
                    <a:pt x="17356" y="17102"/>
                    <a:pt x="17356" y="17355"/>
                  </a:cubicBezTo>
                  <a:lnTo>
                    <a:pt x="17356" y="22422"/>
                  </a:lnTo>
                  <a:lnTo>
                    <a:pt x="16152" y="24037"/>
                  </a:lnTo>
                  <a:cubicBezTo>
                    <a:pt x="16089" y="24100"/>
                    <a:pt x="16057" y="24195"/>
                    <a:pt x="16057" y="24290"/>
                  </a:cubicBezTo>
                  <a:lnTo>
                    <a:pt x="16057" y="26032"/>
                  </a:lnTo>
                  <a:lnTo>
                    <a:pt x="16912" y="26032"/>
                  </a:lnTo>
                  <a:lnTo>
                    <a:pt x="16912" y="24449"/>
                  </a:lnTo>
                  <a:lnTo>
                    <a:pt x="18147" y="22834"/>
                  </a:lnTo>
                  <a:cubicBezTo>
                    <a:pt x="18211" y="22739"/>
                    <a:pt x="18242" y="22675"/>
                    <a:pt x="18242" y="22580"/>
                  </a:cubicBezTo>
                  <a:lnTo>
                    <a:pt x="18242" y="17355"/>
                  </a:lnTo>
                  <a:cubicBezTo>
                    <a:pt x="18211" y="16627"/>
                    <a:pt x="17641" y="16057"/>
                    <a:pt x="16912" y="16057"/>
                  </a:cubicBezTo>
                  <a:cubicBezTo>
                    <a:pt x="16786" y="16057"/>
                    <a:pt x="16627" y="16088"/>
                    <a:pt x="16469" y="16120"/>
                  </a:cubicBezTo>
                  <a:lnTo>
                    <a:pt x="16469" y="1299"/>
                  </a:lnTo>
                  <a:cubicBezTo>
                    <a:pt x="16469" y="570"/>
                    <a:pt x="15899" y="0"/>
                    <a:pt x="15170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7" name="Google Shape;5317;p30"/>
            <p:cNvSpPr/>
            <p:nvPr/>
          </p:nvSpPr>
          <p:spPr>
            <a:xfrm>
              <a:off x="4738775" y="6009775"/>
              <a:ext cx="163100" cy="21400"/>
            </a:xfrm>
            <a:custGeom>
              <a:rect b="b" l="l" r="r" t="t"/>
              <a:pathLst>
                <a:path extrusionOk="0" h="856" w="6524">
                  <a:moveTo>
                    <a:pt x="0" y="0"/>
                  </a:moveTo>
                  <a:lnTo>
                    <a:pt x="0" y="855"/>
                  </a:lnTo>
                  <a:lnTo>
                    <a:pt x="6524" y="855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8" name="Google Shape;5318;p30"/>
            <p:cNvSpPr/>
            <p:nvPr/>
          </p:nvSpPr>
          <p:spPr>
            <a:xfrm>
              <a:off x="4738775" y="6052525"/>
              <a:ext cx="163100" cy="22200"/>
            </a:xfrm>
            <a:custGeom>
              <a:rect b="b" l="l" r="r" t="t"/>
              <a:pathLst>
                <a:path extrusionOk="0" h="888" w="6524">
                  <a:moveTo>
                    <a:pt x="0" y="0"/>
                  </a:moveTo>
                  <a:lnTo>
                    <a:pt x="0" y="887"/>
                  </a:lnTo>
                  <a:lnTo>
                    <a:pt x="6524" y="887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9" name="Google Shape;5319;p30"/>
            <p:cNvSpPr/>
            <p:nvPr/>
          </p:nvSpPr>
          <p:spPr>
            <a:xfrm>
              <a:off x="4867825" y="5705750"/>
              <a:ext cx="68100" cy="108500"/>
            </a:xfrm>
            <a:custGeom>
              <a:rect b="b" l="l" r="r" t="t"/>
              <a:pathLst>
                <a:path extrusionOk="0" h="4340" w="2724">
                  <a:moveTo>
                    <a:pt x="919" y="0"/>
                  </a:moveTo>
                  <a:lnTo>
                    <a:pt x="919" y="444"/>
                  </a:lnTo>
                  <a:cubicBezTo>
                    <a:pt x="380" y="571"/>
                    <a:pt x="0" y="1077"/>
                    <a:pt x="64" y="1616"/>
                  </a:cubicBezTo>
                  <a:cubicBezTo>
                    <a:pt x="127" y="2186"/>
                    <a:pt x="602" y="2597"/>
                    <a:pt x="1140" y="2597"/>
                  </a:cubicBezTo>
                  <a:lnTo>
                    <a:pt x="1584" y="2597"/>
                  </a:lnTo>
                  <a:cubicBezTo>
                    <a:pt x="1869" y="2597"/>
                    <a:pt x="1869" y="3041"/>
                    <a:pt x="1584" y="3041"/>
                  </a:cubicBezTo>
                  <a:lnTo>
                    <a:pt x="1140" y="3041"/>
                  </a:lnTo>
                  <a:cubicBezTo>
                    <a:pt x="1014" y="3041"/>
                    <a:pt x="919" y="2946"/>
                    <a:pt x="919" y="2819"/>
                  </a:cubicBezTo>
                  <a:lnTo>
                    <a:pt x="64" y="2819"/>
                  </a:lnTo>
                  <a:cubicBezTo>
                    <a:pt x="64" y="3326"/>
                    <a:pt x="412" y="3769"/>
                    <a:pt x="919" y="3896"/>
                  </a:cubicBezTo>
                  <a:lnTo>
                    <a:pt x="919" y="4339"/>
                  </a:lnTo>
                  <a:lnTo>
                    <a:pt x="1805" y="4339"/>
                  </a:lnTo>
                  <a:lnTo>
                    <a:pt x="1805" y="3896"/>
                  </a:lnTo>
                  <a:cubicBezTo>
                    <a:pt x="2344" y="3769"/>
                    <a:pt x="2724" y="3262"/>
                    <a:pt x="2660" y="2724"/>
                  </a:cubicBezTo>
                  <a:cubicBezTo>
                    <a:pt x="2597" y="2154"/>
                    <a:pt x="2122" y="1742"/>
                    <a:pt x="1584" y="1742"/>
                  </a:cubicBezTo>
                  <a:lnTo>
                    <a:pt x="1140" y="1742"/>
                  </a:lnTo>
                  <a:cubicBezTo>
                    <a:pt x="855" y="1742"/>
                    <a:pt x="855" y="1299"/>
                    <a:pt x="1140" y="1299"/>
                  </a:cubicBezTo>
                  <a:lnTo>
                    <a:pt x="1584" y="1299"/>
                  </a:lnTo>
                  <a:cubicBezTo>
                    <a:pt x="1710" y="1299"/>
                    <a:pt x="1805" y="1394"/>
                    <a:pt x="1805" y="1521"/>
                  </a:cubicBezTo>
                  <a:lnTo>
                    <a:pt x="2660" y="1521"/>
                  </a:lnTo>
                  <a:cubicBezTo>
                    <a:pt x="2660" y="1014"/>
                    <a:pt x="2312" y="539"/>
                    <a:pt x="1805" y="444"/>
                  </a:cubicBezTo>
                  <a:lnTo>
                    <a:pt x="1805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0" name="Google Shape;5320;p30"/>
            <p:cNvSpPr/>
            <p:nvPr/>
          </p:nvSpPr>
          <p:spPr>
            <a:xfrm>
              <a:off x="4880475" y="6150700"/>
              <a:ext cx="43575" cy="21400"/>
            </a:xfrm>
            <a:custGeom>
              <a:rect b="b" l="l" r="r" t="t"/>
              <a:pathLst>
                <a:path extrusionOk="0" h="856" w="1743">
                  <a:moveTo>
                    <a:pt x="1" y="0"/>
                  </a:moveTo>
                  <a:lnTo>
                    <a:pt x="1" y="855"/>
                  </a:lnTo>
                  <a:lnTo>
                    <a:pt x="1743" y="855"/>
                  </a:lnTo>
                  <a:lnTo>
                    <a:pt x="1743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1" name="Google Shape;5321;p30"/>
          <p:cNvGrpSpPr/>
          <p:nvPr/>
        </p:nvGrpSpPr>
        <p:grpSpPr>
          <a:xfrm>
            <a:off x="563703" y="895602"/>
            <a:ext cx="462934" cy="457920"/>
            <a:chOff x="2684225" y="4638500"/>
            <a:chExt cx="657950" cy="650825"/>
          </a:xfrm>
        </p:grpSpPr>
        <p:sp>
          <p:nvSpPr>
            <p:cNvPr id="5322" name="Google Shape;5322;p30"/>
            <p:cNvSpPr/>
            <p:nvPr/>
          </p:nvSpPr>
          <p:spPr>
            <a:xfrm>
              <a:off x="2927300" y="5028825"/>
              <a:ext cx="173400" cy="174200"/>
            </a:xfrm>
            <a:custGeom>
              <a:rect b="b" l="l" r="r" t="t"/>
              <a:pathLst>
                <a:path extrusionOk="0" h="6968" w="6936">
                  <a:moveTo>
                    <a:pt x="3452" y="1"/>
                  </a:moveTo>
                  <a:cubicBezTo>
                    <a:pt x="1552" y="1"/>
                    <a:pt x="0" y="1584"/>
                    <a:pt x="0" y="3484"/>
                  </a:cubicBezTo>
                  <a:cubicBezTo>
                    <a:pt x="0" y="5416"/>
                    <a:pt x="1552" y="6968"/>
                    <a:pt x="3452" y="6968"/>
                  </a:cubicBezTo>
                  <a:cubicBezTo>
                    <a:pt x="5384" y="6968"/>
                    <a:pt x="6936" y="5416"/>
                    <a:pt x="6936" y="3484"/>
                  </a:cubicBezTo>
                  <a:cubicBezTo>
                    <a:pt x="6936" y="1584"/>
                    <a:pt x="5384" y="1"/>
                    <a:pt x="3452" y="1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3" name="Google Shape;5323;p30"/>
            <p:cNvSpPr/>
            <p:nvPr/>
          </p:nvSpPr>
          <p:spPr>
            <a:xfrm>
              <a:off x="2698475" y="4953625"/>
              <a:ext cx="630250" cy="325400"/>
            </a:xfrm>
            <a:custGeom>
              <a:rect b="b" l="l" r="r" t="t"/>
              <a:pathLst>
                <a:path extrusionOk="0" h="13016" w="25210">
                  <a:moveTo>
                    <a:pt x="21726" y="1710"/>
                  </a:moveTo>
                  <a:cubicBezTo>
                    <a:pt x="21726" y="2692"/>
                    <a:pt x="22518" y="3452"/>
                    <a:pt x="23468" y="3452"/>
                  </a:cubicBezTo>
                  <a:lnTo>
                    <a:pt x="23468" y="9532"/>
                  </a:lnTo>
                  <a:cubicBezTo>
                    <a:pt x="22518" y="9532"/>
                    <a:pt x="21726" y="10324"/>
                    <a:pt x="21726" y="11274"/>
                  </a:cubicBezTo>
                  <a:lnTo>
                    <a:pt x="3485" y="11274"/>
                  </a:lnTo>
                  <a:cubicBezTo>
                    <a:pt x="3485" y="10324"/>
                    <a:pt x="2724" y="9532"/>
                    <a:pt x="1743" y="9532"/>
                  </a:cubicBezTo>
                  <a:lnTo>
                    <a:pt x="1743" y="3452"/>
                  </a:lnTo>
                  <a:cubicBezTo>
                    <a:pt x="2724" y="3452"/>
                    <a:pt x="3485" y="2692"/>
                    <a:pt x="3485" y="1710"/>
                  </a:cubicBezTo>
                  <a:close/>
                  <a:moveTo>
                    <a:pt x="1" y="0"/>
                  </a:moveTo>
                  <a:lnTo>
                    <a:pt x="1" y="13016"/>
                  </a:lnTo>
                  <a:lnTo>
                    <a:pt x="25210" y="13016"/>
                  </a:lnTo>
                  <a:lnTo>
                    <a:pt x="25210" y="0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4" name="Google Shape;5324;p30"/>
            <p:cNvSpPr/>
            <p:nvPr/>
          </p:nvSpPr>
          <p:spPr>
            <a:xfrm>
              <a:off x="2699275" y="4693125"/>
              <a:ext cx="173425" cy="173425"/>
            </a:xfrm>
            <a:custGeom>
              <a:rect b="b" l="l" r="r" t="t"/>
              <a:pathLst>
                <a:path extrusionOk="0" h="6937" w="6937">
                  <a:moveTo>
                    <a:pt x="3453" y="1"/>
                  </a:moveTo>
                  <a:cubicBezTo>
                    <a:pt x="1552" y="1"/>
                    <a:pt x="1" y="1553"/>
                    <a:pt x="1" y="3453"/>
                  </a:cubicBezTo>
                  <a:cubicBezTo>
                    <a:pt x="1" y="5385"/>
                    <a:pt x="1552" y="6936"/>
                    <a:pt x="3453" y="6936"/>
                  </a:cubicBezTo>
                  <a:cubicBezTo>
                    <a:pt x="5384" y="6936"/>
                    <a:pt x="6936" y="5385"/>
                    <a:pt x="6936" y="3453"/>
                  </a:cubicBezTo>
                  <a:cubicBezTo>
                    <a:pt x="6936" y="1553"/>
                    <a:pt x="5384" y="1"/>
                    <a:pt x="3453" y="1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5" name="Google Shape;5325;p30"/>
            <p:cNvSpPr/>
            <p:nvPr/>
          </p:nvSpPr>
          <p:spPr>
            <a:xfrm>
              <a:off x="2927300" y="4649600"/>
              <a:ext cx="173400" cy="173400"/>
            </a:xfrm>
            <a:custGeom>
              <a:rect b="b" l="l" r="r" t="t"/>
              <a:pathLst>
                <a:path extrusionOk="0" h="6936" w="6936"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84"/>
                    <a:pt x="1552" y="6936"/>
                    <a:pt x="3452" y="6936"/>
                  </a:cubicBezTo>
                  <a:cubicBezTo>
                    <a:pt x="5384" y="6936"/>
                    <a:pt x="6936" y="5384"/>
                    <a:pt x="6936" y="3452"/>
                  </a:cubicBezTo>
                  <a:cubicBezTo>
                    <a:pt x="6936" y="1552"/>
                    <a:pt x="5384" y="0"/>
                    <a:pt x="3452" y="0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6" name="Google Shape;5326;p30"/>
            <p:cNvSpPr/>
            <p:nvPr/>
          </p:nvSpPr>
          <p:spPr>
            <a:xfrm>
              <a:off x="3154525" y="4693125"/>
              <a:ext cx="174200" cy="173425"/>
            </a:xfrm>
            <a:custGeom>
              <a:rect b="b" l="l" r="r" t="t"/>
              <a:pathLst>
                <a:path extrusionOk="0" h="6937" w="6968">
                  <a:moveTo>
                    <a:pt x="3484" y="1"/>
                  </a:moveTo>
                  <a:cubicBezTo>
                    <a:pt x="1552" y="1"/>
                    <a:pt x="0" y="1553"/>
                    <a:pt x="0" y="3453"/>
                  </a:cubicBezTo>
                  <a:cubicBezTo>
                    <a:pt x="0" y="5385"/>
                    <a:pt x="1552" y="6936"/>
                    <a:pt x="3484" y="6936"/>
                  </a:cubicBezTo>
                  <a:cubicBezTo>
                    <a:pt x="5384" y="6936"/>
                    <a:pt x="6968" y="5385"/>
                    <a:pt x="6968" y="3453"/>
                  </a:cubicBezTo>
                  <a:cubicBezTo>
                    <a:pt x="6968" y="1553"/>
                    <a:pt x="5384" y="1"/>
                    <a:pt x="3484" y="1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7" name="Google Shape;5327;p30"/>
            <p:cNvSpPr/>
            <p:nvPr/>
          </p:nvSpPr>
          <p:spPr>
            <a:xfrm>
              <a:off x="2684225" y="4638500"/>
              <a:ext cx="657950" cy="650825"/>
            </a:xfrm>
            <a:custGeom>
              <a:rect b="b" l="l" r="r" t="t"/>
              <a:pathLst>
                <a:path extrusionOk="0" h="26033" w="26318">
                  <a:moveTo>
                    <a:pt x="13182" y="873"/>
                  </a:moveTo>
                  <a:cubicBezTo>
                    <a:pt x="13978" y="873"/>
                    <a:pt x="14759" y="1183"/>
                    <a:pt x="15329" y="1774"/>
                  </a:cubicBezTo>
                  <a:cubicBezTo>
                    <a:pt x="16215" y="2629"/>
                    <a:pt x="16469" y="3928"/>
                    <a:pt x="15994" y="5068"/>
                  </a:cubicBezTo>
                  <a:cubicBezTo>
                    <a:pt x="15519" y="6208"/>
                    <a:pt x="14410" y="6936"/>
                    <a:pt x="13175" y="6936"/>
                  </a:cubicBezTo>
                  <a:cubicBezTo>
                    <a:pt x="11497" y="6936"/>
                    <a:pt x="10135" y="5575"/>
                    <a:pt x="10135" y="3896"/>
                  </a:cubicBezTo>
                  <a:cubicBezTo>
                    <a:pt x="10135" y="2693"/>
                    <a:pt x="10895" y="1584"/>
                    <a:pt x="12003" y="1109"/>
                  </a:cubicBezTo>
                  <a:cubicBezTo>
                    <a:pt x="12383" y="951"/>
                    <a:pt x="12785" y="873"/>
                    <a:pt x="13182" y="873"/>
                  </a:cubicBezTo>
                  <a:close/>
                  <a:moveTo>
                    <a:pt x="4080" y="2614"/>
                  </a:moveTo>
                  <a:cubicBezTo>
                    <a:pt x="4863" y="2614"/>
                    <a:pt x="5640" y="2917"/>
                    <a:pt x="6208" y="3484"/>
                  </a:cubicBezTo>
                  <a:cubicBezTo>
                    <a:pt x="7095" y="4371"/>
                    <a:pt x="7348" y="5670"/>
                    <a:pt x="6873" y="6810"/>
                  </a:cubicBezTo>
                  <a:cubicBezTo>
                    <a:pt x="6398" y="7950"/>
                    <a:pt x="5290" y="8678"/>
                    <a:pt x="4055" y="8678"/>
                  </a:cubicBezTo>
                  <a:cubicBezTo>
                    <a:pt x="2376" y="8678"/>
                    <a:pt x="1014" y="7316"/>
                    <a:pt x="1014" y="5638"/>
                  </a:cubicBezTo>
                  <a:cubicBezTo>
                    <a:pt x="1014" y="4434"/>
                    <a:pt x="1774" y="3326"/>
                    <a:pt x="2914" y="2851"/>
                  </a:cubicBezTo>
                  <a:cubicBezTo>
                    <a:pt x="3287" y="2691"/>
                    <a:pt x="3684" y="2614"/>
                    <a:pt x="4080" y="2614"/>
                  </a:cubicBezTo>
                  <a:close/>
                  <a:moveTo>
                    <a:pt x="22305" y="2614"/>
                  </a:moveTo>
                  <a:cubicBezTo>
                    <a:pt x="23090" y="2614"/>
                    <a:pt x="23861" y="2917"/>
                    <a:pt x="24449" y="3484"/>
                  </a:cubicBezTo>
                  <a:cubicBezTo>
                    <a:pt x="25304" y="4371"/>
                    <a:pt x="25558" y="5670"/>
                    <a:pt x="25114" y="6810"/>
                  </a:cubicBezTo>
                  <a:cubicBezTo>
                    <a:pt x="24639" y="7950"/>
                    <a:pt x="23531" y="8678"/>
                    <a:pt x="22296" y="8678"/>
                  </a:cubicBezTo>
                  <a:cubicBezTo>
                    <a:pt x="20617" y="8678"/>
                    <a:pt x="19256" y="7316"/>
                    <a:pt x="19256" y="5638"/>
                  </a:cubicBezTo>
                  <a:cubicBezTo>
                    <a:pt x="19256" y="4434"/>
                    <a:pt x="19984" y="3326"/>
                    <a:pt x="21124" y="2851"/>
                  </a:cubicBezTo>
                  <a:cubicBezTo>
                    <a:pt x="21507" y="2691"/>
                    <a:pt x="21908" y="2614"/>
                    <a:pt x="22305" y="2614"/>
                  </a:cubicBezTo>
                  <a:close/>
                  <a:moveTo>
                    <a:pt x="25336" y="13017"/>
                  </a:moveTo>
                  <a:lnTo>
                    <a:pt x="25336" y="25178"/>
                  </a:lnTo>
                  <a:lnTo>
                    <a:pt x="1014" y="25178"/>
                  </a:lnTo>
                  <a:lnTo>
                    <a:pt x="1014" y="13017"/>
                  </a:lnTo>
                  <a:close/>
                  <a:moveTo>
                    <a:pt x="13175" y="1"/>
                  </a:moveTo>
                  <a:cubicBezTo>
                    <a:pt x="11117" y="1"/>
                    <a:pt x="9407" y="1616"/>
                    <a:pt x="9280" y="3706"/>
                  </a:cubicBezTo>
                  <a:cubicBezTo>
                    <a:pt x="9153" y="5765"/>
                    <a:pt x="10673" y="7570"/>
                    <a:pt x="12732" y="7791"/>
                  </a:cubicBezTo>
                  <a:lnTo>
                    <a:pt x="12732" y="11972"/>
                  </a:lnTo>
                  <a:lnTo>
                    <a:pt x="5606" y="9248"/>
                  </a:lnTo>
                  <a:cubicBezTo>
                    <a:pt x="7443" y="8456"/>
                    <a:pt x="8393" y="6430"/>
                    <a:pt x="7823" y="4498"/>
                  </a:cubicBezTo>
                  <a:cubicBezTo>
                    <a:pt x="7325" y="2838"/>
                    <a:pt x="5789" y="1735"/>
                    <a:pt x="4079" y="1735"/>
                  </a:cubicBezTo>
                  <a:cubicBezTo>
                    <a:pt x="3831" y="1735"/>
                    <a:pt x="3579" y="1758"/>
                    <a:pt x="3326" y="1806"/>
                  </a:cubicBezTo>
                  <a:cubicBezTo>
                    <a:pt x="1363" y="2154"/>
                    <a:pt x="1" y="3959"/>
                    <a:pt x="159" y="5955"/>
                  </a:cubicBezTo>
                  <a:cubicBezTo>
                    <a:pt x="349" y="7950"/>
                    <a:pt x="1964" y="9501"/>
                    <a:pt x="3960" y="9533"/>
                  </a:cubicBezTo>
                  <a:lnTo>
                    <a:pt x="10832" y="12162"/>
                  </a:lnTo>
                  <a:lnTo>
                    <a:pt x="603" y="12162"/>
                  </a:lnTo>
                  <a:cubicBezTo>
                    <a:pt x="349" y="12162"/>
                    <a:pt x="159" y="12352"/>
                    <a:pt x="159" y="12605"/>
                  </a:cubicBezTo>
                  <a:lnTo>
                    <a:pt x="159" y="25621"/>
                  </a:lnTo>
                  <a:cubicBezTo>
                    <a:pt x="159" y="25843"/>
                    <a:pt x="349" y="26033"/>
                    <a:pt x="603" y="26033"/>
                  </a:cubicBezTo>
                  <a:lnTo>
                    <a:pt x="25780" y="26033"/>
                  </a:lnTo>
                  <a:cubicBezTo>
                    <a:pt x="26001" y="26033"/>
                    <a:pt x="26191" y="25843"/>
                    <a:pt x="26191" y="25621"/>
                  </a:cubicBezTo>
                  <a:lnTo>
                    <a:pt x="26191" y="12605"/>
                  </a:lnTo>
                  <a:cubicBezTo>
                    <a:pt x="26191" y="12352"/>
                    <a:pt x="26001" y="12162"/>
                    <a:pt x="25780" y="12162"/>
                  </a:cubicBezTo>
                  <a:lnTo>
                    <a:pt x="15550" y="12162"/>
                  </a:lnTo>
                  <a:lnTo>
                    <a:pt x="22391" y="9565"/>
                  </a:lnTo>
                  <a:cubicBezTo>
                    <a:pt x="24386" y="9501"/>
                    <a:pt x="26001" y="7950"/>
                    <a:pt x="26160" y="5986"/>
                  </a:cubicBezTo>
                  <a:cubicBezTo>
                    <a:pt x="26318" y="3991"/>
                    <a:pt x="24956" y="2186"/>
                    <a:pt x="23024" y="1838"/>
                  </a:cubicBezTo>
                  <a:cubicBezTo>
                    <a:pt x="22776" y="1789"/>
                    <a:pt x="22527" y="1766"/>
                    <a:pt x="22282" y="1766"/>
                  </a:cubicBezTo>
                  <a:cubicBezTo>
                    <a:pt x="20593" y="1766"/>
                    <a:pt x="19057" y="2870"/>
                    <a:pt x="18559" y="4529"/>
                  </a:cubicBezTo>
                  <a:cubicBezTo>
                    <a:pt x="17989" y="6430"/>
                    <a:pt x="18939" y="8456"/>
                    <a:pt x="20776" y="9248"/>
                  </a:cubicBezTo>
                  <a:lnTo>
                    <a:pt x="13619" y="11972"/>
                  </a:lnTo>
                  <a:lnTo>
                    <a:pt x="13619" y="7791"/>
                  </a:lnTo>
                  <a:cubicBezTo>
                    <a:pt x="15677" y="7570"/>
                    <a:pt x="17197" y="5765"/>
                    <a:pt x="17071" y="3706"/>
                  </a:cubicBezTo>
                  <a:cubicBezTo>
                    <a:pt x="16976" y="1616"/>
                    <a:pt x="15265" y="1"/>
                    <a:pt x="13175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8" name="Google Shape;5328;p30"/>
            <p:cNvSpPr/>
            <p:nvPr/>
          </p:nvSpPr>
          <p:spPr>
            <a:xfrm>
              <a:off x="2916200" y="5018350"/>
              <a:ext cx="202725" cy="195775"/>
            </a:xfrm>
            <a:custGeom>
              <a:rect b="b" l="l" r="r" t="t"/>
              <a:pathLst>
                <a:path extrusionOk="0" h="7831" w="8109">
                  <a:moveTo>
                    <a:pt x="3896" y="863"/>
                  </a:moveTo>
                  <a:cubicBezTo>
                    <a:pt x="5131" y="863"/>
                    <a:pt x="6240" y="1623"/>
                    <a:pt x="6715" y="2763"/>
                  </a:cubicBezTo>
                  <a:cubicBezTo>
                    <a:pt x="7190" y="3871"/>
                    <a:pt x="6905" y="5202"/>
                    <a:pt x="6050" y="6057"/>
                  </a:cubicBezTo>
                  <a:cubicBezTo>
                    <a:pt x="5459" y="6648"/>
                    <a:pt x="4684" y="6957"/>
                    <a:pt x="3896" y="6957"/>
                  </a:cubicBezTo>
                  <a:cubicBezTo>
                    <a:pt x="3502" y="6957"/>
                    <a:pt x="3104" y="6880"/>
                    <a:pt x="2724" y="6722"/>
                  </a:cubicBezTo>
                  <a:cubicBezTo>
                    <a:pt x="1584" y="6247"/>
                    <a:pt x="856" y="5138"/>
                    <a:pt x="856" y="3903"/>
                  </a:cubicBezTo>
                  <a:cubicBezTo>
                    <a:pt x="856" y="2225"/>
                    <a:pt x="2218" y="863"/>
                    <a:pt x="3896" y="863"/>
                  </a:cubicBezTo>
                  <a:close/>
                  <a:moveTo>
                    <a:pt x="3882" y="1"/>
                  </a:moveTo>
                  <a:cubicBezTo>
                    <a:pt x="3385" y="1"/>
                    <a:pt x="2885" y="96"/>
                    <a:pt x="2408" y="293"/>
                  </a:cubicBezTo>
                  <a:cubicBezTo>
                    <a:pt x="951" y="895"/>
                    <a:pt x="1" y="2320"/>
                    <a:pt x="1" y="3903"/>
                  </a:cubicBezTo>
                  <a:cubicBezTo>
                    <a:pt x="1" y="6057"/>
                    <a:pt x="1743" y="7798"/>
                    <a:pt x="3896" y="7830"/>
                  </a:cubicBezTo>
                  <a:cubicBezTo>
                    <a:pt x="5480" y="7830"/>
                    <a:pt x="6905" y="6880"/>
                    <a:pt x="7506" y="5392"/>
                  </a:cubicBezTo>
                  <a:cubicBezTo>
                    <a:pt x="8108" y="3935"/>
                    <a:pt x="7792" y="2256"/>
                    <a:pt x="6651" y="1148"/>
                  </a:cubicBezTo>
                  <a:cubicBezTo>
                    <a:pt x="5906" y="402"/>
                    <a:pt x="4902" y="1"/>
                    <a:pt x="3882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9" name="Google Shape;5329;p30"/>
            <p:cNvSpPr/>
            <p:nvPr/>
          </p:nvSpPr>
          <p:spPr>
            <a:xfrm>
              <a:off x="2731750" y="4986075"/>
              <a:ext cx="564525" cy="260500"/>
            </a:xfrm>
            <a:custGeom>
              <a:rect b="b" l="l" r="r" t="t"/>
              <a:pathLst>
                <a:path extrusionOk="0" h="10420" w="22581">
                  <a:moveTo>
                    <a:pt x="20015" y="856"/>
                  </a:moveTo>
                  <a:cubicBezTo>
                    <a:pt x="20173" y="1711"/>
                    <a:pt x="20838" y="2376"/>
                    <a:pt x="21693" y="2566"/>
                  </a:cubicBezTo>
                  <a:lnTo>
                    <a:pt x="21693" y="7854"/>
                  </a:lnTo>
                  <a:cubicBezTo>
                    <a:pt x="20838" y="8013"/>
                    <a:pt x="20173" y="8678"/>
                    <a:pt x="20015" y="9533"/>
                  </a:cubicBezTo>
                  <a:lnTo>
                    <a:pt x="2565" y="9533"/>
                  </a:lnTo>
                  <a:cubicBezTo>
                    <a:pt x="2375" y="8678"/>
                    <a:pt x="1710" y="8013"/>
                    <a:pt x="855" y="7854"/>
                  </a:cubicBezTo>
                  <a:lnTo>
                    <a:pt x="855" y="2566"/>
                  </a:lnTo>
                  <a:cubicBezTo>
                    <a:pt x="1710" y="2376"/>
                    <a:pt x="2375" y="1711"/>
                    <a:pt x="2565" y="856"/>
                  </a:cubicBezTo>
                  <a:close/>
                  <a:moveTo>
                    <a:pt x="2154" y="0"/>
                  </a:moveTo>
                  <a:cubicBezTo>
                    <a:pt x="1932" y="0"/>
                    <a:pt x="1742" y="190"/>
                    <a:pt x="1742" y="412"/>
                  </a:cubicBezTo>
                  <a:cubicBezTo>
                    <a:pt x="1742" y="1141"/>
                    <a:pt x="1140" y="1711"/>
                    <a:pt x="412" y="1711"/>
                  </a:cubicBezTo>
                  <a:cubicBezTo>
                    <a:pt x="190" y="1711"/>
                    <a:pt x="0" y="1932"/>
                    <a:pt x="0" y="2154"/>
                  </a:cubicBezTo>
                  <a:lnTo>
                    <a:pt x="0" y="8234"/>
                  </a:lnTo>
                  <a:cubicBezTo>
                    <a:pt x="0" y="8488"/>
                    <a:pt x="190" y="8678"/>
                    <a:pt x="412" y="8678"/>
                  </a:cubicBezTo>
                  <a:cubicBezTo>
                    <a:pt x="1140" y="8678"/>
                    <a:pt x="1742" y="9248"/>
                    <a:pt x="1742" y="9976"/>
                  </a:cubicBezTo>
                  <a:cubicBezTo>
                    <a:pt x="1742" y="10229"/>
                    <a:pt x="1932" y="10420"/>
                    <a:pt x="2154" y="10420"/>
                  </a:cubicBezTo>
                  <a:lnTo>
                    <a:pt x="20395" y="10420"/>
                  </a:lnTo>
                  <a:cubicBezTo>
                    <a:pt x="20648" y="10420"/>
                    <a:pt x="20838" y="10229"/>
                    <a:pt x="20838" y="9976"/>
                  </a:cubicBezTo>
                  <a:cubicBezTo>
                    <a:pt x="20838" y="9248"/>
                    <a:pt x="21408" y="8678"/>
                    <a:pt x="22137" y="8678"/>
                  </a:cubicBezTo>
                  <a:cubicBezTo>
                    <a:pt x="22358" y="8678"/>
                    <a:pt x="22580" y="8488"/>
                    <a:pt x="22580" y="8234"/>
                  </a:cubicBezTo>
                  <a:lnTo>
                    <a:pt x="22580" y="2154"/>
                  </a:lnTo>
                  <a:cubicBezTo>
                    <a:pt x="22580" y="1932"/>
                    <a:pt x="22358" y="1742"/>
                    <a:pt x="22137" y="1742"/>
                  </a:cubicBezTo>
                  <a:cubicBezTo>
                    <a:pt x="21408" y="1742"/>
                    <a:pt x="20838" y="1141"/>
                    <a:pt x="20838" y="412"/>
                  </a:cubicBezTo>
                  <a:cubicBezTo>
                    <a:pt x="20838" y="190"/>
                    <a:pt x="20648" y="0"/>
                    <a:pt x="20395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0" name="Google Shape;5330;p30"/>
            <p:cNvSpPr/>
            <p:nvPr/>
          </p:nvSpPr>
          <p:spPr>
            <a:xfrm>
              <a:off x="2981125" y="4670975"/>
              <a:ext cx="64950" cy="130650"/>
            </a:xfrm>
            <a:custGeom>
              <a:rect b="b" l="l" r="r" t="t"/>
              <a:pathLst>
                <a:path extrusionOk="0" h="5226" w="2598">
                  <a:moveTo>
                    <a:pt x="856" y="0"/>
                  </a:moveTo>
                  <a:lnTo>
                    <a:pt x="856" y="444"/>
                  </a:lnTo>
                  <a:lnTo>
                    <a:pt x="412" y="444"/>
                  </a:lnTo>
                  <a:cubicBezTo>
                    <a:pt x="191" y="444"/>
                    <a:pt x="1" y="634"/>
                    <a:pt x="1" y="887"/>
                  </a:cubicBezTo>
                  <a:lnTo>
                    <a:pt x="1" y="2629"/>
                  </a:lnTo>
                  <a:cubicBezTo>
                    <a:pt x="1" y="2850"/>
                    <a:pt x="191" y="3040"/>
                    <a:pt x="412" y="3040"/>
                  </a:cubicBezTo>
                  <a:lnTo>
                    <a:pt x="1743" y="3040"/>
                  </a:lnTo>
                  <a:lnTo>
                    <a:pt x="1743" y="3927"/>
                  </a:lnTo>
                  <a:lnTo>
                    <a:pt x="856" y="3927"/>
                  </a:lnTo>
                  <a:lnTo>
                    <a:pt x="856" y="3484"/>
                  </a:lnTo>
                  <a:lnTo>
                    <a:pt x="1" y="3484"/>
                  </a:lnTo>
                  <a:lnTo>
                    <a:pt x="1" y="4339"/>
                  </a:lnTo>
                  <a:cubicBezTo>
                    <a:pt x="1" y="4592"/>
                    <a:pt x="191" y="4782"/>
                    <a:pt x="444" y="4782"/>
                  </a:cubicBezTo>
                  <a:lnTo>
                    <a:pt x="856" y="4782"/>
                  </a:lnTo>
                  <a:lnTo>
                    <a:pt x="856" y="5226"/>
                  </a:lnTo>
                  <a:lnTo>
                    <a:pt x="1743" y="5226"/>
                  </a:lnTo>
                  <a:lnTo>
                    <a:pt x="1743" y="4782"/>
                  </a:lnTo>
                  <a:lnTo>
                    <a:pt x="2186" y="4782"/>
                  </a:lnTo>
                  <a:cubicBezTo>
                    <a:pt x="2408" y="4782"/>
                    <a:pt x="2598" y="4592"/>
                    <a:pt x="2598" y="4339"/>
                  </a:cubicBezTo>
                  <a:lnTo>
                    <a:pt x="2598" y="2597"/>
                  </a:lnTo>
                  <a:cubicBezTo>
                    <a:pt x="2598" y="2375"/>
                    <a:pt x="2408" y="2185"/>
                    <a:pt x="2186" y="2185"/>
                  </a:cubicBezTo>
                  <a:lnTo>
                    <a:pt x="856" y="2185"/>
                  </a:lnTo>
                  <a:lnTo>
                    <a:pt x="856" y="1299"/>
                  </a:lnTo>
                  <a:lnTo>
                    <a:pt x="1743" y="1299"/>
                  </a:lnTo>
                  <a:lnTo>
                    <a:pt x="1743" y="1742"/>
                  </a:lnTo>
                  <a:lnTo>
                    <a:pt x="2598" y="1742"/>
                  </a:lnTo>
                  <a:lnTo>
                    <a:pt x="2598" y="887"/>
                  </a:lnTo>
                  <a:cubicBezTo>
                    <a:pt x="2598" y="634"/>
                    <a:pt x="2408" y="444"/>
                    <a:pt x="2154" y="444"/>
                  </a:cubicBezTo>
                  <a:lnTo>
                    <a:pt x="1743" y="444"/>
                  </a:lnTo>
                  <a:lnTo>
                    <a:pt x="1743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1" name="Google Shape;5331;p30"/>
            <p:cNvSpPr/>
            <p:nvPr/>
          </p:nvSpPr>
          <p:spPr>
            <a:xfrm>
              <a:off x="3209150" y="4714525"/>
              <a:ext cx="64950" cy="130650"/>
            </a:xfrm>
            <a:custGeom>
              <a:rect b="b" l="l" r="r" t="t"/>
              <a:pathLst>
                <a:path extrusionOk="0" h="5226" w="2598">
                  <a:moveTo>
                    <a:pt x="856" y="0"/>
                  </a:moveTo>
                  <a:lnTo>
                    <a:pt x="856" y="443"/>
                  </a:lnTo>
                  <a:lnTo>
                    <a:pt x="412" y="443"/>
                  </a:lnTo>
                  <a:cubicBezTo>
                    <a:pt x="190" y="443"/>
                    <a:pt x="0" y="633"/>
                    <a:pt x="0" y="855"/>
                  </a:cubicBezTo>
                  <a:lnTo>
                    <a:pt x="0" y="2597"/>
                  </a:lnTo>
                  <a:cubicBezTo>
                    <a:pt x="0" y="2850"/>
                    <a:pt x="190" y="3040"/>
                    <a:pt x="412" y="3040"/>
                  </a:cubicBezTo>
                  <a:lnTo>
                    <a:pt x="1742" y="3040"/>
                  </a:lnTo>
                  <a:lnTo>
                    <a:pt x="1742" y="3895"/>
                  </a:lnTo>
                  <a:lnTo>
                    <a:pt x="856" y="3895"/>
                  </a:lnTo>
                  <a:lnTo>
                    <a:pt x="856" y="3484"/>
                  </a:lnTo>
                  <a:lnTo>
                    <a:pt x="0" y="3484"/>
                  </a:lnTo>
                  <a:lnTo>
                    <a:pt x="0" y="4339"/>
                  </a:lnTo>
                  <a:cubicBezTo>
                    <a:pt x="0" y="4592"/>
                    <a:pt x="190" y="4782"/>
                    <a:pt x="444" y="4782"/>
                  </a:cubicBezTo>
                  <a:lnTo>
                    <a:pt x="856" y="4782"/>
                  </a:lnTo>
                  <a:lnTo>
                    <a:pt x="856" y="5225"/>
                  </a:lnTo>
                  <a:lnTo>
                    <a:pt x="1742" y="5225"/>
                  </a:lnTo>
                  <a:lnTo>
                    <a:pt x="1742" y="4782"/>
                  </a:lnTo>
                  <a:lnTo>
                    <a:pt x="2154" y="4782"/>
                  </a:lnTo>
                  <a:cubicBezTo>
                    <a:pt x="2407" y="4782"/>
                    <a:pt x="2597" y="4592"/>
                    <a:pt x="2597" y="4339"/>
                  </a:cubicBezTo>
                  <a:lnTo>
                    <a:pt x="2597" y="2597"/>
                  </a:lnTo>
                  <a:cubicBezTo>
                    <a:pt x="2597" y="2375"/>
                    <a:pt x="2407" y="2153"/>
                    <a:pt x="2154" y="2153"/>
                  </a:cubicBezTo>
                  <a:lnTo>
                    <a:pt x="856" y="2153"/>
                  </a:lnTo>
                  <a:lnTo>
                    <a:pt x="856" y="1298"/>
                  </a:lnTo>
                  <a:lnTo>
                    <a:pt x="1742" y="1298"/>
                  </a:lnTo>
                  <a:lnTo>
                    <a:pt x="1742" y="1742"/>
                  </a:lnTo>
                  <a:lnTo>
                    <a:pt x="2597" y="1742"/>
                  </a:lnTo>
                  <a:lnTo>
                    <a:pt x="2597" y="855"/>
                  </a:lnTo>
                  <a:cubicBezTo>
                    <a:pt x="2597" y="633"/>
                    <a:pt x="2407" y="443"/>
                    <a:pt x="2154" y="443"/>
                  </a:cubicBezTo>
                  <a:lnTo>
                    <a:pt x="1742" y="443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2" name="Google Shape;5332;p30"/>
            <p:cNvSpPr/>
            <p:nvPr/>
          </p:nvSpPr>
          <p:spPr>
            <a:xfrm>
              <a:off x="2753125" y="4714525"/>
              <a:ext cx="64925" cy="130650"/>
            </a:xfrm>
            <a:custGeom>
              <a:rect b="b" l="l" r="r" t="t"/>
              <a:pathLst>
                <a:path extrusionOk="0" h="5226" w="2597">
                  <a:moveTo>
                    <a:pt x="855" y="0"/>
                  </a:moveTo>
                  <a:lnTo>
                    <a:pt x="855" y="443"/>
                  </a:lnTo>
                  <a:lnTo>
                    <a:pt x="443" y="443"/>
                  </a:lnTo>
                  <a:cubicBezTo>
                    <a:pt x="190" y="443"/>
                    <a:pt x="0" y="633"/>
                    <a:pt x="0" y="855"/>
                  </a:cubicBezTo>
                  <a:lnTo>
                    <a:pt x="0" y="2597"/>
                  </a:lnTo>
                  <a:cubicBezTo>
                    <a:pt x="0" y="2850"/>
                    <a:pt x="190" y="3040"/>
                    <a:pt x="443" y="3040"/>
                  </a:cubicBezTo>
                  <a:lnTo>
                    <a:pt x="1742" y="3040"/>
                  </a:lnTo>
                  <a:lnTo>
                    <a:pt x="1742" y="3895"/>
                  </a:lnTo>
                  <a:lnTo>
                    <a:pt x="855" y="3895"/>
                  </a:lnTo>
                  <a:lnTo>
                    <a:pt x="855" y="3484"/>
                  </a:lnTo>
                  <a:lnTo>
                    <a:pt x="0" y="3484"/>
                  </a:lnTo>
                  <a:lnTo>
                    <a:pt x="0" y="4339"/>
                  </a:lnTo>
                  <a:cubicBezTo>
                    <a:pt x="0" y="4592"/>
                    <a:pt x="190" y="4782"/>
                    <a:pt x="443" y="4782"/>
                  </a:cubicBezTo>
                  <a:lnTo>
                    <a:pt x="887" y="4782"/>
                  </a:lnTo>
                  <a:lnTo>
                    <a:pt x="887" y="5225"/>
                  </a:lnTo>
                  <a:lnTo>
                    <a:pt x="1742" y="5225"/>
                  </a:lnTo>
                  <a:lnTo>
                    <a:pt x="1742" y="4782"/>
                  </a:lnTo>
                  <a:lnTo>
                    <a:pt x="2185" y="4782"/>
                  </a:lnTo>
                  <a:cubicBezTo>
                    <a:pt x="2407" y="4782"/>
                    <a:pt x="2597" y="4592"/>
                    <a:pt x="2597" y="4339"/>
                  </a:cubicBezTo>
                  <a:lnTo>
                    <a:pt x="2597" y="2597"/>
                  </a:lnTo>
                  <a:cubicBezTo>
                    <a:pt x="2597" y="2375"/>
                    <a:pt x="2407" y="2153"/>
                    <a:pt x="2185" y="2153"/>
                  </a:cubicBezTo>
                  <a:lnTo>
                    <a:pt x="887" y="2153"/>
                  </a:lnTo>
                  <a:lnTo>
                    <a:pt x="887" y="1298"/>
                  </a:lnTo>
                  <a:lnTo>
                    <a:pt x="1742" y="1298"/>
                  </a:lnTo>
                  <a:lnTo>
                    <a:pt x="1742" y="1742"/>
                  </a:lnTo>
                  <a:lnTo>
                    <a:pt x="2597" y="1742"/>
                  </a:lnTo>
                  <a:lnTo>
                    <a:pt x="2597" y="855"/>
                  </a:lnTo>
                  <a:cubicBezTo>
                    <a:pt x="2597" y="633"/>
                    <a:pt x="2407" y="443"/>
                    <a:pt x="2185" y="443"/>
                  </a:cubicBezTo>
                  <a:lnTo>
                    <a:pt x="1742" y="443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33" name="Google Shape;5333;p30"/>
          <p:cNvGrpSpPr/>
          <p:nvPr/>
        </p:nvGrpSpPr>
        <p:grpSpPr>
          <a:xfrm>
            <a:off x="563703" y="3798361"/>
            <a:ext cx="464605" cy="457815"/>
            <a:chOff x="2796650" y="5653500"/>
            <a:chExt cx="660325" cy="650675"/>
          </a:xfrm>
        </p:grpSpPr>
        <p:sp>
          <p:nvSpPr>
            <p:cNvPr id="5334" name="Google Shape;5334;p30"/>
            <p:cNvSpPr/>
            <p:nvPr/>
          </p:nvSpPr>
          <p:spPr>
            <a:xfrm>
              <a:off x="2807750" y="6087350"/>
              <a:ext cx="190025" cy="97425"/>
            </a:xfrm>
            <a:custGeom>
              <a:rect b="b" l="l" r="r" t="t"/>
              <a:pathLst>
                <a:path extrusionOk="0" h="3897" w="7601">
                  <a:moveTo>
                    <a:pt x="0" y="1"/>
                  </a:moveTo>
                  <a:lnTo>
                    <a:pt x="0" y="1743"/>
                  </a:lnTo>
                  <a:cubicBezTo>
                    <a:pt x="0" y="2946"/>
                    <a:pt x="950" y="3896"/>
                    <a:pt x="2154" y="3896"/>
                  </a:cubicBezTo>
                  <a:lnTo>
                    <a:pt x="7601" y="3896"/>
                  </a:lnTo>
                  <a:cubicBezTo>
                    <a:pt x="6841" y="2724"/>
                    <a:pt x="6334" y="1394"/>
                    <a:pt x="6176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5" name="Google Shape;5335;p30"/>
            <p:cNvSpPr/>
            <p:nvPr/>
          </p:nvSpPr>
          <p:spPr>
            <a:xfrm>
              <a:off x="3111775" y="5967800"/>
              <a:ext cx="173400" cy="173425"/>
            </a:xfrm>
            <a:custGeom>
              <a:rect b="b" l="l" r="r" t="t"/>
              <a:pathLst>
                <a:path extrusionOk="0" h="6937" w="6936">
                  <a:moveTo>
                    <a:pt x="3452" y="1"/>
                  </a:moveTo>
                  <a:cubicBezTo>
                    <a:pt x="1552" y="1"/>
                    <a:pt x="0" y="1553"/>
                    <a:pt x="0" y="3484"/>
                  </a:cubicBezTo>
                  <a:cubicBezTo>
                    <a:pt x="0" y="5385"/>
                    <a:pt x="1552" y="6936"/>
                    <a:pt x="3452" y="6936"/>
                  </a:cubicBezTo>
                  <a:cubicBezTo>
                    <a:pt x="5384" y="6936"/>
                    <a:pt x="6936" y="5385"/>
                    <a:pt x="6936" y="3484"/>
                  </a:cubicBezTo>
                  <a:cubicBezTo>
                    <a:pt x="6936" y="1553"/>
                    <a:pt x="5384" y="1"/>
                    <a:pt x="3452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6" name="Google Shape;5336;p30"/>
            <p:cNvSpPr/>
            <p:nvPr/>
          </p:nvSpPr>
          <p:spPr>
            <a:xfrm>
              <a:off x="2894825" y="5663800"/>
              <a:ext cx="466350" cy="423575"/>
            </a:xfrm>
            <a:custGeom>
              <a:rect b="b" l="l" r="r" t="t"/>
              <a:pathLst>
                <a:path extrusionOk="0" h="16943" w="18654">
                  <a:moveTo>
                    <a:pt x="2154" y="0"/>
                  </a:moveTo>
                  <a:cubicBezTo>
                    <a:pt x="1584" y="0"/>
                    <a:pt x="1014" y="253"/>
                    <a:pt x="634" y="633"/>
                  </a:cubicBezTo>
                  <a:cubicBezTo>
                    <a:pt x="223" y="1045"/>
                    <a:pt x="1" y="1615"/>
                    <a:pt x="1" y="2185"/>
                  </a:cubicBezTo>
                  <a:lnTo>
                    <a:pt x="1" y="16943"/>
                  </a:lnTo>
                  <a:lnTo>
                    <a:pt x="2693" y="16943"/>
                  </a:lnTo>
                  <a:cubicBezTo>
                    <a:pt x="2629" y="16500"/>
                    <a:pt x="2598" y="16088"/>
                    <a:pt x="2598" y="15644"/>
                  </a:cubicBezTo>
                  <a:cubicBezTo>
                    <a:pt x="2598" y="12319"/>
                    <a:pt x="4308" y="9216"/>
                    <a:pt x="7158" y="7506"/>
                  </a:cubicBezTo>
                  <a:cubicBezTo>
                    <a:pt x="8684" y="6563"/>
                    <a:pt x="10422" y="6084"/>
                    <a:pt x="12164" y="6084"/>
                  </a:cubicBezTo>
                  <a:cubicBezTo>
                    <a:pt x="13640" y="6084"/>
                    <a:pt x="15118" y="6428"/>
                    <a:pt x="16469" y="7126"/>
                  </a:cubicBezTo>
                  <a:lnTo>
                    <a:pt x="16469" y="2185"/>
                  </a:lnTo>
                  <a:cubicBezTo>
                    <a:pt x="16469" y="1615"/>
                    <a:pt x="16690" y="1045"/>
                    <a:pt x="17102" y="633"/>
                  </a:cubicBezTo>
                  <a:cubicBezTo>
                    <a:pt x="17514" y="253"/>
                    <a:pt x="18084" y="0"/>
                    <a:pt x="18654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7" name="Google Shape;5337;p30"/>
            <p:cNvSpPr/>
            <p:nvPr/>
          </p:nvSpPr>
          <p:spPr>
            <a:xfrm>
              <a:off x="3306525" y="5663800"/>
              <a:ext cx="108500" cy="108475"/>
            </a:xfrm>
            <a:custGeom>
              <a:rect b="b" l="l" r="r" t="t"/>
              <a:pathLst>
                <a:path extrusionOk="0" h="4339" w="4340">
                  <a:moveTo>
                    <a:pt x="2186" y="0"/>
                  </a:moveTo>
                  <a:cubicBezTo>
                    <a:pt x="983" y="0"/>
                    <a:pt x="1" y="982"/>
                    <a:pt x="1" y="2185"/>
                  </a:cubicBezTo>
                  <a:lnTo>
                    <a:pt x="1" y="4339"/>
                  </a:lnTo>
                  <a:lnTo>
                    <a:pt x="4339" y="4339"/>
                  </a:lnTo>
                  <a:lnTo>
                    <a:pt x="4339" y="2185"/>
                  </a:lnTo>
                  <a:cubicBezTo>
                    <a:pt x="4339" y="982"/>
                    <a:pt x="3389" y="0"/>
                    <a:pt x="2186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8" name="Google Shape;5338;p30"/>
            <p:cNvSpPr/>
            <p:nvPr/>
          </p:nvSpPr>
          <p:spPr>
            <a:xfrm>
              <a:off x="2937575" y="5707325"/>
              <a:ext cx="108500" cy="21400"/>
            </a:xfrm>
            <a:custGeom>
              <a:rect b="b" l="l" r="r" t="t"/>
              <a:pathLst>
                <a:path extrusionOk="0" h="856" w="4340">
                  <a:moveTo>
                    <a:pt x="1" y="1"/>
                  </a:moveTo>
                  <a:lnTo>
                    <a:pt x="1" y="856"/>
                  </a:lnTo>
                  <a:lnTo>
                    <a:pt x="4340" y="856"/>
                  </a:lnTo>
                  <a:lnTo>
                    <a:pt x="4340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9" name="Google Shape;5339;p30"/>
            <p:cNvSpPr/>
            <p:nvPr/>
          </p:nvSpPr>
          <p:spPr>
            <a:xfrm>
              <a:off x="2937575" y="5750875"/>
              <a:ext cx="173425" cy="21400"/>
            </a:xfrm>
            <a:custGeom>
              <a:rect b="b" l="l" r="r" t="t"/>
              <a:pathLst>
                <a:path extrusionOk="0" h="856" w="6937">
                  <a:moveTo>
                    <a:pt x="1" y="1"/>
                  </a:moveTo>
                  <a:lnTo>
                    <a:pt x="1" y="856"/>
                  </a:lnTo>
                  <a:lnTo>
                    <a:pt x="6937" y="856"/>
                  </a:lnTo>
                  <a:lnTo>
                    <a:pt x="6937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0" name="Google Shape;5340;p30"/>
            <p:cNvSpPr/>
            <p:nvPr/>
          </p:nvSpPr>
          <p:spPr>
            <a:xfrm>
              <a:off x="2796650" y="5653500"/>
              <a:ext cx="660325" cy="650675"/>
            </a:xfrm>
            <a:custGeom>
              <a:rect b="b" l="l" r="r" t="t"/>
              <a:pathLst>
                <a:path extrusionOk="0" h="26027" w="26413">
                  <a:moveTo>
                    <a:pt x="22581" y="855"/>
                  </a:moveTo>
                  <a:cubicBezTo>
                    <a:pt x="23531" y="855"/>
                    <a:pt x="24323" y="1647"/>
                    <a:pt x="24323" y="2597"/>
                  </a:cubicBezTo>
                  <a:lnTo>
                    <a:pt x="24323" y="4339"/>
                  </a:lnTo>
                  <a:lnTo>
                    <a:pt x="20839" y="4339"/>
                  </a:lnTo>
                  <a:lnTo>
                    <a:pt x="20839" y="2597"/>
                  </a:lnTo>
                  <a:cubicBezTo>
                    <a:pt x="20839" y="1647"/>
                    <a:pt x="21599" y="855"/>
                    <a:pt x="22581" y="855"/>
                  </a:cubicBezTo>
                  <a:close/>
                  <a:moveTo>
                    <a:pt x="13492" y="7316"/>
                  </a:moveTo>
                  <a:lnTo>
                    <a:pt x="13492" y="7316"/>
                  </a:lnTo>
                  <a:cubicBezTo>
                    <a:pt x="12732" y="8171"/>
                    <a:pt x="12130" y="9216"/>
                    <a:pt x="11782" y="10324"/>
                  </a:cubicBezTo>
                  <a:cubicBezTo>
                    <a:pt x="11053" y="10134"/>
                    <a:pt x="10357" y="9881"/>
                    <a:pt x="9660" y="9564"/>
                  </a:cubicBezTo>
                  <a:cubicBezTo>
                    <a:pt x="10737" y="8519"/>
                    <a:pt x="12067" y="7728"/>
                    <a:pt x="13492" y="7316"/>
                  </a:cubicBezTo>
                  <a:close/>
                  <a:moveTo>
                    <a:pt x="18622" y="7316"/>
                  </a:moveTo>
                  <a:lnTo>
                    <a:pt x="18622" y="7316"/>
                  </a:lnTo>
                  <a:cubicBezTo>
                    <a:pt x="20047" y="7728"/>
                    <a:pt x="21378" y="8519"/>
                    <a:pt x="22454" y="9564"/>
                  </a:cubicBezTo>
                  <a:cubicBezTo>
                    <a:pt x="21789" y="9881"/>
                    <a:pt x="21061" y="10134"/>
                    <a:pt x="20364" y="10324"/>
                  </a:cubicBezTo>
                  <a:cubicBezTo>
                    <a:pt x="19984" y="9216"/>
                    <a:pt x="19382" y="8171"/>
                    <a:pt x="18622" y="7316"/>
                  </a:cubicBezTo>
                  <a:close/>
                  <a:moveTo>
                    <a:pt x="15614" y="6999"/>
                  </a:moveTo>
                  <a:lnTo>
                    <a:pt x="15614" y="10831"/>
                  </a:lnTo>
                  <a:cubicBezTo>
                    <a:pt x="14632" y="10799"/>
                    <a:pt x="13619" y="10704"/>
                    <a:pt x="12637" y="10514"/>
                  </a:cubicBezTo>
                  <a:cubicBezTo>
                    <a:pt x="13365" y="8583"/>
                    <a:pt x="14442" y="7252"/>
                    <a:pt x="15614" y="6999"/>
                  </a:cubicBezTo>
                  <a:close/>
                  <a:moveTo>
                    <a:pt x="16500" y="6999"/>
                  </a:moveTo>
                  <a:cubicBezTo>
                    <a:pt x="17704" y="7252"/>
                    <a:pt x="18749" y="8583"/>
                    <a:pt x="19477" y="10514"/>
                  </a:cubicBezTo>
                  <a:cubicBezTo>
                    <a:pt x="18496" y="10704"/>
                    <a:pt x="17482" y="10799"/>
                    <a:pt x="16500" y="10831"/>
                  </a:cubicBezTo>
                  <a:lnTo>
                    <a:pt x="16500" y="6999"/>
                  </a:lnTo>
                  <a:close/>
                  <a:moveTo>
                    <a:pt x="9058" y="10229"/>
                  </a:moveTo>
                  <a:cubicBezTo>
                    <a:pt x="9850" y="10609"/>
                    <a:pt x="10673" y="10926"/>
                    <a:pt x="11497" y="11148"/>
                  </a:cubicBezTo>
                  <a:cubicBezTo>
                    <a:pt x="11085" y="12605"/>
                    <a:pt x="10863" y="14093"/>
                    <a:pt x="10863" y="15613"/>
                  </a:cubicBezTo>
                  <a:lnTo>
                    <a:pt x="6968" y="15613"/>
                  </a:lnTo>
                  <a:cubicBezTo>
                    <a:pt x="7063" y="13650"/>
                    <a:pt x="7791" y="11749"/>
                    <a:pt x="9058" y="10229"/>
                  </a:cubicBezTo>
                  <a:close/>
                  <a:moveTo>
                    <a:pt x="12384" y="11338"/>
                  </a:moveTo>
                  <a:cubicBezTo>
                    <a:pt x="13460" y="11559"/>
                    <a:pt x="14537" y="11686"/>
                    <a:pt x="15614" y="11686"/>
                  </a:cubicBezTo>
                  <a:lnTo>
                    <a:pt x="15614" y="12161"/>
                  </a:lnTo>
                  <a:cubicBezTo>
                    <a:pt x="13809" y="12383"/>
                    <a:pt x="12384" y="13808"/>
                    <a:pt x="12193" y="15613"/>
                  </a:cubicBezTo>
                  <a:lnTo>
                    <a:pt x="11718" y="15613"/>
                  </a:lnTo>
                  <a:cubicBezTo>
                    <a:pt x="11750" y="14156"/>
                    <a:pt x="11972" y="12731"/>
                    <a:pt x="12384" y="11338"/>
                  </a:cubicBezTo>
                  <a:close/>
                  <a:moveTo>
                    <a:pt x="19762" y="11338"/>
                  </a:moveTo>
                  <a:cubicBezTo>
                    <a:pt x="20142" y="12731"/>
                    <a:pt x="20364" y="14156"/>
                    <a:pt x="20396" y="15613"/>
                  </a:cubicBezTo>
                  <a:lnTo>
                    <a:pt x="19952" y="15613"/>
                  </a:lnTo>
                  <a:cubicBezTo>
                    <a:pt x="19731" y="13808"/>
                    <a:pt x="18306" y="12383"/>
                    <a:pt x="16500" y="12161"/>
                  </a:cubicBezTo>
                  <a:lnTo>
                    <a:pt x="16500" y="11686"/>
                  </a:lnTo>
                  <a:cubicBezTo>
                    <a:pt x="17577" y="11686"/>
                    <a:pt x="18686" y="11559"/>
                    <a:pt x="19762" y="11338"/>
                  </a:cubicBezTo>
                  <a:close/>
                  <a:moveTo>
                    <a:pt x="23056" y="10229"/>
                  </a:moveTo>
                  <a:cubicBezTo>
                    <a:pt x="24323" y="11749"/>
                    <a:pt x="25051" y="13650"/>
                    <a:pt x="25146" y="15613"/>
                  </a:cubicBezTo>
                  <a:lnTo>
                    <a:pt x="21251" y="15613"/>
                  </a:lnTo>
                  <a:cubicBezTo>
                    <a:pt x="21251" y="14093"/>
                    <a:pt x="21029" y="12605"/>
                    <a:pt x="20617" y="11148"/>
                  </a:cubicBezTo>
                  <a:cubicBezTo>
                    <a:pt x="21473" y="10926"/>
                    <a:pt x="22296" y="10609"/>
                    <a:pt x="23056" y="10229"/>
                  </a:cubicBezTo>
                  <a:close/>
                  <a:moveTo>
                    <a:pt x="20649" y="855"/>
                  </a:moveTo>
                  <a:cubicBezTo>
                    <a:pt x="20206" y="1330"/>
                    <a:pt x="19984" y="1964"/>
                    <a:pt x="19984" y="2597"/>
                  </a:cubicBezTo>
                  <a:lnTo>
                    <a:pt x="19984" y="6872"/>
                  </a:lnTo>
                  <a:cubicBezTo>
                    <a:pt x="18749" y="6334"/>
                    <a:pt x="17419" y="6081"/>
                    <a:pt x="16057" y="6081"/>
                  </a:cubicBezTo>
                  <a:cubicBezTo>
                    <a:pt x="10547" y="6081"/>
                    <a:pt x="6081" y="10546"/>
                    <a:pt x="6081" y="16056"/>
                  </a:cubicBezTo>
                  <a:cubicBezTo>
                    <a:pt x="6081" y="16341"/>
                    <a:pt x="6081" y="16626"/>
                    <a:pt x="6113" y="16912"/>
                  </a:cubicBezTo>
                  <a:lnTo>
                    <a:pt x="4340" y="16912"/>
                  </a:lnTo>
                  <a:lnTo>
                    <a:pt x="4340" y="2597"/>
                  </a:lnTo>
                  <a:cubicBezTo>
                    <a:pt x="4340" y="1647"/>
                    <a:pt x="5131" y="855"/>
                    <a:pt x="6081" y="855"/>
                  </a:cubicBezTo>
                  <a:close/>
                  <a:moveTo>
                    <a:pt x="16037" y="13009"/>
                  </a:moveTo>
                  <a:cubicBezTo>
                    <a:pt x="16842" y="13009"/>
                    <a:pt x="17634" y="13326"/>
                    <a:pt x="18211" y="13903"/>
                  </a:cubicBezTo>
                  <a:cubicBezTo>
                    <a:pt x="19097" y="14758"/>
                    <a:pt x="19351" y="16088"/>
                    <a:pt x="18876" y="17228"/>
                  </a:cubicBezTo>
                  <a:cubicBezTo>
                    <a:pt x="18401" y="18337"/>
                    <a:pt x="17292" y="19097"/>
                    <a:pt x="16057" y="19097"/>
                  </a:cubicBezTo>
                  <a:cubicBezTo>
                    <a:pt x="14379" y="19097"/>
                    <a:pt x="13017" y="17735"/>
                    <a:pt x="13017" y="16056"/>
                  </a:cubicBezTo>
                  <a:cubicBezTo>
                    <a:pt x="13017" y="14821"/>
                    <a:pt x="13777" y="13713"/>
                    <a:pt x="14885" y="13238"/>
                  </a:cubicBezTo>
                  <a:cubicBezTo>
                    <a:pt x="15257" y="13083"/>
                    <a:pt x="15648" y="13009"/>
                    <a:pt x="16037" y="13009"/>
                  </a:cubicBezTo>
                  <a:close/>
                  <a:moveTo>
                    <a:pt x="12193" y="16500"/>
                  </a:moveTo>
                  <a:cubicBezTo>
                    <a:pt x="12384" y="18305"/>
                    <a:pt x="13809" y="19730"/>
                    <a:pt x="15614" y="19920"/>
                  </a:cubicBezTo>
                  <a:lnTo>
                    <a:pt x="15614" y="20395"/>
                  </a:lnTo>
                  <a:cubicBezTo>
                    <a:pt x="14537" y="20427"/>
                    <a:pt x="13460" y="20553"/>
                    <a:pt x="12384" y="20775"/>
                  </a:cubicBezTo>
                  <a:cubicBezTo>
                    <a:pt x="11972" y="19382"/>
                    <a:pt x="11750" y="17925"/>
                    <a:pt x="11718" y="16500"/>
                  </a:cubicBezTo>
                  <a:close/>
                  <a:moveTo>
                    <a:pt x="20396" y="16468"/>
                  </a:moveTo>
                  <a:lnTo>
                    <a:pt x="20396" y="16500"/>
                  </a:lnTo>
                  <a:cubicBezTo>
                    <a:pt x="20364" y="17925"/>
                    <a:pt x="20142" y="19382"/>
                    <a:pt x="19762" y="20775"/>
                  </a:cubicBezTo>
                  <a:cubicBezTo>
                    <a:pt x="18686" y="20553"/>
                    <a:pt x="17577" y="20427"/>
                    <a:pt x="16500" y="20395"/>
                  </a:cubicBezTo>
                  <a:lnTo>
                    <a:pt x="16500" y="19920"/>
                  </a:lnTo>
                  <a:cubicBezTo>
                    <a:pt x="18306" y="19730"/>
                    <a:pt x="19731" y="18305"/>
                    <a:pt x="19952" y="16468"/>
                  </a:cubicBezTo>
                  <a:close/>
                  <a:moveTo>
                    <a:pt x="6240" y="17798"/>
                  </a:moveTo>
                  <a:cubicBezTo>
                    <a:pt x="6398" y="18843"/>
                    <a:pt x="6778" y="19888"/>
                    <a:pt x="7285" y="20838"/>
                  </a:cubicBezTo>
                  <a:lnTo>
                    <a:pt x="2598" y="20838"/>
                  </a:lnTo>
                  <a:cubicBezTo>
                    <a:pt x="1648" y="20838"/>
                    <a:pt x="856" y="20047"/>
                    <a:pt x="856" y="19097"/>
                  </a:cubicBezTo>
                  <a:lnTo>
                    <a:pt x="856" y="17798"/>
                  </a:lnTo>
                  <a:close/>
                  <a:moveTo>
                    <a:pt x="10863" y="16500"/>
                  </a:moveTo>
                  <a:cubicBezTo>
                    <a:pt x="10863" y="17988"/>
                    <a:pt x="11085" y="19508"/>
                    <a:pt x="11497" y="20965"/>
                  </a:cubicBezTo>
                  <a:cubicBezTo>
                    <a:pt x="10642" y="21187"/>
                    <a:pt x="9818" y="21472"/>
                    <a:pt x="9058" y="21884"/>
                  </a:cubicBezTo>
                  <a:cubicBezTo>
                    <a:pt x="7791" y="20363"/>
                    <a:pt x="7063" y="18463"/>
                    <a:pt x="6968" y="16500"/>
                  </a:cubicBezTo>
                  <a:close/>
                  <a:moveTo>
                    <a:pt x="25146" y="16500"/>
                  </a:moveTo>
                  <a:cubicBezTo>
                    <a:pt x="25051" y="18463"/>
                    <a:pt x="24323" y="20363"/>
                    <a:pt x="23056" y="21884"/>
                  </a:cubicBezTo>
                  <a:cubicBezTo>
                    <a:pt x="22296" y="21472"/>
                    <a:pt x="21473" y="21187"/>
                    <a:pt x="20617" y="20965"/>
                  </a:cubicBezTo>
                  <a:cubicBezTo>
                    <a:pt x="21029" y="19508"/>
                    <a:pt x="21251" y="17988"/>
                    <a:pt x="21251" y="16500"/>
                  </a:cubicBezTo>
                  <a:close/>
                  <a:moveTo>
                    <a:pt x="11782" y="21789"/>
                  </a:moveTo>
                  <a:cubicBezTo>
                    <a:pt x="12130" y="22897"/>
                    <a:pt x="12732" y="23910"/>
                    <a:pt x="13524" y="24797"/>
                  </a:cubicBezTo>
                  <a:cubicBezTo>
                    <a:pt x="12067" y="24385"/>
                    <a:pt x="10737" y="23594"/>
                    <a:pt x="9660" y="22549"/>
                  </a:cubicBezTo>
                  <a:cubicBezTo>
                    <a:pt x="10325" y="22232"/>
                    <a:pt x="11053" y="21979"/>
                    <a:pt x="11782" y="21789"/>
                  </a:cubicBezTo>
                  <a:close/>
                  <a:moveTo>
                    <a:pt x="20364" y="21789"/>
                  </a:moveTo>
                  <a:cubicBezTo>
                    <a:pt x="21061" y="21979"/>
                    <a:pt x="21789" y="22232"/>
                    <a:pt x="22454" y="22549"/>
                  </a:cubicBezTo>
                  <a:cubicBezTo>
                    <a:pt x="21378" y="23594"/>
                    <a:pt x="20047" y="24385"/>
                    <a:pt x="18622" y="24797"/>
                  </a:cubicBezTo>
                  <a:cubicBezTo>
                    <a:pt x="19382" y="23910"/>
                    <a:pt x="19984" y="22897"/>
                    <a:pt x="20364" y="21789"/>
                  </a:cubicBezTo>
                  <a:close/>
                  <a:moveTo>
                    <a:pt x="15614" y="21282"/>
                  </a:moveTo>
                  <a:lnTo>
                    <a:pt x="15614" y="25114"/>
                  </a:lnTo>
                  <a:cubicBezTo>
                    <a:pt x="14442" y="24860"/>
                    <a:pt x="13365" y="23499"/>
                    <a:pt x="12637" y="21598"/>
                  </a:cubicBezTo>
                  <a:cubicBezTo>
                    <a:pt x="13619" y="21408"/>
                    <a:pt x="14632" y="21282"/>
                    <a:pt x="15614" y="21282"/>
                  </a:cubicBezTo>
                  <a:close/>
                  <a:moveTo>
                    <a:pt x="16500" y="21282"/>
                  </a:moveTo>
                  <a:cubicBezTo>
                    <a:pt x="17482" y="21282"/>
                    <a:pt x="18496" y="21408"/>
                    <a:pt x="19477" y="21598"/>
                  </a:cubicBezTo>
                  <a:cubicBezTo>
                    <a:pt x="18749" y="23530"/>
                    <a:pt x="17704" y="24860"/>
                    <a:pt x="16500" y="25114"/>
                  </a:cubicBezTo>
                  <a:lnTo>
                    <a:pt x="16500" y="21282"/>
                  </a:lnTo>
                  <a:close/>
                  <a:moveTo>
                    <a:pt x="6081" y="0"/>
                  </a:moveTo>
                  <a:cubicBezTo>
                    <a:pt x="4656" y="0"/>
                    <a:pt x="3484" y="1172"/>
                    <a:pt x="3484" y="2597"/>
                  </a:cubicBezTo>
                  <a:lnTo>
                    <a:pt x="3484" y="16912"/>
                  </a:lnTo>
                  <a:lnTo>
                    <a:pt x="444" y="16912"/>
                  </a:lnTo>
                  <a:cubicBezTo>
                    <a:pt x="191" y="16912"/>
                    <a:pt x="1" y="17102"/>
                    <a:pt x="1" y="17355"/>
                  </a:cubicBezTo>
                  <a:lnTo>
                    <a:pt x="1" y="19097"/>
                  </a:lnTo>
                  <a:cubicBezTo>
                    <a:pt x="1" y="20522"/>
                    <a:pt x="1173" y="21694"/>
                    <a:pt x="2598" y="21694"/>
                  </a:cubicBezTo>
                  <a:lnTo>
                    <a:pt x="7823" y="21694"/>
                  </a:lnTo>
                  <a:cubicBezTo>
                    <a:pt x="9565" y="24227"/>
                    <a:pt x="12352" y="25810"/>
                    <a:pt x="15392" y="26000"/>
                  </a:cubicBezTo>
                  <a:cubicBezTo>
                    <a:pt x="15631" y="26018"/>
                    <a:pt x="15869" y="26027"/>
                    <a:pt x="16107" y="26027"/>
                  </a:cubicBezTo>
                  <a:cubicBezTo>
                    <a:pt x="18894" y="26027"/>
                    <a:pt x="21571" y="24840"/>
                    <a:pt x="23468" y="22739"/>
                  </a:cubicBezTo>
                  <a:cubicBezTo>
                    <a:pt x="25526" y="20458"/>
                    <a:pt x="26413" y="17387"/>
                    <a:pt x="25906" y="14378"/>
                  </a:cubicBezTo>
                  <a:cubicBezTo>
                    <a:pt x="25399" y="11369"/>
                    <a:pt x="23531" y="8741"/>
                    <a:pt x="20839" y="7284"/>
                  </a:cubicBezTo>
                  <a:lnTo>
                    <a:pt x="20839" y="5194"/>
                  </a:lnTo>
                  <a:lnTo>
                    <a:pt x="24734" y="5194"/>
                  </a:lnTo>
                  <a:cubicBezTo>
                    <a:pt x="24988" y="5194"/>
                    <a:pt x="25178" y="5004"/>
                    <a:pt x="25178" y="4751"/>
                  </a:cubicBezTo>
                  <a:lnTo>
                    <a:pt x="25178" y="2597"/>
                  </a:lnTo>
                  <a:cubicBezTo>
                    <a:pt x="25178" y="1172"/>
                    <a:pt x="24006" y="0"/>
                    <a:pt x="22581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1" name="Google Shape;5341;p30"/>
            <p:cNvSpPr/>
            <p:nvPr/>
          </p:nvSpPr>
          <p:spPr>
            <a:xfrm>
              <a:off x="3165600" y="5989975"/>
              <a:ext cx="64950" cy="129875"/>
            </a:xfrm>
            <a:custGeom>
              <a:rect b="b" l="l" r="r" t="t"/>
              <a:pathLst>
                <a:path extrusionOk="0" h="5195" w="2598">
                  <a:moveTo>
                    <a:pt x="856" y="1"/>
                  </a:moveTo>
                  <a:lnTo>
                    <a:pt x="856" y="412"/>
                  </a:lnTo>
                  <a:lnTo>
                    <a:pt x="444" y="412"/>
                  </a:lnTo>
                  <a:cubicBezTo>
                    <a:pt x="191" y="412"/>
                    <a:pt x="1" y="602"/>
                    <a:pt x="1" y="856"/>
                  </a:cubicBezTo>
                  <a:lnTo>
                    <a:pt x="1" y="2597"/>
                  </a:lnTo>
                  <a:cubicBezTo>
                    <a:pt x="1" y="2851"/>
                    <a:pt x="191" y="3041"/>
                    <a:pt x="444" y="3041"/>
                  </a:cubicBezTo>
                  <a:lnTo>
                    <a:pt x="1742" y="3041"/>
                  </a:lnTo>
                  <a:lnTo>
                    <a:pt x="1742" y="3896"/>
                  </a:lnTo>
                  <a:lnTo>
                    <a:pt x="856" y="3896"/>
                  </a:lnTo>
                  <a:lnTo>
                    <a:pt x="856" y="3453"/>
                  </a:lnTo>
                  <a:lnTo>
                    <a:pt x="1" y="3453"/>
                  </a:lnTo>
                  <a:lnTo>
                    <a:pt x="1" y="4339"/>
                  </a:lnTo>
                  <a:cubicBezTo>
                    <a:pt x="1" y="4561"/>
                    <a:pt x="191" y="4751"/>
                    <a:pt x="444" y="4751"/>
                  </a:cubicBezTo>
                  <a:lnTo>
                    <a:pt x="887" y="4751"/>
                  </a:lnTo>
                  <a:lnTo>
                    <a:pt x="887" y="5194"/>
                  </a:lnTo>
                  <a:lnTo>
                    <a:pt x="1742" y="5194"/>
                  </a:lnTo>
                  <a:lnTo>
                    <a:pt x="1742" y="4751"/>
                  </a:lnTo>
                  <a:lnTo>
                    <a:pt x="2186" y="4751"/>
                  </a:lnTo>
                  <a:cubicBezTo>
                    <a:pt x="2408" y="4751"/>
                    <a:pt x="2598" y="4561"/>
                    <a:pt x="2598" y="4339"/>
                  </a:cubicBezTo>
                  <a:lnTo>
                    <a:pt x="2598" y="2597"/>
                  </a:lnTo>
                  <a:cubicBezTo>
                    <a:pt x="2598" y="2344"/>
                    <a:pt x="2408" y="2154"/>
                    <a:pt x="2186" y="2154"/>
                  </a:cubicBezTo>
                  <a:lnTo>
                    <a:pt x="887" y="2154"/>
                  </a:lnTo>
                  <a:lnTo>
                    <a:pt x="887" y="1299"/>
                  </a:lnTo>
                  <a:lnTo>
                    <a:pt x="1742" y="1299"/>
                  </a:lnTo>
                  <a:lnTo>
                    <a:pt x="1742" y="1711"/>
                  </a:lnTo>
                  <a:lnTo>
                    <a:pt x="2598" y="1711"/>
                  </a:lnTo>
                  <a:lnTo>
                    <a:pt x="2598" y="856"/>
                  </a:lnTo>
                  <a:cubicBezTo>
                    <a:pt x="2598" y="602"/>
                    <a:pt x="2408" y="412"/>
                    <a:pt x="2186" y="412"/>
                  </a:cubicBezTo>
                  <a:lnTo>
                    <a:pt x="1742" y="412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2" name="Google Shape;5342;p30"/>
            <p:cNvSpPr/>
            <p:nvPr/>
          </p:nvSpPr>
          <p:spPr>
            <a:xfrm>
              <a:off x="2937575" y="5794425"/>
              <a:ext cx="32500" cy="21400"/>
            </a:xfrm>
            <a:custGeom>
              <a:rect b="b" l="l" r="r" t="t"/>
              <a:pathLst>
                <a:path extrusionOk="0" h="856" w="1300">
                  <a:moveTo>
                    <a:pt x="1" y="0"/>
                  </a:moveTo>
                  <a:lnTo>
                    <a:pt x="1" y="855"/>
                  </a:lnTo>
                  <a:lnTo>
                    <a:pt x="1299" y="855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3" name="Google Shape;5343;p30"/>
            <p:cNvSpPr/>
            <p:nvPr/>
          </p:nvSpPr>
          <p:spPr>
            <a:xfrm>
              <a:off x="2992225" y="5794425"/>
              <a:ext cx="53850" cy="21400"/>
            </a:xfrm>
            <a:custGeom>
              <a:rect b="b" l="l" r="r" t="t"/>
              <a:pathLst>
                <a:path extrusionOk="0" h="856" w="2154">
                  <a:moveTo>
                    <a:pt x="0" y="0"/>
                  </a:moveTo>
                  <a:lnTo>
                    <a:pt x="0" y="855"/>
                  </a:lnTo>
                  <a:lnTo>
                    <a:pt x="2154" y="855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4" name="Google Shape;5344;p30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8" name="Shape 5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9" name="Google Shape;5349;p31"/>
          <p:cNvGrpSpPr/>
          <p:nvPr/>
        </p:nvGrpSpPr>
        <p:grpSpPr>
          <a:xfrm>
            <a:off x="710123" y="1725891"/>
            <a:ext cx="1546396" cy="3010547"/>
            <a:chOff x="710123" y="1725891"/>
            <a:chExt cx="1546396" cy="3010547"/>
          </a:xfrm>
        </p:grpSpPr>
        <p:sp>
          <p:nvSpPr>
            <p:cNvPr id="5350" name="Google Shape;5350;p31"/>
            <p:cNvSpPr/>
            <p:nvPr/>
          </p:nvSpPr>
          <p:spPr>
            <a:xfrm>
              <a:off x="860469" y="1725891"/>
              <a:ext cx="1246718" cy="2409229"/>
            </a:xfrm>
            <a:custGeom>
              <a:rect b="b" l="l" r="r" t="t"/>
              <a:pathLst>
                <a:path extrusionOk="0" h="76133" w="39397">
                  <a:moveTo>
                    <a:pt x="34520" y="381"/>
                  </a:moveTo>
                  <a:cubicBezTo>
                    <a:pt x="36990" y="381"/>
                    <a:pt x="38985" y="2408"/>
                    <a:pt x="38985" y="4878"/>
                  </a:cubicBezTo>
                  <a:lnTo>
                    <a:pt x="38985" y="75753"/>
                  </a:lnTo>
                  <a:lnTo>
                    <a:pt x="412" y="75753"/>
                  </a:lnTo>
                  <a:lnTo>
                    <a:pt x="412" y="4878"/>
                  </a:lnTo>
                  <a:cubicBezTo>
                    <a:pt x="412" y="2408"/>
                    <a:pt x="2407" y="381"/>
                    <a:pt x="4877" y="381"/>
                  </a:cubicBezTo>
                  <a:close/>
                  <a:moveTo>
                    <a:pt x="4877" y="1"/>
                  </a:moveTo>
                  <a:cubicBezTo>
                    <a:pt x="2185" y="1"/>
                    <a:pt x="0" y="2186"/>
                    <a:pt x="0" y="4878"/>
                  </a:cubicBezTo>
                  <a:lnTo>
                    <a:pt x="0" y="76133"/>
                  </a:lnTo>
                  <a:lnTo>
                    <a:pt x="39397" y="76133"/>
                  </a:lnTo>
                  <a:lnTo>
                    <a:pt x="39397" y="4878"/>
                  </a:lnTo>
                  <a:cubicBezTo>
                    <a:pt x="39397" y="2186"/>
                    <a:pt x="37211" y="1"/>
                    <a:pt x="34520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1" name="Google Shape;5351;p31"/>
            <p:cNvSpPr/>
            <p:nvPr/>
          </p:nvSpPr>
          <p:spPr>
            <a:xfrm>
              <a:off x="710123" y="4151132"/>
              <a:ext cx="1546396" cy="585306"/>
            </a:xfrm>
            <a:custGeom>
              <a:rect b="b" l="l" r="r" t="t"/>
              <a:pathLst>
                <a:path extrusionOk="0" h="18496" w="48867">
                  <a:moveTo>
                    <a:pt x="32683" y="1"/>
                  </a:moveTo>
                  <a:lnTo>
                    <a:pt x="16500" y="64"/>
                  </a:lnTo>
                  <a:lnTo>
                    <a:pt x="159" y="6144"/>
                  </a:lnTo>
                  <a:cubicBezTo>
                    <a:pt x="159" y="6144"/>
                    <a:pt x="1" y="12225"/>
                    <a:pt x="128" y="12320"/>
                  </a:cubicBezTo>
                  <a:lnTo>
                    <a:pt x="16405" y="18495"/>
                  </a:lnTo>
                  <a:lnTo>
                    <a:pt x="32747" y="18495"/>
                  </a:lnTo>
                  <a:lnTo>
                    <a:pt x="48866" y="12320"/>
                  </a:lnTo>
                  <a:lnTo>
                    <a:pt x="48866" y="6113"/>
                  </a:lnTo>
                  <a:lnTo>
                    <a:pt x="32683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2" name="Google Shape;5352;p31"/>
            <p:cNvSpPr/>
            <p:nvPr/>
          </p:nvSpPr>
          <p:spPr>
            <a:xfrm>
              <a:off x="710123" y="4009837"/>
              <a:ext cx="1546396" cy="585274"/>
            </a:xfrm>
            <a:custGeom>
              <a:rect b="b" l="l" r="r" t="t"/>
              <a:pathLst>
                <a:path extrusionOk="0" h="18495" w="48867">
                  <a:moveTo>
                    <a:pt x="32683" y="0"/>
                  </a:moveTo>
                  <a:lnTo>
                    <a:pt x="16500" y="64"/>
                  </a:lnTo>
                  <a:lnTo>
                    <a:pt x="159" y="6144"/>
                  </a:lnTo>
                  <a:cubicBezTo>
                    <a:pt x="159" y="6144"/>
                    <a:pt x="1" y="12224"/>
                    <a:pt x="128" y="12319"/>
                  </a:cubicBezTo>
                  <a:lnTo>
                    <a:pt x="16405" y="18495"/>
                  </a:lnTo>
                  <a:lnTo>
                    <a:pt x="32747" y="18495"/>
                  </a:lnTo>
                  <a:lnTo>
                    <a:pt x="48866" y="12319"/>
                  </a:lnTo>
                  <a:lnTo>
                    <a:pt x="48866" y="6144"/>
                  </a:lnTo>
                  <a:lnTo>
                    <a:pt x="32683" y="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3" name="Google Shape;5353;p31"/>
            <p:cNvSpPr/>
            <p:nvPr/>
          </p:nvSpPr>
          <p:spPr>
            <a:xfrm>
              <a:off x="858443" y="3438613"/>
              <a:ext cx="1249756" cy="1042260"/>
            </a:xfrm>
            <a:custGeom>
              <a:rect b="b" l="l" r="r" t="t"/>
              <a:pathLst>
                <a:path extrusionOk="0" h="32936" w="39493">
                  <a:moveTo>
                    <a:pt x="26413" y="0"/>
                  </a:moveTo>
                  <a:lnTo>
                    <a:pt x="13334" y="63"/>
                  </a:lnTo>
                  <a:lnTo>
                    <a:pt x="159" y="4972"/>
                  </a:lnTo>
                  <a:cubicBezTo>
                    <a:pt x="159" y="4972"/>
                    <a:pt x="1" y="27869"/>
                    <a:pt x="128" y="27964"/>
                  </a:cubicBezTo>
                  <a:lnTo>
                    <a:pt x="13270" y="32936"/>
                  </a:lnTo>
                  <a:lnTo>
                    <a:pt x="26476" y="32936"/>
                  </a:lnTo>
                  <a:lnTo>
                    <a:pt x="39492" y="27964"/>
                  </a:lnTo>
                  <a:lnTo>
                    <a:pt x="39492" y="4972"/>
                  </a:lnTo>
                  <a:lnTo>
                    <a:pt x="26413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4" name="Google Shape;5354;p31"/>
            <p:cNvSpPr/>
            <p:nvPr/>
          </p:nvSpPr>
          <p:spPr>
            <a:xfrm>
              <a:off x="858443" y="3438613"/>
              <a:ext cx="1249756" cy="473029"/>
            </a:xfrm>
            <a:custGeom>
              <a:rect b="b" l="l" r="r" t="t"/>
              <a:pathLst>
                <a:path extrusionOk="0" h="14948" w="39493">
                  <a:moveTo>
                    <a:pt x="26413" y="0"/>
                  </a:moveTo>
                  <a:lnTo>
                    <a:pt x="13334" y="63"/>
                  </a:lnTo>
                  <a:lnTo>
                    <a:pt x="159" y="4972"/>
                  </a:lnTo>
                  <a:cubicBezTo>
                    <a:pt x="159" y="4972"/>
                    <a:pt x="1" y="9881"/>
                    <a:pt x="128" y="9944"/>
                  </a:cubicBezTo>
                  <a:lnTo>
                    <a:pt x="13270" y="14948"/>
                  </a:lnTo>
                  <a:lnTo>
                    <a:pt x="26476" y="14948"/>
                  </a:lnTo>
                  <a:lnTo>
                    <a:pt x="39492" y="9944"/>
                  </a:lnTo>
                  <a:lnTo>
                    <a:pt x="39492" y="4972"/>
                  </a:lnTo>
                  <a:lnTo>
                    <a:pt x="26413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5" name="Google Shape;5355;p31"/>
            <p:cNvSpPr/>
            <p:nvPr/>
          </p:nvSpPr>
          <p:spPr>
            <a:xfrm>
              <a:off x="1307423" y="1840161"/>
              <a:ext cx="352810" cy="351766"/>
            </a:xfrm>
            <a:custGeom>
              <a:rect b="b" l="l" r="r" t="t"/>
              <a:pathLst>
                <a:path extrusionOk="0" h="11116" w="11149">
                  <a:moveTo>
                    <a:pt x="3263" y="4814"/>
                  </a:moveTo>
                  <a:cubicBezTo>
                    <a:pt x="3674" y="4814"/>
                    <a:pt x="3991" y="5131"/>
                    <a:pt x="3991" y="5542"/>
                  </a:cubicBezTo>
                  <a:cubicBezTo>
                    <a:pt x="3991" y="5954"/>
                    <a:pt x="3674" y="6302"/>
                    <a:pt x="3263" y="6302"/>
                  </a:cubicBezTo>
                  <a:cubicBezTo>
                    <a:pt x="2851" y="6302"/>
                    <a:pt x="2534" y="5954"/>
                    <a:pt x="2534" y="5542"/>
                  </a:cubicBezTo>
                  <a:cubicBezTo>
                    <a:pt x="2534" y="5131"/>
                    <a:pt x="2851" y="4814"/>
                    <a:pt x="3263" y="4814"/>
                  </a:cubicBezTo>
                  <a:close/>
                  <a:moveTo>
                    <a:pt x="5574" y="4814"/>
                  </a:moveTo>
                  <a:cubicBezTo>
                    <a:pt x="5986" y="4814"/>
                    <a:pt x="6303" y="5131"/>
                    <a:pt x="6303" y="5542"/>
                  </a:cubicBezTo>
                  <a:cubicBezTo>
                    <a:pt x="6303" y="5954"/>
                    <a:pt x="5986" y="6302"/>
                    <a:pt x="5574" y="6302"/>
                  </a:cubicBezTo>
                  <a:cubicBezTo>
                    <a:pt x="5163" y="6302"/>
                    <a:pt x="4846" y="5954"/>
                    <a:pt x="4846" y="5542"/>
                  </a:cubicBezTo>
                  <a:cubicBezTo>
                    <a:pt x="4846" y="5131"/>
                    <a:pt x="5163" y="4814"/>
                    <a:pt x="5574" y="4814"/>
                  </a:cubicBezTo>
                  <a:close/>
                  <a:moveTo>
                    <a:pt x="7886" y="4814"/>
                  </a:moveTo>
                  <a:cubicBezTo>
                    <a:pt x="8298" y="4814"/>
                    <a:pt x="8615" y="5131"/>
                    <a:pt x="8615" y="5542"/>
                  </a:cubicBezTo>
                  <a:cubicBezTo>
                    <a:pt x="8615" y="5954"/>
                    <a:pt x="8298" y="6302"/>
                    <a:pt x="7886" y="6302"/>
                  </a:cubicBezTo>
                  <a:cubicBezTo>
                    <a:pt x="7475" y="6302"/>
                    <a:pt x="7158" y="5954"/>
                    <a:pt x="7158" y="5542"/>
                  </a:cubicBezTo>
                  <a:cubicBezTo>
                    <a:pt x="7158" y="5131"/>
                    <a:pt x="7475" y="4814"/>
                    <a:pt x="7886" y="4814"/>
                  </a:cubicBezTo>
                  <a:close/>
                  <a:moveTo>
                    <a:pt x="5574" y="0"/>
                  </a:moveTo>
                  <a:cubicBezTo>
                    <a:pt x="2503" y="0"/>
                    <a:pt x="1" y="2470"/>
                    <a:pt x="1" y="5542"/>
                  </a:cubicBezTo>
                  <a:cubicBezTo>
                    <a:pt x="1" y="7157"/>
                    <a:pt x="697" y="8614"/>
                    <a:pt x="1806" y="9627"/>
                  </a:cubicBezTo>
                  <a:lnTo>
                    <a:pt x="1457" y="11116"/>
                  </a:lnTo>
                  <a:lnTo>
                    <a:pt x="2978" y="10451"/>
                  </a:lnTo>
                  <a:cubicBezTo>
                    <a:pt x="3738" y="10894"/>
                    <a:pt x="4624" y="11116"/>
                    <a:pt x="5574" y="11116"/>
                  </a:cubicBezTo>
                  <a:cubicBezTo>
                    <a:pt x="8646" y="11116"/>
                    <a:pt x="11148" y="8614"/>
                    <a:pt x="11148" y="5542"/>
                  </a:cubicBezTo>
                  <a:cubicBezTo>
                    <a:pt x="11148" y="2470"/>
                    <a:pt x="8646" y="0"/>
                    <a:pt x="5574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56" name="Google Shape;5356;p31"/>
          <p:cNvGrpSpPr/>
          <p:nvPr/>
        </p:nvGrpSpPr>
        <p:grpSpPr>
          <a:xfrm>
            <a:off x="3798802" y="1725891"/>
            <a:ext cx="1546396" cy="3010547"/>
            <a:chOff x="3798802" y="1725891"/>
            <a:chExt cx="1546396" cy="3010547"/>
          </a:xfrm>
        </p:grpSpPr>
        <p:sp>
          <p:nvSpPr>
            <p:cNvPr id="5357" name="Google Shape;5357;p31"/>
            <p:cNvSpPr/>
            <p:nvPr/>
          </p:nvSpPr>
          <p:spPr>
            <a:xfrm>
              <a:off x="4360026" y="1955412"/>
              <a:ext cx="211484" cy="210471"/>
            </a:xfrm>
            <a:custGeom>
              <a:rect b="b" l="l" r="r" t="t"/>
              <a:pathLst>
                <a:path extrusionOk="0" h="6651" w="6683">
                  <a:moveTo>
                    <a:pt x="3358" y="2249"/>
                  </a:moveTo>
                  <a:cubicBezTo>
                    <a:pt x="3928" y="2249"/>
                    <a:pt x="4403" y="2724"/>
                    <a:pt x="4403" y="3325"/>
                  </a:cubicBezTo>
                  <a:cubicBezTo>
                    <a:pt x="4403" y="3927"/>
                    <a:pt x="3928" y="4402"/>
                    <a:pt x="3358" y="4402"/>
                  </a:cubicBezTo>
                  <a:cubicBezTo>
                    <a:pt x="2756" y="4402"/>
                    <a:pt x="2281" y="3927"/>
                    <a:pt x="2281" y="3325"/>
                  </a:cubicBezTo>
                  <a:cubicBezTo>
                    <a:pt x="2281" y="2724"/>
                    <a:pt x="2756" y="2249"/>
                    <a:pt x="3358" y="2249"/>
                  </a:cubicBezTo>
                  <a:close/>
                  <a:moveTo>
                    <a:pt x="3199" y="0"/>
                  </a:moveTo>
                  <a:cubicBezTo>
                    <a:pt x="2819" y="0"/>
                    <a:pt x="2534" y="285"/>
                    <a:pt x="2534" y="665"/>
                  </a:cubicBezTo>
                  <a:lnTo>
                    <a:pt x="2534" y="1362"/>
                  </a:lnTo>
                  <a:lnTo>
                    <a:pt x="2027" y="855"/>
                  </a:lnTo>
                  <a:cubicBezTo>
                    <a:pt x="1901" y="728"/>
                    <a:pt x="1735" y="665"/>
                    <a:pt x="1568" y="665"/>
                  </a:cubicBezTo>
                  <a:cubicBezTo>
                    <a:pt x="1402" y="665"/>
                    <a:pt x="1236" y="728"/>
                    <a:pt x="1109" y="855"/>
                  </a:cubicBezTo>
                  <a:lnTo>
                    <a:pt x="887" y="1077"/>
                  </a:lnTo>
                  <a:cubicBezTo>
                    <a:pt x="634" y="1330"/>
                    <a:pt x="634" y="1742"/>
                    <a:pt x="887" y="1995"/>
                  </a:cubicBezTo>
                  <a:lnTo>
                    <a:pt x="1362" y="2502"/>
                  </a:lnTo>
                  <a:lnTo>
                    <a:pt x="666" y="2502"/>
                  </a:lnTo>
                  <a:cubicBezTo>
                    <a:pt x="317" y="2502"/>
                    <a:pt x="1" y="2787"/>
                    <a:pt x="1" y="3167"/>
                  </a:cubicBezTo>
                  <a:lnTo>
                    <a:pt x="1" y="3484"/>
                  </a:lnTo>
                  <a:cubicBezTo>
                    <a:pt x="1" y="3832"/>
                    <a:pt x="317" y="4149"/>
                    <a:pt x="666" y="4149"/>
                  </a:cubicBezTo>
                  <a:lnTo>
                    <a:pt x="1362" y="4149"/>
                  </a:lnTo>
                  <a:lnTo>
                    <a:pt x="887" y="4624"/>
                  </a:lnTo>
                  <a:cubicBezTo>
                    <a:pt x="634" y="4909"/>
                    <a:pt x="634" y="5320"/>
                    <a:pt x="887" y="5574"/>
                  </a:cubicBezTo>
                  <a:lnTo>
                    <a:pt x="1109" y="5795"/>
                  </a:lnTo>
                  <a:cubicBezTo>
                    <a:pt x="1236" y="5922"/>
                    <a:pt x="1402" y="5985"/>
                    <a:pt x="1568" y="5985"/>
                  </a:cubicBezTo>
                  <a:cubicBezTo>
                    <a:pt x="1735" y="5985"/>
                    <a:pt x="1901" y="5922"/>
                    <a:pt x="2027" y="5795"/>
                  </a:cubicBezTo>
                  <a:lnTo>
                    <a:pt x="2534" y="5289"/>
                  </a:lnTo>
                  <a:lnTo>
                    <a:pt x="2534" y="5985"/>
                  </a:lnTo>
                  <a:cubicBezTo>
                    <a:pt x="2534" y="6366"/>
                    <a:pt x="2819" y="6651"/>
                    <a:pt x="3199" y="6651"/>
                  </a:cubicBezTo>
                  <a:lnTo>
                    <a:pt x="3516" y="6651"/>
                  </a:lnTo>
                  <a:cubicBezTo>
                    <a:pt x="3864" y="6651"/>
                    <a:pt x="4149" y="6366"/>
                    <a:pt x="4149" y="5985"/>
                  </a:cubicBezTo>
                  <a:lnTo>
                    <a:pt x="4149" y="5289"/>
                  </a:lnTo>
                  <a:lnTo>
                    <a:pt x="4656" y="5795"/>
                  </a:lnTo>
                  <a:cubicBezTo>
                    <a:pt x="4783" y="5922"/>
                    <a:pt x="4949" y="5985"/>
                    <a:pt x="5115" y="5985"/>
                  </a:cubicBezTo>
                  <a:cubicBezTo>
                    <a:pt x="5281" y="5985"/>
                    <a:pt x="5448" y="5922"/>
                    <a:pt x="5574" y="5795"/>
                  </a:cubicBezTo>
                  <a:lnTo>
                    <a:pt x="5828" y="5574"/>
                  </a:lnTo>
                  <a:cubicBezTo>
                    <a:pt x="6081" y="5320"/>
                    <a:pt x="6081" y="4909"/>
                    <a:pt x="5828" y="4624"/>
                  </a:cubicBezTo>
                  <a:lnTo>
                    <a:pt x="5321" y="4149"/>
                  </a:lnTo>
                  <a:lnTo>
                    <a:pt x="6018" y="4149"/>
                  </a:lnTo>
                  <a:cubicBezTo>
                    <a:pt x="6398" y="4149"/>
                    <a:pt x="6683" y="3832"/>
                    <a:pt x="6683" y="3484"/>
                  </a:cubicBezTo>
                  <a:lnTo>
                    <a:pt x="6683" y="3167"/>
                  </a:lnTo>
                  <a:cubicBezTo>
                    <a:pt x="6683" y="2787"/>
                    <a:pt x="6366" y="2502"/>
                    <a:pt x="6018" y="2502"/>
                  </a:cubicBezTo>
                  <a:lnTo>
                    <a:pt x="5321" y="2502"/>
                  </a:lnTo>
                  <a:lnTo>
                    <a:pt x="5828" y="1995"/>
                  </a:lnTo>
                  <a:cubicBezTo>
                    <a:pt x="6081" y="1742"/>
                    <a:pt x="6081" y="1330"/>
                    <a:pt x="5828" y="1077"/>
                  </a:cubicBezTo>
                  <a:lnTo>
                    <a:pt x="5574" y="855"/>
                  </a:lnTo>
                  <a:cubicBezTo>
                    <a:pt x="5448" y="728"/>
                    <a:pt x="5281" y="665"/>
                    <a:pt x="5115" y="665"/>
                  </a:cubicBezTo>
                  <a:cubicBezTo>
                    <a:pt x="4949" y="665"/>
                    <a:pt x="4783" y="728"/>
                    <a:pt x="4656" y="855"/>
                  </a:cubicBezTo>
                  <a:lnTo>
                    <a:pt x="4149" y="1362"/>
                  </a:lnTo>
                  <a:lnTo>
                    <a:pt x="4149" y="665"/>
                  </a:lnTo>
                  <a:cubicBezTo>
                    <a:pt x="4149" y="28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8" name="Google Shape;5358;p31"/>
            <p:cNvSpPr/>
            <p:nvPr/>
          </p:nvSpPr>
          <p:spPr>
            <a:xfrm>
              <a:off x="4577490" y="1986329"/>
              <a:ext cx="207496" cy="205724"/>
            </a:xfrm>
            <a:custGeom>
              <a:rect b="b" l="l" r="r" t="t"/>
              <a:pathLst>
                <a:path extrusionOk="0" h="6501" w="6557">
                  <a:moveTo>
                    <a:pt x="3288" y="2121"/>
                  </a:moveTo>
                  <a:cubicBezTo>
                    <a:pt x="3868" y="2121"/>
                    <a:pt x="4344" y="2547"/>
                    <a:pt x="4403" y="3140"/>
                  </a:cubicBezTo>
                  <a:cubicBezTo>
                    <a:pt x="4466" y="3742"/>
                    <a:pt x="4023" y="4312"/>
                    <a:pt x="3389" y="4375"/>
                  </a:cubicBezTo>
                  <a:cubicBezTo>
                    <a:pt x="3351" y="4379"/>
                    <a:pt x="3313" y="4381"/>
                    <a:pt x="3275" y="4381"/>
                  </a:cubicBezTo>
                  <a:cubicBezTo>
                    <a:pt x="2717" y="4381"/>
                    <a:pt x="2214" y="3955"/>
                    <a:pt x="2154" y="3362"/>
                  </a:cubicBezTo>
                  <a:cubicBezTo>
                    <a:pt x="2091" y="2728"/>
                    <a:pt x="2534" y="2190"/>
                    <a:pt x="3168" y="2127"/>
                  </a:cubicBezTo>
                  <a:cubicBezTo>
                    <a:pt x="3208" y="2123"/>
                    <a:pt x="3248" y="2121"/>
                    <a:pt x="3288" y="2121"/>
                  </a:cubicBezTo>
                  <a:close/>
                  <a:moveTo>
                    <a:pt x="3002" y="1"/>
                  </a:moveTo>
                  <a:cubicBezTo>
                    <a:pt x="2984" y="1"/>
                    <a:pt x="2965" y="2"/>
                    <a:pt x="2946" y="5"/>
                  </a:cubicBezTo>
                  <a:cubicBezTo>
                    <a:pt x="2693" y="5"/>
                    <a:pt x="2534" y="226"/>
                    <a:pt x="2566" y="448"/>
                  </a:cubicBezTo>
                  <a:lnTo>
                    <a:pt x="2661" y="1303"/>
                  </a:lnTo>
                  <a:cubicBezTo>
                    <a:pt x="2408" y="1367"/>
                    <a:pt x="2186" y="1493"/>
                    <a:pt x="1996" y="1652"/>
                  </a:cubicBezTo>
                  <a:lnTo>
                    <a:pt x="1331" y="1145"/>
                  </a:lnTo>
                  <a:cubicBezTo>
                    <a:pt x="1249" y="1076"/>
                    <a:pt x="1155" y="1044"/>
                    <a:pt x="1062" y="1044"/>
                  </a:cubicBezTo>
                  <a:cubicBezTo>
                    <a:pt x="940" y="1044"/>
                    <a:pt x="819" y="1100"/>
                    <a:pt x="729" y="1208"/>
                  </a:cubicBezTo>
                  <a:cubicBezTo>
                    <a:pt x="603" y="1367"/>
                    <a:pt x="634" y="1652"/>
                    <a:pt x="793" y="1778"/>
                  </a:cubicBezTo>
                  <a:lnTo>
                    <a:pt x="1458" y="2317"/>
                  </a:lnTo>
                  <a:cubicBezTo>
                    <a:pt x="1331" y="2538"/>
                    <a:pt x="1268" y="2792"/>
                    <a:pt x="1236" y="3045"/>
                  </a:cubicBezTo>
                  <a:lnTo>
                    <a:pt x="413" y="3140"/>
                  </a:lnTo>
                  <a:cubicBezTo>
                    <a:pt x="191" y="3140"/>
                    <a:pt x="1" y="3362"/>
                    <a:pt x="33" y="3583"/>
                  </a:cubicBezTo>
                  <a:cubicBezTo>
                    <a:pt x="62" y="3789"/>
                    <a:pt x="227" y="3967"/>
                    <a:pt x="453" y="3967"/>
                  </a:cubicBezTo>
                  <a:cubicBezTo>
                    <a:pt x="471" y="3967"/>
                    <a:pt x="489" y="3966"/>
                    <a:pt x="508" y="3963"/>
                  </a:cubicBezTo>
                  <a:lnTo>
                    <a:pt x="1331" y="3868"/>
                  </a:lnTo>
                  <a:cubicBezTo>
                    <a:pt x="1394" y="4122"/>
                    <a:pt x="1521" y="4343"/>
                    <a:pt x="1711" y="4533"/>
                  </a:cubicBezTo>
                  <a:lnTo>
                    <a:pt x="1173" y="5199"/>
                  </a:lnTo>
                  <a:cubicBezTo>
                    <a:pt x="1014" y="5389"/>
                    <a:pt x="1046" y="5642"/>
                    <a:pt x="1236" y="5769"/>
                  </a:cubicBezTo>
                  <a:cubicBezTo>
                    <a:pt x="1318" y="5837"/>
                    <a:pt x="1412" y="5870"/>
                    <a:pt x="1502" y="5870"/>
                  </a:cubicBezTo>
                  <a:cubicBezTo>
                    <a:pt x="1621" y="5870"/>
                    <a:pt x="1734" y="5813"/>
                    <a:pt x="1806" y="5705"/>
                  </a:cubicBezTo>
                  <a:lnTo>
                    <a:pt x="2344" y="5072"/>
                  </a:lnTo>
                  <a:cubicBezTo>
                    <a:pt x="2566" y="5167"/>
                    <a:pt x="2819" y="5262"/>
                    <a:pt x="3073" y="5294"/>
                  </a:cubicBezTo>
                  <a:lnTo>
                    <a:pt x="3168" y="6117"/>
                  </a:lnTo>
                  <a:cubicBezTo>
                    <a:pt x="3197" y="6322"/>
                    <a:pt x="3362" y="6500"/>
                    <a:pt x="3588" y="6500"/>
                  </a:cubicBezTo>
                  <a:cubicBezTo>
                    <a:pt x="3606" y="6500"/>
                    <a:pt x="3624" y="6499"/>
                    <a:pt x="3643" y="6497"/>
                  </a:cubicBezTo>
                  <a:cubicBezTo>
                    <a:pt x="3864" y="6465"/>
                    <a:pt x="4023" y="6244"/>
                    <a:pt x="3991" y="6022"/>
                  </a:cubicBezTo>
                  <a:lnTo>
                    <a:pt x="3928" y="5199"/>
                  </a:lnTo>
                  <a:cubicBezTo>
                    <a:pt x="4149" y="5103"/>
                    <a:pt x="4403" y="4977"/>
                    <a:pt x="4593" y="4818"/>
                  </a:cubicBezTo>
                  <a:lnTo>
                    <a:pt x="5226" y="5357"/>
                  </a:lnTo>
                  <a:cubicBezTo>
                    <a:pt x="5303" y="5421"/>
                    <a:pt x="5390" y="5449"/>
                    <a:pt x="5477" y="5449"/>
                  </a:cubicBezTo>
                  <a:cubicBezTo>
                    <a:pt x="5605" y="5449"/>
                    <a:pt x="5734" y="5388"/>
                    <a:pt x="5828" y="5294"/>
                  </a:cubicBezTo>
                  <a:cubicBezTo>
                    <a:pt x="5986" y="5103"/>
                    <a:pt x="5955" y="4850"/>
                    <a:pt x="5765" y="4692"/>
                  </a:cubicBezTo>
                  <a:lnTo>
                    <a:pt x="5100" y="4185"/>
                  </a:lnTo>
                  <a:cubicBezTo>
                    <a:pt x="5226" y="3963"/>
                    <a:pt x="5290" y="3710"/>
                    <a:pt x="5321" y="3457"/>
                  </a:cubicBezTo>
                  <a:lnTo>
                    <a:pt x="6145" y="3362"/>
                  </a:lnTo>
                  <a:cubicBezTo>
                    <a:pt x="6398" y="3330"/>
                    <a:pt x="6556" y="3140"/>
                    <a:pt x="6525" y="2887"/>
                  </a:cubicBezTo>
                  <a:cubicBezTo>
                    <a:pt x="6496" y="2684"/>
                    <a:pt x="6334" y="2534"/>
                    <a:pt x="6138" y="2534"/>
                  </a:cubicBezTo>
                  <a:cubicBezTo>
                    <a:pt x="6119" y="2534"/>
                    <a:pt x="6100" y="2536"/>
                    <a:pt x="6081" y="2538"/>
                  </a:cubicBezTo>
                  <a:lnTo>
                    <a:pt x="5226" y="2602"/>
                  </a:lnTo>
                  <a:cubicBezTo>
                    <a:pt x="5163" y="2380"/>
                    <a:pt x="5036" y="2127"/>
                    <a:pt x="4878" y="1937"/>
                  </a:cubicBezTo>
                  <a:lnTo>
                    <a:pt x="5385" y="1303"/>
                  </a:lnTo>
                  <a:cubicBezTo>
                    <a:pt x="5543" y="1113"/>
                    <a:pt x="5511" y="860"/>
                    <a:pt x="5321" y="702"/>
                  </a:cubicBezTo>
                  <a:cubicBezTo>
                    <a:pt x="5253" y="633"/>
                    <a:pt x="5161" y="600"/>
                    <a:pt x="5068" y="600"/>
                  </a:cubicBezTo>
                  <a:cubicBezTo>
                    <a:pt x="4946" y="600"/>
                    <a:pt x="4823" y="657"/>
                    <a:pt x="4751" y="765"/>
                  </a:cubicBezTo>
                  <a:lnTo>
                    <a:pt x="4213" y="1430"/>
                  </a:lnTo>
                  <a:cubicBezTo>
                    <a:pt x="3991" y="1303"/>
                    <a:pt x="3738" y="1240"/>
                    <a:pt x="3484" y="1208"/>
                  </a:cubicBezTo>
                  <a:lnTo>
                    <a:pt x="3389" y="353"/>
                  </a:lnTo>
                  <a:cubicBezTo>
                    <a:pt x="3360" y="150"/>
                    <a:pt x="3199" y="1"/>
                    <a:pt x="3002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9" name="Google Shape;5359;p31"/>
            <p:cNvSpPr/>
            <p:nvPr/>
          </p:nvSpPr>
          <p:spPr>
            <a:xfrm>
              <a:off x="4594547" y="1910539"/>
              <a:ext cx="25063" cy="22025"/>
            </a:xfrm>
            <a:custGeom>
              <a:rect b="b" l="l" r="r" t="t"/>
              <a:pathLst>
                <a:path extrusionOk="0" h="696" w="792">
                  <a:moveTo>
                    <a:pt x="398" y="1"/>
                  </a:moveTo>
                  <a:cubicBezTo>
                    <a:pt x="260" y="1"/>
                    <a:pt x="135" y="72"/>
                    <a:pt x="64" y="215"/>
                  </a:cubicBezTo>
                  <a:cubicBezTo>
                    <a:pt x="0" y="405"/>
                    <a:pt x="64" y="595"/>
                    <a:pt x="254" y="658"/>
                  </a:cubicBezTo>
                  <a:cubicBezTo>
                    <a:pt x="297" y="684"/>
                    <a:pt x="346" y="696"/>
                    <a:pt x="394" y="696"/>
                  </a:cubicBezTo>
                  <a:cubicBezTo>
                    <a:pt x="522" y="696"/>
                    <a:pt x="651" y="614"/>
                    <a:pt x="697" y="500"/>
                  </a:cubicBezTo>
                  <a:cubicBezTo>
                    <a:pt x="792" y="310"/>
                    <a:pt x="697" y="88"/>
                    <a:pt x="539" y="25"/>
                  </a:cubicBezTo>
                  <a:cubicBezTo>
                    <a:pt x="491" y="9"/>
                    <a:pt x="444" y="1"/>
                    <a:pt x="398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0" name="Google Shape;5360;p31"/>
            <p:cNvSpPr/>
            <p:nvPr/>
          </p:nvSpPr>
          <p:spPr>
            <a:xfrm>
              <a:off x="4523377" y="1839528"/>
              <a:ext cx="166389" cy="163763"/>
            </a:xfrm>
            <a:custGeom>
              <a:rect b="b" l="l" r="r" t="t"/>
              <a:pathLst>
                <a:path extrusionOk="0" h="5175" w="5258">
                  <a:moveTo>
                    <a:pt x="2654" y="1245"/>
                  </a:moveTo>
                  <a:cubicBezTo>
                    <a:pt x="2827" y="1245"/>
                    <a:pt x="3001" y="1279"/>
                    <a:pt x="3168" y="1350"/>
                  </a:cubicBezTo>
                  <a:cubicBezTo>
                    <a:pt x="3864" y="1667"/>
                    <a:pt x="4149" y="2459"/>
                    <a:pt x="3864" y="3124"/>
                  </a:cubicBezTo>
                  <a:cubicBezTo>
                    <a:pt x="3655" y="3637"/>
                    <a:pt x="3170" y="3943"/>
                    <a:pt x="2651" y="3943"/>
                  </a:cubicBezTo>
                  <a:cubicBezTo>
                    <a:pt x="2465" y="3943"/>
                    <a:pt x="2275" y="3904"/>
                    <a:pt x="2091" y="3820"/>
                  </a:cubicBezTo>
                  <a:cubicBezTo>
                    <a:pt x="1426" y="3535"/>
                    <a:pt x="1109" y="2744"/>
                    <a:pt x="1394" y="2047"/>
                  </a:cubicBezTo>
                  <a:cubicBezTo>
                    <a:pt x="1632" y="1548"/>
                    <a:pt x="2136" y="1245"/>
                    <a:pt x="2654" y="1245"/>
                  </a:cubicBezTo>
                  <a:close/>
                  <a:moveTo>
                    <a:pt x="1734" y="1"/>
                  </a:moveTo>
                  <a:cubicBezTo>
                    <a:pt x="1695" y="1"/>
                    <a:pt x="1655" y="7"/>
                    <a:pt x="1616" y="20"/>
                  </a:cubicBezTo>
                  <a:cubicBezTo>
                    <a:pt x="1457" y="115"/>
                    <a:pt x="1362" y="305"/>
                    <a:pt x="1426" y="495"/>
                  </a:cubicBezTo>
                  <a:lnTo>
                    <a:pt x="1679" y="1160"/>
                  </a:lnTo>
                  <a:cubicBezTo>
                    <a:pt x="1521" y="1255"/>
                    <a:pt x="1362" y="1414"/>
                    <a:pt x="1236" y="1604"/>
                  </a:cubicBezTo>
                  <a:lnTo>
                    <a:pt x="571" y="1319"/>
                  </a:lnTo>
                  <a:cubicBezTo>
                    <a:pt x="528" y="1293"/>
                    <a:pt x="481" y="1281"/>
                    <a:pt x="434" y="1281"/>
                  </a:cubicBezTo>
                  <a:cubicBezTo>
                    <a:pt x="305" y="1281"/>
                    <a:pt x="174" y="1369"/>
                    <a:pt x="127" y="1509"/>
                  </a:cubicBezTo>
                  <a:cubicBezTo>
                    <a:pt x="32" y="1667"/>
                    <a:pt x="127" y="1889"/>
                    <a:pt x="286" y="1952"/>
                  </a:cubicBezTo>
                  <a:lnTo>
                    <a:pt x="951" y="2237"/>
                  </a:lnTo>
                  <a:cubicBezTo>
                    <a:pt x="887" y="2459"/>
                    <a:pt x="887" y="2680"/>
                    <a:pt x="919" y="2870"/>
                  </a:cubicBezTo>
                  <a:lnTo>
                    <a:pt x="286" y="3155"/>
                  </a:lnTo>
                  <a:cubicBezTo>
                    <a:pt x="96" y="3219"/>
                    <a:pt x="1" y="3409"/>
                    <a:pt x="64" y="3599"/>
                  </a:cubicBezTo>
                  <a:cubicBezTo>
                    <a:pt x="134" y="3738"/>
                    <a:pt x="254" y="3826"/>
                    <a:pt x="388" y="3826"/>
                  </a:cubicBezTo>
                  <a:cubicBezTo>
                    <a:pt x="437" y="3826"/>
                    <a:pt x="488" y="3814"/>
                    <a:pt x="539" y="3789"/>
                  </a:cubicBezTo>
                  <a:lnTo>
                    <a:pt x="1204" y="3535"/>
                  </a:lnTo>
                  <a:cubicBezTo>
                    <a:pt x="1299" y="3725"/>
                    <a:pt x="1457" y="3884"/>
                    <a:pt x="1648" y="4010"/>
                  </a:cubicBezTo>
                  <a:lnTo>
                    <a:pt x="1362" y="4644"/>
                  </a:lnTo>
                  <a:cubicBezTo>
                    <a:pt x="1267" y="4834"/>
                    <a:pt x="1362" y="5024"/>
                    <a:pt x="1552" y="5119"/>
                  </a:cubicBezTo>
                  <a:cubicBezTo>
                    <a:pt x="1592" y="5135"/>
                    <a:pt x="1636" y="5143"/>
                    <a:pt x="1680" y="5143"/>
                  </a:cubicBezTo>
                  <a:cubicBezTo>
                    <a:pt x="1812" y="5143"/>
                    <a:pt x="1948" y="5071"/>
                    <a:pt x="1996" y="4929"/>
                  </a:cubicBezTo>
                  <a:lnTo>
                    <a:pt x="2281" y="4295"/>
                  </a:lnTo>
                  <a:cubicBezTo>
                    <a:pt x="2392" y="4311"/>
                    <a:pt x="2503" y="4319"/>
                    <a:pt x="2609" y="4319"/>
                  </a:cubicBezTo>
                  <a:cubicBezTo>
                    <a:pt x="2716" y="4319"/>
                    <a:pt x="2819" y="4311"/>
                    <a:pt x="2914" y="4295"/>
                  </a:cubicBezTo>
                  <a:lnTo>
                    <a:pt x="3168" y="4960"/>
                  </a:lnTo>
                  <a:cubicBezTo>
                    <a:pt x="3239" y="5103"/>
                    <a:pt x="3364" y="5174"/>
                    <a:pt x="3502" y="5174"/>
                  </a:cubicBezTo>
                  <a:cubicBezTo>
                    <a:pt x="3548" y="5174"/>
                    <a:pt x="3595" y="5166"/>
                    <a:pt x="3643" y="5151"/>
                  </a:cubicBezTo>
                  <a:cubicBezTo>
                    <a:pt x="3801" y="5087"/>
                    <a:pt x="3896" y="4897"/>
                    <a:pt x="3833" y="4707"/>
                  </a:cubicBezTo>
                  <a:lnTo>
                    <a:pt x="3579" y="4042"/>
                  </a:lnTo>
                  <a:cubicBezTo>
                    <a:pt x="3738" y="3915"/>
                    <a:pt x="3896" y="3789"/>
                    <a:pt x="4023" y="3599"/>
                  </a:cubicBezTo>
                  <a:lnTo>
                    <a:pt x="4688" y="3884"/>
                  </a:lnTo>
                  <a:cubicBezTo>
                    <a:pt x="4727" y="3900"/>
                    <a:pt x="4771" y="3908"/>
                    <a:pt x="4815" y="3908"/>
                  </a:cubicBezTo>
                  <a:cubicBezTo>
                    <a:pt x="4947" y="3908"/>
                    <a:pt x="5084" y="3836"/>
                    <a:pt x="5131" y="3694"/>
                  </a:cubicBezTo>
                  <a:cubicBezTo>
                    <a:pt x="5226" y="3504"/>
                    <a:pt x="5131" y="3314"/>
                    <a:pt x="4973" y="3219"/>
                  </a:cubicBezTo>
                  <a:lnTo>
                    <a:pt x="4308" y="2934"/>
                  </a:lnTo>
                  <a:cubicBezTo>
                    <a:pt x="4371" y="2744"/>
                    <a:pt x="4371" y="2522"/>
                    <a:pt x="4339" y="2300"/>
                  </a:cubicBezTo>
                  <a:lnTo>
                    <a:pt x="4973" y="2047"/>
                  </a:lnTo>
                  <a:cubicBezTo>
                    <a:pt x="5163" y="1984"/>
                    <a:pt x="5258" y="1762"/>
                    <a:pt x="5194" y="1604"/>
                  </a:cubicBezTo>
                  <a:cubicBezTo>
                    <a:pt x="5119" y="1453"/>
                    <a:pt x="4985" y="1362"/>
                    <a:pt x="4838" y="1362"/>
                  </a:cubicBezTo>
                  <a:cubicBezTo>
                    <a:pt x="4799" y="1362"/>
                    <a:pt x="4759" y="1369"/>
                    <a:pt x="4719" y="1382"/>
                  </a:cubicBezTo>
                  <a:lnTo>
                    <a:pt x="4054" y="1635"/>
                  </a:lnTo>
                  <a:cubicBezTo>
                    <a:pt x="3959" y="1477"/>
                    <a:pt x="3801" y="1319"/>
                    <a:pt x="3611" y="1192"/>
                  </a:cubicBezTo>
                  <a:lnTo>
                    <a:pt x="3896" y="527"/>
                  </a:lnTo>
                  <a:cubicBezTo>
                    <a:pt x="3991" y="369"/>
                    <a:pt x="3896" y="147"/>
                    <a:pt x="3738" y="83"/>
                  </a:cubicBezTo>
                  <a:cubicBezTo>
                    <a:pt x="3685" y="57"/>
                    <a:pt x="3631" y="46"/>
                    <a:pt x="3578" y="46"/>
                  </a:cubicBezTo>
                  <a:cubicBezTo>
                    <a:pt x="3438" y="46"/>
                    <a:pt x="3309" y="127"/>
                    <a:pt x="3263" y="242"/>
                  </a:cubicBezTo>
                  <a:lnTo>
                    <a:pt x="2978" y="907"/>
                  </a:lnTo>
                  <a:cubicBezTo>
                    <a:pt x="2850" y="889"/>
                    <a:pt x="2722" y="870"/>
                    <a:pt x="2600" y="870"/>
                  </a:cubicBezTo>
                  <a:cubicBezTo>
                    <a:pt x="2510" y="870"/>
                    <a:pt x="2425" y="880"/>
                    <a:pt x="2344" y="907"/>
                  </a:cubicBezTo>
                  <a:lnTo>
                    <a:pt x="2091" y="242"/>
                  </a:lnTo>
                  <a:cubicBezTo>
                    <a:pt x="2016" y="91"/>
                    <a:pt x="1881" y="1"/>
                    <a:pt x="1734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1" name="Google Shape;5361;p31"/>
            <p:cNvSpPr/>
            <p:nvPr/>
          </p:nvSpPr>
          <p:spPr>
            <a:xfrm>
              <a:off x="3949147" y="1725891"/>
              <a:ext cx="1246718" cy="2409229"/>
            </a:xfrm>
            <a:custGeom>
              <a:rect b="b" l="l" r="r" t="t"/>
              <a:pathLst>
                <a:path extrusionOk="0" h="76133" w="39397">
                  <a:moveTo>
                    <a:pt x="34520" y="381"/>
                  </a:moveTo>
                  <a:cubicBezTo>
                    <a:pt x="36990" y="381"/>
                    <a:pt x="38985" y="2408"/>
                    <a:pt x="38985" y="4878"/>
                  </a:cubicBezTo>
                  <a:lnTo>
                    <a:pt x="38985" y="75753"/>
                  </a:lnTo>
                  <a:lnTo>
                    <a:pt x="412" y="75753"/>
                  </a:lnTo>
                  <a:lnTo>
                    <a:pt x="412" y="4878"/>
                  </a:lnTo>
                  <a:cubicBezTo>
                    <a:pt x="412" y="2408"/>
                    <a:pt x="2407" y="381"/>
                    <a:pt x="4877" y="381"/>
                  </a:cubicBezTo>
                  <a:close/>
                  <a:moveTo>
                    <a:pt x="4877" y="1"/>
                  </a:moveTo>
                  <a:cubicBezTo>
                    <a:pt x="2186" y="1"/>
                    <a:pt x="0" y="2186"/>
                    <a:pt x="0" y="4878"/>
                  </a:cubicBezTo>
                  <a:lnTo>
                    <a:pt x="0" y="76133"/>
                  </a:lnTo>
                  <a:lnTo>
                    <a:pt x="39397" y="76133"/>
                  </a:lnTo>
                  <a:lnTo>
                    <a:pt x="39397" y="4878"/>
                  </a:lnTo>
                  <a:cubicBezTo>
                    <a:pt x="39397" y="2186"/>
                    <a:pt x="37211" y="1"/>
                    <a:pt x="34520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2" name="Google Shape;5362;p31"/>
            <p:cNvSpPr/>
            <p:nvPr/>
          </p:nvSpPr>
          <p:spPr>
            <a:xfrm>
              <a:off x="3798802" y="4151132"/>
              <a:ext cx="1546396" cy="585306"/>
            </a:xfrm>
            <a:custGeom>
              <a:rect b="b" l="l" r="r" t="t"/>
              <a:pathLst>
                <a:path extrusionOk="0" h="18496" w="48867">
                  <a:moveTo>
                    <a:pt x="32683" y="1"/>
                  </a:moveTo>
                  <a:lnTo>
                    <a:pt x="16469" y="64"/>
                  </a:lnTo>
                  <a:lnTo>
                    <a:pt x="159" y="6144"/>
                  </a:lnTo>
                  <a:cubicBezTo>
                    <a:pt x="159" y="6144"/>
                    <a:pt x="1" y="12225"/>
                    <a:pt x="128" y="12320"/>
                  </a:cubicBezTo>
                  <a:lnTo>
                    <a:pt x="16406" y="18495"/>
                  </a:lnTo>
                  <a:lnTo>
                    <a:pt x="32747" y="18495"/>
                  </a:lnTo>
                  <a:lnTo>
                    <a:pt x="48866" y="12320"/>
                  </a:lnTo>
                  <a:lnTo>
                    <a:pt x="48866" y="6113"/>
                  </a:lnTo>
                  <a:lnTo>
                    <a:pt x="32683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3" name="Google Shape;5363;p31"/>
            <p:cNvSpPr/>
            <p:nvPr/>
          </p:nvSpPr>
          <p:spPr>
            <a:xfrm>
              <a:off x="3798802" y="4009837"/>
              <a:ext cx="1546396" cy="585274"/>
            </a:xfrm>
            <a:custGeom>
              <a:rect b="b" l="l" r="r" t="t"/>
              <a:pathLst>
                <a:path extrusionOk="0" h="18495" w="48867">
                  <a:moveTo>
                    <a:pt x="32683" y="0"/>
                  </a:moveTo>
                  <a:lnTo>
                    <a:pt x="16469" y="64"/>
                  </a:lnTo>
                  <a:lnTo>
                    <a:pt x="159" y="6144"/>
                  </a:lnTo>
                  <a:cubicBezTo>
                    <a:pt x="159" y="6144"/>
                    <a:pt x="1" y="12224"/>
                    <a:pt x="128" y="12319"/>
                  </a:cubicBezTo>
                  <a:lnTo>
                    <a:pt x="16406" y="18495"/>
                  </a:lnTo>
                  <a:lnTo>
                    <a:pt x="32747" y="18495"/>
                  </a:lnTo>
                  <a:lnTo>
                    <a:pt x="48866" y="12319"/>
                  </a:lnTo>
                  <a:lnTo>
                    <a:pt x="48866" y="6144"/>
                  </a:lnTo>
                  <a:lnTo>
                    <a:pt x="32683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4" name="Google Shape;5364;p31"/>
            <p:cNvSpPr/>
            <p:nvPr/>
          </p:nvSpPr>
          <p:spPr>
            <a:xfrm>
              <a:off x="3947122" y="3438613"/>
              <a:ext cx="1249756" cy="1042260"/>
            </a:xfrm>
            <a:custGeom>
              <a:rect b="b" l="l" r="r" t="t"/>
              <a:pathLst>
                <a:path extrusionOk="0" h="32936" w="39493">
                  <a:moveTo>
                    <a:pt x="26413" y="0"/>
                  </a:moveTo>
                  <a:lnTo>
                    <a:pt x="13334" y="63"/>
                  </a:lnTo>
                  <a:lnTo>
                    <a:pt x="128" y="4972"/>
                  </a:lnTo>
                  <a:cubicBezTo>
                    <a:pt x="128" y="4972"/>
                    <a:pt x="1" y="27869"/>
                    <a:pt x="96" y="27964"/>
                  </a:cubicBezTo>
                  <a:lnTo>
                    <a:pt x="13270" y="32936"/>
                  </a:lnTo>
                  <a:lnTo>
                    <a:pt x="26476" y="32936"/>
                  </a:lnTo>
                  <a:lnTo>
                    <a:pt x="39492" y="27964"/>
                  </a:lnTo>
                  <a:lnTo>
                    <a:pt x="39492" y="4972"/>
                  </a:lnTo>
                  <a:lnTo>
                    <a:pt x="26413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5" name="Google Shape;5365;p31"/>
            <p:cNvSpPr/>
            <p:nvPr/>
          </p:nvSpPr>
          <p:spPr>
            <a:xfrm>
              <a:off x="3947122" y="3438613"/>
              <a:ext cx="1249756" cy="473029"/>
            </a:xfrm>
            <a:custGeom>
              <a:rect b="b" l="l" r="r" t="t"/>
              <a:pathLst>
                <a:path extrusionOk="0" h="14948" w="39493">
                  <a:moveTo>
                    <a:pt x="26413" y="0"/>
                  </a:moveTo>
                  <a:lnTo>
                    <a:pt x="13334" y="63"/>
                  </a:lnTo>
                  <a:lnTo>
                    <a:pt x="128" y="4972"/>
                  </a:lnTo>
                  <a:cubicBezTo>
                    <a:pt x="128" y="4972"/>
                    <a:pt x="1" y="9881"/>
                    <a:pt x="96" y="9944"/>
                  </a:cubicBezTo>
                  <a:lnTo>
                    <a:pt x="13270" y="14948"/>
                  </a:lnTo>
                  <a:lnTo>
                    <a:pt x="26476" y="14948"/>
                  </a:lnTo>
                  <a:lnTo>
                    <a:pt x="39492" y="9944"/>
                  </a:lnTo>
                  <a:lnTo>
                    <a:pt x="39492" y="4972"/>
                  </a:lnTo>
                  <a:lnTo>
                    <a:pt x="26413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6" name="Google Shape;5366;p31"/>
          <p:cNvGrpSpPr/>
          <p:nvPr/>
        </p:nvGrpSpPr>
        <p:grpSpPr>
          <a:xfrm>
            <a:off x="2254463" y="1013372"/>
            <a:ext cx="1546396" cy="3010515"/>
            <a:chOff x="2254463" y="1013372"/>
            <a:chExt cx="1546396" cy="3010515"/>
          </a:xfrm>
        </p:grpSpPr>
        <p:sp>
          <p:nvSpPr>
            <p:cNvPr id="5367" name="Google Shape;5367;p31"/>
            <p:cNvSpPr/>
            <p:nvPr/>
          </p:nvSpPr>
          <p:spPr>
            <a:xfrm>
              <a:off x="2906888" y="1127611"/>
              <a:ext cx="242559" cy="351797"/>
            </a:xfrm>
            <a:custGeom>
              <a:rect b="b" l="l" r="r" t="t"/>
              <a:pathLst>
                <a:path extrusionOk="0" h="11117" w="7665">
                  <a:moveTo>
                    <a:pt x="3832" y="2502"/>
                  </a:moveTo>
                  <a:cubicBezTo>
                    <a:pt x="4561" y="2502"/>
                    <a:pt x="5163" y="3104"/>
                    <a:pt x="5163" y="3833"/>
                  </a:cubicBezTo>
                  <a:cubicBezTo>
                    <a:pt x="5163" y="4561"/>
                    <a:pt x="4561" y="5131"/>
                    <a:pt x="3832" y="5131"/>
                  </a:cubicBezTo>
                  <a:cubicBezTo>
                    <a:pt x="3104" y="5131"/>
                    <a:pt x="2502" y="4561"/>
                    <a:pt x="2502" y="3833"/>
                  </a:cubicBezTo>
                  <a:cubicBezTo>
                    <a:pt x="2502" y="3104"/>
                    <a:pt x="3104" y="2502"/>
                    <a:pt x="3832" y="2502"/>
                  </a:cubicBezTo>
                  <a:close/>
                  <a:moveTo>
                    <a:pt x="3832" y="1"/>
                  </a:moveTo>
                  <a:cubicBezTo>
                    <a:pt x="1711" y="1"/>
                    <a:pt x="1" y="1711"/>
                    <a:pt x="1" y="3833"/>
                  </a:cubicBezTo>
                  <a:cubicBezTo>
                    <a:pt x="1" y="5923"/>
                    <a:pt x="3832" y="11116"/>
                    <a:pt x="3832" y="11116"/>
                  </a:cubicBezTo>
                  <a:cubicBezTo>
                    <a:pt x="3832" y="11116"/>
                    <a:pt x="7664" y="5923"/>
                    <a:pt x="7664" y="3833"/>
                  </a:cubicBezTo>
                  <a:cubicBezTo>
                    <a:pt x="7664" y="1711"/>
                    <a:pt x="5954" y="1"/>
                    <a:pt x="3832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8" name="Google Shape;5368;p31"/>
            <p:cNvSpPr/>
            <p:nvPr/>
          </p:nvSpPr>
          <p:spPr>
            <a:xfrm>
              <a:off x="2404808" y="1013372"/>
              <a:ext cx="1246718" cy="2410210"/>
            </a:xfrm>
            <a:custGeom>
              <a:rect b="b" l="l" r="r" t="t"/>
              <a:pathLst>
                <a:path extrusionOk="0" h="76164" w="39397">
                  <a:moveTo>
                    <a:pt x="34520" y="380"/>
                  </a:moveTo>
                  <a:cubicBezTo>
                    <a:pt x="36990" y="380"/>
                    <a:pt x="38985" y="2407"/>
                    <a:pt x="38985" y="4877"/>
                  </a:cubicBezTo>
                  <a:lnTo>
                    <a:pt x="38985" y="75752"/>
                  </a:lnTo>
                  <a:lnTo>
                    <a:pt x="412" y="75752"/>
                  </a:lnTo>
                  <a:lnTo>
                    <a:pt x="412" y="4877"/>
                  </a:lnTo>
                  <a:cubicBezTo>
                    <a:pt x="412" y="2407"/>
                    <a:pt x="2407" y="380"/>
                    <a:pt x="4877" y="380"/>
                  </a:cubicBezTo>
                  <a:close/>
                  <a:moveTo>
                    <a:pt x="4877" y="0"/>
                  </a:moveTo>
                  <a:cubicBezTo>
                    <a:pt x="2185" y="0"/>
                    <a:pt x="0" y="2185"/>
                    <a:pt x="0" y="4877"/>
                  </a:cubicBezTo>
                  <a:lnTo>
                    <a:pt x="0" y="76164"/>
                  </a:lnTo>
                  <a:lnTo>
                    <a:pt x="39397" y="76164"/>
                  </a:lnTo>
                  <a:lnTo>
                    <a:pt x="39397" y="4877"/>
                  </a:lnTo>
                  <a:cubicBezTo>
                    <a:pt x="39397" y="2185"/>
                    <a:pt x="37211" y="0"/>
                    <a:pt x="34520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9" name="Google Shape;5369;p31"/>
            <p:cNvSpPr/>
            <p:nvPr/>
          </p:nvSpPr>
          <p:spPr>
            <a:xfrm>
              <a:off x="2254463" y="3438613"/>
              <a:ext cx="1546396" cy="585274"/>
            </a:xfrm>
            <a:custGeom>
              <a:rect b="b" l="l" r="r" t="t"/>
              <a:pathLst>
                <a:path extrusionOk="0" h="18495" w="48867">
                  <a:moveTo>
                    <a:pt x="32683" y="0"/>
                  </a:moveTo>
                  <a:lnTo>
                    <a:pt x="16469" y="63"/>
                  </a:lnTo>
                  <a:lnTo>
                    <a:pt x="159" y="6144"/>
                  </a:lnTo>
                  <a:cubicBezTo>
                    <a:pt x="159" y="6144"/>
                    <a:pt x="1" y="12224"/>
                    <a:pt x="128" y="12319"/>
                  </a:cubicBezTo>
                  <a:lnTo>
                    <a:pt x="16406" y="18495"/>
                  </a:lnTo>
                  <a:lnTo>
                    <a:pt x="32747" y="18495"/>
                  </a:lnTo>
                  <a:lnTo>
                    <a:pt x="48866" y="12319"/>
                  </a:lnTo>
                  <a:lnTo>
                    <a:pt x="48866" y="6112"/>
                  </a:lnTo>
                  <a:lnTo>
                    <a:pt x="32683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0" name="Google Shape;5370;p31"/>
            <p:cNvSpPr/>
            <p:nvPr/>
          </p:nvSpPr>
          <p:spPr>
            <a:xfrm>
              <a:off x="2254463" y="3298299"/>
              <a:ext cx="1546396" cy="584293"/>
            </a:xfrm>
            <a:custGeom>
              <a:rect b="b" l="l" r="r" t="t"/>
              <a:pathLst>
                <a:path extrusionOk="0" h="18464" w="48867">
                  <a:moveTo>
                    <a:pt x="32683" y="0"/>
                  </a:moveTo>
                  <a:lnTo>
                    <a:pt x="16469" y="32"/>
                  </a:lnTo>
                  <a:lnTo>
                    <a:pt x="159" y="6112"/>
                  </a:lnTo>
                  <a:cubicBezTo>
                    <a:pt x="159" y="6144"/>
                    <a:pt x="1" y="12193"/>
                    <a:pt x="128" y="12288"/>
                  </a:cubicBezTo>
                  <a:lnTo>
                    <a:pt x="16406" y="18463"/>
                  </a:lnTo>
                  <a:lnTo>
                    <a:pt x="32747" y="18463"/>
                  </a:lnTo>
                  <a:lnTo>
                    <a:pt x="48866" y="12288"/>
                  </a:lnTo>
                  <a:lnTo>
                    <a:pt x="48866" y="6112"/>
                  </a:lnTo>
                  <a:lnTo>
                    <a:pt x="32683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1" name="Google Shape;5371;p31"/>
            <p:cNvSpPr/>
            <p:nvPr/>
          </p:nvSpPr>
          <p:spPr>
            <a:xfrm>
              <a:off x="2402783" y="2726063"/>
              <a:ext cx="1249756" cy="1042291"/>
            </a:xfrm>
            <a:custGeom>
              <a:rect b="b" l="l" r="r" t="t"/>
              <a:pathLst>
                <a:path extrusionOk="0" h="32937" w="39493">
                  <a:moveTo>
                    <a:pt x="26413" y="0"/>
                  </a:moveTo>
                  <a:lnTo>
                    <a:pt x="13334" y="64"/>
                  </a:lnTo>
                  <a:lnTo>
                    <a:pt x="159" y="4972"/>
                  </a:lnTo>
                  <a:cubicBezTo>
                    <a:pt x="159" y="4972"/>
                    <a:pt x="1" y="27869"/>
                    <a:pt x="128" y="27964"/>
                  </a:cubicBezTo>
                  <a:lnTo>
                    <a:pt x="13270" y="32936"/>
                  </a:lnTo>
                  <a:lnTo>
                    <a:pt x="26476" y="32936"/>
                  </a:lnTo>
                  <a:lnTo>
                    <a:pt x="39492" y="27964"/>
                  </a:lnTo>
                  <a:lnTo>
                    <a:pt x="39492" y="4972"/>
                  </a:lnTo>
                  <a:lnTo>
                    <a:pt x="26413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2" name="Google Shape;5372;p31"/>
            <p:cNvSpPr/>
            <p:nvPr/>
          </p:nvSpPr>
          <p:spPr>
            <a:xfrm>
              <a:off x="2402783" y="2727075"/>
              <a:ext cx="1249756" cy="472048"/>
            </a:xfrm>
            <a:custGeom>
              <a:rect b="b" l="l" r="r" t="t"/>
              <a:pathLst>
                <a:path extrusionOk="0" h="14917" w="39493">
                  <a:moveTo>
                    <a:pt x="26413" y="0"/>
                  </a:moveTo>
                  <a:lnTo>
                    <a:pt x="13334" y="32"/>
                  </a:lnTo>
                  <a:lnTo>
                    <a:pt x="159" y="4940"/>
                  </a:lnTo>
                  <a:cubicBezTo>
                    <a:pt x="159" y="4940"/>
                    <a:pt x="1" y="9849"/>
                    <a:pt x="128" y="9944"/>
                  </a:cubicBezTo>
                  <a:lnTo>
                    <a:pt x="13270" y="14916"/>
                  </a:lnTo>
                  <a:lnTo>
                    <a:pt x="26476" y="14916"/>
                  </a:lnTo>
                  <a:lnTo>
                    <a:pt x="39492" y="9944"/>
                  </a:lnTo>
                  <a:lnTo>
                    <a:pt x="39492" y="4940"/>
                  </a:lnTo>
                  <a:lnTo>
                    <a:pt x="26413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3" name="Google Shape;5373;p31"/>
          <p:cNvGrpSpPr/>
          <p:nvPr/>
        </p:nvGrpSpPr>
        <p:grpSpPr>
          <a:xfrm>
            <a:off x="6886499" y="1725891"/>
            <a:ext cx="1547377" cy="3010547"/>
            <a:chOff x="6886499" y="1725891"/>
            <a:chExt cx="1547377" cy="3010547"/>
          </a:xfrm>
        </p:grpSpPr>
        <p:sp>
          <p:nvSpPr>
            <p:cNvPr id="5374" name="Google Shape;5374;p31"/>
            <p:cNvSpPr/>
            <p:nvPr/>
          </p:nvSpPr>
          <p:spPr>
            <a:xfrm>
              <a:off x="7469748" y="2067625"/>
              <a:ext cx="78195" cy="103258"/>
            </a:xfrm>
            <a:custGeom>
              <a:rect b="b" l="l" r="r" t="t"/>
              <a:pathLst>
                <a:path extrusionOk="0" h="3263" w="2471">
                  <a:moveTo>
                    <a:pt x="1" y="1"/>
                  </a:moveTo>
                  <a:lnTo>
                    <a:pt x="1" y="3263"/>
                  </a:lnTo>
                  <a:lnTo>
                    <a:pt x="2471" y="3263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5" name="Google Shape;5375;p31"/>
            <p:cNvSpPr/>
            <p:nvPr/>
          </p:nvSpPr>
          <p:spPr>
            <a:xfrm>
              <a:off x="7576993" y="2014525"/>
              <a:ext cx="78195" cy="156358"/>
            </a:xfrm>
            <a:custGeom>
              <a:rect b="b" l="l" r="r" t="t"/>
              <a:pathLst>
                <a:path extrusionOk="0" h="4941" w="2471">
                  <a:moveTo>
                    <a:pt x="0" y="1"/>
                  </a:moveTo>
                  <a:lnTo>
                    <a:pt x="0" y="4941"/>
                  </a:lnTo>
                  <a:lnTo>
                    <a:pt x="2471" y="4941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6" name="Google Shape;5376;p31"/>
            <p:cNvSpPr/>
            <p:nvPr/>
          </p:nvSpPr>
          <p:spPr>
            <a:xfrm>
              <a:off x="7683226" y="1950381"/>
              <a:ext cx="78195" cy="220502"/>
            </a:xfrm>
            <a:custGeom>
              <a:rect b="b" l="l" r="r" t="t"/>
              <a:pathLst>
                <a:path extrusionOk="0" h="6968" w="2471">
                  <a:moveTo>
                    <a:pt x="0" y="1"/>
                  </a:moveTo>
                  <a:lnTo>
                    <a:pt x="0" y="6968"/>
                  </a:lnTo>
                  <a:lnTo>
                    <a:pt x="2470" y="6968"/>
                  </a:lnTo>
                  <a:lnTo>
                    <a:pt x="2470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7" name="Google Shape;5377;p31"/>
            <p:cNvSpPr/>
            <p:nvPr/>
          </p:nvSpPr>
          <p:spPr>
            <a:xfrm>
              <a:off x="7790439" y="1851173"/>
              <a:ext cx="78226" cy="319709"/>
            </a:xfrm>
            <a:custGeom>
              <a:rect b="b" l="l" r="r" t="t"/>
              <a:pathLst>
                <a:path extrusionOk="0" h="10103" w="2472">
                  <a:moveTo>
                    <a:pt x="1" y="1"/>
                  </a:moveTo>
                  <a:lnTo>
                    <a:pt x="1" y="10103"/>
                  </a:lnTo>
                  <a:lnTo>
                    <a:pt x="2471" y="10103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8" name="Google Shape;5378;p31"/>
            <p:cNvSpPr/>
            <p:nvPr/>
          </p:nvSpPr>
          <p:spPr>
            <a:xfrm>
              <a:off x="7037826" y="1725891"/>
              <a:ext cx="1245737" cy="2409229"/>
            </a:xfrm>
            <a:custGeom>
              <a:rect b="b" l="l" r="r" t="t"/>
              <a:pathLst>
                <a:path extrusionOk="0" h="76133" w="39366">
                  <a:moveTo>
                    <a:pt x="34488" y="381"/>
                  </a:moveTo>
                  <a:cubicBezTo>
                    <a:pt x="36958" y="381"/>
                    <a:pt x="38985" y="2408"/>
                    <a:pt x="38985" y="4878"/>
                  </a:cubicBezTo>
                  <a:lnTo>
                    <a:pt x="38985" y="75753"/>
                  </a:lnTo>
                  <a:lnTo>
                    <a:pt x="380" y="75753"/>
                  </a:lnTo>
                  <a:lnTo>
                    <a:pt x="380" y="4878"/>
                  </a:lnTo>
                  <a:cubicBezTo>
                    <a:pt x="380" y="2408"/>
                    <a:pt x="2407" y="381"/>
                    <a:pt x="4846" y="381"/>
                  </a:cubicBezTo>
                  <a:close/>
                  <a:moveTo>
                    <a:pt x="4877" y="1"/>
                  </a:moveTo>
                  <a:cubicBezTo>
                    <a:pt x="2186" y="1"/>
                    <a:pt x="0" y="2186"/>
                    <a:pt x="0" y="4878"/>
                  </a:cubicBezTo>
                  <a:lnTo>
                    <a:pt x="0" y="76133"/>
                  </a:lnTo>
                  <a:lnTo>
                    <a:pt x="39365" y="76133"/>
                  </a:lnTo>
                  <a:lnTo>
                    <a:pt x="39365" y="4878"/>
                  </a:lnTo>
                  <a:cubicBezTo>
                    <a:pt x="39365" y="2186"/>
                    <a:pt x="37180" y="1"/>
                    <a:pt x="34488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9" name="Google Shape;5379;p31"/>
            <p:cNvSpPr/>
            <p:nvPr/>
          </p:nvSpPr>
          <p:spPr>
            <a:xfrm>
              <a:off x="6886499" y="4151132"/>
              <a:ext cx="1547377" cy="585306"/>
            </a:xfrm>
            <a:custGeom>
              <a:rect b="b" l="l" r="r" t="t"/>
              <a:pathLst>
                <a:path extrusionOk="0" h="18496" w="48898">
                  <a:moveTo>
                    <a:pt x="32683" y="1"/>
                  </a:moveTo>
                  <a:lnTo>
                    <a:pt x="16500" y="64"/>
                  </a:lnTo>
                  <a:lnTo>
                    <a:pt x="190" y="6144"/>
                  </a:lnTo>
                  <a:cubicBezTo>
                    <a:pt x="190" y="6144"/>
                    <a:pt x="0" y="12225"/>
                    <a:pt x="127" y="12320"/>
                  </a:cubicBezTo>
                  <a:lnTo>
                    <a:pt x="16405" y="18495"/>
                  </a:lnTo>
                  <a:lnTo>
                    <a:pt x="32778" y="18495"/>
                  </a:lnTo>
                  <a:lnTo>
                    <a:pt x="48897" y="12320"/>
                  </a:lnTo>
                  <a:lnTo>
                    <a:pt x="48897" y="6113"/>
                  </a:lnTo>
                  <a:lnTo>
                    <a:pt x="32683" y="1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0" name="Google Shape;5380;p31"/>
            <p:cNvSpPr/>
            <p:nvPr/>
          </p:nvSpPr>
          <p:spPr>
            <a:xfrm>
              <a:off x="6886499" y="4009837"/>
              <a:ext cx="1547377" cy="585274"/>
            </a:xfrm>
            <a:custGeom>
              <a:rect b="b" l="l" r="r" t="t"/>
              <a:pathLst>
                <a:path extrusionOk="0" h="18495" w="48898">
                  <a:moveTo>
                    <a:pt x="32683" y="0"/>
                  </a:moveTo>
                  <a:lnTo>
                    <a:pt x="16500" y="64"/>
                  </a:lnTo>
                  <a:lnTo>
                    <a:pt x="190" y="6144"/>
                  </a:lnTo>
                  <a:cubicBezTo>
                    <a:pt x="190" y="6144"/>
                    <a:pt x="0" y="12224"/>
                    <a:pt x="127" y="12319"/>
                  </a:cubicBezTo>
                  <a:lnTo>
                    <a:pt x="16405" y="18495"/>
                  </a:lnTo>
                  <a:lnTo>
                    <a:pt x="32778" y="18495"/>
                  </a:lnTo>
                  <a:lnTo>
                    <a:pt x="48897" y="12319"/>
                  </a:lnTo>
                  <a:lnTo>
                    <a:pt x="48897" y="6144"/>
                  </a:lnTo>
                  <a:lnTo>
                    <a:pt x="32683" y="0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1" name="Google Shape;5381;p31"/>
            <p:cNvSpPr/>
            <p:nvPr/>
          </p:nvSpPr>
          <p:spPr>
            <a:xfrm>
              <a:off x="7035832" y="3438613"/>
              <a:ext cx="1249724" cy="1042260"/>
            </a:xfrm>
            <a:custGeom>
              <a:rect b="b" l="l" r="r" t="t"/>
              <a:pathLst>
                <a:path extrusionOk="0" h="32936" w="39492">
                  <a:moveTo>
                    <a:pt x="26412" y="0"/>
                  </a:moveTo>
                  <a:lnTo>
                    <a:pt x="13333" y="63"/>
                  </a:lnTo>
                  <a:lnTo>
                    <a:pt x="127" y="4972"/>
                  </a:lnTo>
                  <a:cubicBezTo>
                    <a:pt x="127" y="4972"/>
                    <a:pt x="0" y="27869"/>
                    <a:pt x="95" y="27964"/>
                  </a:cubicBezTo>
                  <a:lnTo>
                    <a:pt x="13238" y="32936"/>
                  </a:lnTo>
                  <a:lnTo>
                    <a:pt x="26475" y="32936"/>
                  </a:lnTo>
                  <a:lnTo>
                    <a:pt x="39491" y="27964"/>
                  </a:lnTo>
                  <a:lnTo>
                    <a:pt x="39491" y="4972"/>
                  </a:lnTo>
                  <a:lnTo>
                    <a:pt x="26412" y="0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2" name="Google Shape;5382;p31"/>
            <p:cNvSpPr/>
            <p:nvPr/>
          </p:nvSpPr>
          <p:spPr>
            <a:xfrm>
              <a:off x="7035832" y="3438613"/>
              <a:ext cx="1249724" cy="473029"/>
            </a:xfrm>
            <a:custGeom>
              <a:rect b="b" l="l" r="r" t="t"/>
              <a:pathLst>
                <a:path extrusionOk="0" h="14948" w="39492">
                  <a:moveTo>
                    <a:pt x="26412" y="0"/>
                  </a:moveTo>
                  <a:lnTo>
                    <a:pt x="13333" y="63"/>
                  </a:lnTo>
                  <a:lnTo>
                    <a:pt x="127" y="4972"/>
                  </a:lnTo>
                  <a:cubicBezTo>
                    <a:pt x="127" y="4972"/>
                    <a:pt x="0" y="9881"/>
                    <a:pt x="95" y="9944"/>
                  </a:cubicBezTo>
                  <a:lnTo>
                    <a:pt x="13238" y="14948"/>
                  </a:lnTo>
                  <a:lnTo>
                    <a:pt x="26475" y="14948"/>
                  </a:lnTo>
                  <a:lnTo>
                    <a:pt x="39491" y="9944"/>
                  </a:lnTo>
                  <a:lnTo>
                    <a:pt x="39491" y="4972"/>
                  </a:lnTo>
                  <a:lnTo>
                    <a:pt x="26412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83" name="Google Shape;5383;p31"/>
          <p:cNvGrpSpPr/>
          <p:nvPr/>
        </p:nvGrpSpPr>
        <p:grpSpPr>
          <a:xfrm>
            <a:off x="5342160" y="1013372"/>
            <a:ext cx="1547377" cy="3010515"/>
            <a:chOff x="5342160" y="1013372"/>
            <a:chExt cx="1547377" cy="3010515"/>
          </a:xfrm>
        </p:grpSpPr>
        <p:sp>
          <p:nvSpPr>
            <p:cNvPr id="5384" name="Google Shape;5384;p31"/>
            <p:cNvSpPr/>
            <p:nvPr/>
          </p:nvSpPr>
          <p:spPr>
            <a:xfrm>
              <a:off x="5493487" y="1013372"/>
              <a:ext cx="1245737" cy="2410210"/>
            </a:xfrm>
            <a:custGeom>
              <a:rect b="b" l="l" r="r" t="t"/>
              <a:pathLst>
                <a:path extrusionOk="0" h="76164" w="39366">
                  <a:moveTo>
                    <a:pt x="34520" y="380"/>
                  </a:moveTo>
                  <a:cubicBezTo>
                    <a:pt x="36958" y="380"/>
                    <a:pt x="38985" y="2407"/>
                    <a:pt x="38985" y="4877"/>
                  </a:cubicBezTo>
                  <a:lnTo>
                    <a:pt x="38985" y="75752"/>
                  </a:lnTo>
                  <a:lnTo>
                    <a:pt x="380" y="75752"/>
                  </a:lnTo>
                  <a:lnTo>
                    <a:pt x="380" y="4877"/>
                  </a:lnTo>
                  <a:cubicBezTo>
                    <a:pt x="380" y="2407"/>
                    <a:pt x="2407" y="380"/>
                    <a:pt x="4877" y="380"/>
                  </a:cubicBezTo>
                  <a:close/>
                  <a:moveTo>
                    <a:pt x="4877" y="0"/>
                  </a:moveTo>
                  <a:cubicBezTo>
                    <a:pt x="2186" y="0"/>
                    <a:pt x="0" y="2185"/>
                    <a:pt x="0" y="4877"/>
                  </a:cubicBezTo>
                  <a:lnTo>
                    <a:pt x="0" y="76164"/>
                  </a:lnTo>
                  <a:lnTo>
                    <a:pt x="39365" y="76164"/>
                  </a:lnTo>
                  <a:lnTo>
                    <a:pt x="39365" y="4877"/>
                  </a:lnTo>
                  <a:cubicBezTo>
                    <a:pt x="39365" y="2185"/>
                    <a:pt x="37212" y="0"/>
                    <a:pt x="34520" y="0"/>
                  </a:cubicBez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5" name="Google Shape;5385;p31"/>
            <p:cNvSpPr/>
            <p:nvPr/>
          </p:nvSpPr>
          <p:spPr>
            <a:xfrm>
              <a:off x="5342160" y="3438613"/>
              <a:ext cx="1547377" cy="585274"/>
            </a:xfrm>
            <a:custGeom>
              <a:rect b="b" l="l" r="r" t="t"/>
              <a:pathLst>
                <a:path extrusionOk="0" h="18495" w="48898">
                  <a:moveTo>
                    <a:pt x="32714" y="0"/>
                  </a:moveTo>
                  <a:lnTo>
                    <a:pt x="16500" y="63"/>
                  </a:lnTo>
                  <a:lnTo>
                    <a:pt x="190" y="6144"/>
                  </a:lnTo>
                  <a:cubicBezTo>
                    <a:pt x="190" y="6144"/>
                    <a:pt x="0" y="12224"/>
                    <a:pt x="159" y="12319"/>
                  </a:cubicBezTo>
                  <a:lnTo>
                    <a:pt x="16437" y="18495"/>
                  </a:lnTo>
                  <a:lnTo>
                    <a:pt x="32778" y="18495"/>
                  </a:lnTo>
                  <a:lnTo>
                    <a:pt x="48897" y="12319"/>
                  </a:lnTo>
                  <a:lnTo>
                    <a:pt x="48897" y="6112"/>
                  </a:lnTo>
                  <a:lnTo>
                    <a:pt x="32714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6" name="Google Shape;5386;p31"/>
            <p:cNvSpPr/>
            <p:nvPr/>
          </p:nvSpPr>
          <p:spPr>
            <a:xfrm>
              <a:off x="5342160" y="3298299"/>
              <a:ext cx="1547377" cy="584293"/>
            </a:xfrm>
            <a:custGeom>
              <a:rect b="b" l="l" r="r" t="t"/>
              <a:pathLst>
                <a:path extrusionOk="0" h="18464" w="48898">
                  <a:moveTo>
                    <a:pt x="32714" y="0"/>
                  </a:moveTo>
                  <a:lnTo>
                    <a:pt x="16500" y="32"/>
                  </a:lnTo>
                  <a:lnTo>
                    <a:pt x="190" y="6112"/>
                  </a:lnTo>
                  <a:cubicBezTo>
                    <a:pt x="190" y="6144"/>
                    <a:pt x="0" y="12193"/>
                    <a:pt x="159" y="12288"/>
                  </a:cubicBezTo>
                  <a:lnTo>
                    <a:pt x="16437" y="18463"/>
                  </a:lnTo>
                  <a:lnTo>
                    <a:pt x="32778" y="18463"/>
                  </a:lnTo>
                  <a:lnTo>
                    <a:pt x="48897" y="12288"/>
                  </a:lnTo>
                  <a:lnTo>
                    <a:pt x="48897" y="6112"/>
                  </a:lnTo>
                  <a:lnTo>
                    <a:pt x="32714" y="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7" name="Google Shape;5387;p31"/>
            <p:cNvSpPr/>
            <p:nvPr/>
          </p:nvSpPr>
          <p:spPr>
            <a:xfrm>
              <a:off x="5491493" y="2726063"/>
              <a:ext cx="1249724" cy="1042291"/>
            </a:xfrm>
            <a:custGeom>
              <a:rect b="b" l="l" r="r" t="t"/>
              <a:pathLst>
                <a:path extrusionOk="0" h="32937" w="39492">
                  <a:moveTo>
                    <a:pt x="26412" y="0"/>
                  </a:moveTo>
                  <a:lnTo>
                    <a:pt x="13333" y="64"/>
                  </a:lnTo>
                  <a:lnTo>
                    <a:pt x="127" y="4972"/>
                  </a:lnTo>
                  <a:cubicBezTo>
                    <a:pt x="127" y="4972"/>
                    <a:pt x="0" y="27869"/>
                    <a:pt x="95" y="27964"/>
                  </a:cubicBezTo>
                  <a:lnTo>
                    <a:pt x="13269" y="32936"/>
                  </a:lnTo>
                  <a:lnTo>
                    <a:pt x="26475" y="32936"/>
                  </a:lnTo>
                  <a:lnTo>
                    <a:pt x="39491" y="27964"/>
                  </a:lnTo>
                  <a:lnTo>
                    <a:pt x="39491" y="4972"/>
                  </a:lnTo>
                  <a:lnTo>
                    <a:pt x="26412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8" name="Google Shape;5388;p31"/>
            <p:cNvSpPr/>
            <p:nvPr/>
          </p:nvSpPr>
          <p:spPr>
            <a:xfrm>
              <a:off x="5491493" y="2727075"/>
              <a:ext cx="1249724" cy="472048"/>
            </a:xfrm>
            <a:custGeom>
              <a:rect b="b" l="l" r="r" t="t"/>
              <a:pathLst>
                <a:path extrusionOk="0" h="14917" w="39492">
                  <a:moveTo>
                    <a:pt x="26412" y="0"/>
                  </a:moveTo>
                  <a:lnTo>
                    <a:pt x="13333" y="32"/>
                  </a:lnTo>
                  <a:lnTo>
                    <a:pt x="127" y="4940"/>
                  </a:lnTo>
                  <a:cubicBezTo>
                    <a:pt x="127" y="4940"/>
                    <a:pt x="0" y="9849"/>
                    <a:pt x="95" y="9944"/>
                  </a:cubicBezTo>
                  <a:lnTo>
                    <a:pt x="13269" y="14916"/>
                  </a:lnTo>
                  <a:lnTo>
                    <a:pt x="26475" y="14916"/>
                  </a:lnTo>
                  <a:lnTo>
                    <a:pt x="39491" y="9944"/>
                  </a:lnTo>
                  <a:lnTo>
                    <a:pt x="39491" y="4940"/>
                  </a:lnTo>
                  <a:lnTo>
                    <a:pt x="26412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9" name="Google Shape;5389;p31"/>
            <p:cNvSpPr/>
            <p:nvPr/>
          </p:nvSpPr>
          <p:spPr>
            <a:xfrm>
              <a:off x="5905378" y="1143655"/>
              <a:ext cx="421954" cy="163383"/>
            </a:xfrm>
            <a:custGeom>
              <a:rect b="b" l="l" r="r" t="t"/>
              <a:pathLst>
                <a:path extrusionOk="0" h="5163" w="13334">
                  <a:moveTo>
                    <a:pt x="1394" y="0"/>
                  </a:moveTo>
                  <a:cubicBezTo>
                    <a:pt x="729" y="0"/>
                    <a:pt x="190" y="412"/>
                    <a:pt x="0" y="982"/>
                  </a:cubicBezTo>
                  <a:lnTo>
                    <a:pt x="6017" y="4972"/>
                  </a:lnTo>
                  <a:cubicBezTo>
                    <a:pt x="6192" y="5099"/>
                    <a:pt x="6429" y="5162"/>
                    <a:pt x="6667" y="5162"/>
                  </a:cubicBezTo>
                  <a:cubicBezTo>
                    <a:pt x="6904" y="5162"/>
                    <a:pt x="7142" y="5099"/>
                    <a:pt x="7316" y="4972"/>
                  </a:cubicBezTo>
                  <a:lnTo>
                    <a:pt x="13333" y="982"/>
                  </a:lnTo>
                  <a:cubicBezTo>
                    <a:pt x="13143" y="412"/>
                    <a:pt x="12605" y="0"/>
                    <a:pt x="11971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0" name="Google Shape;5390;p31"/>
            <p:cNvSpPr/>
            <p:nvPr/>
          </p:nvSpPr>
          <p:spPr>
            <a:xfrm>
              <a:off x="5903384" y="1202767"/>
              <a:ext cx="426954" cy="260597"/>
            </a:xfrm>
            <a:custGeom>
              <a:rect b="b" l="l" r="r" t="t"/>
              <a:pathLst>
                <a:path extrusionOk="0" h="8235" w="13492">
                  <a:moveTo>
                    <a:pt x="0" y="1"/>
                  </a:moveTo>
                  <a:lnTo>
                    <a:pt x="0" y="6778"/>
                  </a:lnTo>
                  <a:cubicBezTo>
                    <a:pt x="0" y="7570"/>
                    <a:pt x="633" y="8235"/>
                    <a:pt x="1457" y="8235"/>
                  </a:cubicBezTo>
                  <a:lnTo>
                    <a:pt x="12034" y="8235"/>
                  </a:lnTo>
                  <a:cubicBezTo>
                    <a:pt x="12826" y="8235"/>
                    <a:pt x="13491" y="7570"/>
                    <a:pt x="13491" y="6778"/>
                  </a:cubicBezTo>
                  <a:lnTo>
                    <a:pt x="13491" y="1"/>
                  </a:lnTo>
                  <a:lnTo>
                    <a:pt x="7822" y="3769"/>
                  </a:lnTo>
                  <a:cubicBezTo>
                    <a:pt x="7537" y="3991"/>
                    <a:pt x="7126" y="4086"/>
                    <a:pt x="6746" y="4086"/>
                  </a:cubicBezTo>
                  <a:cubicBezTo>
                    <a:pt x="6334" y="4086"/>
                    <a:pt x="5954" y="3991"/>
                    <a:pt x="5637" y="37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91" name="Google Shape;5391;p31"/>
          <p:cNvSpPr txBox="1"/>
          <p:nvPr/>
        </p:nvSpPr>
        <p:spPr>
          <a:xfrm>
            <a:off x="862622" y="2378175"/>
            <a:ext cx="1241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392" name="Google Shape;5392;p31"/>
          <p:cNvSpPr txBox="1"/>
          <p:nvPr/>
        </p:nvSpPr>
        <p:spPr>
          <a:xfrm>
            <a:off x="862621" y="2663225"/>
            <a:ext cx="12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it’s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3" name="Google Shape;5393;p31"/>
          <p:cNvSpPr txBox="1"/>
          <p:nvPr/>
        </p:nvSpPr>
        <p:spPr>
          <a:xfrm>
            <a:off x="3950797" y="2378175"/>
            <a:ext cx="1241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394" name="Google Shape;5394;p31"/>
          <p:cNvSpPr txBox="1"/>
          <p:nvPr/>
        </p:nvSpPr>
        <p:spPr>
          <a:xfrm>
            <a:off x="3950796" y="2663225"/>
            <a:ext cx="12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5" name="Google Shape;5395;p31"/>
          <p:cNvSpPr txBox="1"/>
          <p:nvPr/>
        </p:nvSpPr>
        <p:spPr>
          <a:xfrm>
            <a:off x="7039472" y="2378175"/>
            <a:ext cx="1241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396" name="Google Shape;5396;p31"/>
          <p:cNvSpPr txBox="1"/>
          <p:nvPr/>
        </p:nvSpPr>
        <p:spPr>
          <a:xfrm>
            <a:off x="7039471" y="2663225"/>
            <a:ext cx="12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7" name="Google Shape;5397;p31"/>
          <p:cNvSpPr txBox="1"/>
          <p:nvPr/>
        </p:nvSpPr>
        <p:spPr>
          <a:xfrm>
            <a:off x="2406722" y="1655075"/>
            <a:ext cx="1241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398" name="Google Shape;5398;p31"/>
          <p:cNvSpPr txBox="1"/>
          <p:nvPr/>
        </p:nvSpPr>
        <p:spPr>
          <a:xfrm>
            <a:off x="2406721" y="1940125"/>
            <a:ext cx="12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9" name="Google Shape;5399;p31"/>
          <p:cNvSpPr txBox="1"/>
          <p:nvPr/>
        </p:nvSpPr>
        <p:spPr>
          <a:xfrm>
            <a:off x="5494897" y="1655075"/>
            <a:ext cx="1241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400" name="Google Shape;5400;p31"/>
          <p:cNvSpPr txBox="1"/>
          <p:nvPr/>
        </p:nvSpPr>
        <p:spPr>
          <a:xfrm>
            <a:off x="5494896" y="1940125"/>
            <a:ext cx="1241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1" name="Google Shape;5401;p31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5" name="Shape 5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6" name="Google Shape;5406;p32"/>
          <p:cNvGrpSpPr/>
          <p:nvPr/>
        </p:nvGrpSpPr>
        <p:grpSpPr>
          <a:xfrm>
            <a:off x="1237654" y="1023150"/>
            <a:ext cx="2623050" cy="3713382"/>
            <a:chOff x="954659" y="1023150"/>
            <a:chExt cx="2623050" cy="3713382"/>
          </a:xfrm>
        </p:grpSpPr>
        <p:sp>
          <p:nvSpPr>
            <p:cNvPr id="5407" name="Google Shape;5407;p32"/>
            <p:cNvSpPr/>
            <p:nvPr/>
          </p:nvSpPr>
          <p:spPr>
            <a:xfrm>
              <a:off x="1612254" y="4403505"/>
              <a:ext cx="499009" cy="327786"/>
            </a:xfrm>
            <a:custGeom>
              <a:rect b="b" l="l" r="r" t="t"/>
              <a:pathLst>
                <a:path extrusionOk="0" h="9882" w="15044">
                  <a:moveTo>
                    <a:pt x="7538" y="1"/>
                  </a:moveTo>
                  <a:cubicBezTo>
                    <a:pt x="4213" y="1"/>
                    <a:pt x="1394" y="1553"/>
                    <a:pt x="412" y="3643"/>
                  </a:cubicBezTo>
                  <a:lnTo>
                    <a:pt x="317" y="3484"/>
                  </a:lnTo>
                  <a:cubicBezTo>
                    <a:pt x="293" y="3423"/>
                    <a:pt x="239" y="3395"/>
                    <a:pt x="183" y="3395"/>
                  </a:cubicBezTo>
                  <a:cubicBezTo>
                    <a:pt x="95" y="3395"/>
                    <a:pt x="1" y="3463"/>
                    <a:pt x="1" y="3579"/>
                  </a:cubicBezTo>
                  <a:lnTo>
                    <a:pt x="1" y="4529"/>
                  </a:lnTo>
                  <a:cubicBezTo>
                    <a:pt x="1" y="7475"/>
                    <a:pt x="3389" y="9881"/>
                    <a:pt x="7538" y="9881"/>
                  </a:cubicBezTo>
                  <a:cubicBezTo>
                    <a:pt x="11686" y="9881"/>
                    <a:pt x="15043" y="7475"/>
                    <a:pt x="15043" y="4529"/>
                  </a:cubicBezTo>
                  <a:lnTo>
                    <a:pt x="15043" y="3358"/>
                  </a:lnTo>
                  <a:cubicBezTo>
                    <a:pt x="15043" y="3302"/>
                    <a:pt x="15001" y="3269"/>
                    <a:pt x="14965" y="3269"/>
                  </a:cubicBezTo>
                  <a:cubicBezTo>
                    <a:pt x="14939" y="3269"/>
                    <a:pt x="14917" y="3286"/>
                    <a:pt x="14917" y="3326"/>
                  </a:cubicBezTo>
                  <a:lnTo>
                    <a:pt x="14727" y="3833"/>
                  </a:lnTo>
                  <a:cubicBezTo>
                    <a:pt x="13808" y="1616"/>
                    <a:pt x="10926" y="1"/>
                    <a:pt x="7538" y="1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8" name="Google Shape;5408;p32"/>
            <p:cNvSpPr/>
            <p:nvPr/>
          </p:nvSpPr>
          <p:spPr>
            <a:xfrm>
              <a:off x="1612254" y="4343633"/>
              <a:ext cx="499009" cy="340391"/>
            </a:xfrm>
            <a:custGeom>
              <a:rect b="b" l="l" r="r" t="t"/>
              <a:pathLst>
                <a:path extrusionOk="0" h="10262" w="15044">
                  <a:moveTo>
                    <a:pt x="7538" y="1"/>
                  </a:moveTo>
                  <a:cubicBezTo>
                    <a:pt x="3357" y="1"/>
                    <a:pt x="1" y="2313"/>
                    <a:pt x="1" y="5131"/>
                  </a:cubicBezTo>
                  <a:cubicBezTo>
                    <a:pt x="1" y="7981"/>
                    <a:pt x="3357" y="10261"/>
                    <a:pt x="7538" y="10261"/>
                  </a:cubicBezTo>
                  <a:cubicBezTo>
                    <a:pt x="11686" y="10261"/>
                    <a:pt x="15043" y="7981"/>
                    <a:pt x="15043" y="5131"/>
                  </a:cubicBezTo>
                  <a:cubicBezTo>
                    <a:pt x="15043" y="2313"/>
                    <a:pt x="11686" y="1"/>
                    <a:pt x="7538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9" name="Google Shape;5409;p32"/>
            <p:cNvSpPr/>
            <p:nvPr/>
          </p:nvSpPr>
          <p:spPr>
            <a:xfrm>
              <a:off x="1660583" y="4384598"/>
              <a:ext cx="402352" cy="251097"/>
            </a:xfrm>
            <a:custGeom>
              <a:rect b="b" l="l" r="r" t="t"/>
              <a:pathLst>
                <a:path extrusionOk="0" h="7570" w="12130">
                  <a:moveTo>
                    <a:pt x="6081" y="1"/>
                  </a:moveTo>
                  <a:cubicBezTo>
                    <a:pt x="2724" y="1"/>
                    <a:pt x="0" y="1679"/>
                    <a:pt x="0" y="3769"/>
                  </a:cubicBezTo>
                  <a:cubicBezTo>
                    <a:pt x="0" y="5860"/>
                    <a:pt x="2724" y="7570"/>
                    <a:pt x="6081" y="7570"/>
                  </a:cubicBezTo>
                  <a:cubicBezTo>
                    <a:pt x="9438" y="7570"/>
                    <a:pt x="12130" y="5860"/>
                    <a:pt x="12130" y="3769"/>
                  </a:cubicBezTo>
                  <a:cubicBezTo>
                    <a:pt x="12130" y="1679"/>
                    <a:pt x="9438" y="1"/>
                    <a:pt x="6081" y="1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0" name="Google Shape;5410;p32"/>
            <p:cNvSpPr/>
            <p:nvPr/>
          </p:nvSpPr>
          <p:spPr>
            <a:xfrm>
              <a:off x="1660583" y="4395113"/>
              <a:ext cx="402352" cy="240582"/>
            </a:xfrm>
            <a:custGeom>
              <a:rect b="b" l="l" r="r" t="t"/>
              <a:pathLst>
                <a:path extrusionOk="0" h="7253" w="12130">
                  <a:moveTo>
                    <a:pt x="6081" y="0"/>
                  </a:moveTo>
                  <a:cubicBezTo>
                    <a:pt x="2724" y="0"/>
                    <a:pt x="0" y="1616"/>
                    <a:pt x="0" y="3611"/>
                  </a:cubicBezTo>
                  <a:cubicBezTo>
                    <a:pt x="0" y="5638"/>
                    <a:pt x="2724" y="7253"/>
                    <a:pt x="6081" y="7253"/>
                  </a:cubicBezTo>
                  <a:cubicBezTo>
                    <a:pt x="9438" y="7253"/>
                    <a:pt x="12130" y="5638"/>
                    <a:pt x="12130" y="3611"/>
                  </a:cubicBezTo>
                  <a:cubicBezTo>
                    <a:pt x="12130" y="1616"/>
                    <a:pt x="9438" y="0"/>
                    <a:pt x="6081" y="0"/>
                  </a:cubicBez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1" name="Google Shape;5411;p32"/>
            <p:cNvSpPr/>
            <p:nvPr/>
          </p:nvSpPr>
          <p:spPr>
            <a:xfrm>
              <a:off x="1692094" y="4450772"/>
              <a:ext cx="340391" cy="112446"/>
            </a:xfrm>
            <a:custGeom>
              <a:rect b="b" l="l" r="r" t="t"/>
              <a:pathLst>
                <a:path extrusionOk="0" h="3390" w="10262">
                  <a:moveTo>
                    <a:pt x="2534" y="1"/>
                  </a:moveTo>
                  <a:cubicBezTo>
                    <a:pt x="2154" y="223"/>
                    <a:pt x="1837" y="476"/>
                    <a:pt x="1616" y="761"/>
                  </a:cubicBezTo>
                  <a:cubicBezTo>
                    <a:pt x="1457" y="983"/>
                    <a:pt x="1331" y="1204"/>
                    <a:pt x="1267" y="1489"/>
                  </a:cubicBezTo>
                  <a:lnTo>
                    <a:pt x="0" y="1489"/>
                  </a:lnTo>
                  <a:lnTo>
                    <a:pt x="0" y="2123"/>
                  </a:lnTo>
                  <a:lnTo>
                    <a:pt x="1331" y="2123"/>
                  </a:lnTo>
                  <a:cubicBezTo>
                    <a:pt x="1426" y="2439"/>
                    <a:pt x="1552" y="2661"/>
                    <a:pt x="1742" y="2819"/>
                  </a:cubicBezTo>
                  <a:cubicBezTo>
                    <a:pt x="1932" y="2978"/>
                    <a:pt x="2186" y="3136"/>
                    <a:pt x="2502" y="3231"/>
                  </a:cubicBezTo>
                  <a:cubicBezTo>
                    <a:pt x="2819" y="3326"/>
                    <a:pt x="3136" y="3389"/>
                    <a:pt x="3516" y="3389"/>
                  </a:cubicBezTo>
                  <a:cubicBezTo>
                    <a:pt x="3896" y="3389"/>
                    <a:pt x="4244" y="3326"/>
                    <a:pt x="4529" y="3231"/>
                  </a:cubicBezTo>
                  <a:cubicBezTo>
                    <a:pt x="4846" y="3136"/>
                    <a:pt x="5099" y="3009"/>
                    <a:pt x="5289" y="2819"/>
                  </a:cubicBezTo>
                  <a:cubicBezTo>
                    <a:pt x="5511" y="2629"/>
                    <a:pt x="5764" y="2313"/>
                    <a:pt x="6081" y="1806"/>
                  </a:cubicBezTo>
                  <a:cubicBezTo>
                    <a:pt x="6239" y="1553"/>
                    <a:pt x="6398" y="1363"/>
                    <a:pt x="6556" y="1268"/>
                  </a:cubicBezTo>
                  <a:cubicBezTo>
                    <a:pt x="6683" y="1173"/>
                    <a:pt x="6841" y="1141"/>
                    <a:pt x="6999" y="1141"/>
                  </a:cubicBezTo>
                  <a:cubicBezTo>
                    <a:pt x="7158" y="1141"/>
                    <a:pt x="7316" y="1173"/>
                    <a:pt x="7443" y="1299"/>
                  </a:cubicBezTo>
                  <a:cubicBezTo>
                    <a:pt x="7601" y="1394"/>
                    <a:pt x="7664" y="1521"/>
                    <a:pt x="7664" y="1679"/>
                  </a:cubicBezTo>
                  <a:cubicBezTo>
                    <a:pt x="7664" y="1964"/>
                    <a:pt x="7443" y="2249"/>
                    <a:pt x="6999" y="2566"/>
                  </a:cubicBezTo>
                  <a:lnTo>
                    <a:pt x="7918" y="3199"/>
                  </a:lnTo>
                  <a:cubicBezTo>
                    <a:pt x="8234" y="2978"/>
                    <a:pt x="8424" y="2819"/>
                    <a:pt x="8583" y="2661"/>
                  </a:cubicBezTo>
                  <a:cubicBezTo>
                    <a:pt x="8709" y="2534"/>
                    <a:pt x="8804" y="2344"/>
                    <a:pt x="8868" y="2123"/>
                  </a:cubicBezTo>
                  <a:lnTo>
                    <a:pt x="10261" y="2123"/>
                  </a:lnTo>
                  <a:lnTo>
                    <a:pt x="10261" y="1489"/>
                  </a:lnTo>
                  <a:lnTo>
                    <a:pt x="8931" y="1489"/>
                  </a:lnTo>
                  <a:cubicBezTo>
                    <a:pt x="8899" y="1141"/>
                    <a:pt x="8741" y="824"/>
                    <a:pt x="8361" y="571"/>
                  </a:cubicBezTo>
                  <a:cubicBezTo>
                    <a:pt x="8013" y="349"/>
                    <a:pt x="7601" y="223"/>
                    <a:pt x="7094" y="223"/>
                  </a:cubicBezTo>
                  <a:cubicBezTo>
                    <a:pt x="6809" y="223"/>
                    <a:pt x="6524" y="254"/>
                    <a:pt x="6239" y="349"/>
                  </a:cubicBezTo>
                  <a:cubicBezTo>
                    <a:pt x="5986" y="444"/>
                    <a:pt x="5733" y="603"/>
                    <a:pt x="5543" y="761"/>
                  </a:cubicBezTo>
                  <a:cubicBezTo>
                    <a:pt x="5321" y="951"/>
                    <a:pt x="5036" y="1299"/>
                    <a:pt x="4656" y="1838"/>
                  </a:cubicBezTo>
                  <a:cubicBezTo>
                    <a:pt x="4497" y="2091"/>
                    <a:pt x="4307" y="2281"/>
                    <a:pt x="4149" y="2376"/>
                  </a:cubicBezTo>
                  <a:cubicBezTo>
                    <a:pt x="3959" y="2439"/>
                    <a:pt x="3769" y="2503"/>
                    <a:pt x="3547" y="2503"/>
                  </a:cubicBezTo>
                  <a:cubicBezTo>
                    <a:pt x="3262" y="2503"/>
                    <a:pt x="3041" y="2439"/>
                    <a:pt x="2851" y="2281"/>
                  </a:cubicBezTo>
                  <a:cubicBezTo>
                    <a:pt x="2629" y="2154"/>
                    <a:pt x="2534" y="1996"/>
                    <a:pt x="2534" y="1806"/>
                  </a:cubicBezTo>
                  <a:cubicBezTo>
                    <a:pt x="2534" y="1426"/>
                    <a:pt x="2851" y="1014"/>
                    <a:pt x="3516" y="634"/>
                  </a:cubicBezTo>
                  <a:lnTo>
                    <a:pt x="2534" y="1"/>
                  </a:lnTo>
                  <a:close/>
                </a:path>
              </a:pathLst>
            </a:custGeom>
            <a:solidFill>
              <a:srgbClr val="FFC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2" name="Google Shape;5412;p32"/>
            <p:cNvSpPr/>
            <p:nvPr/>
          </p:nvSpPr>
          <p:spPr>
            <a:xfrm>
              <a:off x="2538758" y="4408779"/>
              <a:ext cx="499009" cy="327753"/>
            </a:xfrm>
            <a:custGeom>
              <a:rect b="b" l="l" r="r" t="t"/>
              <a:pathLst>
                <a:path extrusionOk="0" h="9881" w="15044">
                  <a:moveTo>
                    <a:pt x="7538" y="0"/>
                  </a:moveTo>
                  <a:cubicBezTo>
                    <a:pt x="4213" y="0"/>
                    <a:pt x="1394" y="1552"/>
                    <a:pt x="412" y="3642"/>
                  </a:cubicBezTo>
                  <a:lnTo>
                    <a:pt x="317" y="3484"/>
                  </a:lnTo>
                  <a:cubicBezTo>
                    <a:pt x="293" y="3422"/>
                    <a:pt x="239" y="3394"/>
                    <a:pt x="183" y="3394"/>
                  </a:cubicBezTo>
                  <a:cubicBezTo>
                    <a:pt x="95" y="3394"/>
                    <a:pt x="1" y="3463"/>
                    <a:pt x="1" y="3579"/>
                  </a:cubicBezTo>
                  <a:lnTo>
                    <a:pt x="1" y="4529"/>
                  </a:lnTo>
                  <a:cubicBezTo>
                    <a:pt x="1" y="7474"/>
                    <a:pt x="3389" y="9881"/>
                    <a:pt x="7538" y="9881"/>
                  </a:cubicBezTo>
                  <a:cubicBezTo>
                    <a:pt x="11687" y="9881"/>
                    <a:pt x="15044" y="7474"/>
                    <a:pt x="15044" y="4529"/>
                  </a:cubicBezTo>
                  <a:lnTo>
                    <a:pt x="15044" y="3357"/>
                  </a:lnTo>
                  <a:cubicBezTo>
                    <a:pt x="15044" y="3302"/>
                    <a:pt x="15011" y="3268"/>
                    <a:pt x="14978" y="3268"/>
                  </a:cubicBezTo>
                  <a:cubicBezTo>
                    <a:pt x="14954" y="3268"/>
                    <a:pt x="14930" y="3286"/>
                    <a:pt x="14917" y="3325"/>
                  </a:cubicBezTo>
                  <a:lnTo>
                    <a:pt x="14727" y="3832"/>
                  </a:lnTo>
                  <a:cubicBezTo>
                    <a:pt x="13808" y="1615"/>
                    <a:pt x="10927" y="0"/>
                    <a:pt x="7538" y="0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3" name="Google Shape;5413;p32"/>
            <p:cNvSpPr/>
            <p:nvPr/>
          </p:nvSpPr>
          <p:spPr>
            <a:xfrm>
              <a:off x="2538758" y="4348907"/>
              <a:ext cx="499009" cy="340357"/>
            </a:xfrm>
            <a:custGeom>
              <a:rect b="b" l="l" r="r" t="t"/>
              <a:pathLst>
                <a:path extrusionOk="0" h="10261" w="15044">
                  <a:moveTo>
                    <a:pt x="7538" y="0"/>
                  </a:moveTo>
                  <a:cubicBezTo>
                    <a:pt x="3389" y="0"/>
                    <a:pt x="1" y="2312"/>
                    <a:pt x="1" y="5130"/>
                  </a:cubicBezTo>
                  <a:cubicBezTo>
                    <a:pt x="1" y="7981"/>
                    <a:pt x="3389" y="10261"/>
                    <a:pt x="7538" y="10261"/>
                  </a:cubicBezTo>
                  <a:cubicBezTo>
                    <a:pt x="11687" y="10261"/>
                    <a:pt x="15044" y="7981"/>
                    <a:pt x="15044" y="5130"/>
                  </a:cubicBezTo>
                  <a:cubicBezTo>
                    <a:pt x="15044" y="2312"/>
                    <a:pt x="11687" y="0"/>
                    <a:pt x="7538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4" name="Google Shape;5414;p32"/>
            <p:cNvSpPr/>
            <p:nvPr/>
          </p:nvSpPr>
          <p:spPr>
            <a:xfrm>
              <a:off x="2587087" y="4389872"/>
              <a:ext cx="403414" cy="251064"/>
            </a:xfrm>
            <a:custGeom>
              <a:rect b="b" l="l" r="r" t="t"/>
              <a:pathLst>
                <a:path extrusionOk="0" h="7569" w="12162">
                  <a:moveTo>
                    <a:pt x="6081" y="0"/>
                  </a:moveTo>
                  <a:cubicBezTo>
                    <a:pt x="2724" y="0"/>
                    <a:pt x="0" y="1679"/>
                    <a:pt x="0" y="3800"/>
                  </a:cubicBezTo>
                  <a:cubicBezTo>
                    <a:pt x="0" y="5891"/>
                    <a:pt x="2724" y="7569"/>
                    <a:pt x="6081" y="7569"/>
                  </a:cubicBezTo>
                  <a:cubicBezTo>
                    <a:pt x="9438" y="7569"/>
                    <a:pt x="12161" y="5891"/>
                    <a:pt x="12161" y="3800"/>
                  </a:cubicBezTo>
                  <a:cubicBezTo>
                    <a:pt x="12161" y="1679"/>
                    <a:pt x="9438" y="0"/>
                    <a:pt x="6081" y="0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5" name="Google Shape;5415;p32"/>
            <p:cNvSpPr/>
            <p:nvPr/>
          </p:nvSpPr>
          <p:spPr>
            <a:xfrm>
              <a:off x="2587087" y="4400354"/>
              <a:ext cx="403414" cy="240582"/>
            </a:xfrm>
            <a:custGeom>
              <a:rect b="b" l="l" r="r" t="t"/>
              <a:pathLst>
                <a:path extrusionOk="0" h="7253" w="12162">
                  <a:moveTo>
                    <a:pt x="6081" y="1"/>
                  </a:moveTo>
                  <a:cubicBezTo>
                    <a:pt x="2724" y="1"/>
                    <a:pt x="0" y="1616"/>
                    <a:pt x="0" y="3611"/>
                  </a:cubicBezTo>
                  <a:cubicBezTo>
                    <a:pt x="0" y="5638"/>
                    <a:pt x="2724" y="7253"/>
                    <a:pt x="6081" y="7253"/>
                  </a:cubicBezTo>
                  <a:cubicBezTo>
                    <a:pt x="9438" y="7253"/>
                    <a:pt x="12161" y="5638"/>
                    <a:pt x="12161" y="3611"/>
                  </a:cubicBezTo>
                  <a:cubicBezTo>
                    <a:pt x="12161" y="1616"/>
                    <a:pt x="9438" y="1"/>
                    <a:pt x="6081" y="1"/>
                  </a:cubicBez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6" name="Google Shape;5416;p32"/>
            <p:cNvSpPr/>
            <p:nvPr/>
          </p:nvSpPr>
          <p:spPr>
            <a:xfrm>
              <a:off x="2669017" y="4414020"/>
              <a:ext cx="221675" cy="201707"/>
            </a:xfrm>
            <a:custGeom>
              <a:rect b="b" l="l" r="r" t="t"/>
              <a:pathLst>
                <a:path extrusionOk="0" h="6081" w="6683">
                  <a:moveTo>
                    <a:pt x="5163" y="0"/>
                  </a:moveTo>
                  <a:lnTo>
                    <a:pt x="4751" y="761"/>
                  </a:lnTo>
                  <a:cubicBezTo>
                    <a:pt x="4564" y="723"/>
                    <a:pt x="4381" y="705"/>
                    <a:pt x="4202" y="705"/>
                  </a:cubicBezTo>
                  <a:cubicBezTo>
                    <a:pt x="3926" y="705"/>
                    <a:pt x="3658" y="747"/>
                    <a:pt x="3389" y="824"/>
                  </a:cubicBezTo>
                  <a:cubicBezTo>
                    <a:pt x="2946" y="951"/>
                    <a:pt x="2629" y="1172"/>
                    <a:pt x="2439" y="1457"/>
                  </a:cubicBezTo>
                  <a:cubicBezTo>
                    <a:pt x="2313" y="1647"/>
                    <a:pt x="2249" y="1806"/>
                    <a:pt x="2249" y="1996"/>
                  </a:cubicBezTo>
                  <a:cubicBezTo>
                    <a:pt x="2281" y="2154"/>
                    <a:pt x="2344" y="2344"/>
                    <a:pt x="2503" y="2502"/>
                  </a:cubicBezTo>
                  <a:cubicBezTo>
                    <a:pt x="2661" y="2692"/>
                    <a:pt x="3041" y="2946"/>
                    <a:pt x="3643" y="3326"/>
                  </a:cubicBezTo>
                  <a:cubicBezTo>
                    <a:pt x="3928" y="3484"/>
                    <a:pt x="4118" y="3642"/>
                    <a:pt x="4181" y="3769"/>
                  </a:cubicBezTo>
                  <a:cubicBezTo>
                    <a:pt x="4244" y="3896"/>
                    <a:pt x="4213" y="4022"/>
                    <a:pt x="4118" y="4149"/>
                  </a:cubicBezTo>
                  <a:cubicBezTo>
                    <a:pt x="4023" y="4307"/>
                    <a:pt x="3801" y="4402"/>
                    <a:pt x="3516" y="4497"/>
                  </a:cubicBezTo>
                  <a:cubicBezTo>
                    <a:pt x="3349" y="4535"/>
                    <a:pt x="3171" y="4550"/>
                    <a:pt x="2995" y="4550"/>
                  </a:cubicBezTo>
                  <a:cubicBezTo>
                    <a:pt x="2871" y="4550"/>
                    <a:pt x="2747" y="4542"/>
                    <a:pt x="2629" y="4529"/>
                  </a:cubicBezTo>
                  <a:cubicBezTo>
                    <a:pt x="2091" y="4402"/>
                    <a:pt x="1647" y="4117"/>
                    <a:pt x="1394" y="3642"/>
                  </a:cubicBezTo>
                  <a:lnTo>
                    <a:pt x="1" y="3991"/>
                  </a:lnTo>
                  <a:cubicBezTo>
                    <a:pt x="159" y="4307"/>
                    <a:pt x="381" y="4529"/>
                    <a:pt x="666" y="4751"/>
                  </a:cubicBezTo>
                  <a:cubicBezTo>
                    <a:pt x="887" y="4909"/>
                    <a:pt x="1172" y="5036"/>
                    <a:pt x="1616" y="5163"/>
                  </a:cubicBezTo>
                  <a:lnTo>
                    <a:pt x="951" y="5891"/>
                  </a:lnTo>
                  <a:lnTo>
                    <a:pt x="1932" y="6081"/>
                  </a:lnTo>
                  <a:lnTo>
                    <a:pt x="2566" y="5321"/>
                  </a:lnTo>
                  <a:cubicBezTo>
                    <a:pt x="2710" y="5329"/>
                    <a:pt x="2845" y="5333"/>
                    <a:pt x="2973" y="5333"/>
                  </a:cubicBezTo>
                  <a:cubicBezTo>
                    <a:pt x="3320" y="5333"/>
                    <a:pt x="3609" y="5304"/>
                    <a:pt x="3864" y="5258"/>
                  </a:cubicBezTo>
                  <a:cubicBezTo>
                    <a:pt x="4213" y="5226"/>
                    <a:pt x="4529" y="5099"/>
                    <a:pt x="4814" y="4941"/>
                  </a:cubicBezTo>
                  <a:cubicBezTo>
                    <a:pt x="5099" y="4814"/>
                    <a:pt x="5321" y="4624"/>
                    <a:pt x="5448" y="4402"/>
                  </a:cubicBezTo>
                  <a:cubicBezTo>
                    <a:pt x="5606" y="4181"/>
                    <a:pt x="5669" y="3991"/>
                    <a:pt x="5638" y="3769"/>
                  </a:cubicBezTo>
                  <a:cubicBezTo>
                    <a:pt x="5574" y="3579"/>
                    <a:pt x="5479" y="3389"/>
                    <a:pt x="5289" y="3231"/>
                  </a:cubicBezTo>
                  <a:cubicBezTo>
                    <a:pt x="5099" y="3041"/>
                    <a:pt x="4719" y="2787"/>
                    <a:pt x="4149" y="2502"/>
                  </a:cubicBezTo>
                  <a:cubicBezTo>
                    <a:pt x="3833" y="2312"/>
                    <a:pt x="3674" y="2186"/>
                    <a:pt x="3611" y="2059"/>
                  </a:cubicBezTo>
                  <a:cubicBezTo>
                    <a:pt x="3516" y="1964"/>
                    <a:pt x="3516" y="1837"/>
                    <a:pt x="3579" y="1774"/>
                  </a:cubicBezTo>
                  <a:cubicBezTo>
                    <a:pt x="3643" y="1679"/>
                    <a:pt x="3769" y="1584"/>
                    <a:pt x="3959" y="1552"/>
                  </a:cubicBezTo>
                  <a:cubicBezTo>
                    <a:pt x="4054" y="1521"/>
                    <a:pt x="4149" y="1505"/>
                    <a:pt x="4248" y="1505"/>
                  </a:cubicBezTo>
                  <a:cubicBezTo>
                    <a:pt x="4347" y="1505"/>
                    <a:pt x="4450" y="1521"/>
                    <a:pt x="4561" y="1552"/>
                  </a:cubicBezTo>
                  <a:cubicBezTo>
                    <a:pt x="4941" y="1616"/>
                    <a:pt x="5258" y="1837"/>
                    <a:pt x="5511" y="2186"/>
                  </a:cubicBezTo>
                  <a:lnTo>
                    <a:pt x="6683" y="1837"/>
                  </a:lnTo>
                  <a:cubicBezTo>
                    <a:pt x="6493" y="1584"/>
                    <a:pt x="6303" y="1426"/>
                    <a:pt x="6144" y="1299"/>
                  </a:cubicBezTo>
                  <a:cubicBezTo>
                    <a:pt x="5986" y="1204"/>
                    <a:pt x="5796" y="1077"/>
                    <a:pt x="5543" y="982"/>
                  </a:cubicBezTo>
                  <a:lnTo>
                    <a:pt x="5923" y="191"/>
                  </a:lnTo>
                  <a:lnTo>
                    <a:pt x="5163" y="0"/>
                  </a:lnTo>
                  <a:close/>
                </a:path>
              </a:pathLst>
            </a:custGeom>
            <a:solidFill>
              <a:srgbClr val="FFC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7" name="Google Shape;5417;p32"/>
            <p:cNvSpPr/>
            <p:nvPr/>
          </p:nvSpPr>
          <p:spPr>
            <a:xfrm>
              <a:off x="1935794" y="4364795"/>
              <a:ext cx="512410" cy="356777"/>
            </a:xfrm>
            <a:custGeom>
              <a:rect b="b" l="l" r="r" t="t"/>
              <a:pathLst>
                <a:path extrusionOk="0" h="10756" w="15448">
                  <a:moveTo>
                    <a:pt x="5964" y="1"/>
                  </a:moveTo>
                  <a:cubicBezTo>
                    <a:pt x="4334" y="1"/>
                    <a:pt x="2873" y="466"/>
                    <a:pt x="1869" y="1326"/>
                  </a:cubicBezTo>
                  <a:lnTo>
                    <a:pt x="1869" y="1168"/>
                  </a:lnTo>
                  <a:cubicBezTo>
                    <a:pt x="1869" y="1060"/>
                    <a:pt x="1787" y="1003"/>
                    <a:pt x="1705" y="1003"/>
                  </a:cubicBezTo>
                  <a:cubicBezTo>
                    <a:pt x="1643" y="1003"/>
                    <a:pt x="1580" y="1036"/>
                    <a:pt x="1552" y="1104"/>
                  </a:cubicBezTo>
                  <a:lnTo>
                    <a:pt x="1172" y="1991"/>
                  </a:lnTo>
                  <a:cubicBezTo>
                    <a:pt x="1" y="4683"/>
                    <a:pt x="2122" y="8230"/>
                    <a:pt x="5923" y="9908"/>
                  </a:cubicBezTo>
                  <a:cubicBezTo>
                    <a:pt x="7246" y="10482"/>
                    <a:pt x="8599" y="10756"/>
                    <a:pt x="9851" y="10756"/>
                  </a:cubicBezTo>
                  <a:cubicBezTo>
                    <a:pt x="12196" y="10756"/>
                    <a:pt x="14185" y="9795"/>
                    <a:pt x="14948" y="8040"/>
                  </a:cubicBezTo>
                  <a:lnTo>
                    <a:pt x="15423" y="6932"/>
                  </a:lnTo>
                  <a:cubicBezTo>
                    <a:pt x="15448" y="6883"/>
                    <a:pt x="15397" y="6816"/>
                    <a:pt x="15344" y="6816"/>
                  </a:cubicBezTo>
                  <a:cubicBezTo>
                    <a:pt x="15328" y="6816"/>
                    <a:pt x="15312" y="6822"/>
                    <a:pt x="15297" y="6837"/>
                  </a:cubicBezTo>
                  <a:lnTo>
                    <a:pt x="14948" y="7248"/>
                  </a:lnTo>
                  <a:cubicBezTo>
                    <a:pt x="14980" y="4841"/>
                    <a:pt x="12985" y="2213"/>
                    <a:pt x="9881" y="851"/>
                  </a:cubicBezTo>
                  <a:cubicBezTo>
                    <a:pt x="8562" y="274"/>
                    <a:pt x="7213" y="1"/>
                    <a:pt x="5964" y="1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8" name="Google Shape;5418;p32"/>
            <p:cNvSpPr/>
            <p:nvPr/>
          </p:nvSpPr>
          <p:spPr>
            <a:xfrm>
              <a:off x="1952611" y="4308771"/>
              <a:ext cx="532611" cy="370774"/>
            </a:xfrm>
            <a:custGeom>
              <a:rect b="b" l="l" r="r" t="t"/>
              <a:pathLst>
                <a:path extrusionOk="0" h="11178" w="16057">
                  <a:moveTo>
                    <a:pt x="6033" y="1"/>
                  </a:moveTo>
                  <a:cubicBezTo>
                    <a:pt x="3766" y="1"/>
                    <a:pt x="1870" y="910"/>
                    <a:pt x="1140" y="2572"/>
                  </a:cubicBezTo>
                  <a:cubicBezTo>
                    <a:pt x="0" y="5169"/>
                    <a:pt x="2154" y="8621"/>
                    <a:pt x="5954" y="10299"/>
                  </a:cubicBezTo>
                  <a:cubicBezTo>
                    <a:pt x="7336" y="10893"/>
                    <a:pt x="8738" y="11178"/>
                    <a:pt x="10020" y="11178"/>
                  </a:cubicBezTo>
                  <a:cubicBezTo>
                    <a:pt x="12293" y="11178"/>
                    <a:pt x="14187" y="10281"/>
                    <a:pt x="14916" y="8621"/>
                  </a:cubicBezTo>
                  <a:cubicBezTo>
                    <a:pt x="16057" y="6024"/>
                    <a:pt x="13903" y="2572"/>
                    <a:pt x="10071" y="893"/>
                  </a:cubicBezTo>
                  <a:cubicBezTo>
                    <a:pt x="8702" y="289"/>
                    <a:pt x="7309" y="1"/>
                    <a:pt x="6033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9" name="Google Shape;5419;p32"/>
            <p:cNvSpPr/>
            <p:nvPr/>
          </p:nvSpPr>
          <p:spPr>
            <a:xfrm>
              <a:off x="2008271" y="4349803"/>
              <a:ext cx="424443" cy="281282"/>
            </a:xfrm>
            <a:custGeom>
              <a:rect b="b" l="l" r="r" t="t"/>
              <a:pathLst>
                <a:path extrusionOk="0" h="8480" w="12796">
                  <a:moveTo>
                    <a:pt x="4448" y="1"/>
                  </a:moveTo>
                  <a:cubicBezTo>
                    <a:pt x="2741" y="1"/>
                    <a:pt x="1348" y="626"/>
                    <a:pt x="824" y="1810"/>
                  </a:cubicBezTo>
                  <a:cubicBezTo>
                    <a:pt x="1" y="3710"/>
                    <a:pt x="1806" y="6370"/>
                    <a:pt x="4878" y="7700"/>
                  </a:cubicBezTo>
                  <a:cubicBezTo>
                    <a:pt x="6068" y="8228"/>
                    <a:pt x="7273" y="8480"/>
                    <a:pt x="8352" y="8480"/>
                  </a:cubicBezTo>
                  <a:cubicBezTo>
                    <a:pt x="10057" y="8480"/>
                    <a:pt x="11448" y="7851"/>
                    <a:pt x="11972" y="6687"/>
                  </a:cubicBezTo>
                  <a:cubicBezTo>
                    <a:pt x="12795" y="4755"/>
                    <a:pt x="10990" y="2127"/>
                    <a:pt x="7918" y="765"/>
                  </a:cubicBezTo>
                  <a:cubicBezTo>
                    <a:pt x="6729" y="250"/>
                    <a:pt x="5526" y="1"/>
                    <a:pt x="4448" y="1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0" name="Google Shape;5420;p32"/>
            <p:cNvSpPr/>
            <p:nvPr/>
          </p:nvSpPr>
          <p:spPr>
            <a:xfrm>
              <a:off x="2007242" y="4358360"/>
              <a:ext cx="422320" cy="273818"/>
            </a:xfrm>
            <a:custGeom>
              <a:rect b="b" l="l" r="r" t="t"/>
              <a:pathLst>
                <a:path extrusionOk="0" h="8255" w="12732">
                  <a:moveTo>
                    <a:pt x="4251" y="0"/>
                  </a:moveTo>
                  <a:cubicBezTo>
                    <a:pt x="2609" y="0"/>
                    <a:pt x="1285" y="578"/>
                    <a:pt x="792" y="1678"/>
                  </a:cubicBezTo>
                  <a:cubicBezTo>
                    <a:pt x="0" y="3547"/>
                    <a:pt x="1837" y="6112"/>
                    <a:pt x="4909" y="7474"/>
                  </a:cubicBezTo>
                  <a:cubicBezTo>
                    <a:pt x="6126" y="8001"/>
                    <a:pt x="7352" y="8254"/>
                    <a:pt x="8441" y="8254"/>
                  </a:cubicBezTo>
                  <a:cubicBezTo>
                    <a:pt x="10102" y="8254"/>
                    <a:pt x="11442" y="7665"/>
                    <a:pt x="11939" y="6555"/>
                  </a:cubicBezTo>
                  <a:cubicBezTo>
                    <a:pt x="12731" y="4719"/>
                    <a:pt x="10894" y="2154"/>
                    <a:pt x="7822" y="792"/>
                  </a:cubicBezTo>
                  <a:cubicBezTo>
                    <a:pt x="6591" y="259"/>
                    <a:pt x="5350" y="0"/>
                    <a:pt x="4251" y="0"/>
                  </a:cubicBez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1" name="Google Shape;5421;p32"/>
            <p:cNvSpPr/>
            <p:nvPr/>
          </p:nvSpPr>
          <p:spPr>
            <a:xfrm>
              <a:off x="2059750" y="4401415"/>
              <a:ext cx="320422" cy="169167"/>
            </a:xfrm>
            <a:custGeom>
              <a:rect b="b" l="l" r="r" t="t"/>
              <a:pathLst>
                <a:path extrusionOk="0" h="5100" w="9660">
                  <a:moveTo>
                    <a:pt x="3199" y="0"/>
                  </a:moveTo>
                  <a:cubicBezTo>
                    <a:pt x="2756" y="64"/>
                    <a:pt x="2376" y="159"/>
                    <a:pt x="2027" y="317"/>
                  </a:cubicBezTo>
                  <a:cubicBezTo>
                    <a:pt x="1806" y="444"/>
                    <a:pt x="1616" y="634"/>
                    <a:pt x="1457" y="887"/>
                  </a:cubicBezTo>
                  <a:lnTo>
                    <a:pt x="254" y="349"/>
                  </a:lnTo>
                  <a:lnTo>
                    <a:pt x="1" y="919"/>
                  </a:lnTo>
                  <a:lnTo>
                    <a:pt x="1236" y="1457"/>
                  </a:lnTo>
                  <a:cubicBezTo>
                    <a:pt x="1204" y="1774"/>
                    <a:pt x="1236" y="2059"/>
                    <a:pt x="1331" y="2281"/>
                  </a:cubicBezTo>
                  <a:cubicBezTo>
                    <a:pt x="1426" y="2502"/>
                    <a:pt x="1616" y="2724"/>
                    <a:pt x="1869" y="2946"/>
                  </a:cubicBezTo>
                  <a:cubicBezTo>
                    <a:pt x="2091" y="3167"/>
                    <a:pt x="2407" y="3357"/>
                    <a:pt x="2756" y="3516"/>
                  </a:cubicBezTo>
                  <a:cubicBezTo>
                    <a:pt x="3072" y="3642"/>
                    <a:pt x="3421" y="3737"/>
                    <a:pt x="3738" y="3769"/>
                  </a:cubicBezTo>
                  <a:cubicBezTo>
                    <a:pt x="3814" y="3778"/>
                    <a:pt x="3893" y="3781"/>
                    <a:pt x="3972" y="3781"/>
                  </a:cubicBezTo>
                  <a:cubicBezTo>
                    <a:pt x="4188" y="3781"/>
                    <a:pt x="4407" y="3752"/>
                    <a:pt x="4593" y="3706"/>
                  </a:cubicBezTo>
                  <a:cubicBezTo>
                    <a:pt x="4878" y="3611"/>
                    <a:pt x="5226" y="3421"/>
                    <a:pt x="5701" y="3104"/>
                  </a:cubicBezTo>
                  <a:cubicBezTo>
                    <a:pt x="5986" y="2914"/>
                    <a:pt x="6208" y="2819"/>
                    <a:pt x="6366" y="2787"/>
                  </a:cubicBezTo>
                  <a:cubicBezTo>
                    <a:pt x="6445" y="2774"/>
                    <a:pt x="6513" y="2767"/>
                    <a:pt x="6576" y="2767"/>
                  </a:cubicBezTo>
                  <a:cubicBezTo>
                    <a:pt x="6666" y="2767"/>
                    <a:pt x="6748" y="2782"/>
                    <a:pt x="6841" y="2819"/>
                  </a:cubicBezTo>
                  <a:cubicBezTo>
                    <a:pt x="6999" y="2882"/>
                    <a:pt x="7126" y="3009"/>
                    <a:pt x="7189" y="3167"/>
                  </a:cubicBezTo>
                  <a:cubicBezTo>
                    <a:pt x="7284" y="3294"/>
                    <a:pt x="7284" y="3452"/>
                    <a:pt x="7221" y="3611"/>
                  </a:cubicBezTo>
                  <a:cubicBezTo>
                    <a:pt x="7094" y="3864"/>
                    <a:pt x="6778" y="4054"/>
                    <a:pt x="6239" y="4117"/>
                  </a:cubicBezTo>
                  <a:lnTo>
                    <a:pt x="6841" y="5099"/>
                  </a:lnTo>
                  <a:cubicBezTo>
                    <a:pt x="7221" y="5036"/>
                    <a:pt x="7474" y="4941"/>
                    <a:pt x="7633" y="4877"/>
                  </a:cubicBezTo>
                  <a:cubicBezTo>
                    <a:pt x="7823" y="4782"/>
                    <a:pt x="7981" y="4656"/>
                    <a:pt x="8140" y="4497"/>
                  </a:cubicBezTo>
                  <a:lnTo>
                    <a:pt x="9406" y="5036"/>
                  </a:lnTo>
                  <a:lnTo>
                    <a:pt x="9660" y="4466"/>
                  </a:lnTo>
                  <a:lnTo>
                    <a:pt x="8456" y="3959"/>
                  </a:lnTo>
                  <a:cubicBezTo>
                    <a:pt x="8583" y="3579"/>
                    <a:pt x="8520" y="3231"/>
                    <a:pt x="8298" y="2882"/>
                  </a:cubicBezTo>
                  <a:cubicBezTo>
                    <a:pt x="8076" y="2502"/>
                    <a:pt x="7728" y="2217"/>
                    <a:pt x="7284" y="2027"/>
                  </a:cubicBezTo>
                  <a:cubicBezTo>
                    <a:pt x="6999" y="1901"/>
                    <a:pt x="6714" y="1837"/>
                    <a:pt x="6429" y="1806"/>
                  </a:cubicBezTo>
                  <a:cubicBezTo>
                    <a:pt x="6366" y="1798"/>
                    <a:pt x="6301" y="1794"/>
                    <a:pt x="6234" y="1794"/>
                  </a:cubicBezTo>
                  <a:cubicBezTo>
                    <a:pt x="6034" y="1794"/>
                    <a:pt x="5820" y="1829"/>
                    <a:pt x="5606" y="1901"/>
                  </a:cubicBezTo>
                  <a:cubicBezTo>
                    <a:pt x="5353" y="1996"/>
                    <a:pt x="4941" y="2186"/>
                    <a:pt x="4403" y="2534"/>
                  </a:cubicBezTo>
                  <a:cubicBezTo>
                    <a:pt x="4149" y="2692"/>
                    <a:pt x="3896" y="2787"/>
                    <a:pt x="3706" y="2787"/>
                  </a:cubicBezTo>
                  <a:cubicBezTo>
                    <a:pt x="3658" y="2795"/>
                    <a:pt x="3611" y="2799"/>
                    <a:pt x="3563" y="2799"/>
                  </a:cubicBezTo>
                  <a:cubicBezTo>
                    <a:pt x="3419" y="2799"/>
                    <a:pt x="3270" y="2764"/>
                    <a:pt x="3104" y="2692"/>
                  </a:cubicBezTo>
                  <a:cubicBezTo>
                    <a:pt x="2851" y="2566"/>
                    <a:pt x="2661" y="2407"/>
                    <a:pt x="2534" y="2217"/>
                  </a:cubicBezTo>
                  <a:cubicBezTo>
                    <a:pt x="2407" y="1996"/>
                    <a:pt x="2407" y="1806"/>
                    <a:pt x="2471" y="1647"/>
                  </a:cubicBezTo>
                  <a:cubicBezTo>
                    <a:pt x="2629" y="1299"/>
                    <a:pt x="3072" y="1077"/>
                    <a:pt x="3833" y="951"/>
                  </a:cubicBezTo>
                  <a:lnTo>
                    <a:pt x="3199" y="0"/>
                  </a:lnTo>
                  <a:close/>
                </a:path>
              </a:pathLst>
            </a:custGeom>
            <a:solidFill>
              <a:srgbClr val="FFC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2" name="Google Shape;5422;p32"/>
            <p:cNvSpPr/>
            <p:nvPr/>
          </p:nvSpPr>
          <p:spPr>
            <a:xfrm>
              <a:off x="1868559" y="3778483"/>
              <a:ext cx="793128" cy="428623"/>
            </a:xfrm>
            <a:custGeom>
              <a:rect b="b" l="l" r="r" t="t"/>
              <a:pathLst>
                <a:path extrusionOk="0" h="12922" w="23911">
                  <a:moveTo>
                    <a:pt x="11972" y="3358"/>
                  </a:moveTo>
                  <a:cubicBezTo>
                    <a:pt x="15170" y="3358"/>
                    <a:pt x="17831" y="4339"/>
                    <a:pt x="18179" y="5638"/>
                  </a:cubicBezTo>
                  <a:cubicBezTo>
                    <a:pt x="17831" y="6936"/>
                    <a:pt x="15170" y="7950"/>
                    <a:pt x="11972" y="7950"/>
                  </a:cubicBezTo>
                  <a:cubicBezTo>
                    <a:pt x="8773" y="7950"/>
                    <a:pt x="6145" y="6936"/>
                    <a:pt x="5765" y="5638"/>
                  </a:cubicBezTo>
                  <a:cubicBezTo>
                    <a:pt x="6145" y="4339"/>
                    <a:pt x="8773" y="3358"/>
                    <a:pt x="11972" y="3358"/>
                  </a:cubicBezTo>
                  <a:close/>
                  <a:moveTo>
                    <a:pt x="11972" y="1"/>
                  </a:moveTo>
                  <a:cubicBezTo>
                    <a:pt x="6398" y="1"/>
                    <a:pt x="1711" y="1774"/>
                    <a:pt x="381" y="4149"/>
                  </a:cubicBezTo>
                  <a:lnTo>
                    <a:pt x="1" y="3674"/>
                  </a:lnTo>
                  <a:lnTo>
                    <a:pt x="1" y="7000"/>
                  </a:lnTo>
                  <a:cubicBezTo>
                    <a:pt x="1" y="10040"/>
                    <a:pt x="5353" y="12922"/>
                    <a:pt x="11972" y="12922"/>
                  </a:cubicBezTo>
                  <a:cubicBezTo>
                    <a:pt x="18559" y="12922"/>
                    <a:pt x="23911" y="10040"/>
                    <a:pt x="23911" y="7000"/>
                  </a:cubicBezTo>
                  <a:lnTo>
                    <a:pt x="23911" y="3674"/>
                  </a:lnTo>
                  <a:lnTo>
                    <a:pt x="23563" y="4149"/>
                  </a:lnTo>
                  <a:cubicBezTo>
                    <a:pt x="22233" y="1743"/>
                    <a:pt x="17545" y="1"/>
                    <a:pt x="11972" y="1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3" name="Google Shape;5423;p32"/>
            <p:cNvSpPr/>
            <p:nvPr/>
          </p:nvSpPr>
          <p:spPr>
            <a:xfrm>
              <a:off x="1869620" y="3717582"/>
              <a:ext cx="793128" cy="365567"/>
            </a:xfrm>
            <a:custGeom>
              <a:rect b="b" l="l" r="r" t="t"/>
              <a:pathLst>
                <a:path extrusionOk="0" h="11021" w="23911">
                  <a:moveTo>
                    <a:pt x="11940" y="2534"/>
                  </a:moveTo>
                  <a:cubicBezTo>
                    <a:pt x="15708" y="2534"/>
                    <a:pt x="18780" y="3737"/>
                    <a:pt x="18780" y="5194"/>
                  </a:cubicBezTo>
                  <a:cubicBezTo>
                    <a:pt x="18780" y="6650"/>
                    <a:pt x="15708" y="7822"/>
                    <a:pt x="11940" y="7822"/>
                  </a:cubicBezTo>
                  <a:cubicBezTo>
                    <a:pt x="8171" y="7822"/>
                    <a:pt x="5099" y="6650"/>
                    <a:pt x="5099" y="5194"/>
                  </a:cubicBezTo>
                  <a:cubicBezTo>
                    <a:pt x="5099" y="3737"/>
                    <a:pt x="8171" y="2534"/>
                    <a:pt x="11940" y="2534"/>
                  </a:cubicBezTo>
                  <a:close/>
                  <a:moveTo>
                    <a:pt x="11940" y="0"/>
                  </a:moveTo>
                  <a:cubicBezTo>
                    <a:pt x="5353" y="0"/>
                    <a:pt x="0" y="2470"/>
                    <a:pt x="0" y="5510"/>
                  </a:cubicBezTo>
                  <a:cubicBezTo>
                    <a:pt x="0" y="8551"/>
                    <a:pt x="5353" y="11021"/>
                    <a:pt x="11940" y="11021"/>
                  </a:cubicBezTo>
                  <a:cubicBezTo>
                    <a:pt x="18559" y="11021"/>
                    <a:pt x="23911" y="8551"/>
                    <a:pt x="23911" y="5510"/>
                  </a:cubicBezTo>
                  <a:cubicBezTo>
                    <a:pt x="23911" y="2470"/>
                    <a:pt x="18559" y="0"/>
                    <a:pt x="11940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4" name="Google Shape;5424;p32"/>
            <p:cNvSpPr/>
            <p:nvPr/>
          </p:nvSpPr>
          <p:spPr>
            <a:xfrm>
              <a:off x="1655342" y="3242754"/>
              <a:ext cx="1221717" cy="585152"/>
            </a:xfrm>
            <a:custGeom>
              <a:rect b="b" l="l" r="r" t="t"/>
              <a:pathLst>
                <a:path extrusionOk="0" h="17641" w="36832">
                  <a:moveTo>
                    <a:pt x="18400" y="3738"/>
                  </a:moveTo>
                  <a:cubicBezTo>
                    <a:pt x="24797" y="3738"/>
                    <a:pt x="30086" y="5543"/>
                    <a:pt x="30814" y="7886"/>
                  </a:cubicBezTo>
                  <a:cubicBezTo>
                    <a:pt x="30086" y="10198"/>
                    <a:pt x="24797" y="12003"/>
                    <a:pt x="18400" y="12003"/>
                  </a:cubicBezTo>
                  <a:cubicBezTo>
                    <a:pt x="12003" y="12003"/>
                    <a:pt x="6714" y="10198"/>
                    <a:pt x="5985" y="7886"/>
                  </a:cubicBezTo>
                  <a:cubicBezTo>
                    <a:pt x="6714" y="5543"/>
                    <a:pt x="12003" y="3738"/>
                    <a:pt x="18400" y="3738"/>
                  </a:cubicBezTo>
                  <a:close/>
                  <a:moveTo>
                    <a:pt x="18400" y="1"/>
                  </a:moveTo>
                  <a:cubicBezTo>
                    <a:pt x="9817" y="1"/>
                    <a:pt x="2597" y="2471"/>
                    <a:pt x="570" y="5796"/>
                  </a:cubicBezTo>
                  <a:lnTo>
                    <a:pt x="0" y="5796"/>
                  </a:lnTo>
                  <a:lnTo>
                    <a:pt x="0" y="9406"/>
                  </a:lnTo>
                  <a:cubicBezTo>
                    <a:pt x="0" y="13650"/>
                    <a:pt x="8234" y="17640"/>
                    <a:pt x="18400" y="17640"/>
                  </a:cubicBezTo>
                  <a:cubicBezTo>
                    <a:pt x="28566" y="17640"/>
                    <a:pt x="36831" y="13650"/>
                    <a:pt x="36831" y="9406"/>
                  </a:cubicBezTo>
                  <a:lnTo>
                    <a:pt x="36831" y="5796"/>
                  </a:lnTo>
                  <a:lnTo>
                    <a:pt x="36261" y="5796"/>
                  </a:lnTo>
                  <a:cubicBezTo>
                    <a:pt x="34234" y="2471"/>
                    <a:pt x="27014" y="1"/>
                    <a:pt x="18400" y="1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5" name="Google Shape;5425;p32"/>
            <p:cNvSpPr/>
            <p:nvPr/>
          </p:nvSpPr>
          <p:spPr>
            <a:xfrm>
              <a:off x="1655342" y="3179731"/>
              <a:ext cx="1221717" cy="509491"/>
            </a:xfrm>
            <a:custGeom>
              <a:rect b="b" l="l" r="r" t="t"/>
              <a:pathLst>
                <a:path extrusionOk="0" h="15360" w="36832">
                  <a:moveTo>
                    <a:pt x="18400" y="2756"/>
                  </a:moveTo>
                  <a:cubicBezTo>
                    <a:pt x="25019" y="2756"/>
                    <a:pt x="30371" y="4751"/>
                    <a:pt x="30371" y="7253"/>
                  </a:cubicBezTo>
                  <a:cubicBezTo>
                    <a:pt x="30371" y="9723"/>
                    <a:pt x="25019" y="11750"/>
                    <a:pt x="18400" y="11750"/>
                  </a:cubicBezTo>
                  <a:cubicBezTo>
                    <a:pt x="11813" y="11750"/>
                    <a:pt x="6460" y="9723"/>
                    <a:pt x="6460" y="7253"/>
                  </a:cubicBezTo>
                  <a:cubicBezTo>
                    <a:pt x="6460" y="4783"/>
                    <a:pt x="11813" y="2756"/>
                    <a:pt x="18400" y="2756"/>
                  </a:cubicBezTo>
                  <a:close/>
                  <a:moveTo>
                    <a:pt x="18400" y="1"/>
                  </a:moveTo>
                  <a:cubicBezTo>
                    <a:pt x="8234" y="1"/>
                    <a:pt x="0" y="3452"/>
                    <a:pt x="0" y="7696"/>
                  </a:cubicBezTo>
                  <a:cubicBezTo>
                    <a:pt x="0" y="11940"/>
                    <a:pt x="8234" y="15360"/>
                    <a:pt x="18400" y="15360"/>
                  </a:cubicBezTo>
                  <a:cubicBezTo>
                    <a:pt x="28566" y="15360"/>
                    <a:pt x="36831" y="11940"/>
                    <a:pt x="36831" y="7696"/>
                  </a:cubicBezTo>
                  <a:cubicBezTo>
                    <a:pt x="36831" y="3452"/>
                    <a:pt x="28566" y="1"/>
                    <a:pt x="18400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6" name="Google Shape;5426;p32"/>
            <p:cNvSpPr/>
            <p:nvPr/>
          </p:nvSpPr>
          <p:spPr>
            <a:xfrm>
              <a:off x="1352798" y="2634549"/>
              <a:ext cx="1826771" cy="786826"/>
            </a:xfrm>
            <a:custGeom>
              <a:rect b="b" l="l" r="r" t="t"/>
              <a:pathLst>
                <a:path extrusionOk="0" h="23721" w="55073">
                  <a:moveTo>
                    <a:pt x="27521" y="4751"/>
                  </a:moveTo>
                  <a:cubicBezTo>
                    <a:pt x="37782" y="4751"/>
                    <a:pt x="46205" y="7443"/>
                    <a:pt x="47377" y="10863"/>
                  </a:cubicBezTo>
                  <a:cubicBezTo>
                    <a:pt x="46205" y="14315"/>
                    <a:pt x="37782" y="17007"/>
                    <a:pt x="27521" y="17007"/>
                  </a:cubicBezTo>
                  <a:cubicBezTo>
                    <a:pt x="17292" y="17007"/>
                    <a:pt x="8836" y="14315"/>
                    <a:pt x="7664" y="10863"/>
                  </a:cubicBezTo>
                  <a:cubicBezTo>
                    <a:pt x="8836" y="7443"/>
                    <a:pt x="17292" y="4751"/>
                    <a:pt x="27521" y="4751"/>
                  </a:cubicBezTo>
                  <a:close/>
                  <a:moveTo>
                    <a:pt x="27521" y="0"/>
                  </a:moveTo>
                  <a:cubicBezTo>
                    <a:pt x="14663" y="0"/>
                    <a:pt x="3864" y="3389"/>
                    <a:pt x="824" y="7981"/>
                  </a:cubicBezTo>
                  <a:lnTo>
                    <a:pt x="0" y="7981"/>
                  </a:lnTo>
                  <a:lnTo>
                    <a:pt x="0" y="12351"/>
                  </a:lnTo>
                  <a:cubicBezTo>
                    <a:pt x="0" y="18210"/>
                    <a:pt x="12320" y="23720"/>
                    <a:pt x="27521" y="23720"/>
                  </a:cubicBezTo>
                  <a:cubicBezTo>
                    <a:pt x="42722" y="23720"/>
                    <a:pt x="55073" y="18210"/>
                    <a:pt x="55073" y="12351"/>
                  </a:cubicBezTo>
                  <a:lnTo>
                    <a:pt x="55073" y="7981"/>
                  </a:lnTo>
                  <a:lnTo>
                    <a:pt x="54218" y="7981"/>
                  </a:lnTo>
                  <a:cubicBezTo>
                    <a:pt x="51178" y="3389"/>
                    <a:pt x="40378" y="0"/>
                    <a:pt x="27521" y="0"/>
                  </a:cubicBez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7" name="Google Shape;5427;p32"/>
            <p:cNvSpPr/>
            <p:nvPr/>
          </p:nvSpPr>
          <p:spPr>
            <a:xfrm>
              <a:off x="1352798" y="2547345"/>
              <a:ext cx="1826771" cy="704896"/>
            </a:xfrm>
            <a:custGeom>
              <a:rect b="b" l="l" r="r" t="t"/>
              <a:pathLst>
                <a:path extrusionOk="0" h="21251" w="55073">
                  <a:moveTo>
                    <a:pt x="27521" y="3358"/>
                  </a:moveTo>
                  <a:cubicBezTo>
                    <a:pt x="38510" y="3358"/>
                    <a:pt x="47377" y="6335"/>
                    <a:pt x="47377" y="10008"/>
                  </a:cubicBezTo>
                  <a:cubicBezTo>
                    <a:pt x="47377" y="14284"/>
                    <a:pt x="38478" y="16690"/>
                    <a:pt x="27521" y="16690"/>
                  </a:cubicBezTo>
                  <a:cubicBezTo>
                    <a:pt x="16563" y="16690"/>
                    <a:pt x="7664" y="13682"/>
                    <a:pt x="7664" y="10008"/>
                  </a:cubicBezTo>
                  <a:cubicBezTo>
                    <a:pt x="7664" y="6335"/>
                    <a:pt x="16563" y="3358"/>
                    <a:pt x="27521" y="3358"/>
                  </a:cubicBezTo>
                  <a:close/>
                  <a:moveTo>
                    <a:pt x="27521" y="1"/>
                  </a:moveTo>
                  <a:cubicBezTo>
                    <a:pt x="12320" y="1"/>
                    <a:pt x="0" y="4751"/>
                    <a:pt x="0" y="10610"/>
                  </a:cubicBezTo>
                  <a:cubicBezTo>
                    <a:pt x="0" y="16500"/>
                    <a:pt x="12320" y="21251"/>
                    <a:pt x="27521" y="21251"/>
                  </a:cubicBezTo>
                  <a:cubicBezTo>
                    <a:pt x="42722" y="21251"/>
                    <a:pt x="55073" y="16500"/>
                    <a:pt x="55073" y="10610"/>
                  </a:cubicBezTo>
                  <a:cubicBezTo>
                    <a:pt x="55073" y="4751"/>
                    <a:pt x="42722" y="1"/>
                    <a:pt x="27521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8" name="Google Shape;5428;p32"/>
            <p:cNvSpPr/>
            <p:nvPr/>
          </p:nvSpPr>
          <p:spPr>
            <a:xfrm>
              <a:off x="1062859" y="1898175"/>
              <a:ext cx="2404560" cy="978017"/>
            </a:xfrm>
            <a:custGeom>
              <a:rect b="b" l="l" r="r" t="t"/>
              <a:pathLst>
                <a:path extrusionOk="0" h="29485" w="72492">
                  <a:moveTo>
                    <a:pt x="36262" y="5479"/>
                  </a:moveTo>
                  <a:cubicBezTo>
                    <a:pt x="50481" y="5479"/>
                    <a:pt x="62199" y="8994"/>
                    <a:pt x="63814" y="13523"/>
                  </a:cubicBezTo>
                  <a:cubicBezTo>
                    <a:pt x="62199" y="18052"/>
                    <a:pt x="50481" y="21535"/>
                    <a:pt x="36262" y="21535"/>
                  </a:cubicBezTo>
                  <a:cubicBezTo>
                    <a:pt x="22074" y="21535"/>
                    <a:pt x="10356" y="18052"/>
                    <a:pt x="8741" y="13523"/>
                  </a:cubicBezTo>
                  <a:cubicBezTo>
                    <a:pt x="10356" y="8994"/>
                    <a:pt x="22074" y="5479"/>
                    <a:pt x="36262" y="5479"/>
                  </a:cubicBezTo>
                  <a:close/>
                  <a:moveTo>
                    <a:pt x="36262" y="0"/>
                  </a:moveTo>
                  <a:cubicBezTo>
                    <a:pt x="19350" y="0"/>
                    <a:pt x="5131" y="4212"/>
                    <a:pt x="1141" y="9945"/>
                  </a:cubicBezTo>
                  <a:lnTo>
                    <a:pt x="1" y="9945"/>
                  </a:lnTo>
                  <a:lnTo>
                    <a:pt x="1" y="15360"/>
                  </a:lnTo>
                  <a:cubicBezTo>
                    <a:pt x="1" y="22644"/>
                    <a:pt x="16247" y="29484"/>
                    <a:pt x="36262" y="29484"/>
                  </a:cubicBezTo>
                  <a:cubicBezTo>
                    <a:pt x="56277" y="29484"/>
                    <a:pt x="72491" y="22644"/>
                    <a:pt x="72491" y="15360"/>
                  </a:cubicBezTo>
                  <a:lnTo>
                    <a:pt x="72491" y="9945"/>
                  </a:lnTo>
                  <a:lnTo>
                    <a:pt x="71383" y="9945"/>
                  </a:lnTo>
                  <a:cubicBezTo>
                    <a:pt x="67424" y="4212"/>
                    <a:pt x="53205" y="0"/>
                    <a:pt x="36262" y="0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9" name="Google Shape;5429;p32"/>
            <p:cNvSpPr/>
            <p:nvPr/>
          </p:nvSpPr>
          <p:spPr>
            <a:xfrm>
              <a:off x="1063921" y="1789974"/>
              <a:ext cx="2404526" cy="876119"/>
            </a:xfrm>
            <a:custGeom>
              <a:rect b="b" l="l" r="r" t="t"/>
              <a:pathLst>
                <a:path extrusionOk="0" h="26413" w="72491">
                  <a:moveTo>
                    <a:pt x="36230" y="3326"/>
                  </a:moveTo>
                  <a:cubicBezTo>
                    <a:pt x="51558" y="3326"/>
                    <a:pt x="63972" y="7411"/>
                    <a:pt x="63972" y="12446"/>
                  </a:cubicBezTo>
                  <a:cubicBezTo>
                    <a:pt x="63972" y="17482"/>
                    <a:pt x="51558" y="21535"/>
                    <a:pt x="36230" y="21535"/>
                  </a:cubicBezTo>
                  <a:cubicBezTo>
                    <a:pt x="20934" y="21535"/>
                    <a:pt x="8488" y="17482"/>
                    <a:pt x="8488" y="12446"/>
                  </a:cubicBezTo>
                  <a:cubicBezTo>
                    <a:pt x="8488" y="7411"/>
                    <a:pt x="20934" y="3326"/>
                    <a:pt x="36230" y="3326"/>
                  </a:cubicBezTo>
                  <a:close/>
                  <a:moveTo>
                    <a:pt x="36230" y="1"/>
                  </a:moveTo>
                  <a:cubicBezTo>
                    <a:pt x="16215" y="1"/>
                    <a:pt x="0" y="5891"/>
                    <a:pt x="0" y="13207"/>
                  </a:cubicBezTo>
                  <a:cubicBezTo>
                    <a:pt x="0" y="20490"/>
                    <a:pt x="16215" y="26412"/>
                    <a:pt x="36230" y="26412"/>
                  </a:cubicBezTo>
                  <a:cubicBezTo>
                    <a:pt x="56245" y="26412"/>
                    <a:pt x="72491" y="20490"/>
                    <a:pt x="72491" y="13207"/>
                  </a:cubicBezTo>
                  <a:cubicBezTo>
                    <a:pt x="72491" y="5891"/>
                    <a:pt x="56245" y="1"/>
                    <a:pt x="36230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0" name="Google Shape;5430;p32"/>
            <p:cNvSpPr/>
            <p:nvPr/>
          </p:nvSpPr>
          <p:spPr>
            <a:xfrm>
              <a:off x="2334962" y="1023150"/>
              <a:ext cx="551551" cy="500071"/>
            </a:xfrm>
            <a:custGeom>
              <a:rect b="b" l="l" r="r" t="t"/>
              <a:pathLst>
                <a:path extrusionOk="0" h="15076" w="16628">
                  <a:moveTo>
                    <a:pt x="8330" y="0"/>
                  </a:moveTo>
                  <a:cubicBezTo>
                    <a:pt x="3738" y="0"/>
                    <a:pt x="1" y="3737"/>
                    <a:pt x="1" y="8329"/>
                  </a:cubicBezTo>
                  <a:cubicBezTo>
                    <a:pt x="1" y="10388"/>
                    <a:pt x="729" y="12256"/>
                    <a:pt x="1964" y="13681"/>
                  </a:cubicBezTo>
                  <a:cubicBezTo>
                    <a:pt x="2745" y="14608"/>
                    <a:pt x="5645" y="15076"/>
                    <a:pt x="8489" y="15076"/>
                  </a:cubicBezTo>
                  <a:cubicBezTo>
                    <a:pt x="11185" y="15076"/>
                    <a:pt x="13829" y="14656"/>
                    <a:pt x="14569" y="13808"/>
                  </a:cubicBezTo>
                  <a:cubicBezTo>
                    <a:pt x="15867" y="12351"/>
                    <a:pt x="16627" y="10419"/>
                    <a:pt x="16627" y="8329"/>
                  </a:cubicBezTo>
                  <a:cubicBezTo>
                    <a:pt x="16627" y="3737"/>
                    <a:pt x="12922" y="0"/>
                    <a:pt x="8330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1" name="Google Shape;5431;p32"/>
            <p:cNvSpPr/>
            <p:nvPr/>
          </p:nvSpPr>
          <p:spPr>
            <a:xfrm>
              <a:off x="2447375" y="1368748"/>
              <a:ext cx="328814" cy="206981"/>
            </a:xfrm>
            <a:custGeom>
              <a:rect b="b" l="l" r="r" t="t"/>
              <a:pathLst>
                <a:path extrusionOk="0" h="6240" w="9913">
                  <a:moveTo>
                    <a:pt x="3579" y="0"/>
                  </a:moveTo>
                  <a:lnTo>
                    <a:pt x="856" y="855"/>
                  </a:lnTo>
                  <a:cubicBezTo>
                    <a:pt x="317" y="1014"/>
                    <a:pt x="0" y="1520"/>
                    <a:pt x="95" y="2059"/>
                  </a:cubicBezTo>
                  <a:cubicBezTo>
                    <a:pt x="191" y="2756"/>
                    <a:pt x="349" y="3801"/>
                    <a:pt x="507" y="4909"/>
                  </a:cubicBezTo>
                  <a:cubicBezTo>
                    <a:pt x="1806" y="5732"/>
                    <a:pt x="3357" y="6239"/>
                    <a:pt x="5004" y="6239"/>
                  </a:cubicBezTo>
                  <a:cubicBezTo>
                    <a:pt x="6619" y="6239"/>
                    <a:pt x="8108" y="5764"/>
                    <a:pt x="9375" y="4972"/>
                  </a:cubicBezTo>
                  <a:cubicBezTo>
                    <a:pt x="9565" y="3801"/>
                    <a:pt x="9755" y="2756"/>
                    <a:pt x="9850" y="2059"/>
                  </a:cubicBezTo>
                  <a:cubicBezTo>
                    <a:pt x="9913" y="1520"/>
                    <a:pt x="9596" y="1014"/>
                    <a:pt x="9090" y="855"/>
                  </a:cubicBezTo>
                  <a:lnTo>
                    <a:pt x="6334" y="0"/>
                  </a:lnTo>
                  <a:close/>
                </a:path>
              </a:pathLst>
            </a:custGeom>
            <a:solidFill>
              <a:srgbClr val="FB9B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2" name="Google Shape;5432;p32"/>
            <p:cNvSpPr/>
            <p:nvPr/>
          </p:nvSpPr>
          <p:spPr>
            <a:xfrm>
              <a:off x="2390654" y="1336175"/>
              <a:ext cx="439138" cy="240582"/>
            </a:xfrm>
            <a:custGeom>
              <a:rect b="b" l="l" r="r" t="t"/>
              <a:pathLst>
                <a:path extrusionOk="0" h="7253" w="13239">
                  <a:moveTo>
                    <a:pt x="8076" y="1"/>
                  </a:moveTo>
                  <a:lnTo>
                    <a:pt x="8076" y="982"/>
                  </a:lnTo>
                  <a:cubicBezTo>
                    <a:pt x="8899" y="2471"/>
                    <a:pt x="9279" y="2946"/>
                    <a:pt x="6683" y="5353"/>
                  </a:cubicBezTo>
                  <a:cubicBezTo>
                    <a:pt x="4814" y="3326"/>
                    <a:pt x="4339" y="3041"/>
                    <a:pt x="5289" y="982"/>
                  </a:cubicBezTo>
                  <a:lnTo>
                    <a:pt x="5289" y="64"/>
                  </a:lnTo>
                  <a:cubicBezTo>
                    <a:pt x="4846" y="571"/>
                    <a:pt x="4339" y="1267"/>
                    <a:pt x="4339" y="1267"/>
                  </a:cubicBezTo>
                  <a:lnTo>
                    <a:pt x="1710" y="2027"/>
                  </a:lnTo>
                  <a:cubicBezTo>
                    <a:pt x="824" y="2249"/>
                    <a:pt x="127" y="3009"/>
                    <a:pt x="0" y="3896"/>
                  </a:cubicBezTo>
                  <a:cubicBezTo>
                    <a:pt x="1520" y="5891"/>
                    <a:pt x="3991" y="7253"/>
                    <a:pt x="6714" y="7253"/>
                  </a:cubicBezTo>
                  <a:cubicBezTo>
                    <a:pt x="9343" y="7253"/>
                    <a:pt x="11655" y="5986"/>
                    <a:pt x="13175" y="4054"/>
                  </a:cubicBezTo>
                  <a:lnTo>
                    <a:pt x="13238" y="3928"/>
                  </a:lnTo>
                  <a:cubicBezTo>
                    <a:pt x="13143" y="2978"/>
                    <a:pt x="12510" y="2154"/>
                    <a:pt x="11591" y="1901"/>
                  </a:cubicBezTo>
                  <a:lnTo>
                    <a:pt x="9026" y="1172"/>
                  </a:lnTo>
                  <a:lnTo>
                    <a:pt x="8076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3" name="Google Shape;5433;p32"/>
            <p:cNvSpPr/>
            <p:nvPr/>
          </p:nvSpPr>
          <p:spPr>
            <a:xfrm>
              <a:off x="2601781" y="1502158"/>
              <a:ext cx="16850" cy="74599"/>
            </a:xfrm>
            <a:custGeom>
              <a:rect b="b" l="l" r="r" t="t"/>
              <a:pathLst>
                <a:path extrusionOk="0" h="2249" w="508">
                  <a:moveTo>
                    <a:pt x="1" y="0"/>
                  </a:moveTo>
                  <a:lnTo>
                    <a:pt x="1" y="2217"/>
                  </a:lnTo>
                  <a:cubicBezTo>
                    <a:pt x="128" y="2249"/>
                    <a:pt x="223" y="2249"/>
                    <a:pt x="349" y="2249"/>
                  </a:cubicBezTo>
                  <a:lnTo>
                    <a:pt x="508" y="2249"/>
                  </a:lnTo>
                  <a:lnTo>
                    <a:pt x="508" y="159"/>
                  </a:lnTo>
                  <a:lnTo>
                    <a:pt x="318" y="31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4" name="Google Shape;5434;p32"/>
            <p:cNvSpPr/>
            <p:nvPr/>
          </p:nvSpPr>
          <p:spPr>
            <a:xfrm>
              <a:off x="2512488" y="1101929"/>
              <a:ext cx="192286" cy="256338"/>
            </a:xfrm>
            <a:custGeom>
              <a:rect b="b" l="l" r="r" t="t"/>
              <a:pathLst>
                <a:path extrusionOk="0" h="7728" w="5797">
                  <a:moveTo>
                    <a:pt x="2915" y="0"/>
                  </a:moveTo>
                  <a:cubicBezTo>
                    <a:pt x="1299" y="0"/>
                    <a:pt x="1" y="1711"/>
                    <a:pt x="1" y="3864"/>
                  </a:cubicBezTo>
                  <a:cubicBezTo>
                    <a:pt x="1" y="5986"/>
                    <a:pt x="1299" y="7728"/>
                    <a:pt x="2915" y="7728"/>
                  </a:cubicBezTo>
                  <a:cubicBezTo>
                    <a:pt x="4498" y="7728"/>
                    <a:pt x="5796" y="5986"/>
                    <a:pt x="5796" y="3864"/>
                  </a:cubicBezTo>
                  <a:cubicBezTo>
                    <a:pt x="5796" y="1711"/>
                    <a:pt x="4498" y="0"/>
                    <a:pt x="2915" y="0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5" name="Google Shape;5435;p32"/>
            <p:cNvSpPr/>
            <p:nvPr/>
          </p:nvSpPr>
          <p:spPr>
            <a:xfrm>
              <a:off x="2527215" y="1194175"/>
              <a:ext cx="16850" cy="52740"/>
            </a:xfrm>
            <a:custGeom>
              <a:rect b="b" l="l" r="r" t="t"/>
              <a:pathLst>
                <a:path extrusionOk="0" h="1590" w="508">
                  <a:moveTo>
                    <a:pt x="92" y="0"/>
                  </a:moveTo>
                  <a:cubicBezTo>
                    <a:pt x="24" y="0"/>
                    <a:pt x="0" y="82"/>
                    <a:pt x="0" y="165"/>
                  </a:cubicBezTo>
                  <a:lnTo>
                    <a:pt x="95" y="861"/>
                  </a:lnTo>
                  <a:cubicBezTo>
                    <a:pt x="126" y="1196"/>
                    <a:pt x="302" y="1560"/>
                    <a:pt x="457" y="1560"/>
                  </a:cubicBezTo>
                  <a:cubicBezTo>
                    <a:pt x="463" y="1560"/>
                    <a:pt x="469" y="1559"/>
                    <a:pt x="475" y="1558"/>
                  </a:cubicBezTo>
                  <a:lnTo>
                    <a:pt x="507" y="1590"/>
                  </a:lnTo>
                  <a:lnTo>
                    <a:pt x="475" y="450"/>
                  </a:lnTo>
                  <a:cubicBezTo>
                    <a:pt x="444" y="228"/>
                    <a:pt x="349" y="38"/>
                    <a:pt x="159" y="6"/>
                  </a:cubicBezTo>
                  <a:lnTo>
                    <a:pt x="127" y="6"/>
                  </a:lnTo>
                  <a:cubicBezTo>
                    <a:pt x="114" y="2"/>
                    <a:pt x="103" y="0"/>
                    <a:pt x="92" y="0"/>
                  </a:cubicBezTo>
                  <a:close/>
                </a:path>
              </a:pathLst>
            </a:custGeom>
            <a:solidFill>
              <a:srgbClr val="F28C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6" name="Google Shape;5436;p32"/>
            <p:cNvSpPr/>
            <p:nvPr/>
          </p:nvSpPr>
          <p:spPr>
            <a:xfrm>
              <a:off x="2679532" y="1193113"/>
              <a:ext cx="16685" cy="53802"/>
            </a:xfrm>
            <a:custGeom>
              <a:rect b="b" l="l" r="r" t="t"/>
              <a:pathLst>
                <a:path extrusionOk="0" h="1622" w="503">
                  <a:moveTo>
                    <a:pt x="415" y="1"/>
                  </a:moveTo>
                  <a:cubicBezTo>
                    <a:pt x="404" y="1"/>
                    <a:pt x="393" y="3"/>
                    <a:pt x="380" y="7"/>
                  </a:cubicBezTo>
                  <a:lnTo>
                    <a:pt x="349" y="38"/>
                  </a:lnTo>
                  <a:cubicBezTo>
                    <a:pt x="159" y="70"/>
                    <a:pt x="32" y="260"/>
                    <a:pt x="32" y="482"/>
                  </a:cubicBezTo>
                  <a:lnTo>
                    <a:pt x="0" y="1622"/>
                  </a:lnTo>
                  <a:lnTo>
                    <a:pt x="32" y="1590"/>
                  </a:lnTo>
                  <a:cubicBezTo>
                    <a:pt x="38" y="1591"/>
                    <a:pt x="44" y="1592"/>
                    <a:pt x="49" y="1592"/>
                  </a:cubicBezTo>
                  <a:cubicBezTo>
                    <a:pt x="204" y="1592"/>
                    <a:pt x="382" y="1197"/>
                    <a:pt x="412" y="862"/>
                  </a:cubicBezTo>
                  <a:lnTo>
                    <a:pt x="475" y="197"/>
                  </a:lnTo>
                  <a:cubicBezTo>
                    <a:pt x="503" y="87"/>
                    <a:pt x="483" y="1"/>
                    <a:pt x="415" y="1"/>
                  </a:cubicBezTo>
                  <a:close/>
                </a:path>
              </a:pathLst>
            </a:custGeom>
            <a:solidFill>
              <a:srgbClr val="F28C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7" name="Google Shape;5437;p32"/>
            <p:cNvSpPr/>
            <p:nvPr/>
          </p:nvSpPr>
          <p:spPr>
            <a:xfrm>
              <a:off x="2566090" y="1261609"/>
              <a:ext cx="92445" cy="107172"/>
            </a:xfrm>
            <a:custGeom>
              <a:rect b="b" l="l" r="r" t="t"/>
              <a:pathLst>
                <a:path extrusionOk="0" h="3231" w="2787">
                  <a:moveTo>
                    <a:pt x="0" y="0"/>
                  </a:moveTo>
                  <a:lnTo>
                    <a:pt x="0" y="3230"/>
                  </a:lnTo>
                  <a:lnTo>
                    <a:pt x="2787" y="3230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E07F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8" name="Google Shape;5438;p32"/>
            <p:cNvSpPr/>
            <p:nvPr/>
          </p:nvSpPr>
          <p:spPr>
            <a:xfrm>
              <a:off x="2566090" y="1304664"/>
              <a:ext cx="43088" cy="64118"/>
            </a:xfrm>
            <a:custGeom>
              <a:rect b="b" l="l" r="r" t="t"/>
              <a:pathLst>
                <a:path extrusionOk="0" h="1933" w="1299">
                  <a:moveTo>
                    <a:pt x="0" y="1"/>
                  </a:moveTo>
                  <a:lnTo>
                    <a:pt x="0" y="1932"/>
                  </a:lnTo>
                  <a:lnTo>
                    <a:pt x="1299" y="1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8C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9" name="Google Shape;5439;p32"/>
            <p:cNvSpPr/>
            <p:nvPr/>
          </p:nvSpPr>
          <p:spPr>
            <a:xfrm>
              <a:off x="2566090" y="1304664"/>
              <a:ext cx="92445" cy="66440"/>
            </a:xfrm>
            <a:custGeom>
              <a:rect b="b" l="l" r="r" t="t"/>
              <a:pathLst>
                <a:path extrusionOk="0" h="2003" w="2787">
                  <a:moveTo>
                    <a:pt x="2787" y="1"/>
                  </a:moveTo>
                  <a:lnTo>
                    <a:pt x="0" y="1932"/>
                  </a:lnTo>
                  <a:cubicBezTo>
                    <a:pt x="380" y="1985"/>
                    <a:pt x="816" y="2003"/>
                    <a:pt x="1229" y="2003"/>
                  </a:cubicBezTo>
                  <a:cubicBezTo>
                    <a:pt x="2055" y="2003"/>
                    <a:pt x="2787" y="1932"/>
                    <a:pt x="2787" y="1932"/>
                  </a:cubicBezTo>
                  <a:lnTo>
                    <a:pt x="2787" y="1"/>
                  </a:lnTo>
                  <a:close/>
                </a:path>
              </a:pathLst>
            </a:custGeom>
            <a:solidFill>
              <a:srgbClr val="FB9B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0" name="Google Shape;5440;p32"/>
            <p:cNvSpPr/>
            <p:nvPr/>
          </p:nvSpPr>
          <p:spPr>
            <a:xfrm>
              <a:off x="2534579" y="1074630"/>
              <a:ext cx="155501" cy="252125"/>
            </a:xfrm>
            <a:custGeom>
              <a:rect b="b" l="l" r="r" t="t"/>
              <a:pathLst>
                <a:path extrusionOk="0" h="7601" w="4688">
                  <a:moveTo>
                    <a:pt x="2344" y="0"/>
                  </a:moveTo>
                  <a:cubicBezTo>
                    <a:pt x="1045" y="0"/>
                    <a:pt x="0" y="982"/>
                    <a:pt x="0" y="2185"/>
                  </a:cubicBezTo>
                  <a:cubicBezTo>
                    <a:pt x="0" y="2280"/>
                    <a:pt x="32" y="2407"/>
                    <a:pt x="32" y="2502"/>
                  </a:cubicBezTo>
                  <a:lnTo>
                    <a:pt x="253" y="5574"/>
                  </a:lnTo>
                  <a:cubicBezTo>
                    <a:pt x="285" y="5986"/>
                    <a:pt x="507" y="6366"/>
                    <a:pt x="823" y="6651"/>
                  </a:cubicBezTo>
                  <a:lnTo>
                    <a:pt x="1837" y="7442"/>
                  </a:lnTo>
                  <a:cubicBezTo>
                    <a:pt x="1995" y="7537"/>
                    <a:pt x="2154" y="7601"/>
                    <a:pt x="2344" y="7601"/>
                  </a:cubicBezTo>
                  <a:cubicBezTo>
                    <a:pt x="2534" y="7601"/>
                    <a:pt x="2692" y="7537"/>
                    <a:pt x="2850" y="7442"/>
                  </a:cubicBezTo>
                  <a:lnTo>
                    <a:pt x="3864" y="6651"/>
                  </a:lnTo>
                  <a:cubicBezTo>
                    <a:pt x="4212" y="6366"/>
                    <a:pt x="4402" y="5986"/>
                    <a:pt x="4434" y="5574"/>
                  </a:cubicBezTo>
                  <a:lnTo>
                    <a:pt x="4655" y="2502"/>
                  </a:lnTo>
                  <a:cubicBezTo>
                    <a:pt x="4687" y="2407"/>
                    <a:pt x="4687" y="2280"/>
                    <a:pt x="4687" y="2185"/>
                  </a:cubicBezTo>
                  <a:cubicBezTo>
                    <a:pt x="4687" y="982"/>
                    <a:pt x="3642" y="0"/>
                    <a:pt x="2344" y="0"/>
                  </a:cubicBezTo>
                  <a:close/>
                </a:path>
              </a:pathLst>
            </a:custGeom>
            <a:solidFill>
              <a:srgbClr val="FB9B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1" name="Google Shape;5441;p32"/>
            <p:cNvSpPr/>
            <p:nvPr/>
          </p:nvSpPr>
          <p:spPr>
            <a:xfrm>
              <a:off x="2625962" y="1171918"/>
              <a:ext cx="50452" cy="11974"/>
            </a:xfrm>
            <a:custGeom>
              <a:rect b="b" l="l" r="r" t="t"/>
              <a:pathLst>
                <a:path extrusionOk="0" h="361" w="1521">
                  <a:moveTo>
                    <a:pt x="918" y="0"/>
                  </a:moveTo>
                  <a:cubicBezTo>
                    <a:pt x="887" y="0"/>
                    <a:pt x="855" y="4"/>
                    <a:pt x="824" y="12"/>
                  </a:cubicBezTo>
                  <a:lnTo>
                    <a:pt x="127" y="139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697" y="171"/>
                  </a:lnTo>
                  <a:cubicBezTo>
                    <a:pt x="748" y="162"/>
                    <a:pt x="801" y="158"/>
                    <a:pt x="855" y="158"/>
                  </a:cubicBezTo>
                  <a:cubicBezTo>
                    <a:pt x="1003" y="158"/>
                    <a:pt x="1160" y="188"/>
                    <a:pt x="1299" y="234"/>
                  </a:cubicBezTo>
                  <a:lnTo>
                    <a:pt x="1520" y="361"/>
                  </a:lnTo>
                  <a:lnTo>
                    <a:pt x="1520" y="361"/>
                  </a:lnTo>
                  <a:lnTo>
                    <a:pt x="1172" y="107"/>
                  </a:lnTo>
                  <a:cubicBezTo>
                    <a:pt x="1101" y="36"/>
                    <a:pt x="1012" y="0"/>
                    <a:pt x="918" y="0"/>
                  </a:cubicBezTo>
                  <a:close/>
                </a:path>
              </a:pathLst>
            </a:custGeom>
            <a:solidFill>
              <a:srgbClr val="9659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2" name="Google Shape;5442;p32"/>
            <p:cNvSpPr/>
            <p:nvPr/>
          </p:nvSpPr>
          <p:spPr>
            <a:xfrm>
              <a:off x="2548212" y="1171918"/>
              <a:ext cx="50452" cy="11974"/>
            </a:xfrm>
            <a:custGeom>
              <a:rect b="b" l="l" r="r" t="t"/>
              <a:pathLst>
                <a:path extrusionOk="0" h="361" w="1521">
                  <a:moveTo>
                    <a:pt x="603" y="0"/>
                  </a:moveTo>
                  <a:cubicBezTo>
                    <a:pt x="509" y="0"/>
                    <a:pt x="420" y="36"/>
                    <a:pt x="349" y="107"/>
                  </a:cubicBezTo>
                  <a:lnTo>
                    <a:pt x="1" y="361"/>
                  </a:lnTo>
                  <a:lnTo>
                    <a:pt x="1" y="361"/>
                  </a:lnTo>
                  <a:lnTo>
                    <a:pt x="222" y="234"/>
                  </a:lnTo>
                  <a:cubicBezTo>
                    <a:pt x="362" y="188"/>
                    <a:pt x="518" y="158"/>
                    <a:pt x="666" y="158"/>
                  </a:cubicBezTo>
                  <a:cubicBezTo>
                    <a:pt x="720" y="158"/>
                    <a:pt x="773" y="162"/>
                    <a:pt x="824" y="171"/>
                  </a:cubicBezTo>
                  <a:lnTo>
                    <a:pt x="1521" y="329"/>
                  </a:lnTo>
                  <a:lnTo>
                    <a:pt x="1394" y="139"/>
                  </a:lnTo>
                  <a:lnTo>
                    <a:pt x="697" y="12"/>
                  </a:lnTo>
                  <a:cubicBezTo>
                    <a:pt x="666" y="4"/>
                    <a:pt x="634" y="0"/>
                    <a:pt x="603" y="0"/>
                  </a:cubicBezTo>
                  <a:close/>
                </a:path>
              </a:pathLst>
            </a:custGeom>
            <a:solidFill>
              <a:srgbClr val="9659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3" name="Google Shape;5443;p32"/>
            <p:cNvSpPr/>
            <p:nvPr/>
          </p:nvSpPr>
          <p:spPr>
            <a:xfrm>
              <a:off x="2658502" y="1336175"/>
              <a:ext cx="66240" cy="116626"/>
            </a:xfrm>
            <a:custGeom>
              <a:rect b="b" l="l" r="r" t="t"/>
              <a:pathLst>
                <a:path extrusionOk="0" h="3516" w="1997">
                  <a:moveTo>
                    <a:pt x="1" y="1"/>
                  </a:moveTo>
                  <a:lnTo>
                    <a:pt x="1" y="1"/>
                  </a:lnTo>
                  <a:cubicBezTo>
                    <a:pt x="698" y="1077"/>
                    <a:pt x="983" y="2281"/>
                    <a:pt x="349" y="3389"/>
                  </a:cubicBezTo>
                  <a:cubicBezTo>
                    <a:pt x="614" y="3000"/>
                    <a:pt x="817" y="2787"/>
                    <a:pt x="1053" y="2787"/>
                  </a:cubicBezTo>
                  <a:cubicBezTo>
                    <a:pt x="1297" y="2787"/>
                    <a:pt x="1577" y="3016"/>
                    <a:pt x="1996" y="3516"/>
                  </a:cubicBezTo>
                  <a:cubicBezTo>
                    <a:pt x="1933" y="2661"/>
                    <a:pt x="1394" y="1299"/>
                    <a:pt x="1394" y="1299"/>
                  </a:cubicBezTo>
                  <a:cubicBezTo>
                    <a:pt x="1394" y="1299"/>
                    <a:pt x="856" y="50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4" name="Google Shape;5444;p32"/>
            <p:cNvSpPr/>
            <p:nvPr/>
          </p:nvSpPr>
          <p:spPr>
            <a:xfrm>
              <a:off x="2508308" y="1422417"/>
              <a:ext cx="89327" cy="74500"/>
            </a:xfrm>
            <a:custGeom>
              <a:rect b="b" l="l" r="r" t="t"/>
              <a:pathLst>
                <a:path extrusionOk="0" h="2246" w="2693">
                  <a:moveTo>
                    <a:pt x="705" y="0"/>
                  </a:moveTo>
                  <a:cubicBezTo>
                    <a:pt x="382" y="0"/>
                    <a:pt x="97" y="306"/>
                    <a:pt x="0" y="789"/>
                  </a:cubicBezTo>
                  <a:cubicBezTo>
                    <a:pt x="224" y="606"/>
                    <a:pt x="393" y="498"/>
                    <a:pt x="579" y="498"/>
                  </a:cubicBezTo>
                  <a:cubicBezTo>
                    <a:pt x="972" y="498"/>
                    <a:pt x="1446" y="978"/>
                    <a:pt x="2692" y="2246"/>
                  </a:cubicBezTo>
                  <a:cubicBezTo>
                    <a:pt x="2027" y="1518"/>
                    <a:pt x="1679" y="1201"/>
                    <a:pt x="1330" y="409"/>
                  </a:cubicBezTo>
                  <a:cubicBezTo>
                    <a:pt x="1133" y="125"/>
                    <a:pt x="911" y="0"/>
                    <a:pt x="705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5" name="Google Shape;5445;p32"/>
            <p:cNvSpPr/>
            <p:nvPr/>
          </p:nvSpPr>
          <p:spPr>
            <a:xfrm>
              <a:off x="2508308" y="1337237"/>
              <a:ext cx="57815" cy="111385"/>
            </a:xfrm>
            <a:custGeom>
              <a:rect b="b" l="l" r="r" t="t"/>
              <a:pathLst>
                <a:path extrusionOk="0" h="3358" w="1743">
                  <a:moveTo>
                    <a:pt x="1742" y="0"/>
                  </a:moveTo>
                  <a:lnTo>
                    <a:pt x="412" y="1362"/>
                  </a:lnTo>
                  <a:cubicBezTo>
                    <a:pt x="412" y="1362"/>
                    <a:pt x="0" y="2534"/>
                    <a:pt x="0" y="3357"/>
                  </a:cubicBezTo>
                  <a:cubicBezTo>
                    <a:pt x="274" y="2938"/>
                    <a:pt x="568" y="2770"/>
                    <a:pt x="830" y="2770"/>
                  </a:cubicBezTo>
                  <a:cubicBezTo>
                    <a:pt x="1022" y="2770"/>
                    <a:pt x="1196" y="2861"/>
                    <a:pt x="1330" y="3009"/>
                  </a:cubicBezTo>
                  <a:cubicBezTo>
                    <a:pt x="1045" y="2407"/>
                    <a:pt x="1045" y="1267"/>
                    <a:pt x="17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6" name="Google Shape;5446;p32"/>
            <p:cNvSpPr/>
            <p:nvPr/>
          </p:nvSpPr>
          <p:spPr>
            <a:xfrm>
              <a:off x="2612296" y="1424109"/>
              <a:ext cx="112446" cy="88597"/>
            </a:xfrm>
            <a:custGeom>
              <a:rect b="b" l="l" r="r" t="t"/>
              <a:pathLst>
                <a:path extrusionOk="0" h="2671" w="3390">
                  <a:moveTo>
                    <a:pt x="2653" y="1"/>
                  </a:moveTo>
                  <a:cubicBezTo>
                    <a:pt x="2394" y="1"/>
                    <a:pt x="2091" y="229"/>
                    <a:pt x="1742" y="738"/>
                  </a:cubicBezTo>
                  <a:cubicBezTo>
                    <a:pt x="982" y="1847"/>
                    <a:pt x="1" y="2670"/>
                    <a:pt x="1" y="2670"/>
                  </a:cubicBezTo>
                  <a:cubicBezTo>
                    <a:pt x="1331" y="1593"/>
                    <a:pt x="1964" y="928"/>
                    <a:pt x="2186" y="738"/>
                  </a:cubicBezTo>
                  <a:cubicBezTo>
                    <a:pt x="2311" y="649"/>
                    <a:pt x="2456" y="499"/>
                    <a:pt x="2684" y="499"/>
                  </a:cubicBezTo>
                  <a:cubicBezTo>
                    <a:pt x="2860" y="499"/>
                    <a:pt x="3085" y="589"/>
                    <a:pt x="3389" y="865"/>
                  </a:cubicBezTo>
                  <a:cubicBezTo>
                    <a:pt x="3201" y="317"/>
                    <a:pt x="2957" y="1"/>
                    <a:pt x="2653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7" name="Google Shape;5447;p32"/>
            <p:cNvSpPr/>
            <p:nvPr/>
          </p:nvSpPr>
          <p:spPr>
            <a:xfrm>
              <a:off x="2604933" y="1528429"/>
              <a:ext cx="8458" cy="8425"/>
            </a:xfrm>
            <a:custGeom>
              <a:rect b="b" l="l" r="r" t="t"/>
              <a:pathLst>
                <a:path extrusionOk="0" h="254" w="255">
                  <a:moveTo>
                    <a:pt x="128" y="0"/>
                  </a:moveTo>
                  <a:cubicBezTo>
                    <a:pt x="64" y="0"/>
                    <a:pt x="1" y="63"/>
                    <a:pt x="1" y="127"/>
                  </a:cubicBezTo>
                  <a:cubicBezTo>
                    <a:pt x="1" y="222"/>
                    <a:pt x="64" y="253"/>
                    <a:pt x="128" y="253"/>
                  </a:cubicBezTo>
                  <a:cubicBezTo>
                    <a:pt x="191" y="253"/>
                    <a:pt x="254" y="222"/>
                    <a:pt x="254" y="127"/>
                  </a:cubicBezTo>
                  <a:cubicBezTo>
                    <a:pt x="254" y="63"/>
                    <a:pt x="191" y="0"/>
                    <a:pt x="128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8" name="Google Shape;5448;p32"/>
            <p:cNvSpPr/>
            <p:nvPr/>
          </p:nvSpPr>
          <p:spPr>
            <a:xfrm>
              <a:off x="2472584" y="1066205"/>
              <a:ext cx="288347" cy="282608"/>
            </a:xfrm>
            <a:custGeom>
              <a:rect b="b" l="l" r="r" t="t"/>
              <a:pathLst>
                <a:path extrusionOk="0" h="8520" w="8693">
                  <a:moveTo>
                    <a:pt x="4118" y="1"/>
                  </a:moveTo>
                  <a:cubicBezTo>
                    <a:pt x="2851" y="1"/>
                    <a:pt x="1521" y="1141"/>
                    <a:pt x="951" y="3168"/>
                  </a:cubicBezTo>
                  <a:cubicBezTo>
                    <a:pt x="64" y="6240"/>
                    <a:pt x="1" y="8425"/>
                    <a:pt x="3421" y="8520"/>
                  </a:cubicBezTo>
                  <a:cubicBezTo>
                    <a:pt x="1964" y="7823"/>
                    <a:pt x="1521" y="4878"/>
                    <a:pt x="2534" y="1996"/>
                  </a:cubicBezTo>
                  <a:cubicBezTo>
                    <a:pt x="3023" y="1827"/>
                    <a:pt x="3745" y="1722"/>
                    <a:pt x="4414" y="1722"/>
                  </a:cubicBezTo>
                  <a:cubicBezTo>
                    <a:pt x="5001" y="1722"/>
                    <a:pt x="5548" y="1803"/>
                    <a:pt x="5859" y="1996"/>
                  </a:cubicBezTo>
                  <a:cubicBezTo>
                    <a:pt x="6556" y="3801"/>
                    <a:pt x="7094" y="7665"/>
                    <a:pt x="4941" y="8456"/>
                  </a:cubicBezTo>
                  <a:cubicBezTo>
                    <a:pt x="4979" y="8457"/>
                    <a:pt x="5016" y="8457"/>
                    <a:pt x="5054" y="8457"/>
                  </a:cubicBezTo>
                  <a:cubicBezTo>
                    <a:pt x="7511" y="8457"/>
                    <a:pt x="8692" y="7416"/>
                    <a:pt x="7538" y="3579"/>
                  </a:cubicBezTo>
                  <a:cubicBezTo>
                    <a:pt x="6588" y="476"/>
                    <a:pt x="5448" y="1"/>
                    <a:pt x="4118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9" name="Google Shape;5449;p32"/>
            <p:cNvSpPr/>
            <p:nvPr/>
          </p:nvSpPr>
          <p:spPr>
            <a:xfrm>
              <a:off x="2546122" y="1104019"/>
              <a:ext cx="131353" cy="85114"/>
            </a:xfrm>
            <a:custGeom>
              <a:rect b="b" l="l" r="r" t="t"/>
              <a:pathLst>
                <a:path extrusionOk="0" h="2566" w="3960">
                  <a:moveTo>
                    <a:pt x="1425" y="1"/>
                  </a:moveTo>
                  <a:lnTo>
                    <a:pt x="0" y="761"/>
                  </a:lnTo>
                  <a:lnTo>
                    <a:pt x="0" y="2566"/>
                  </a:lnTo>
                  <a:lnTo>
                    <a:pt x="1616" y="2566"/>
                  </a:lnTo>
                  <a:lnTo>
                    <a:pt x="1711" y="1806"/>
                  </a:lnTo>
                  <a:lnTo>
                    <a:pt x="1774" y="2566"/>
                  </a:lnTo>
                  <a:lnTo>
                    <a:pt x="2154" y="2566"/>
                  </a:lnTo>
                  <a:lnTo>
                    <a:pt x="2249" y="2249"/>
                  </a:lnTo>
                  <a:lnTo>
                    <a:pt x="2344" y="2566"/>
                  </a:lnTo>
                  <a:lnTo>
                    <a:pt x="3959" y="2566"/>
                  </a:lnTo>
                  <a:lnTo>
                    <a:pt x="3959" y="634"/>
                  </a:lnTo>
                  <a:lnTo>
                    <a:pt x="2946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0" name="Google Shape;5450;p32"/>
            <p:cNvSpPr/>
            <p:nvPr/>
          </p:nvSpPr>
          <p:spPr>
            <a:xfrm>
              <a:off x="954659" y="1024178"/>
              <a:ext cx="551518" cy="551551"/>
            </a:xfrm>
            <a:custGeom>
              <a:rect b="b" l="l" r="r" t="t"/>
              <a:pathLst>
                <a:path extrusionOk="0" h="16628" w="16627">
                  <a:moveTo>
                    <a:pt x="8298" y="1"/>
                  </a:moveTo>
                  <a:cubicBezTo>
                    <a:pt x="3706" y="1"/>
                    <a:pt x="1" y="3706"/>
                    <a:pt x="1" y="8298"/>
                  </a:cubicBezTo>
                  <a:cubicBezTo>
                    <a:pt x="1" y="12922"/>
                    <a:pt x="3706" y="16627"/>
                    <a:pt x="8298" y="16627"/>
                  </a:cubicBezTo>
                  <a:cubicBezTo>
                    <a:pt x="12890" y="16627"/>
                    <a:pt x="16627" y="12922"/>
                    <a:pt x="16627" y="8298"/>
                  </a:cubicBezTo>
                  <a:cubicBezTo>
                    <a:pt x="16627" y="3706"/>
                    <a:pt x="12890" y="1"/>
                    <a:pt x="8298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1" name="Google Shape;5451;p32"/>
            <p:cNvSpPr/>
            <p:nvPr/>
          </p:nvSpPr>
          <p:spPr>
            <a:xfrm>
              <a:off x="1165819" y="1271063"/>
              <a:ext cx="131320" cy="96657"/>
            </a:xfrm>
            <a:custGeom>
              <a:rect b="b" l="l" r="r" t="t"/>
              <a:pathLst>
                <a:path extrusionOk="0" h="2914" w="3959">
                  <a:moveTo>
                    <a:pt x="0" y="0"/>
                  </a:moveTo>
                  <a:lnTo>
                    <a:pt x="0" y="2914"/>
                  </a:lnTo>
                  <a:lnTo>
                    <a:pt x="3959" y="2914"/>
                  </a:lnTo>
                  <a:lnTo>
                    <a:pt x="3959" y="0"/>
                  </a:lnTo>
                  <a:close/>
                </a:path>
              </a:pathLst>
            </a:custGeom>
            <a:solidFill>
              <a:srgbClr val="FB9B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2" name="Google Shape;5452;p32"/>
            <p:cNvSpPr/>
            <p:nvPr/>
          </p:nvSpPr>
          <p:spPr>
            <a:xfrm>
              <a:off x="1165819" y="1271063"/>
              <a:ext cx="131320" cy="94568"/>
            </a:xfrm>
            <a:custGeom>
              <a:rect b="b" l="l" r="r" t="t"/>
              <a:pathLst>
                <a:path extrusionOk="0" h="2851" w="3959">
                  <a:moveTo>
                    <a:pt x="0" y="0"/>
                  </a:moveTo>
                  <a:lnTo>
                    <a:pt x="0" y="2850"/>
                  </a:lnTo>
                  <a:lnTo>
                    <a:pt x="3959" y="1457"/>
                  </a:lnTo>
                  <a:lnTo>
                    <a:pt x="3959" y="0"/>
                  </a:lnTo>
                  <a:close/>
                </a:path>
              </a:pathLst>
            </a:custGeom>
            <a:solidFill>
              <a:srgbClr val="F28C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3" name="Google Shape;5453;p32"/>
            <p:cNvSpPr/>
            <p:nvPr/>
          </p:nvSpPr>
          <p:spPr>
            <a:xfrm>
              <a:off x="1165819" y="1271063"/>
              <a:ext cx="131320" cy="77750"/>
            </a:xfrm>
            <a:custGeom>
              <a:rect b="b" l="l" r="r" t="t"/>
              <a:pathLst>
                <a:path extrusionOk="0" h="2344" w="3959">
                  <a:moveTo>
                    <a:pt x="0" y="0"/>
                  </a:moveTo>
                  <a:lnTo>
                    <a:pt x="0" y="919"/>
                  </a:lnTo>
                  <a:lnTo>
                    <a:pt x="1457" y="2344"/>
                  </a:lnTo>
                  <a:lnTo>
                    <a:pt x="2914" y="1837"/>
                  </a:lnTo>
                  <a:lnTo>
                    <a:pt x="3959" y="824"/>
                  </a:lnTo>
                  <a:lnTo>
                    <a:pt x="3959" y="0"/>
                  </a:lnTo>
                  <a:close/>
                </a:path>
              </a:pathLst>
            </a:custGeom>
            <a:solidFill>
              <a:srgbClr val="E07F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4" name="Google Shape;5454;p32"/>
            <p:cNvSpPr/>
            <p:nvPr/>
          </p:nvSpPr>
          <p:spPr>
            <a:xfrm>
              <a:off x="1149002" y="1087235"/>
              <a:ext cx="164954" cy="248974"/>
            </a:xfrm>
            <a:custGeom>
              <a:rect b="b" l="l" r="r" t="t"/>
              <a:pathLst>
                <a:path extrusionOk="0" h="7506" w="4973">
                  <a:moveTo>
                    <a:pt x="2471" y="0"/>
                  </a:moveTo>
                  <a:cubicBezTo>
                    <a:pt x="1141" y="0"/>
                    <a:pt x="1" y="1077"/>
                    <a:pt x="1" y="2407"/>
                  </a:cubicBezTo>
                  <a:lnTo>
                    <a:pt x="254" y="5352"/>
                  </a:lnTo>
                  <a:cubicBezTo>
                    <a:pt x="254" y="5827"/>
                    <a:pt x="476" y="6271"/>
                    <a:pt x="856" y="6524"/>
                  </a:cubicBezTo>
                  <a:lnTo>
                    <a:pt x="1616" y="7252"/>
                  </a:lnTo>
                  <a:cubicBezTo>
                    <a:pt x="1806" y="7411"/>
                    <a:pt x="2059" y="7506"/>
                    <a:pt x="2312" y="7506"/>
                  </a:cubicBezTo>
                  <a:lnTo>
                    <a:pt x="2661" y="7506"/>
                  </a:lnTo>
                  <a:cubicBezTo>
                    <a:pt x="2914" y="7506"/>
                    <a:pt x="3167" y="7411"/>
                    <a:pt x="3357" y="7252"/>
                  </a:cubicBezTo>
                  <a:lnTo>
                    <a:pt x="4117" y="6524"/>
                  </a:lnTo>
                  <a:cubicBezTo>
                    <a:pt x="4498" y="6239"/>
                    <a:pt x="4719" y="5827"/>
                    <a:pt x="4719" y="5352"/>
                  </a:cubicBezTo>
                  <a:lnTo>
                    <a:pt x="4973" y="2407"/>
                  </a:lnTo>
                  <a:cubicBezTo>
                    <a:pt x="4973" y="1077"/>
                    <a:pt x="3832" y="0"/>
                    <a:pt x="2471" y="0"/>
                  </a:cubicBezTo>
                  <a:close/>
                </a:path>
              </a:pathLst>
            </a:custGeom>
            <a:solidFill>
              <a:srgbClr val="FB9B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5" name="Google Shape;5455;p32"/>
            <p:cNvSpPr/>
            <p:nvPr/>
          </p:nvSpPr>
          <p:spPr>
            <a:xfrm>
              <a:off x="1138487" y="1199615"/>
              <a:ext cx="23153" cy="51513"/>
            </a:xfrm>
            <a:custGeom>
              <a:rect b="b" l="l" r="r" t="t"/>
              <a:pathLst>
                <a:path extrusionOk="0" h="1553" w="698">
                  <a:moveTo>
                    <a:pt x="191" y="1"/>
                  </a:moveTo>
                  <a:cubicBezTo>
                    <a:pt x="96" y="1"/>
                    <a:pt x="1" y="96"/>
                    <a:pt x="32" y="191"/>
                  </a:cubicBezTo>
                  <a:lnTo>
                    <a:pt x="96" y="856"/>
                  </a:lnTo>
                  <a:cubicBezTo>
                    <a:pt x="159" y="1204"/>
                    <a:pt x="381" y="1489"/>
                    <a:pt x="666" y="1552"/>
                  </a:cubicBezTo>
                  <a:lnTo>
                    <a:pt x="698" y="1552"/>
                  </a:lnTo>
                  <a:lnTo>
                    <a:pt x="571" y="444"/>
                  </a:lnTo>
                  <a:cubicBezTo>
                    <a:pt x="539" y="222"/>
                    <a:pt x="381" y="64"/>
                    <a:pt x="223" y="1"/>
                  </a:cubicBezTo>
                  <a:close/>
                </a:path>
              </a:pathLst>
            </a:custGeom>
            <a:solidFill>
              <a:srgbClr val="FB9B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6" name="Google Shape;5456;p32"/>
            <p:cNvSpPr/>
            <p:nvPr/>
          </p:nvSpPr>
          <p:spPr>
            <a:xfrm>
              <a:off x="1300257" y="1199449"/>
              <a:ext cx="22091" cy="51679"/>
            </a:xfrm>
            <a:custGeom>
              <a:rect b="b" l="l" r="r" t="t"/>
              <a:pathLst>
                <a:path extrusionOk="0" h="1558" w="666">
                  <a:moveTo>
                    <a:pt x="537" y="1"/>
                  </a:moveTo>
                  <a:cubicBezTo>
                    <a:pt x="528" y="1"/>
                    <a:pt x="518" y="2"/>
                    <a:pt x="508" y="6"/>
                  </a:cubicBezTo>
                  <a:lnTo>
                    <a:pt x="476" y="6"/>
                  </a:lnTo>
                  <a:cubicBezTo>
                    <a:pt x="286" y="69"/>
                    <a:pt x="159" y="227"/>
                    <a:pt x="128" y="449"/>
                  </a:cubicBezTo>
                  <a:lnTo>
                    <a:pt x="1" y="1557"/>
                  </a:lnTo>
                  <a:lnTo>
                    <a:pt x="33" y="1557"/>
                  </a:lnTo>
                  <a:cubicBezTo>
                    <a:pt x="318" y="1494"/>
                    <a:pt x="539" y="1209"/>
                    <a:pt x="571" y="861"/>
                  </a:cubicBezTo>
                  <a:lnTo>
                    <a:pt x="666" y="196"/>
                  </a:lnTo>
                  <a:cubicBezTo>
                    <a:pt x="666" y="111"/>
                    <a:pt x="615" y="1"/>
                    <a:pt x="537" y="1"/>
                  </a:cubicBezTo>
                  <a:close/>
                </a:path>
              </a:pathLst>
            </a:custGeom>
            <a:solidFill>
              <a:srgbClr val="FB9B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7" name="Google Shape;5457;p32"/>
            <p:cNvSpPr/>
            <p:nvPr/>
          </p:nvSpPr>
          <p:spPr>
            <a:xfrm>
              <a:off x="1143761" y="1063054"/>
              <a:ext cx="177559" cy="175469"/>
            </a:xfrm>
            <a:custGeom>
              <a:rect b="b" l="l" r="r" t="t"/>
              <a:pathLst>
                <a:path extrusionOk="0" h="5290" w="5353">
                  <a:moveTo>
                    <a:pt x="2344" y="1"/>
                  </a:moveTo>
                  <a:cubicBezTo>
                    <a:pt x="1552" y="1"/>
                    <a:pt x="539" y="539"/>
                    <a:pt x="380" y="1616"/>
                  </a:cubicBezTo>
                  <a:cubicBezTo>
                    <a:pt x="380" y="1616"/>
                    <a:pt x="380" y="1648"/>
                    <a:pt x="380" y="1648"/>
                  </a:cubicBezTo>
                  <a:cubicBezTo>
                    <a:pt x="0" y="1774"/>
                    <a:pt x="0" y="2376"/>
                    <a:pt x="64" y="3041"/>
                  </a:cubicBezTo>
                  <a:cubicBezTo>
                    <a:pt x="127" y="3896"/>
                    <a:pt x="349" y="5289"/>
                    <a:pt x="349" y="5289"/>
                  </a:cubicBezTo>
                  <a:cubicBezTo>
                    <a:pt x="405" y="2528"/>
                    <a:pt x="770" y="2274"/>
                    <a:pt x="958" y="2274"/>
                  </a:cubicBezTo>
                  <a:cubicBezTo>
                    <a:pt x="979" y="2274"/>
                    <a:pt x="998" y="2278"/>
                    <a:pt x="1014" y="2281"/>
                  </a:cubicBezTo>
                  <a:lnTo>
                    <a:pt x="1710" y="2376"/>
                  </a:lnTo>
                  <a:cubicBezTo>
                    <a:pt x="2011" y="2439"/>
                    <a:pt x="2320" y="2471"/>
                    <a:pt x="2629" y="2471"/>
                  </a:cubicBezTo>
                  <a:cubicBezTo>
                    <a:pt x="2937" y="2471"/>
                    <a:pt x="3246" y="2439"/>
                    <a:pt x="3547" y="2376"/>
                  </a:cubicBezTo>
                  <a:lnTo>
                    <a:pt x="4244" y="2281"/>
                  </a:lnTo>
                  <a:cubicBezTo>
                    <a:pt x="4252" y="2279"/>
                    <a:pt x="4261" y="2278"/>
                    <a:pt x="4270" y="2278"/>
                  </a:cubicBezTo>
                  <a:cubicBezTo>
                    <a:pt x="4449" y="2278"/>
                    <a:pt x="4879" y="2614"/>
                    <a:pt x="4909" y="5289"/>
                  </a:cubicBezTo>
                  <a:cubicBezTo>
                    <a:pt x="4909" y="5289"/>
                    <a:pt x="5036" y="4403"/>
                    <a:pt x="5131" y="3611"/>
                  </a:cubicBezTo>
                  <a:cubicBezTo>
                    <a:pt x="5131" y="3643"/>
                    <a:pt x="5131" y="3643"/>
                    <a:pt x="5131" y="3643"/>
                  </a:cubicBezTo>
                  <a:cubicBezTo>
                    <a:pt x="5321" y="2059"/>
                    <a:pt x="5352" y="1267"/>
                    <a:pt x="4466" y="1046"/>
                  </a:cubicBezTo>
                  <a:cubicBezTo>
                    <a:pt x="4275" y="191"/>
                    <a:pt x="3135" y="1"/>
                    <a:pt x="2344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8" name="Google Shape;5458;p32"/>
            <p:cNvSpPr/>
            <p:nvPr/>
          </p:nvSpPr>
          <p:spPr>
            <a:xfrm>
              <a:off x="1151091" y="1204889"/>
              <a:ext cx="159714" cy="139712"/>
            </a:xfrm>
            <a:custGeom>
              <a:rect b="b" l="l" r="r" t="t"/>
              <a:pathLst>
                <a:path extrusionOk="0" h="4212" w="4815">
                  <a:moveTo>
                    <a:pt x="2724" y="2090"/>
                  </a:moveTo>
                  <a:lnTo>
                    <a:pt x="3484" y="2217"/>
                  </a:lnTo>
                  <a:lnTo>
                    <a:pt x="3389" y="3040"/>
                  </a:lnTo>
                  <a:lnTo>
                    <a:pt x="3358" y="3040"/>
                  </a:lnTo>
                  <a:cubicBezTo>
                    <a:pt x="3231" y="3199"/>
                    <a:pt x="3041" y="3262"/>
                    <a:pt x="2851" y="3262"/>
                  </a:cubicBezTo>
                  <a:lnTo>
                    <a:pt x="2756" y="3262"/>
                  </a:lnTo>
                  <a:lnTo>
                    <a:pt x="2756" y="3135"/>
                  </a:lnTo>
                  <a:cubicBezTo>
                    <a:pt x="2756" y="3040"/>
                    <a:pt x="2693" y="2977"/>
                    <a:pt x="2598" y="2977"/>
                  </a:cubicBezTo>
                  <a:lnTo>
                    <a:pt x="2154" y="2977"/>
                  </a:lnTo>
                  <a:cubicBezTo>
                    <a:pt x="2059" y="2977"/>
                    <a:pt x="1996" y="3040"/>
                    <a:pt x="1996" y="3135"/>
                  </a:cubicBezTo>
                  <a:lnTo>
                    <a:pt x="1996" y="3262"/>
                  </a:lnTo>
                  <a:lnTo>
                    <a:pt x="1933" y="3262"/>
                  </a:lnTo>
                  <a:cubicBezTo>
                    <a:pt x="1743" y="3262"/>
                    <a:pt x="1553" y="3199"/>
                    <a:pt x="1394" y="3040"/>
                  </a:cubicBezTo>
                  <a:lnTo>
                    <a:pt x="1268" y="2217"/>
                  </a:lnTo>
                  <a:lnTo>
                    <a:pt x="2059" y="2090"/>
                  </a:lnTo>
                  <a:lnTo>
                    <a:pt x="2376" y="2122"/>
                  </a:lnTo>
                  <a:lnTo>
                    <a:pt x="2408" y="2122"/>
                  </a:lnTo>
                  <a:lnTo>
                    <a:pt x="2724" y="2090"/>
                  </a:lnTo>
                  <a:close/>
                  <a:moveTo>
                    <a:pt x="128" y="0"/>
                  </a:moveTo>
                  <a:lnTo>
                    <a:pt x="1" y="127"/>
                  </a:lnTo>
                  <a:cubicBezTo>
                    <a:pt x="1" y="127"/>
                    <a:pt x="64" y="1077"/>
                    <a:pt x="159" y="2217"/>
                  </a:cubicBezTo>
                  <a:cubicBezTo>
                    <a:pt x="254" y="3357"/>
                    <a:pt x="1331" y="4212"/>
                    <a:pt x="2376" y="4212"/>
                  </a:cubicBezTo>
                  <a:lnTo>
                    <a:pt x="2408" y="4212"/>
                  </a:lnTo>
                  <a:cubicBezTo>
                    <a:pt x="3484" y="4212"/>
                    <a:pt x="4530" y="3357"/>
                    <a:pt x="4625" y="2217"/>
                  </a:cubicBezTo>
                  <a:cubicBezTo>
                    <a:pt x="4720" y="1077"/>
                    <a:pt x="4815" y="127"/>
                    <a:pt x="4815" y="127"/>
                  </a:cubicBezTo>
                  <a:lnTo>
                    <a:pt x="4656" y="0"/>
                  </a:lnTo>
                  <a:lnTo>
                    <a:pt x="4530" y="1045"/>
                  </a:lnTo>
                  <a:cubicBezTo>
                    <a:pt x="4498" y="1203"/>
                    <a:pt x="4435" y="1330"/>
                    <a:pt x="4308" y="1457"/>
                  </a:cubicBezTo>
                  <a:lnTo>
                    <a:pt x="4054" y="1678"/>
                  </a:lnTo>
                  <a:cubicBezTo>
                    <a:pt x="3959" y="1773"/>
                    <a:pt x="3928" y="1868"/>
                    <a:pt x="3928" y="1964"/>
                  </a:cubicBezTo>
                  <a:lnTo>
                    <a:pt x="3896" y="2375"/>
                  </a:lnTo>
                  <a:cubicBezTo>
                    <a:pt x="3896" y="2502"/>
                    <a:pt x="3833" y="2597"/>
                    <a:pt x="3769" y="2692"/>
                  </a:cubicBezTo>
                  <a:lnTo>
                    <a:pt x="3611" y="2819"/>
                  </a:lnTo>
                  <a:lnTo>
                    <a:pt x="3611" y="2819"/>
                  </a:lnTo>
                  <a:lnTo>
                    <a:pt x="3674" y="2185"/>
                  </a:lnTo>
                  <a:cubicBezTo>
                    <a:pt x="3674" y="2027"/>
                    <a:pt x="3579" y="1837"/>
                    <a:pt x="3421" y="1773"/>
                  </a:cubicBezTo>
                  <a:lnTo>
                    <a:pt x="3041" y="1583"/>
                  </a:lnTo>
                  <a:lnTo>
                    <a:pt x="1743" y="1583"/>
                  </a:lnTo>
                  <a:lnTo>
                    <a:pt x="1363" y="1773"/>
                  </a:lnTo>
                  <a:cubicBezTo>
                    <a:pt x="1204" y="1837"/>
                    <a:pt x="1109" y="2027"/>
                    <a:pt x="1141" y="2185"/>
                  </a:cubicBezTo>
                  <a:lnTo>
                    <a:pt x="1173" y="2819"/>
                  </a:lnTo>
                  <a:lnTo>
                    <a:pt x="1046" y="2692"/>
                  </a:lnTo>
                  <a:cubicBezTo>
                    <a:pt x="951" y="2597"/>
                    <a:pt x="888" y="2502"/>
                    <a:pt x="888" y="2375"/>
                  </a:cubicBezTo>
                  <a:lnTo>
                    <a:pt x="856" y="1964"/>
                  </a:lnTo>
                  <a:cubicBezTo>
                    <a:pt x="856" y="1868"/>
                    <a:pt x="824" y="1773"/>
                    <a:pt x="729" y="1678"/>
                  </a:cubicBezTo>
                  <a:lnTo>
                    <a:pt x="476" y="1457"/>
                  </a:lnTo>
                  <a:cubicBezTo>
                    <a:pt x="349" y="1330"/>
                    <a:pt x="286" y="1203"/>
                    <a:pt x="254" y="1045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9" name="Google Shape;5459;p32"/>
            <p:cNvSpPr/>
            <p:nvPr/>
          </p:nvSpPr>
          <p:spPr>
            <a:xfrm>
              <a:off x="1028197" y="1364536"/>
              <a:ext cx="404475" cy="211193"/>
            </a:xfrm>
            <a:custGeom>
              <a:rect b="b" l="l" r="r" t="t"/>
              <a:pathLst>
                <a:path extrusionOk="0" h="6367" w="12194">
                  <a:moveTo>
                    <a:pt x="4244" y="1"/>
                  </a:moveTo>
                  <a:cubicBezTo>
                    <a:pt x="4244" y="1"/>
                    <a:pt x="3643" y="507"/>
                    <a:pt x="1362" y="1394"/>
                  </a:cubicBezTo>
                  <a:cubicBezTo>
                    <a:pt x="476" y="1742"/>
                    <a:pt x="96" y="2661"/>
                    <a:pt x="1" y="3738"/>
                  </a:cubicBezTo>
                  <a:cubicBezTo>
                    <a:pt x="1521" y="5353"/>
                    <a:pt x="3674" y="6366"/>
                    <a:pt x="6081" y="6366"/>
                  </a:cubicBezTo>
                  <a:cubicBezTo>
                    <a:pt x="8520" y="6366"/>
                    <a:pt x="10673" y="5321"/>
                    <a:pt x="12193" y="3674"/>
                  </a:cubicBezTo>
                  <a:cubicBezTo>
                    <a:pt x="12098" y="2661"/>
                    <a:pt x="11718" y="1742"/>
                    <a:pt x="10863" y="1394"/>
                  </a:cubicBezTo>
                  <a:cubicBezTo>
                    <a:pt x="8583" y="507"/>
                    <a:pt x="7981" y="1"/>
                    <a:pt x="7981" y="1"/>
                  </a:cubicBezTo>
                  <a:close/>
                </a:path>
              </a:pathLst>
            </a:custGeom>
            <a:solidFill>
              <a:srgbClr val="FB9B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0" name="Google Shape;5460;p32"/>
            <p:cNvSpPr/>
            <p:nvPr/>
          </p:nvSpPr>
          <p:spPr>
            <a:xfrm>
              <a:off x="983019" y="1380292"/>
              <a:ext cx="213283" cy="193315"/>
            </a:xfrm>
            <a:custGeom>
              <a:rect b="b" l="l" r="r" t="t"/>
              <a:pathLst>
                <a:path extrusionOk="0" h="5828" w="6430">
                  <a:moveTo>
                    <a:pt x="4371" y="1"/>
                  </a:moveTo>
                  <a:lnTo>
                    <a:pt x="349" y="1141"/>
                  </a:lnTo>
                  <a:cubicBezTo>
                    <a:pt x="222" y="1172"/>
                    <a:pt x="127" y="1204"/>
                    <a:pt x="1" y="1267"/>
                  </a:cubicBezTo>
                  <a:cubicBezTo>
                    <a:pt x="1204" y="3738"/>
                    <a:pt x="3611" y="5479"/>
                    <a:pt x="6430" y="5828"/>
                  </a:cubicBezTo>
                  <a:lnTo>
                    <a:pt x="5385" y="412"/>
                  </a:lnTo>
                  <a:lnTo>
                    <a:pt x="4371" y="1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1" name="Google Shape;5461;p32"/>
            <p:cNvSpPr/>
            <p:nvPr/>
          </p:nvSpPr>
          <p:spPr>
            <a:xfrm>
              <a:off x="1269807" y="1380292"/>
              <a:ext cx="206981" cy="193315"/>
            </a:xfrm>
            <a:custGeom>
              <a:rect b="b" l="l" r="r" t="t"/>
              <a:pathLst>
                <a:path extrusionOk="0" h="5828" w="6240">
                  <a:moveTo>
                    <a:pt x="1837" y="1"/>
                  </a:moveTo>
                  <a:lnTo>
                    <a:pt x="919" y="412"/>
                  </a:lnTo>
                  <a:lnTo>
                    <a:pt x="0" y="5828"/>
                  </a:lnTo>
                  <a:cubicBezTo>
                    <a:pt x="2724" y="5416"/>
                    <a:pt x="5036" y="3706"/>
                    <a:pt x="6239" y="1299"/>
                  </a:cubicBezTo>
                  <a:cubicBezTo>
                    <a:pt x="6113" y="1236"/>
                    <a:pt x="5986" y="1172"/>
                    <a:pt x="5828" y="1141"/>
                  </a:cubicBezTo>
                  <a:lnTo>
                    <a:pt x="1837" y="1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2" name="Google Shape;5462;p32"/>
            <p:cNvSpPr/>
            <p:nvPr/>
          </p:nvSpPr>
          <p:spPr>
            <a:xfrm>
              <a:off x="1151091" y="1336175"/>
              <a:ext cx="158652" cy="239554"/>
            </a:xfrm>
            <a:custGeom>
              <a:rect b="b" l="l" r="r" t="t"/>
              <a:pathLst>
                <a:path extrusionOk="0" h="7222" w="4783">
                  <a:moveTo>
                    <a:pt x="444" y="1"/>
                  </a:moveTo>
                  <a:lnTo>
                    <a:pt x="1" y="1046"/>
                  </a:lnTo>
                  <a:lnTo>
                    <a:pt x="1268" y="7158"/>
                  </a:lnTo>
                  <a:cubicBezTo>
                    <a:pt x="1648" y="7189"/>
                    <a:pt x="1996" y="7221"/>
                    <a:pt x="2376" y="7221"/>
                  </a:cubicBezTo>
                  <a:cubicBezTo>
                    <a:pt x="2819" y="7221"/>
                    <a:pt x="3231" y="7189"/>
                    <a:pt x="3674" y="7126"/>
                  </a:cubicBezTo>
                  <a:lnTo>
                    <a:pt x="4783" y="1046"/>
                  </a:lnTo>
                  <a:lnTo>
                    <a:pt x="4403" y="1"/>
                  </a:lnTo>
                  <a:cubicBezTo>
                    <a:pt x="4403" y="729"/>
                    <a:pt x="2851" y="1901"/>
                    <a:pt x="2851" y="1901"/>
                  </a:cubicBezTo>
                  <a:lnTo>
                    <a:pt x="1996" y="1901"/>
                  </a:lnTo>
                  <a:cubicBezTo>
                    <a:pt x="1996" y="1901"/>
                    <a:pt x="444" y="792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3" name="Google Shape;5463;p32"/>
            <p:cNvSpPr/>
            <p:nvPr/>
          </p:nvSpPr>
          <p:spPr>
            <a:xfrm>
              <a:off x="1161606" y="1398170"/>
              <a:ext cx="58877" cy="37847"/>
            </a:xfrm>
            <a:custGeom>
              <a:rect b="b" l="l" r="r" t="t"/>
              <a:pathLst>
                <a:path extrusionOk="0" h="1141" w="1775">
                  <a:moveTo>
                    <a:pt x="1" y="0"/>
                  </a:moveTo>
                  <a:lnTo>
                    <a:pt x="64" y="253"/>
                  </a:lnTo>
                  <a:lnTo>
                    <a:pt x="887" y="1140"/>
                  </a:lnTo>
                  <a:lnTo>
                    <a:pt x="1489" y="792"/>
                  </a:lnTo>
                  <a:lnTo>
                    <a:pt x="1774" y="285"/>
                  </a:lnTo>
                  <a:lnTo>
                    <a:pt x="887" y="10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4" name="Google Shape;5464;p32"/>
            <p:cNvSpPr/>
            <p:nvPr/>
          </p:nvSpPr>
          <p:spPr>
            <a:xfrm>
              <a:off x="1241447" y="1398170"/>
              <a:ext cx="57815" cy="37847"/>
            </a:xfrm>
            <a:custGeom>
              <a:rect b="b" l="l" r="r" t="t"/>
              <a:pathLst>
                <a:path extrusionOk="0" h="1141" w="1743">
                  <a:moveTo>
                    <a:pt x="1742" y="0"/>
                  </a:moveTo>
                  <a:lnTo>
                    <a:pt x="887" y="1014"/>
                  </a:lnTo>
                  <a:lnTo>
                    <a:pt x="0" y="285"/>
                  </a:lnTo>
                  <a:lnTo>
                    <a:pt x="285" y="792"/>
                  </a:lnTo>
                  <a:lnTo>
                    <a:pt x="887" y="1140"/>
                  </a:lnTo>
                  <a:lnTo>
                    <a:pt x="1711" y="253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5" name="Google Shape;5465;p32"/>
            <p:cNvSpPr/>
            <p:nvPr/>
          </p:nvSpPr>
          <p:spPr>
            <a:xfrm>
              <a:off x="1113278" y="1380292"/>
              <a:ext cx="84086" cy="193315"/>
            </a:xfrm>
            <a:custGeom>
              <a:rect b="b" l="l" r="r" t="t"/>
              <a:pathLst>
                <a:path extrusionOk="0" h="5828" w="2535">
                  <a:moveTo>
                    <a:pt x="444" y="1"/>
                  </a:moveTo>
                  <a:cubicBezTo>
                    <a:pt x="159" y="539"/>
                    <a:pt x="1" y="1838"/>
                    <a:pt x="96" y="2376"/>
                  </a:cubicBezTo>
                  <a:cubicBezTo>
                    <a:pt x="96" y="2376"/>
                    <a:pt x="1141" y="2661"/>
                    <a:pt x="1711" y="2693"/>
                  </a:cubicBezTo>
                  <a:cubicBezTo>
                    <a:pt x="1711" y="2693"/>
                    <a:pt x="412" y="3548"/>
                    <a:pt x="286" y="3643"/>
                  </a:cubicBezTo>
                  <a:cubicBezTo>
                    <a:pt x="412" y="3991"/>
                    <a:pt x="634" y="4656"/>
                    <a:pt x="919" y="5479"/>
                  </a:cubicBezTo>
                  <a:cubicBezTo>
                    <a:pt x="1458" y="5638"/>
                    <a:pt x="1996" y="5764"/>
                    <a:pt x="2534" y="5828"/>
                  </a:cubicBezTo>
                  <a:lnTo>
                    <a:pt x="1901" y="2503"/>
                  </a:lnTo>
                  <a:cubicBezTo>
                    <a:pt x="1901" y="2503"/>
                    <a:pt x="1078" y="697"/>
                    <a:pt x="444" y="1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6" name="Google Shape;5466;p32"/>
            <p:cNvSpPr/>
            <p:nvPr/>
          </p:nvSpPr>
          <p:spPr>
            <a:xfrm>
              <a:off x="1270868" y="1380292"/>
              <a:ext cx="74599" cy="192286"/>
            </a:xfrm>
            <a:custGeom>
              <a:rect b="b" l="l" r="r" t="t"/>
              <a:pathLst>
                <a:path extrusionOk="0" h="5797" w="2249">
                  <a:moveTo>
                    <a:pt x="1869" y="1"/>
                  </a:moveTo>
                  <a:cubicBezTo>
                    <a:pt x="1242" y="689"/>
                    <a:pt x="678" y="2028"/>
                    <a:pt x="665" y="2028"/>
                  </a:cubicBezTo>
                  <a:cubicBezTo>
                    <a:pt x="665" y="2028"/>
                    <a:pt x="665" y="2028"/>
                    <a:pt x="665" y="2028"/>
                  </a:cubicBezTo>
                  <a:lnTo>
                    <a:pt x="0" y="5796"/>
                  </a:lnTo>
                  <a:cubicBezTo>
                    <a:pt x="507" y="5733"/>
                    <a:pt x="982" y="5606"/>
                    <a:pt x="1457" y="5448"/>
                  </a:cubicBezTo>
                  <a:cubicBezTo>
                    <a:pt x="1647" y="4656"/>
                    <a:pt x="1805" y="3991"/>
                    <a:pt x="1900" y="3611"/>
                  </a:cubicBezTo>
                  <a:cubicBezTo>
                    <a:pt x="1774" y="3516"/>
                    <a:pt x="570" y="2693"/>
                    <a:pt x="570" y="2693"/>
                  </a:cubicBezTo>
                  <a:cubicBezTo>
                    <a:pt x="1109" y="2661"/>
                    <a:pt x="2154" y="2408"/>
                    <a:pt x="2154" y="2408"/>
                  </a:cubicBezTo>
                  <a:cubicBezTo>
                    <a:pt x="2249" y="1869"/>
                    <a:pt x="2185" y="539"/>
                    <a:pt x="1869" y="1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7" name="Google Shape;5467;p32"/>
            <p:cNvSpPr/>
            <p:nvPr/>
          </p:nvSpPr>
          <p:spPr>
            <a:xfrm>
              <a:off x="1268745" y="1355082"/>
              <a:ext cx="72510" cy="218524"/>
            </a:xfrm>
            <a:custGeom>
              <a:rect b="b" l="l" r="r" t="t"/>
              <a:pathLst>
                <a:path extrusionOk="0" h="6588" w="2186">
                  <a:moveTo>
                    <a:pt x="1078" y="1"/>
                  </a:moveTo>
                  <a:lnTo>
                    <a:pt x="1" y="6588"/>
                  </a:lnTo>
                  <a:cubicBezTo>
                    <a:pt x="444" y="6524"/>
                    <a:pt x="888" y="6398"/>
                    <a:pt x="1299" y="6271"/>
                  </a:cubicBezTo>
                  <a:cubicBezTo>
                    <a:pt x="1553" y="5226"/>
                    <a:pt x="1743" y="4403"/>
                    <a:pt x="1869" y="4054"/>
                  </a:cubicBezTo>
                  <a:lnTo>
                    <a:pt x="698" y="3389"/>
                  </a:lnTo>
                  <a:lnTo>
                    <a:pt x="2091" y="3009"/>
                  </a:lnTo>
                  <a:cubicBezTo>
                    <a:pt x="2154" y="2376"/>
                    <a:pt x="2186" y="1394"/>
                    <a:pt x="1933" y="729"/>
                  </a:cubicBezTo>
                  <a:cubicBezTo>
                    <a:pt x="1933" y="729"/>
                    <a:pt x="1236" y="476"/>
                    <a:pt x="1078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8" name="Google Shape;5468;p32"/>
            <p:cNvSpPr/>
            <p:nvPr/>
          </p:nvSpPr>
          <p:spPr>
            <a:xfrm>
              <a:off x="1118552" y="1355082"/>
              <a:ext cx="79840" cy="218524"/>
            </a:xfrm>
            <a:custGeom>
              <a:rect b="b" l="l" r="r" t="t"/>
              <a:pathLst>
                <a:path extrusionOk="0" h="6588" w="2407">
                  <a:moveTo>
                    <a:pt x="1172" y="1"/>
                  </a:moveTo>
                  <a:cubicBezTo>
                    <a:pt x="1014" y="412"/>
                    <a:pt x="538" y="634"/>
                    <a:pt x="285" y="729"/>
                  </a:cubicBezTo>
                  <a:cubicBezTo>
                    <a:pt x="127" y="1204"/>
                    <a:pt x="0" y="2344"/>
                    <a:pt x="32" y="2946"/>
                  </a:cubicBezTo>
                  <a:lnTo>
                    <a:pt x="1552" y="3294"/>
                  </a:lnTo>
                  <a:cubicBezTo>
                    <a:pt x="1552" y="3294"/>
                    <a:pt x="507" y="3833"/>
                    <a:pt x="285" y="4054"/>
                  </a:cubicBezTo>
                  <a:cubicBezTo>
                    <a:pt x="380" y="4466"/>
                    <a:pt x="633" y="5289"/>
                    <a:pt x="982" y="6303"/>
                  </a:cubicBezTo>
                  <a:cubicBezTo>
                    <a:pt x="1425" y="6429"/>
                    <a:pt x="1900" y="6524"/>
                    <a:pt x="2407" y="6588"/>
                  </a:cubicBezTo>
                  <a:lnTo>
                    <a:pt x="1172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9" name="Google Shape;5469;p32"/>
            <p:cNvSpPr/>
            <p:nvPr/>
          </p:nvSpPr>
          <p:spPr>
            <a:xfrm>
              <a:off x="1201510" y="1407624"/>
              <a:ext cx="58877" cy="168106"/>
            </a:xfrm>
            <a:custGeom>
              <a:rect b="b" l="l" r="r" t="t"/>
              <a:pathLst>
                <a:path extrusionOk="0" h="5068" w="1775">
                  <a:moveTo>
                    <a:pt x="571" y="0"/>
                  </a:moveTo>
                  <a:lnTo>
                    <a:pt x="1" y="475"/>
                  </a:lnTo>
                  <a:lnTo>
                    <a:pt x="223" y="538"/>
                  </a:lnTo>
                  <a:cubicBezTo>
                    <a:pt x="349" y="855"/>
                    <a:pt x="634" y="1014"/>
                    <a:pt x="634" y="1014"/>
                  </a:cubicBezTo>
                  <a:cubicBezTo>
                    <a:pt x="508" y="1489"/>
                    <a:pt x="444" y="1869"/>
                    <a:pt x="349" y="2407"/>
                  </a:cubicBezTo>
                  <a:cubicBezTo>
                    <a:pt x="318" y="2850"/>
                    <a:pt x="159" y="4149"/>
                    <a:pt x="64" y="5035"/>
                  </a:cubicBezTo>
                  <a:cubicBezTo>
                    <a:pt x="318" y="5067"/>
                    <a:pt x="603" y="5067"/>
                    <a:pt x="856" y="5067"/>
                  </a:cubicBezTo>
                  <a:cubicBezTo>
                    <a:pt x="1141" y="5067"/>
                    <a:pt x="1458" y="5067"/>
                    <a:pt x="1743" y="5035"/>
                  </a:cubicBezTo>
                  <a:cubicBezTo>
                    <a:pt x="1616" y="4054"/>
                    <a:pt x="1458" y="2819"/>
                    <a:pt x="1394" y="2407"/>
                  </a:cubicBezTo>
                  <a:cubicBezTo>
                    <a:pt x="1331" y="1869"/>
                    <a:pt x="1268" y="1489"/>
                    <a:pt x="1141" y="1014"/>
                  </a:cubicBezTo>
                  <a:cubicBezTo>
                    <a:pt x="1141" y="1014"/>
                    <a:pt x="1426" y="855"/>
                    <a:pt x="1553" y="538"/>
                  </a:cubicBezTo>
                  <a:lnTo>
                    <a:pt x="1774" y="47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0" name="Google Shape;5470;p32"/>
            <p:cNvSpPr/>
            <p:nvPr/>
          </p:nvSpPr>
          <p:spPr>
            <a:xfrm>
              <a:off x="1644827" y="1024178"/>
              <a:ext cx="551518" cy="551551"/>
            </a:xfrm>
            <a:custGeom>
              <a:rect b="b" l="l" r="r" t="t"/>
              <a:pathLst>
                <a:path extrusionOk="0" h="16628" w="16627">
                  <a:moveTo>
                    <a:pt x="8329" y="1"/>
                  </a:moveTo>
                  <a:cubicBezTo>
                    <a:pt x="3706" y="1"/>
                    <a:pt x="0" y="3706"/>
                    <a:pt x="0" y="8298"/>
                  </a:cubicBezTo>
                  <a:cubicBezTo>
                    <a:pt x="0" y="12922"/>
                    <a:pt x="3706" y="16627"/>
                    <a:pt x="8329" y="16627"/>
                  </a:cubicBezTo>
                  <a:cubicBezTo>
                    <a:pt x="12921" y="16627"/>
                    <a:pt x="16627" y="12922"/>
                    <a:pt x="16627" y="8298"/>
                  </a:cubicBezTo>
                  <a:cubicBezTo>
                    <a:pt x="16627" y="3706"/>
                    <a:pt x="12921" y="1"/>
                    <a:pt x="8329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1" name="Google Shape;5471;p32"/>
            <p:cNvSpPr/>
            <p:nvPr/>
          </p:nvSpPr>
          <p:spPr>
            <a:xfrm>
              <a:off x="1734121" y="1071844"/>
              <a:ext cx="362449" cy="392202"/>
            </a:xfrm>
            <a:custGeom>
              <a:rect b="b" l="l" r="r" t="t"/>
              <a:pathLst>
                <a:path extrusionOk="0" h="11824" w="10927">
                  <a:moveTo>
                    <a:pt x="5797" y="1"/>
                  </a:moveTo>
                  <a:cubicBezTo>
                    <a:pt x="4981" y="1"/>
                    <a:pt x="4214" y="366"/>
                    <a:pt x="3927" y="971"/>
                  </a:cubicBezTo>
                  <a:cubicBezTo>
                    <a:pt x="3800" y="947"/>
                    <a:pt x="3682" y="935"/>
                    <a:pt x="3573" y="935"/>
                  </a:cubicBezTo>
                  <a:cubicBezTo>
                    <a:pt x="2678" y="935"/>
                    <a:pt x="2386" y="1724"/>
                    <a:pt x="2470" y="2966"/>
                  </a:cubicBezTo>
                  <a:cubicBezTo>
                    <a:pt x="2565" y="3789"/>
                    <a:pt x="2565" y="4454"/>
                    <a:pt x="2059" y="4993"/>
                  </a:cubicBezTo>
                  <a:cubicBezTo>
                    <a:pt x="1552" y="5531"/>
                    <a:pt x="1362" y="6640"/>
                    <a:pt x="1584" y="7431"/>
                  </a:cubicBezTo>
                  <a:cubicBezTo>
                    <a:pt x="1837" y="8223"/>
                    <a:pt x="1869" y="8730"/>
                    <a:pt x="1140" y="9173"/>
                  </a:cubicBezTo>
                  <a:cubicBezTo>
                    <a:pt x="444" y="9616"/>
                    <a:pt x="0" y="11010"/>
                    <a:pt x="1014" y="11517"/>
                  </a:cubicBezTo>
                  <a:cubicBezTo>
                    <a:pt x="1488" y="11762"/>
                    <a:pt x="2517" y="11823"/>
                    <a:pt x="3475" y="11823"/>
                  </a:cubicBezTo>
                  <a:cubicBezTo>
                    <a:pt x="4245" y="11823"/>
                    <a:pt x="4968" y="11784"/>
                    <a:pt x="5321" y="11770"/>
                  </a:cubicBezTo>
                  <a:cubicBezTo>
                    <a:pt x="5321" y="11770"/>
                    <a:pt x="8424" y="11517"/>
                    <a:pt x="9659" y="11517"/>
                  </a:cubicBezTo>
                  <a:cubicBezTo>
                    <a:pt x="10926" y="10598"/>
                    <a:pt x="10451" y="9426"/>
                    <a:pt x="9818" y="8698"/>
                  </a:cubicBezTo>
                  <a:cubicBezTo>
                    <a:pt x="9153" y="7970"/>
                    <a:pt x="9184" y="7020"/>
                    <a:pt x="9343" y="6323"/>
                  </a:cubicBezTo>
                  <a:cubicBezTo>
                    <a:pt x="9501" y="5626"/>
                    <a:pt x="9184" y="4676"/>
                    <a:pt x="8899" y="4233"/>
                  </a:cubicBezTo>
                  <a:cubicBezTo>
                    <a:pt x="8139" y="3124"/>
                    <a:pt x="8741" y="2586"/>
                    <a:pt x="7949" y="1192"/>
                  </a:cubicBezTo>
                  <a:cubicBezTo>
                    <a:pt x="7461" y="358"/>
                    <a:pt x="6605" y="1"/>
                    <a:pt x="5797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2" name="Google Shape;5472;p32"/>
            <p:cNvSpPr/>
            <p:nvPr/>
          </p:nvSpPr>
          <p:spPr>
            <a:xfrm>
              <a:off x="1829716" y="1212020"/>
              <a:ext cx="16817" cy="52773"/>
            </a:xfrm>
            <a:custGeom>
              <a:rect b="b" l="l" r="r" t="t"/>
              <a:pathLst>
                <a:path extrusionOk="0" h="1591" w="507">
                  <a:moveTo>
                    <a:pt x="92" y="1"/>
                  </a:moveTo>
                  <a:cubicBezTo>
                    <a:pt x="24" y="1"/>
                    <a:pt x="0" y="87"/>
                    <a:pt x="0" y="197"/>
                  </a:cubicBezTo>
                  <a:lnTo>
                    <a:pt x="95" y="862"/>
                  </a:lnTo>
                  <a:cubicBezTo>
                    <a:pt x="127" y="1210"/>
                    <a:pt x="317" y="1590"/>
                    <a:pt x="475" y="1590"/>
                  </a:cubicBezTo>
                  <a:lnTo>
                    <a:pt x="507" y="1590"/>
                  </a:lnTo>
                  <a:lnTo>
                    <a:pt x="475" y="482"/>
                  </a:lnTo>
                  <a:cubicBezTo>
                    <a:pt x="475" y="260"/>
                    <a:pt x="348" y="70"/>
                    <a:pt x="158" y="7"/>
                  </a:cubicBezTo>
                  <a:lnTo>
                    <a:pt x="127" y="7"/>
                  </a:lnTo>
                  <a:cubicBezTo>
                    <a:pt x="114" y="3"/>
                    <a:pt x="103" y="1"/>
                    <a:pt x="92" y="1"/>
                  </a:cubicBezTo>
                  <a:close/>
                </a:path>
              </a:pathLst>
            </a:custGeom>
            <a:solidFill>
              <a:srgbClr val="F28C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3" name="Google Shape;5473;p32"/>
            <p:cNvSpPr/>
            <p:nvPr/>
          </p:nvSpPr>
          <p:spPr>
            <a:xfrm>
              <a:off x="1982033" y="1212020"/>
              <a:ext cx="16817" cy="52773"/>
            </a:xfrm>
            <a:custGeom>
              <a:rect b="b" l="l" r="r" t="t"/>
              <a:pathLst>
                <a:path extrusionOk="0" h="1591" w="507">
                  <a:moveTo>
                    <a:pt x="414" y="1"/>
                  </a:moveTo>
                  <a:cubicBezTo>
                    <a:pt x="404" y="1"/>
                    <a:pt x="393" y="3"/>
                    <a:pt x="380" y="7"/>
                  </a:cubicBezTo>
                  <a:lnTo>
                    <a:pt x="348" y="7"/>
                  </a:lnTo>
                  <a:cubicBezTo>
                    <a:pt x="190" y="70"/>
                    <a:pt x="63" y="260"/>
                    <a:pt x="32" y="450"/>
                  </a:cubicBezTo>
                  <a:lnTo>
                    <a:pt x="0" y="1590"/>
                  </a:lnTo>
                  <a:lnTo>
                    <a:pt x="32" y="1590"/>
                  </a:lnTo>
                  <a:cubicBezTo>
                    <a:pt x="190" y="1590"/>
                    <a:pt x="412" y="1210"/>
                    <a:pt x="412" y="862"/>
                  </a:cubicBezTo>
                  <a:lnTo>
                    <a:pt x="507" y="197"/>
                  </a:lnTo>
                  <a:cubicBezTo>
                    <a:pt x="507" y="87"/>
                    <a:pt x="483" y="1"/>
                    <a:pt x="414" y="1"/>
                  </a:cubicBezTo>
                  <a:close/>
                </a:path>
              </a:pathLst>
            </a:custGeom>
            <a:solidFill>
              <a:srgbClr val="F28C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4" name="Google Shape;5474;p32"/>
            <p:cNvSpPr/>
            <p:nvPr/>
          </p:nvSpPr>
          <p:spPr>
            <a:xfrm>
              <a:off x="1868559" y="1280516"/>
              <a:ext cx="92478" cy="106111"/>
            </a:xfrm>
            <a:custGeom>
              <a:rect b="b" l="l" r="r" t="t"/>
              <a:pathLst>
                <a:path extrusionOk="0" h="3199" w="2788">
                  <a:moveTo>
                    <a:pt x="1" y="0"/>
                  </a:moveTo>
                  <a:lnTo>
                    <a:pt x="1" y="3199"/>
                  </a:lnTo>
                  <a:lnTo>
                    <a:pt x="2788" y="3199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E07F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5" name="Google Shape;5475;p32"/>
            <p:cNvSpPr/>
            <p:nvPr/>
          </p:nvSpPr>
          <p:spPr>
            <a:xfrm>
              <a:off x="1868559" y="1322509"/>
              <a:ext cx="43121" cy="64118"/>
            </a:xfrm>
            <a:custGeom>
              <a:rect b="b" l="l" r="r" t="t"/>
              <a:pathLst>
                <a:path extrusionOk="0" h="1933" w="1300">
                  <a:moveTo>
                    <a:pt x="1" y="1"/>
                  </a:moveTo>
                  <a:lnTo>
                    <a:pt x="1" y="1933"/>
                  </a:lnTo>
                  <a:lnTo>
                    <a:pt x="1299" y="104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28C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6" name="Google Shape;5476;p32"/>
            <p:cNvSpPr/>
            <p:nvPr/>
          </p:nvSpPr>
          <p:spPr>
            <a:xfrm>
              <a:off x="1868559" y="1322509"/>
              <a:ext cx="92478" cy="66937"/>
            </a:xfrm>
            <a:custGeom>
              <a:rect b="b" l="l" r="r" t="t"/>
              <a:pathLst>
                <a:path extrusionOk="0" h="2018" w="2788">
                  <a:moveTo>
                    <a:pt x="2788" y="1"/>
                  </a:moveTo>
                  <a:lnTo>
                    <a:pt x="1" y="1933"/>
                  </a:lnTo>
                  <a:cubicBezTo>
                    <a:pt x="381" y="1996"/>
                    <a:pt x="817" y="2017"/>
                    <a:pt x="1230" y="2017"/>
                  </a:cubicBezTo>
                  <a:cubicBezTo>
                    <a:pt x="2056" y="2017"/>
                    <a:pt x="2788" y="1933"/>
                    <a:pt x="2788" y="1933"/>
                  </a:cubicBezTo>
                  <a:lnTo>
                    <a:pt x="2788" y="1"/>
                  </a:lnTo>
                  <a:close/>
                </a:path>
              </a:pathLst>
            </a:custGeom>
            <a:solidFill>
              <a:srgbClr val="FB9B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7" name="Google Shape;5477;p32"/>
            <p:cNvSpPr/>
            <p:nvPr/>
          </p:nvSpPr>
          <p:spPr>
            <a:xfrm>
              <a:off x="1837047" y="1093537"/>
              <a:ext cx="155501" cy="252125"/>
            </a:xfrm>
            <a:custGeom>
              <a:rect b="b" l="l" r="r" t="t"/>
              <a:pathLst>
                <a:path extrusionOk="0" h="7601" w="4688">
                  <a:moveTo>
                    <a:pt x="2344" y="0"/>
                  </a:moveTo>
                  <a:cubicBezTo>
                    <a:pt x="1046" y="0"/>
                    <a:pt x="1" y="950"/>
                    <a:pt x="1" y="2154"/>
                  </a:cubicBezTo>
                  <a:cubicBezTo>
                    <a:pt x="1" y="2280"/>
                    <a:pt x="32" y="2375"/>
                    <a:pt x="32" y="2470"/>
                  </a:cubicBezTo>
                  <a:lnTo>
                    <a:pt x="254" y="5542"/>
                  </a:lnTo>
                  <a:cubicBezTo>
                    <a:pt x="286" y="5954"/>
                    <a:pt x="507" y="6366"/>
                    <a:pt x="824" y="6619"/>
                  </a:cubicBezTo>
                  <a:lnTo>
                    <a:pt x="1869" y="7411"/>
                  </a:lnTo>
                  <a:cubicBezTo>
                    <a:pt x="1996" y="7537"/>
                    <a:pt x="2154" y="7601"/>
                    <a:pt x="2344" y="7601"/>
                  </a:cubicBezTo>
                  <a:cubicBezTo>
                    <a:pt x="2534" y="7601"/>
                    <a:pt x="2724" y="7537"/>
                    <a:pt x="2851" y="7411"/>
                  </a:cubicBezTo>
                  <a:lnTo>
                    <a:pt x="3864" y="6619"/>
                  </a:lnTo>
                  <a:cubicBezTo>
                    <a:pt x="4213" y="6366"/>
                    <a:pt x="4403" y="5954"/>
                    <a:pt x="4434" y="5542"/>
                  </a:cubicBezTo>
                  <a:lnTo>
                    <a:pt x="4656" y="2470"/>
                  </a:lnTo>
                  <a:cubicBezTo>
                    <a:pt x="4688" y="2375"/>
                    <a:pt x="4688" y="2280"/>
                    <a:pt x="4688" y="2154"/>
                  </a:cubicBezTo>
                  <a:cubicBezTo>
                    <a:pt x="4688" y="950"/>
                    <a:pt x="3643" y="0"/>
                    <a:pt x="2344" y="0"/>
                  </a:cubicBezTo>
                  <a:close/>
                </a:path>
              </a:pathLst>
            </a:custGeom>
            <a:solidFill>
              <a:srgbClr val="FB9B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8" name="Google Shape;5478;p32"/>
            <p:cNvSpPr/>
            <p:nvPr/>
          </p:nvSpPr>
          <p:spPr>
            <a:xfrm>
              <a:off x="1816050" y="1090386"/>
              <a:ext cx="205919" cy="122928"/>
            </a:xfrm>
            <a:custGeom>
              <a:rect b="b" l="l" r="r" t="t"/>
              <a:pathLst>
                <a:path extrusionOk="0" h="3706" w="6208">
                  <a:moveTo>
                    <a:pt x="2977" y="0"/>
                  </a:moveTo>
                  <a:cubicBezTo>
                    <a:pt x="982" y="0"/>
                    <a:pt x="0" y="1805"/>
                    <a:pt x="760" y="3705"/>
                  </a:cubicBezTo>
                  <a:cubicBezTo>
                    <a:pt x="760" y="3705"/>
                    <a:pt x="887" y="2312"/>
                    <a:pt x="1837" y="1552"/>
                  </a:cubicBezTo>
                  <a:cubicBezTo>
                    <a:pt x="3706" y="2185"/>
                    <a:pt x="5004" y="2534"/>
                    <a:pt x="5226" y="3705"/>
                  </a:cubicBezTo>
                  <a:cubicBezTo>
                    <a:pt x="6208" y="1869"/>
                    <a:pt x="4941" y="0"/>
                    <a:pt x="2977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9" name="Google Shape;5479;p32"/>
            <p:cNvSpPr/>
            <p:nvPr/>
          </p:nvSpPr>
          <p:spPr>
            <a:xfrm>
              <a:off x="1987274" y="1264760"/>
              <a:ext cx="6335" cy="6335"/>
            </a:xfrm>
            <a:custGeom>
              <a:rect b="b" l="l" r="r" t="t"/>
              <a:pathLst>
                <a:path extrusionOk="0" h="191" w="191">
                  <a:moveTo>
                    <a:pt x="95" y="0"/>
                  </a:moveTo>
                  <a:cubicBezTo>
                    <a:pt x="32" y="0"/>
                    <a:pt x="0" y="32"/>
                    <a:pt x="0" y="95"/>
                  </a:cubicBezTo>
                  <a:cubicBezTo>
                    <a:pt x="0" y="159"/>
                    <a:pt x="32" y="190"/>
                    <a:pt x="95" y="190"/>
                  </a:cubicBezTo>
                  <a:cubicBezTo>
                    <a:pt x="127" y="190"/>
                    <a:pt x="190" y="159"/>
                    <a:pt x="190" y="95"/>
                  </a:cubicBezTo>
                  <a:cubicBezTo>
                    <a:pt x="190" y="32"/>
                    <a:pt x="127" y="0"/>
                    <a:pt x="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0" name="Google Shape;5480;p32"/>
            <p:cNvSpPr/>
            <p:nvPr/>
          </p:nvSpPr>
          <p:spPr>
            <a:xfrm>
              <a:off x="1836019" y="1264760"/>
              <a:ext cx="5274" cy="6335"/>
            </a:xfrm>
            <a:custGeom>
              <a:rect b="b" l="l" r="r" t="t"/>
              <a:pathLst>
                <a:path extrusionOk="0" h="191" w="159">
                  <a:moveTo>
                    <a:pt x="63" y="0"/>
                  </a:moveTo>
                  <a:cubicBezTo>
                    <a:pt x="32" y="0"/>
                    <a:pt x="0" y="32"/>
                    <a:pt x="0" y="95"/>
                  </a:cubicBezTo>
                  <a:cubicBezTo>
                    <a:pt x="0" y="159"/>
                    <a:pt x="32" y="190"/>
                    <a:pt x="63" y="190"/>
                  </a:cubicBezTo>
                  <a:cubicBezTo>
                    <a:pt x="127" y="190"/>
                    <a:pt x="158" y="159"/>
                    <a:pt x="158" y="95"/>
                  </a:cubicBezTo>
                  <a:cubicBezTo>
                    <a:pt x="158" y="32"/>
                    <a:pt x="127" y="0"/>
                    <a:pt x="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1" name="Google Shape;5481;p32"/>
            <p:cNvSpPr/>
            <p:nvPr/>
          </p:nvSpPr>
          <p:spPr>
            <a:xfrm>
              <a:off x="1750905" y="1386594"/>
              <a:ext cx="327786" cy="189135"/>
            </a:xfrm>
            <a:custGeom>
              <a:rect b="b" l="l" r="r" t="t"/>
              <a:pathLst>
                <a:path extrusionOk="0" h="5702" w="9882">
                  <a:moveTo>
                    <a:pt x="3579" y="1"/>
                  </a:moveTo>
                  <a:lnTo>
                    <a:pt x="824" y="856"/>
                  </a:lnTo>
                  <a:cubicBezTo>
                    <a:pt x="318" y="1014"/>
                    <a:pt x="1" y="1553"/>
                    <a:pt x="64" y="2059"/>
                  </a:cubicBezTo>
                  <a:cubicBezTo>
                    <a:pt x="159" y="2629"/>
                    <a:pt x="254" y="3389"/>
                    <a:pt x="381" y="4213"/>
                  </a:cubicBezTo>
                  <a:cubicBezTo>
                    <a:pt x="1743" y="5163"/>
                    <a:pt x="3358" y="5701"/>
                    <a:pt x="5131" y="5701"/>
                  </a:cubicBezTo>
                  <a:cubicBezTo>
                    <a:pt x="6715" y="5701"/>
                    <a:pt x="8203" y="5258"/>
                    <a:pt x="9470" y="4466"/>
                  </a:cubicBezTo>
                  <a:cubicBezTo>
                    <a:pt x="9597" y="3516"/>
                    <a:pt x="9723" y="2661"/>
                    <a:pt x="9818" y="2059"/>
                  </a:cubicBezTo>
                  <a:cubicBezTo>
                    <a:pt x="9882" y="1553"/>
                    <a:pt x="9565" y="1046"/>
                    <a:pt x="9058" y="856"/>
                  </a:cubicBezTo>
                  <a:lnTo>
                    <a:pt x="6303" y="1"/>
                  </a:lnTo>
                  <a:close/>
                </a:path>
              </a:pathLst>
            </a:custGeom>
            <a:solidFill>
              <a:srgbClr val="FB9B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2" name="Google Shape;5482;p32"/>
            <p:cNvSpPr/>
            <p:nvPr/>
          </p:nvSpPr>
          <p:spPr>
            <a:xfrm>
              <a:off x="1699458" y="1408652"/>
              <a:ext cx="430712" cy="167077"/>
            </a:xfrm>
            <a:custGeom>
              <a:rect b="b" l="l" r="r" t="t"/>
              <a:pathLst>
                <a:path extrusionOk="0" h="5037" w="12985">
                  <a:moveTo>
                    <a:pt x="2882" y="1"/>
                  </a:moveTo>
                  <a:lnTo>
                    <a:pt x="1109" y="476"/>
                  </a:lnTo>
                  <a:cubicBezTo>
                    <a:pt x="538" y="634"/>
                    <a:pt x="127" y="1109"/>
                    <a:pt x="0" y="1679"/>
                  </a:cubicBezTo>
                  <a:cubicBezTo>
                    <a:pt x="1520" y="3706"/>
                    <a:pt x="3927" y="5036"/>
                    <a:pt x="6682" y="5036"/>
                  </a:cubicBezTo>
                  <a:cubicBezTo>
                    <a:pt x="9184" y="5036"/>
                    <a:pt x="11464" y="3928"/>
                    <a:pt x="12984" y="2123"/>
                  </a:cubicBezTo>
                  <a:lnTo>
                    <a:pt x="12984" y="2028"/>
                  </a:lnTo>
                  <a:cubicBezTo>
                    <a:pt x="12921" y="1299"/>
                    <a:pt x="12446" y="634"/>
                    <a:pt x="11749" y="444"/>
                  </a:cubicBezTo>
                  <a:cubicBezTo>
                    <a:pt x="11243" y="317"/>
                    <a:pt x="10673" y="159"/>
                    <a:pt x="10103" y="1"/>
                  </a:cubicBezTo>
                  <a:cubicBezTo>
                    <a:pt x="9235" y="1153"/>
                    <a:pt x="7824" y="1723"/>
                    <a:pt x="6435" y="1723"/>
                  </a:cubicBezTo>
                  <a:cubicBezTo>
                    <a:pt x="5037" y="1723"/>
                    <a:pt x="3661" y="1145"/>
                    <a:pt x="2882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3" name="Google Shape;5483;p32"/>
            <p:cNvSpPr/>
            <p:nvPr/>
          </p:nvSpPr>
          <p:spPr>
            <a:xfrm>
              <a:off x="3025130" y="1024178"/>
              <a:ext cx="552579" cy="485211"/>
            </a:xfrm>
            <a:custGeom>
              <a:rect b="b" l="l" r="r" t="t"/>
              <a:pathLst>
                <a:path extrusionOk="0" h="14628" w="16659">
                  <a:moveTo>
                    <a:pt x="8329" y="1"/>
                  </a:moveTo>
                  <a:cubicBezTo>
                    <a:pt x="3737" y="1"/>
                    <a:pt x="0" y="3706"/>
                    <a:pt x="0" y="8330"/>
                  </a:cubicBezTo>
                  <a:cubicBezTo>
                    <a:pt x="0" y="9945"/>
                    <a:pt x="476" y="11465"/>
                    <a:pt x="1299" y="12764"/>
                  </a:cubicBezTo>
                  <a:cubicBezTo>
                    <a:pt x="2077" y="13998"/>
                    <a:pt x="5520" y="14628"/>
                    <a:pt x="8792" y="14628"/>
                  </a:cubicBezTo>
                  <a:cubicBezTo>
                    <a:pt x="11645" y="14628"/>
                    <a:pt x="14367" y="14149"/>
                    <a:pt x="15075" y="13175"/>
                  </a:cubicBezTo>
                  <a:cubicBezTo>
                    <a:pt x="16057" y="11813"/>
                    <a:pt x="16658" y="10135"/>
                    <a:pt x="16658" y="8330"/>
                  </a:cubicBezTo>
                  <a:cubicBezTo>
                    <a:pt x="16658" y="3738"/>
                    <a:pt x="12921" y="1"/>
                    <a:pt x="8329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4" name="Google Shape;5484;p32"/>
            <p:cNvSpPr/>
            <p:nvPr/>
          </p:nvSpPr>
          <p:spPr>
            <a:xfrm>
              <a:off x="3098668" y="1366659"/>
              <a:ext cx="404442" cy="161273"/>
            </a:xfrm>
            <a:custGeom>
              <a:rect b="b" l="l" r="r" t="t"/>
              <a:pathLst>
                <a:path extrusionOk="0" h="4862" w="12193">
                  <a:moveTo>
                    <a:pt x="4212" y="0"/>
                  </a:moveTo>
                  <a:cubicBezTo>
                    <a:pt x="4212" y="0"/>
                    <a:pt x="3611" y="222"/>
                    <a:pt x="1362" y="1108"/>
                  </a:cubicBezTo>
                  <a:cubicBezTo>
                    <a:pt x="729" y="1330"/>
                    <a:pt x="349" y="1900"/>
                    <a:pt x="159" y="2597"/>
                  </a:cubicBezTo>
                  <a:cubicBezTo>
                    <a:pt x="64" y="2914"/>
                    <a:pt x="0" y="3262"/>
                    <a:pt x="0" y="3610"/>
                  </a:cubicBezTo>
                  <a:cubicBezTo>
                    <a:pt x="768" y="4442"/>
                    <a:pt x="3480" y="4861"/>
                    <a:pt x="6174" y="4861"/>
                  </a:cubicBezTo>
                  <a:cubicBezTo>
                    <a:pt x="8816" y="4861"/>
                    <a:pt x="11440" y="4457"/>
                    <a:pt x="12193" y="3642"/>
                  </a:cubicBezTo>
                  <a:cubicBezTo>
                    <a:pt x="12193" y="3294"/>
                    <a:pt x="12130" y="2945"/>
                    <a:pt x="12035" y="2629"/>
                  </a:cubicBezTo>
                  <a:cubicBezTo>
                    <a:pt x="11845" y="1932"/>
                    <a:pt x="11465" y="1362"/>
                    <a:pt x="10831" y="1108"/>
                  </a:cubicBezTo>
                  <a:cubicBezTo>
                    <a:pt x="8551" y="222"/>
                    <a:pt x="7981" y="0"/>
                    <a:pt x="7981" y="0"/>
                  </a:cubicBezTo>
                  <a:close/>
                </a:path>
              </a:pathLst>
            </a:custGeom>
            <a:solidFill>
              <a:srgbClr val="B56D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5" name="Google Shape;5485;p32"/>
            <p:cNvSpPr/>
            <p:nvPr/>
          </p:nvSpPr>
          <p:spPr>
            <a:xfrm>
              <a:off x="3179536" y="1393958"/>
              <a:ext cx="212222" cy="181772"/>
            </a:xfrm>
            <a:custGeom>
              <a:rect b="b" l="l" r="r" t="t"/>
              <a:pathLst>
                <a:path extrusionOk="0" h="5480" w="6398">
                  <a:moveTo>
                    <a:pt x="1394" y="0"/>
                  </a:moveTo>
                  <a:cubicBezTo>
                    <a:pt x="951" y="222"/>
                    <a:pt x="413" y="2122"/>
                    <a:pt x="1" y="4624"/>
                  </a:cubicBezTo>
                  <a:cubicBezTo>
                    <a:pt x="1109" y="5162"/>
                    <a:pt x="2344" y="5479"/>
                    <a:pt x="3674" y="5479"/>
                  </a:cubicBezTo>
                  <a:cubicBezTo>
                    <a:pt x="4625" y="5479"/>
                    <a:pt x="5543" y="5321"/>
                    <a:pt x="6398" y="5036"/>
                  </a:cubicBezTo>
                  <a:cubicBezTo>
                    <a:pt x="6240" y="2312"/>
                    <a:pt x="6081" y="285"/>
                    <a:pt x="6081" y="285"/>
                  </a:cubicBezTo>
                  <a:cubicBezTo>
                    <a:pt x="5864" y="596"/>
                    <a:pt x="4928" y="808"/>
                    <a:pt x="3935" y="808"/>
                  </a:cubicBezTo>
                  <a:cubicBezTo>
                    <a:pt x="2905" y="808"/>
                    <a:pt x="1813" y="581"/>
                    <a:pt x="1394" y="0"/>
                  </a:cubicBezTo>
                  <a:close/>
                </a:path>
              </a:pathLst>
            </a:custGeom>
            <a:solidFill>
              <a:srgbClr val="F2F5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6" name="Google Shape;5486;p32"/>
            <p:cNvSpPr/>
            <p:nvPr/>
          </p:nvSpPr>
          <p:spPr>
            <a:xfrm>
              <a:off x="3339217" y="1369810"/>
              <a:ext cx="200679" cy="203796"/>
            </a:xfrm>
            <a:custGeom>
              <a:rect b="b" l="l" r="r" t="t"/>
              <a:pathLst>
                <a:path extrusionOk="0" h="6144" w="6050">
                  <a:moveTo>
                    <a:pt x="1331" y="0"/>
                  </a:moveTo>
                  <a:cubicBezTo>
                    <a:pt x="1331" y="0"/>
                    <a:pt x="1141" y="1140"/>
                    <a:pt x="317" y="2217"/>
                  </a:cubicBezTo>
                  <a:cubicBezTo>
                    <a:pt x="96" y="2470"/>
                    <a:pt x="1" y="2787"/>
                    <a:pt x="1" y="3104"/>
                  </a:cubicBezTo>
                  <a:cubicBezTo>
                    <a:pt x="32" y="3769"/>
                    <a:pt x="32" y="4877"/>
                    <a:pt x="1" y="6144"/>
                  </a:cubicBezTo>
                  <a:cubicBezTo>
                    <a:pt x="1489" y="5922"/>
                    <a:pt x="2851" y="5320"/>
                    <a:pt x="3991" y="4434"/>
                  </a:cubicBezTo>
                  <a:cubicBezTo>
                    <a:pt x="4403" y="4117"/>
                    <a:pt x="4751" y="3769"/>
                    <a:pt x="5099" y="3389"/>
                  </a:cubicBezTo>
                  <a:cubicBezTo>
                    <a:pt x="5448" y="2977"/>
                    <a:pt x="5764" y="2534"/>
                    <a:pt x="6049" y="2090"/>
                  </a:cubicBezTo>
                  <a:cubicBezTo>
                    <a:pt x="5701" y="1742"/>
                    <a:pt x="5258" y="1488"/>
                    <a:pt x="4783" y="1330"/>
                  </a:cubicBezTo>
                  <a:lnTo>
                    <a:pt x="3832" y="1013"/>
                  </a:lnTo>
                  <a:cubicBezTo>
                    <a:pt x="2724" y="570"/>
                    <a:pt x="1331" y="0"/>
                    <a:pt x="1331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7" name="Google Shape;5487;p32"/>
            <p:cNvSpPr/>
            <p:nvPr/>
          </p:nvSpPr>
          <p:spPr>
            <a:xfrm>
              <a:off x="3058731" y="1377140"/>
              <a:ext cx="205953" cy="195438"/>
            </a:xfrm>
            <a:custGeom>
              <a:rect b="b" l="l" r="r" t="t"/>
              <a:pathLst>
                <a:path extrusionOk="0" h="5892" w="6209">
                  <a:moveTo>
                    <a:pt x="4530" y="1"/>
                  </a:moveTo>
                  <a:lnTo>
                    <a:pt x="1489" y="856"/>
                  </a:lnTo>
                  <a:cubicBezTo>
                    <a:pt x="919" y="982"/>
                    <a:pt x="413" y="1267"/>
                    <a:pt x="1" y="1648"/>
                  </a:cubicBezTo>
                  <a:cubicBezTo>
                    <a:pt x="476" y="2503"/>
                    <a:pt x="1109" y="3294"/>
                    <a:pt x="1869" y="3959"/>
                  </a:cubicBezTo>
                  <a:cubicBezTo>
                    <a:pt x="2059" y="4118"/>
                    <a:pt x="2218" y="4244"/>
                    <a:pt x="2408" y="4371"/>
                  </a:cubicBezTo>
                  <a:cubicBezTo>
                    <a:pt x="2439" y="4403"/>
                    <a:pt x="2471" y="4434"/>
                    <a:pt x="2503" y="4466"/>
                  </a:cubicBezTo>
                  <a:lnTo>
                    <a:pt x="2534" y="4466"/>
                  </a:lnTo>
                  <a:cubicBezTo>
                    <a:pt x="2566" y="4498"/>
                    <a:pt x="2598" y="4498"/>
                    <a:pt x="2629" y="4529"/>
                  </a:cubicBezTo>
                  <a:cubicBezTo>
                    <a:pt x="2629" y="4529"/>
                    <a:pt x="2629" y="4529"/>
                    <a:pt x="2629" y="4561"/>
                  </a:cubicBezTo>
                  <a:cubicBezTo>
                    <a:pt x="2661" y="4561"/>
                    <a:pt x="2693" y="4593"/>
                    <a:pt x="2724" y="4593"/>
                  </a:cubicBezTo>
                  <a:cubicBezTo>
                    <a:pt x="2724" y="4624"/>
                    <a:pt x="2756" y="4624"/>
                    <a:pt x="2756" y="4624"/>
                  </a:cubicBezTo>
                  <a:cubicBezTo>
                    <a:pt x="2788" y="4656"/>
                    <a:pt x="2819" y="4656"/>
                    <a:pt x="2851" y="4688"/>
                  </a:cubicBezTo>
                  <a:lnTo>
                    <a:pt x="2883" y="4688"/>
                  </a:lnTo>
                  <a:cubicBezTo>
                    <a:pt x="2914" y="4719"/>
                    <a:pt x="2946" y="4751"/>
                    <a:pt x="2978" y="4751"/>
                  </a:cubicBezTo>
                  <a:cubicBezTo>
                    <a:pt x="2978" y="4751"/>
                    <a:pt x="2978" y="4751"/>
                    <a:pt x="2978" y="4783"/>
                  </a:cubicBezTo>
                  <a:cubicBezTo>
                    <a:pt x="3896" y="5353"/>
                    <a:pt x="4941" y="5733"/>
                    <a:pt x="6081" y="5891"/>
                  </a:cubicBezTo>
                  <a:cubicBezTo>
                    <a:pt x="6145" y="4656"/>
                    <a:pt x="6176" y="3611"/>
                    <a:pt x="6176" y="2946"/>
                  </a:cubicBezTo>
                  <a:cubicBezTo>
                    <a:pt x="6208" y="2598"/>
                    <a:pt x="6113" y="2218"/>
                    <a:pt x="5923" y="1901"/>
                  </a:cubicBezTo>
                  <a:cubicBezTo>
                    <a:pt x="5416" y="1077"/>
                    <a:pt x="4530" y="1"/>
                    <a:pt x="4530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8" name="Google Shape;5488;p32"/>
            <p:cNvSpPr/>
            <p:nvPr/>
          </p:nvSpPr>
          <p:spPr>
            <a:xfrm>
              <a:off x="3340278" y="1333024"/>
              <a:ext cx="69358" cy="131353"/>
            </a:xfrm>
            <a:custGeom>
              <a:rect b="b" l="l" r="r" t="t"/>
              <a:pathLst>
                <a:path extrusionOk="0" h="3960" w="2091">
                  <a:moveTo>
                    <a:pt x="824" y="1"/>
                  </a:moveTo>
                  <a:cubicBezTo>
                    <a:pt x="824" y="1"/>
                    <a:pt x="824" y="792"/>
                    <a:pt x="824" y="1109"/>
                  </a:cubicBezTo>
                  <a:cubicBezTo>
                    <a:pt x="824" y="3009"/>
                    <a:pt x="0" y="3389"/>
                    <a:pt x="0" y="3959"/>
                  </a:cubicBezTo>
                  <a:cubicBezTo>
                    <a:pt x="0" y="3959"/>
                    <a:pt x="222" y="3263"/>
                    <a:pt x="2059" y="2091"/>
                  </a:cubicBezTo>
                  <a:cubicBezTo>
                    <a:pt x="2090" y="1457"/>
                    <a:pt x="1394" y="476"/>
                    <a:pt x="824" y="1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9" name="Google Shape;5489;p32"/>
            <p:cNvSpPr/>
            <p:nvPr/>
          </p:nvSpPr>
          <p:spPr>
            <a:xfrm>
              <a:off x="3193202" y="1333024"/>
              <a:ext cx="72510" cy="133443"/>
            </a:xfrm>
            <a:custGeom>
              <a:rect b="b" l="l" r="r" t="t"/>
              <a:pathLst>
                <a:path extrusionOk="0" h="4023" w="2186">
                  <a:moveTo>
                    <a:pt x="1267" y="1"/>
                  </a:moveTo>
                  <a:cubicBezTo>
                    <a:pt x="634" y="254"/>
                    <a:pt x="32" y="1109"/>
                    <a:pt x="1" y="1837"/>
                  </a:cubicBezTo>
                  <a:cubicBezTo>
                    <a:pt x="571" y="2091"/>
                    <a:pt x="1964" y="3199"/>
                    <a:pt x="2122" y="4023"/>
                  </a:cubicBezTo>
                  <a:cubicBezTo>
                    <a:pt x="2186" y="3326"/>
                    <a:pt x="1172" y="2281"/>
                    <a:pt x="1267" y="1046"/>
                  </a:cubicBezTo>
                  <a:cubicBezTo>
                    <a:pt x="1331" y="381"/>
                    <a:pt x="1267" y="1"/>
                    <a:pt x="1267" y="1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0" name="Google Shape;5490;p32"/>
            <p:cNvSpPr/>
            <p:nvPr/>
          </p:nvSpPr>
          <p:spPr>
            <a:xfrm>
              <a:off x="3228927" y="1468524"/>
              <a:ext cx="18940" cy="21063"/>
            </a:xfrm>
            <a:custGeom>
              <a:rect b="b" l="l" r="r" t="t"/>
              <a:pathLst>
                <a:path extrusionOk="0" h="635" w="571">
                  <a:moveTo>
                    <a:pt x="285" y="1"/>
                  </a:moveTo>
                  <a:cubicBezTo>
                    <a:pt x="127" y="1"/>
                    <a:pt x="0" y="128"/>
                    <a:pt x="0" y="318"/>
                  </a:cubicBezTo>
                  <a:cubicBezTo>
                    <a:pt x="0" y="476"/>
                    <a:pt x="127" y="634"/>
                    <a:pt x="285" y="634"/>
                  </a:cubicBezTo>
                  <a:cubicBezTo>
                    <a:pt x="444" y="634"/>
                    <a:pt x="570" y="476"/>
                    <a:pt x="570" y="318"/>
                  </a:cubicBezTo>
                  <a:cubicBezTo>
                    <a:pt x="570" y="128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1" name="Google Shape;5491;p32"/>
            <p:cNvSpPr/>
            <p:nvPr/>
          </p:nvSpPr>
          <p:spPr>
            <a:xfrm>
              <a:off x="3351821" y="1475887"/>
              <a:ext cx="23153" cy="5274"/>
            </a:xfrm>
            <a:custGeom>
              <a:rect b="b" l="l" r="r" t="t"/>
              <a:pathLst>
                <a:path extrusionOk="0" h="159" w="698">
                  <a:moveTo>
                    <a:pt x="1" y="1"/>
                  </a:moveTo>
                  <a:lnTo>
                    <a:pt x="1" y="159"/>
                  </a:lnTo>
                  <a:lnTo>
                    <a:pt x="697" y="159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2" name="Google Shape;5492;p32"/>
            <p:cNvSpPr/>
            <p:nvPr/>
          </p:nvSpPr>
          <p:spPr>
            <a:xfrm>
              <a:off x="3208958" y="1201737"/>
              <a:ext cx="23153" cy="51480"/>
            </a:xfrm>
            <a:custGeom>
              <a:rect b="b" l="l" r="r" t="t"/>
              <a:pathLst>
                <a:path extrusionOk="0" h="1552" w="698">
                  <a:moveTo>
                    <a:pt x="191" y="0"/>
                  </a:moveTo>
                  <a:cubicBezTo>
                    <a:pt x="96" y="0"/>
                    <a:pt x="1" y="95"/>
                    <a:pt x="32" y="222"/>
                  </a:cubicBezTo>
                  <a:lnTo>
                    <a:pt x="127" y="855"/>
                  </a:lnTo>
                  <a:cubicBezTo>
                    <a:pt x="159" y="1203"/>
                    <a:pt x="381" y="1488"/>
                    <a:pt x="666" y="1552"/>
                  </a:cubicBezTo>
                  <a:lnTo>
                    <a:pt x="697" y="1552"/>
                  </a:lnTo>
                  <a:lnTo>
                    <a:pt x="571" y="443"/>
                  </a:lnTo>
                  <a:cubicBezTo>
                    <a:pt x="539" y="222"/>
                    <a:pt x="412" y="63"/>
                    <a:pt x="222" y="32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9E5C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3" name="Google Shape;5493;p32"/>
            <p:cNvSpPr/>
            <p:nvPr/>
          </p:nvSpPr>
          <p:spPr>
            <a:xfrm>
              <a:off x="3370728" y="1201737"/>
              <a:ext cx="23153" cy="51480"/>
            </a:xfrm>
            <a:custGeom>
              <a:rect b="b" l="l" r="r" t="t"/>
              <a:pathLst>
                <a:path extrusionOk="0" h="1552" w="698">
                  <a:moveTo>
                    <a:pt x="476" y="0"/>
                  </a:moveTo>
                  <a:cubicBezTo>
                    <a:pt x="286" y="63"/>
                    <a:pt x="159" y="222"/>
                    <a:pt x="127" y="443"/>
                  </a:cubicBezTo>
                  <a:lnTo>
                    <a:pt x="1" y="1552"/>
                  </a:lnTo>
                  <a:lnTo>
                    <a:pt x="32" y="1552"/>
                  </a:lnTo>
                  <a:cubicBezTo>
                    <a:pt x="317" y="1488"/>
                    <a:pt x="539" y="1203"/>
                    <a:pt x="571" y="855"/>
                  </a:cubicBezTo>
                  <a:lnTo>
                    <a:pt x="666" y="190"/>
                  </a:lnTo>
                  <a:cubicBezTo>
                    <a:pt x="697" y="95"/>
                    <a:pt x="602" y="0"/>
                    <a:pt x="507" y="0"/>
                  </a:cubicBezTo>
                  <a:close/>
                </a:path>
              </a:pathLst>
            </a:custGeom>
            <a:solidFill>
              <a:srgbClr val="9E5C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4" name="Google Shape;5494;p32"/>
            <p:cNvSpPr/>
            <p:nvPr/>
          </p:nvSpPr>
          <p:spPr>
            <a:xfrm>
              <a:off x="3236257" y="1273152"/>
              <a:ext cx="131353" cy="96691"/>
            </a:xfrm>
            <a:custGeom>
              <a:rect b="b" l="l" r="r" t="t"/>
              <a:pathLst>
                <a:path extrusionOk="0" h="2915" w="3960">
                  <a:moveTo>
                    <a:pt x="1" y="1"/>
                  </a:moveTo>
                  <a:lnTo>
                    <a:pt x="1" y="2914"/>
                  </a:lnTo>
                  <a:lnTo>
                    <a:pt x="3960" y="2914"/>
                  </a:lnTo>
                  <a:lnTo>
                    <a:pt x="3960" y="1"/>
                  </a:lnTo>
                  <a:close/>
                </a:path>
              </a:pathLst>
            </a:custGeom>
            <a:solidFill>
              <a:srgbClr val="B56D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5" name="Google Shape;5495;p32"/>
            <p:cNvSpPr/>
            <p:nvPr/>
          </p:nvSpPr>
          <p:spPr>
            <a:xfrm>
              <a:off x="3236257" y="1273152"/>
              <a:ext cx="131353" cy="94568"/>
            </a:xfrm>
            <a:custGeom>
              <a:rect b="b" l="l" r="r" t="t"/>
              <a:pathLst>
                <a:path extrusionOk="0" h="2851" w="3960">
                  <a:moveTo>
                    <a:pt x="1" y="1"/>
                  </a:moveTo>
                  <a:lnTo>
                    <a:pt x="1" y="2851"/>
                  </a:lnTo>
                  <a:lnTo>
                    <a:pt x="3960" y="1457"/>
                  </a:lnTo>
                  <a:lnTo>
                    <a:pt x="3960" y="1"/>
                  </a:lnTo>
                  <a:close/>
                </a:path>
              </a:pathLst>
            </a:custGeom>
            <a:solidFill>
              <a:srgbClr val="9E5C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6" name="Google Shape;5496;p32"/>
            <p:cNvSpPr/>
            <p:nvPr/>
          </p:nvSpPr>
          <p:spPr>
            <a:xfrm>
              <a:off x="3236257" y="1273152"/>
              <a:ext cx="131353" cy="77784"/>
            </a:xfrm>
            <a:custGeom>
              <a:rect b="b" l="l" r="r" t="t"/>
              <a:pathLst>
                <a:path extrusionOk="0" h="2345" w="3960">
                  <a:moveTo>
                    <a:pt x="1" y="1"/>
                  </a:moveTo>
                  <a:lnTo>
                    <a:pt x="1" y="919"/>
                  </a:lnTo>
                  <a:lnTo>
                    <a:pt x="1458" y="2344"/>
                  </a:lnTo>
                  <a:lnTo>
                    <a:pt x="2915" y="1837"/>
                  </a:lnTo>
                  <a:lnTo>
                    <a:pt x="3960" y="824"/>
                  </a:lnTo>
                  <a:lnTo>
                    <a:pt x="3960" y="1"/>
                  </a:lnTo>
                  <a:close/>
                </a:path>
              </a:pathLst>
            </a:custGeom>
            <a:solidFill>
              <a:srgbClr val="854E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7" name="Google Shape;5497;p32"/>
            <p:cNvSpPr/>
            <p:nvPr/>
          </p:nvSpPr>
          <p:spPr>
            <a:xfrm>
              <a:off x="3219473" y="1089324"/>
              <a:ext cx="164954" cy="248974"/>
            </a:xfrm>
            <a:custGeom>
              <a:rect b="b" l="l" r="r" t="t"/>
              <a:pathLst>
                <a:path extrusionOk="0" h="7506" w="4973">
                  <a:moveTo>
                    <a:pt x="2470" y="0"/>
                  </a:moveTo>
                  <a:cubicBezTo>
                    <a:pt x="1140" y="0"/>
                    <a:pt x="0" y="1077"/>
                    <a:pt x="0" y="2439"/>
                  </a:cubicBezTo>
                  <a:lnTo>
                    <a:pt x="254" y="5384"/>
                  </a:lnTo>
                  <a:cubicBezTo>
                    <a:pt x="254" y="5828"/>
                    <a:pt x="475" y="6271"/>
                    <a:pt x="855" y="6524"/>
                  </a:cubicBezTo>
                  <a:lnTo>
                    <a:pt x="1615" y="7253"/>
                  </a:lnTo>
                  <a:cubicBezTo>
                    <a:pt x="1805" y="7411"/>
                    <a:pt x="2059" y="7506"/>
                    <a:pt x="2312" y="7506"/>
                  </a:cubicBezTo>
                  <a:lnTo>
                    <a:pt x="2660" y="7506"/>
                  </a:lnTo>
                  <a:cubicBezTo>
                    <a:pt x="2914" y="7506"/>
                    <a:pt x="3167" y="7411"/>
                    <a:pt x="3357" y="7253"/>
                  </a:cubicBezTo>
                  <a:lnTo>
                    <a:pt x="4117" y="6524"/>
                  </a:lnTo>
                  <a:cubicBezTo>
                    <a:pt x="4497" y="6271"/>
                    <a:pt x="4719" y="5828"/>
                    <a:pt x="4719" y="5384"/>
                  </a:cubicBezTo>
                  <a:lnTo>
                    <a:pt x="4972" y="2439"/>
                  </a:lnTo>
                  <a:cubicBezTo>
                    <a:pt x="4972" y="1077"/>
                    <a:pt x="3832" y="0"/>
                    <a:pt x="2470" y="0"/>
                  </a:cubicBezTo>
                  <a:close/>
                </a:path>
              </a:pathLst>
            </a:custGeom>
            <a:solidFill>
              <a:srgbClr val="B56D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8" name="Google Shape;5498;p32"/>
            <p:cNvSpPr/>
            <p:nvPr/>
          </p:nvSpPr>
          <p:spPr>
            <a:xfrm>
              <a:off x="3213171" y="1069356"/>
              <a:ext cx="177559" cy="175469"/>
            </a:xfrm>
            <a:custGeom>
              <a:rect b="b" l="l" r="r" t="t"/>
              <a:pathLst>
                <a:path extrusionOk="0" h="5290" w="5353">
                  <a:moveTo>
                    <a:pt x="2059" y="1"/>
                  </a:moveTo>
                  <a:cubicBezTo>
                    <a:pt x="1267" y="1"/>
                    <a:pt x="539" y="539"/>
                    <a:pt x="380" y="1616"/>
                  </a:cubicBezTo>
                  <a:lnTo>
                    <a:pt x="380" y="1648"/>
                  </a:lnTo>
                  <a:cubicBezTo>
                    <a:pt x="32" y="1774"/>
                    <a:pt x="0" y="2376"/>
                    <a:pt x="95" y="3041"/>
                  </a:cubicBezTo>
                  <a:cubicBezTo>
                    <a:pt x="159" y="3896"/>
                    <a:pt x="349" y="5289"/>
                    <a:pt x="349" y="5289"/>
                  </a:cubicBezTo>
                  <a:cubicBezTo>
                    <a:pt x="442" y="2280"/>
                    <a:pt x="839" y="2249"/>
                    <a:pt x="1004" y="2249"/>
                  </a:cubicBezTo>
                  <a:cubicBezTo>
                    <a:pt x="1007" y="2249"/>
                    <a:pt x="1010" y="2249"/>
                    <a:pt x="1014" y="2249"/>
                  </a:cubicBezTo>
                  <a:lnTo>
                    <a:pt x="1742" y="2376"/>
                  </a:lnTo>
                  <a:cubicBezTo>
                    <a:pt x="2043" y="2439"/>
                    <a:pt x="2344" y="2471"/>
                    <a:pt x="2645" y="2471"/>
                  </a:cubicBezTo>
                  <a:cubicBezTo>
                    <a:pt x="2945" y="2471"/>
                    <a:pt x="3246" y="2439"/>
                    <a:pt x="3547" y="2376"/>
                  </a:cubicBezTo>
                  <a:lnTo>
                    <a:pt x="4276" y="2249"/>
                  </a:lnTo>
                  <a:cubicBezTo>
                    <a:pt x="4434" y="2249"/>
                    <a:pt x="4877" y="2471"/>
                    <a:pt x="4941" y="5289"/>
                  </a:cubicBezTo>
                  <a:cubicBezTo>
                    <a:pt x="4941" y="5289"/>
                    <a:pt x="5067" y="4403"/>
                    <a:pt x="5131" y="3611"/>
                  </a:cubicBezTo>
                  <a:cubicBezTo>
                    <a:pt x="5131" y="3611"/>
                    <a:pt x="5131" y="3643"/>
                    <a:pt x="5131" y="3643"/>
                  </a:cubicBezTo>
                  <a:cubicBezTo>
                    <a:pt x="5352" y="2059"/>
                    <a:pt x="5352" y="1267"/>
                    <a:pt x="4466" y="1046"/>
                  </a:cubicBezTo>
                  <a:cubicBezTo>
                    <a:pt x="4276" y="191"/>
                    <a:pt x="2850" y="1"/>
                    <a:pt x="205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9" name="Google Shape;5499;p32"/>
            <p:cNvSpPr/>
            <p:nvPr/>
          </p:nvSpPr>
          <p:spPr>
            <a:xfrm>
              <a:off x="1783477" y="1691227"/>
              <a:ext cx="10548" cy="530521"/>
            </a:xfrm>
            <a:custGeom>
              <a:rect b="b" l="l" r="r" t="t"/>
              <a:pathLst>
                <a:path extrusionOk="0" h="15994" w="318">
                  <a:moveTo>
                    <a:pt x="1" y="1"/>
                  </a:moveTo>
                  <a:lnTo>
                    <a:pt x="1" y="15994"/>
                  </a:lnTo>
                  <a:lnTo>
                    <a:pt x="317" y="15994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0" name="Google Shape;5500;p32"/>
            <p:cNvSpPr/>
            <p:nvPr/>
          </p:nvSpPr>
          <p:spPr>
            <a:xfrm>
              <a:off x="1767722" y="1654475"/>
              <a:ext cx="42060" cy="42060"/>
            </a:xfrm>
            <a:custGeom>
              <a:rect b="b" l="l" r="r" t="t"/>
              <a:pathLst>
                <a:path extrusionOk="0" h="1268" w="1268">
                  <a:moveTo>
                    <a:pt x="634" y="317"/>
                  </a:moveTo>
                  <a:cubicBezTo>
                    <a:pt x="792" y="317"/>
                    <a:pt x="951" y="475"/>
                    <a:pt x="951" y="634"/>
                  </a:cubicBezTo>
                  <a:cubicBezTo>
                    <a:pt x="951" y="824"/>
                    <a:pt x="792" y="950"/>
                    <a:pt x="634" y="950"/>
                  </a:cubicBezTo>
                  <a:cubicBezTo>
                    <a:pt x="444" y="950"/>
                    <a:pt x="317" y="792"/>
                    <a:pt x="317" y="634"/>
                  </a:cubicBezTo>
                  <a:cubicBezTo>
                    <a:pt x="317" y="475"/>
                    <a:pt x="476" y="317"/>
                    <a:pt x="634" y="317"/>
                  </a:cubicBezTo>
                  <a:close/>
                  <a:moveTo>
                    <a:pt x="634" y="0"/>
                  </a:moveTo>
                  <a:cubicBezTo>
                    <a:pt x="286" y="0"/>
                    <a:pt x="1" y="285"/>
                    <a:pt x="1" y="634"/>
                  </a:cubicBezTo>
                  <a:cubicBezTo>
                    <a:pt x="1" y="982"/>
                    <a:pt x="286" y="1267"/>
                    <a:pt x="634" y="1267"/>
                  </a:cubicBezTo>
                  <a:cubicBezTo>
                    <a:pt x="982" y="1267"/>
                    <a:pt x="1267" y="982"/>
                    <a:pt x="1267" y="634"/>
                  </a:cubicBezTo>
                  <a:cubicBezTo>
                    <a:pt x="1267" y="285"/>
                    <a:pt x="982" y="0"/>
                    <a:pt x="634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1" name="Google Shape;5501;p32"/>
            <p:cNvSpPr/>
            <p:nvPr/>
          </p:nvSpPr>
          <p:spPr>
            <a:xfrm>
              <a:off x="1747753" y="2216474"/>
              <a:ext cx="81996" cy="71448"/>
            </a:xfrm>
            <a:custGeom>
              <a:rect b="b" l="l" r="r" t="t"/>
              <a:pathLst>
                <a:path extrusionOk="0" h="2154" w="2472">
                  <a:moveTo>
                    <a:pt x="2028" y="317"/>
                  </a:moveTo>
                  <a:lnTo>
                    <a:pt x="1236" y="1679"/>
                  </a:lnTo>
                  <a:lnTo>
                    <a:pt x="444" y="317"/>
                  </a:lnTo>
                  <a:close/>
                  <a:moveTo>
                    <a:pt x="191" y="0"/>
                  </a:moveTo>
                  <a:cubicBezTo>
                    <a:pt x="128" y="0"/>
                    <a:pt x="64" y="32"/>
                    <a:pt x="33" y="64"/>
                  </a:cubicBezTo>
                  <a:cubicBezTo>
                    <a:pt x="1" y="127"/>
                    <a:pt x="1" y="190"/>
                    <a:pt x="33" y="222"/>
                  </a:cubicBezTo>
                  <a:lnTo>
                    <a:pt x="1109" y="2090"/>
                  </a:lnTo>
                  <a:cubicBezTo>
                    <a:pt x="1109" y="2122"/>
                    <a:pt x="1173" y="2154"/>
                    <a:pt x="1236" y="2154"/>
                  </a:cubicBezTo>
                  <a:cubicBezTo>
                    <a:pt x="1299" y="2154"/>
                    <a:pt x="1331" y="2122"/>
                    <a:pt x="1363" y="2090"/>
                  </a:cubicBezTo>
                  <a:lnTo>
                    <a:pt x="2439" y="222"/>
                  </a:lnTo>
                  <a:cubicBezTo>
                    <a:pt x="2471" y="190"/>
                    <a:pt x="2471" y="127"/>
                    <a:pt x="2439" y="64"/>
                  </a:cubicBezTo>
                  <a:cubicBezTo>
                    <a:pt x="2408" y="32"/>
                    <a:pt x="2344" y="0"/>
                    <a:pt x="2281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2" name="Google Shape;5502;p32"/>
            <p:cNvSpPr/>
            <p:nvPr/>
          </p:nvSpPr>
          <p:spPr>
            <a:xfrm>
              <a:off x="2744645" y="1691227"/>
              <a:ext cx="10548" cy="530521"/>
            </a:xfrm>
            <a:custGeom>
              <a:rect b="b" l="l" r="r" t="t"/>
              <a:pathLst>
                <a:path extrusionOk="0" h="15994" w="318">
                  <a:moveTo>
                    <a:pt x="1" y="1"/>
                  </a:moveTo>
                  <a:lnTo>
                    <a:pt x="1" y="15994"/>
                  </a:lnTo>
                  <a:lnTo>
                    <a:pt x="318" y="15994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3" name="Google Shape;5503;p32"/>
            <p:cNvSpPr/>
            <p:nvPr/>
          </p:nvSpPr>
          <p:spPr>
            <a:xfrm>
              <a:off x="2728889" y="1654475"/>
              <a:ext cx="42060" cy="42060"/>
            </a:xfrm>
            <a:custGeom>
              <a:rect b="b" l="l" r="r" t="t"/>
              <a:pathLst>
                <a:path extrusionOk="0" h="1268" w="1268">
                  <a:moveTo>
                    <a:pt x="634" y="317"/>
                  </a:moveTo>
                  <a:cubicBezTo>
                    <a:pt x="824" y="317"/>
                    <a:pt x="951" y="475"/>
                    <a:pt x="951" y="634"/>
                  </a:cubicBezTo>
                  <a:cubicBezTo>
                    <a:pt x="951" y="824"/>
                    <a:pt x="824" y="950"/>
                    <a:pt x="634" y="950"/>
                  </a:cubicBezTo>
                  <a:cubicBezTo>
                    <a:pt x="476" y="950"/>
                    <a:pt x="317" y="792"/>
                    <a:pt x="317" y="634"/>
                  </a:cubicBezTo>
                  <a:cubicBezTo>
                    <a:pt x="317" y="475"/>
                    <a:pt x="476" y="317"/>
                    <a:pt x="634" y="317"/>
                  </a:cubicBezTo>
                  <a:close/>
                  <a:moveTo>
                    <a:pt x="634" y="0"/>
                  </a:moveTo>
                  <a:cubicBezTo>
                    <a:pt x="286" y="0"/>
                    <a:pt x="1" y="285"/>
                    <a:pt x="1" y="634"/>
                  </a:cubicBezTo>
                  <a:cubicBezTo>
                    <a:pt x="1" y="982"/>
                    <a:pt x="286" y="1267"/>
                    <a:pt x="634" y="1267"/>
                  </a:cubicBezTo>
                  <a:cubicBezTo>
                    <a:pt x="983" y="1267"/>
                    <a:pt x="1268" y="982"/>
                    <a:pt x="1268" y="634"/>
                  </a:cubicBezTo>
                  <a:cubicBezTo>
                    <a:pt x="1268" y="285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4" name="Google Shape;5504;p32"/>
            <p:cNvSpPr/>
            <p:nvPr/>
          </p:nvSpPr>
          <p:spPr>
            <a:xfrm>
              <a:off x="2709982" y="2216474"/>
              <a:ext cx="80935" cy="71448"/>
            </a:xfrm>
            <a:custGeom>
              <a:rect b="b" l="l" r="r" t="t"/>
              <a:pathLst>
                <a:path extrusionOk="0" h="2154" w="2440">
                  <a:moveTo>
                    <a:pt x="1996" y="317"/>
                  </a:moveTo>
                  <a:lnTo>
                    <a:pt x="1204" y="1679"/>
                  </a:lnTo>
                  <a:lnTo>
                    <a:pt x="444" y="317"/>
                  </a:lnTo>
                  <a:close/>
                  <a:moveTo>
                    <a:pt x="159" y="0"/>
                  </a:moveTo>
                  <a:cubicBezTo>
                    <a:pt x="96" y="0"/>
                    <a:pt x="32" y="32"/>
                    <a:pt x="32" y="64"/>
                  </a:cubicBezTo>
                  <a:cubicBezTo>
                    <a:pt x="1" y="127"/>
                    <a:pt x="1" y="190"/>
                    <a:pt x="32" y="222"/>
                  </a:cubicBezTo>
                  <a:lnTo>
                    <a:pt x="1078" y="2090"/>
                  </a:lnTo>
                  <a:cubicBezTo>
                    <a:pt x="1109" y="2122"/>
                    <a:pt x="1141" y="2154"/>
                    <a:pt x="1204" y="2154"/>
                  </a:cubicBezTo>
                  <a:cubicBezTo>
                    <a:pt x="1268" y="2154"/>
                    <a:pt x="1331" y="2122"/>
                    <a:pt x="1363" y="2090"/>
                  </a:cubicBezTo>
                  <a:lnTo>
                    <a:pt x="2408" y="222"/>
                  </a:lnTo>
                  <a:cubicBezTo>
                    <a:pt x="2439" y="190"/>
                    <a:pt x="2439" y="127"/>
                    <a:pt x="2408" y="64"/>
                  </a:cubicBezTo>
                  <a:cubicBezTo>
                    <a:pt x="2376" y="32"/>
                    <a:pt x="2313" y="0"/>
                    <a:pt x="2281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5" name="Google Shape;5505;p32"/>
            <p:cNvSpPr/>
            <p:nvPr/>
          </p:nvSpPr>
          <p:spPr>
            <a:xfrm>
              <a:off x="2263547" y="1691227"/>
              <a:ext cx="10548" cy="504250"/>
            </a:xfrm>
            <a:custGeom>
              <a:rect b="b" l="l" r="r" t="t"/>
              <a:pathLst>
                <a:path extrusionOk="0" h="15202" w="318">
                  <a:moveTo>
                    <a:pt x="0" y="1"/>
                  </a:moveTo>
                  <a:lnTo>
                    <a:pt x="0" y="15202"/>
                  </a:lnTo>
                  <a:lnTo>
                    <a:pt x="317" y="15202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6" name="Google Shape;5506;p32"/>
            <p:cNvSpPr/>
            <p:nvPr/>
          </p:nvSpPr>
          <p:spPr>
            <a:xfrm>
              <a:off x="2248853" y="1654475"/>
              <a:ext cx="40998" cy="42060"/>
            </a:xfrm>
            <a:custGeom>
              <a:rect b="b" l="l" r="r" t="t"/>
              <a:pathLst>
                <a:path extrusionOk="0" h="1268" w="1236">
                  <a:moveTo>
                    <a:pt x="633" y="317"/>
                  </a:moveTo>
                  <a:cubicBezTo>
                    <a:pt x="792" y="317"/>
                    <a:pt x="918" y="475"/>
                    <a:pt x="918" y="634"/>
                  </a:cubicBezTo>
                  <a:cubicBezTo>
                    <a:pt x="918" y="824"/>
                    <a:pt x="792" y="950"/>
                    <a:pt x="633" y="950"/>
                  </a:cubicBezTo>
                  <a:cubicBezTo>
                    <a:pt x="443" y="950"/>
                    <a:pt x="317" y="792"/>
                    <a:pt x="317" y="634"/>
                  </a:cubicBezTo>
                  <a:cubicBezTo>
                    <a:pt x="317" y="475"/>
                    <a:pt x="443" y="317"/>
                    <a:pt x="633" y="317"/>
                  </a:cubicBezTo>
                  <a:close/>
                  <a:moveTo>
                    <a:pt x="633" y="0"/>
                  </a:moveTo>
                  <a:cubicBezTo>
                    <a:pt x="285" y="0"/>
                    <a:pt x="0" y="285"/>
                    <a:pt x="0" y="634"/>
                  </a:cubicBezTo>
                  <a:cubicBezTo>
                    <a:pt x="0" y="982"/>
                    <a:pt x="285" y="1267"/>
                    <a:pt x="633" y="1267"/>
                  </a:cubicBezTo>
                  <a:cubicBezTo>
                    <a:pt x="982" y="1267"/>
                    <a:pt x="1235" y="982"/>
                    <a:pt x="1235" y="634"/>
                  </a:cubicBezTo>
                  <a:cubicBezTo>
                    <a:pt x="1235" y="285"/>
                    <a:pt x="982" y="0"/>
                    <a:pt x="633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7" name="Google Shape;5507;p32"/>
            <p:cNvSpPr/>
            <p:nvPr/>
          </p:nvSpPr>
          <p:spPr>
            <a:xfrm>
              <a:off x="2228884" y="2190203"/>
              <a:ext cx="80902" cy="71448"/>
            </a:xfrm>
            <a:custGeom>
              <a:rect b="b" l="l" r="r" t="t"/>
              <a:pathLst>
                <a:path extrusionOk="0" h="2154" w="2439">
                  <a:moveTo>
                    <a:pt x="1995" y="317"/>
                  </a:moveTo>
                  <a:lnTo>
                    <a:pt x="1235" y="1679"/>
                  </a:lnTo>
                  <a:lnTo>
                    <a:pt x="444" y="317"/>
                  </a:lnTo>
                  <a:close/>
                  <a:moveTo>
                    <a:pt x="159" y="0"/>
                  </a:moveTo>
                  <a:cubicBezTo>
                    <a:pt x="95" y="0"/>
                    <a:pt x="64" y="32"/>
                    <a:pt x="32" y="64"/>
                  </a:cubicBezTo>
                  <a:cubicBezTo>
                    <a:pt x="0" y="127"/>
                    <a:pt x="0" y="190"/>
                    <a:pt x="32" y="222"/>
                  </a:cubicBezTo>
                  <a:lnTo>
                    <a:pt x="1077" y="2091"/>
                  </a:lnTo>
                  <a:cubicBezTo>
                    <a:pt x="1109" y="2122"/>
                    <a:pt x="1172" y="2154"/>
                    <a:pt x="1235" y="2154"/>
                  </a:cubicBezTo>
                  <a:cubicBezTo>
                    <a:pt x="1267" y="2154"/>
                    <a:pt x="1330" y="2122"/>
                    <a:pt x="1362" y="2091"/>
                  </a:cubicBezTo>
                  <a:lnTo>
                    <a:pt x="2407" y="222"/>
                  </a:lnTo>
                  <a:cubicBezTo>
                    <a:pt x="2439" y="190"/>
                    <a:pt x="2439" y="127"/>
                    <a:pt x="2407" y="64"/>
                  </a:cubicBezTo>
                  <a:cubicBezTo>
                    <a:pt x="2375" y="32"/>
                    <a:pt x="2344" y="0"/>
                    <a:pt x="2280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8" name="Google Shape;5508;p32"/>
          <p:cNvSpPr/>
          <p:nvPr/>
        </p:nvSpPr>
        <p:spPr>
          <a:xfrm>
            <a:off x="5764098" y="1097716"/>
            <a:ext cx="197527" cy="198589"/>
          </a:xfrm>
          <a:custGeom>
            <a:rect b="b" l="l" r="r" t="t"/>
            <a:pathLst>
              <a:path extrusionOk="0" h="5987" w="5955">
                <a:moveTo>
                  <a:pt x="2978" y="1"/>
                </a:moveTo>
                <a:cubicBezTo>
                  <a:pt x="1331" y="1"/>
                  <a:pt x="1" y="1363"/>
                  <a:pt x="1" y="3009"/>
                </a:cubicBezTo>
                <a:cubicBezTo>
                  <a:pt x="1" y="4656"/>
                  <a:pt x="1331" y="5986"/>
                  <a:pt x="2978" y="5986"/>
                </a:cubicBezTo>
                <a:cubicBezTo>
                  <a:pt x="4624" y="5986"/>
                  <a:pt x="5955" y="4656"/>
                  <a:pt x="5955" y="3009"/>
                </a:cubicBezTo>
                <a:cubicBezTo>
                  <a:pt x="5955" y="1363"/>
                  <a:pt x="4624" y="1"/>
                  <a:pt x="297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9" name="Google Shape;5509;p32"/>
          <p:cNvSpPr/>
          <p:nvPr/>
        </p:nvSpPr>
        <p:spPr>
          <a:xfrm>
            <a:off x="5755706" y="1090386"/>
            <a:ext cx="214311" cy="214311"/>
          </a:xfrm>
          <a:custGeom>
            <a:rect b="b" l="l" r="r" t="t"/>
            <a:pathLst>
              <a:path extrusionOk="0" h="6461" w="6461">
                <a:moveTo>
                  <a:pt x="3231" y="475"/>
                </a:moveTo>
                <a:cubicBezTo>
                  <a:pt x="4751" y="475"/>
                  <a:pt x="5986" y="1710"/>
                  <a:pt x="5986" y="3230"/>
                </a:cubicBezTo>
                <a:cubicBezTo>
                  <a:pt x="5986" y="4750"/>
                  <a:pt x="4751" y="5986"/>
                  <a:pt x="3231" y="5986"/>
                </a:cubicBezTo>
                <a:cubicBezTo>
                  <a:pt x="1711" y="5986"/>
                  <a:pt x="475" y="4750"/>
                  <a:pt x="475" y="3230"/>
                </a:cubicBezTo>
                <a:cubicBezTo>
                  <a:pt x="475" y="1710"/>
                  <a:pt x="1711" y="475"/>
                  <a:pt x="3231" y="475"/>
                </a:cubicBezTo>
                <a:close/>
                <a:moveTo>
                  <a:pt x="3231" y="0"/>
                </a:moveTo>
                <a:cubicBezTo>
                  <a:pt x="1457" y="0"/>
                  <a:pt x="0" y="1457"/>
                  <a:pt x="0" y="3230"/>
                </a:cubicBezTo>
                <a:cubicBezTo>
                  <a:pt x="0" y="5004"/>
                  <a:pt x="1457" y="6461"/>
                  <a:pt x="3231" y="6461"/>
                </a:cubicBezTo>
                <a:cubicBezTo>
                  <a:pt x="5004" y="6461"/>
                  <a:pt x="6461" y="5004"/>
                  <a:pt x="6461" y="3230"/>
                </a:cubicBezTo>
                <a:cubicBezTo>
                  <a:pt x="6461" y="1425"/>
                  <a:pt x="5004" y="0"/>
                  <a:pt x="3231" y="0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0" name="Google Shape;5510;p32"/>
          <p:cNvSpPr/>
          <p:nvPr/>
        </p:nvSpPr>
        <p:spPr>
          <a:xfrm>
            <a:off x="5799822" y="1134502"/>
            <a:ext cx="126079" cy="125018"/>
          </a:xfrm>
          <a:custGeom>
            <a:rect b="b" l="l" r="r" t="t"/>
            <a:pathLst>
              <a:path extrusionOk="0" h="3769" w="3801">
                <a:moveTo>
                  <a:pt x="1901" y="0"/>
                </a:moveTo>
                <a:cubicBezTo>
                  <a:pt x="856" y="0"/>
                  <a:pt x="1" y="855"/>
                  <a:pt x="1" y="1900"/>
                </a:cubicBezTo>
                <a:cubicBezTo>
                  <a:pt x="1" y="2945"/>
                  <a:pt x="856" y="3769"/>
                  <a:pt x="1901" y="3769"/>
                </a:cubicBezTo>
                <a:cubicBezTo>
                  <a:pt x="2946" y="3769"/>
                  <a:pt x="3801" y="2945"/>
                  <a:pt x="3801" y="1900"/>
                </a:cubicBezTo>
                <a:cubicBezTo>
                  <a:pt x="3801" y="855"/>
                  <a:pt x="2946" y="0"/>
                  <a:pt x="1901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1" name="Google Shape;5511;p32"/>
          <p:cNvSpPr/>
          <p:nvPr/>
        </p:nvSpPr>
        <p:spPr>
          <a:xfrm>
            <a:off x="5753617" y="2100910"/>
            <a:ext cx="218524" cy="198323"/>
          </a:xfrm>
          <a:custGeom>
            <a:rect b="b" l="l" r="r" t="t"/>
            <a:pathLst>
              <a:path extrusionOk="0" h="5979" w="6588">
                <a:moveTo>
                  <a:pt x="3294" y="1"/>
                </a:moveTo>
                <a:cubicBezTo>
                  <a:pt x="2526" y="1"/>
                  <a:pt x="1758" y="286"/>
                  <a:pt x="1172" y="856"/>
                </a:cubicBezTo>
                <a:cubicBezTo>
                  <a:pt x="0" y="2027"/>
                  <a:pt x="0" y="3928"/>
                  <a:pt x="1172" y="5099"/>
                </a:cubicBezTo>
                <a:cubicBezTo>
                  <a:pt x="1758" y="5685"/>
                  <a:pt x="2526" y="5978"/>
                  <a:pt x="3294" y="5978"/>
                </a:cubicBezTo>
                <a:cubicBezTo>
                  <a:pt x="4062" y="5978"/>
                  <a:pt x="4830" y="5685"/>
                  <a:pt x="5415" y="5099"/>
                </a:cubicBezTo>
                <a:cubicBezTo>
                  <a:pt x="6587" y="3928"/>
                  <a:pt x="6587" y="2027"/>
                  <a:pt x="5415" y="856"/>
                </a:cubicBezTo>
                <a:cubicBezTo>
                  <a:pt x="4830" y="286"/>
                  <a:pt x="4062" y="1"/>
                  <a:pt x="329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2" name="Google Shape;5512;p32"/>
          <p:cNvSpPr/>
          <p:nvPr/>
        </p:nvSpPr>
        <p:spPr>
          <a:xfrm>
            <a:off x="5755706" y="2092518"/>
            <a:ext cx="214311" cy="214311"/>
          </a:xfrm>
          <a:custGeom>
            <a:rect b="b" l="l" r="r" t="t"/>
            <a:pathLst>
              <a:path extrusionOk="0" h="6461" w="6461">
                <a:moveTo>
                  <a:pt x="3231" y="475"/>
                </a:moveTo>
                <a:cubicBezTo>
                  <a:pt x="4751" y="475"/>
                  <a:pt x="5986" y="1710"/>
                  <a:pt x="5986" y="3230"/>
                </a:cubicBezTo>
                <a:cubicBezTo>
                  <a:pt x="5986" y="4751"/>
                  <a:pt x="4751" y="5986"/>
                  <a:pt x="3231" y="5986"/>
                </a:cubicBezTo>
                <a:cubicBezTo>
                  <a:pt x="1711" y="5986"/>
                  <a:pt x="475" y="4751"/>
                  <a:pt x="475" y="3230"/>
                </a:cubicBezTo>
                <a:cubicBezTo>
                  <a:pt x="475" y="1710"/>
                  <a:pt x="1711" y="475"/>
                  <a:pt x="3231" y="475"/>
                </a:cubicBezTo>
                <a:close/>
                <a:moveTo>
                  <a:pt x="3231" y="0"/>
                </a:moveTo>
                <a:cubicBezTo>
                  <a:pt x="1457" y="0"/>
                  <a:pt x="0" y="1457"/>
                  <a:pt x="0" y="3230"/>
                </a:cubicBezTo>
                <a:cubicBezTo>
                  <a:pt x="0" y="5004"/>
                  <a:pt x="1457" y="6461"/>
                  <a:pt x="3231" y="6461"/>
                </a:cubicBezTo>
                <a:cubicBezTo>
                  <a:pt x="5004" y="6461"/>
                  <a:pt x="6461" y="5004"/>
                  <a:pt x="6461" y="3230"/>
                </a:cubicBezTo>
                <a:cubicBezTo>
                  <a:pt x="6461" y="1457"/>
                  <a:pt x="5004" y="0"/>
                  <a:pt x="3231" y="0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3" name="Google Shape;5513;p32"/>
          <p:cNvSpPr/>
          <p:nvPr/>
        </p:nvSpPr>
        <p:spPr>
          <a:xfrm>
            <a:off x="5799822" y="2136634"/>
            <a:ext cx="126079" cy="126079"/>
          </a:xfrm>
          <a:custGeom>
            <a:rect b="b" l="l" r="r" t="t"/>
            <a:pathLst>
              <a:path extrusionOk="0" h="3801" w="3801">
                <a:moveTo>
                  <a:pt x="1901" y="0"/>
                </a:moveTo>
                <a:cubicBezTo>
                  <a:pt x="856" y="0"/>
                  <a:pt x="1" y="855"/>
                  <a:pt x="1" y="1900"/>
                </a:cubicBezTo>
                <a:cubicBezTo>
                  <a:pt x="1" y="2946"/>
                  <a:pt x="856" y="3801"/>
                  <a:pt x="1901" y="3801"/>
                </a:cubicBezTo>
                <a:cubicBezTo>
                  <a:pt x="2946" y="3801"/>
                  <a:pt x="3801" y="2946"/>
                  <a:pt x="3801" y="1900"/>
                </a:cubicBezTo>
                <a:cubicBezTo>
                  <a:pt x="3801" y="855"/>
                  <a:pt x="2946" y="0"/>
                  <a:pt x="1901" y="0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4" name="Google Shape;5514;p32"/>
          <p:cNvSpPr/>
          <p:nvPr/>
        </p:nvSpPr>
        <p:spPr>
          <a:xfrm>
            <a:off x="5753617" y="3090703"/>
            <a:ext cx="218524" cy="198058"/>
          </a:xfrm>
          <a:custGeom>
            <a:rect b="b" l="l" r="r" t="t"/>
            <a:pathLst>
              <a:path extrusionOk="0" h="5971" w="6588">
                <a:moveTo>
                  <a:pt x="3294" y="1"/>
                </a:moveTo>
                <a:cubicBezTo>
                  <a:pt x="2526" y="1"/>
                  <a:pt x="1758" y="294"/>
                  <a:pt x="1172" y="879"/>
                </a:cubicBezTo>
                <a:cubicBezTo>
                  <a:pt x="0" y="2051"/>
                  <a:pt x="0" y="3920"/>
                  <a:pt x="1172" y="5091"/>
                </a:cubicBezTo>
                <a:cubicBezTo>
                  <a:pt x="1758" y="5677"/>
                  <a:pt x="2526" y="5970"/>
                  <a:pt x="3294" y="5970"/>
                </a:cubicBezTo>
                <a:cubicBezTo>
                  <a:pt x="4062" y="5970"/>
                  <a:pt x="4830" y="5677"/>
                  <a:pt x="5415" y="5091"/>
                </a:cubicBezTo>
                <a:cubicBezTo>
                  <a:pt x="6587" y="3920"/>
                  <a:pt x="6587" y="2051"/>
                  <a:pt x="5415" y="879"/>
                </a:cubicBezTo>
                <a:cubicBezTo>
                  <a:pt x="4830" y="294"/>
                  <a:pt x="4062" y="1"/>
                  <a:pt x="329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5" name="Google Shape;5515;p32"/>
          <p:cNvSpPr/>
          <p:nvPr/>
        </p:nvSpPr>
        <p:spPr>
          <a:xfrm>
            <a:off x="5755706" y="3083107"/>
            <a:ext cx="214311" cy="213250"/>
          </a:xfrm>
          <a:custGeom>
            <a:rect b="b" l="l" r="r" t="t"/>
            <a:pathLst>
              <a:path extrusionOk="0" h="6429" w="6461">
                <a:moveTo>
                  <a:pt x="3231" y="443"/>
                </a:moveTo>
                <a:cubicBezTo>
                  <a:pt x="4751" y="443"/>
                  <a:pt x="5986" y="1678"/>
                  <a:pt x="5986" y="3199"/>
                </a:cubicBezTo>
                <a:cubicBezTo>
                  <a:pt x="5986" y="4719"/>
                  <a:pt x="4751" y="5954"/>
                  <a:pt x="3231" y="5954"/>
                </a:cubicBezTo>
                <a:cubicBezTo>
                  <a:pt x="1711" y="5954"/>
                  <a:pt x="475" y="4719"/>
                  <a:pt x="475" y="3199"/>
                </a:cubicBezTo>
                <a:cubicBezTo>
                  <a:pt x="475" y="1678"/>
                  <a:pt x="1711" y="443"/>
                  <a:pt x="3231" y="443"/>
                </a:cubicBezTo>
                <a:close/>
                <a:moveTo>
                  <a:pt x="3231" y="0"/>
                </a:moveTo>
                <a:cubicBezTo>
                  <a:pt x="1457" y="0"/>
                  <a:pt x="0" y="1425"/>
                  <a:pt x="0" y="3199"/>
                </a:cubicBezTo>
                <a:cubicBezTo>
                  <a:pt x="0" y="5004"/>
                  <a:pt x="1457" y="6429"/>
                  <a:pt x="3231" y="6429"/>
                </a:cubicBezTo>
                <a:cubicBezTo>
                  <a:pt x="5004" y="6429"/>
                  <a:pt x="6461" y="5004"/>
                  <a:pt x="6461" y="3199"/>
                </a:cubicBezTo>
                <a:cubicBezTo>
                  <a:pt x="6461" y="1425"/>
                  <a:pt x="5004" y="0"/>
                  <a:pt x="3231" y="0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6" name="Google Shape;5516;p32"/>
          <p:cNvSpPr/>
          <p:nvPr/>
        </p:nvSpPr>
        <p:spPr>
          <a:xfrm>
            <a:off x="5799822" y="3127223"/>
            <a:ext cx="126079" cy="125018"/>
          </a:xfrm>
          <a:custGeom>
            <a:rect b="b" l="l" r="r" t="t"/>
            <a:pathLst>
              <a:path extrusionOk="0" h="3769" w="3801">
                <a:moveTo>
                  <a:pt x="1901" y="0"/>
                </a:moveTo>
                <a:cubicBezTo>
                  <a:pt x="856" y="0"/>
                  <a:pt x="1" y="823"/>
                  <a:pt x="1" y="1869"/>
                </a:cubicBezTo>
                <a:cubicBezTo>
                  <a:pt x="1" y="2914"/>
                  <a:pt x="856" y="3769"/>
                  <a:pt x="1901" y="3769"/>
                </a:cubicBezTo>
                <a:cubicBezTo>
                  <a:pt x="2946" y="3769"/>
                  <a:pt x="3801" y="2914"/>
                  <a:pt x="3801" y="1869"/>
                </a:cubicBezTo>
                <a:cubicBezTo>
                  <a:pt x="3801" y="823"/>
                  <a:pt x="2946" y="0"/>
                  <a:pt x="1901" y="0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7" name="Google Shape;5517;p32"/>
          <p:cNvSpPr/>
          <p:nvPr/>
        </p:nvSpPr>
        <p:spPr>
          <a:xfrm>
            <a:off x="5764098" y="4092569"/>
            <a:ext cx="197527" cy="198589"/>
          </a:xfrm>
          <a:custGeom>
            <a:rect b="b" l="l" r="r" t="t"/>
            <a:pathLst>
              <a:path extrusionOk="0" h="5987" w="5955">
                <a:moveTo>
                  <a:pt x="2978" y="1"/>
                </a:moveTo>
                <a:cubicBezTo>
                  <a:pt x="1331" y="1"/>
                  <a:pt x="1" y="1363"/>
                  <a:pt x="1" y="3009"/>
                </a:cubicBezTo>
                <a:cubicBezTo>
                  <a:pt x="1" y="4656"/>
                  <a:pt x="1331" y="5986"/>
                  <a:pt x="2978" y="5986"/>
                </a:cubicBezTo>
                <a:cubicBezTo>
                  <a:pt x="4624" y="5986"/>
                  <a:pt x="5955" y="4656"/>
                  <a:pt x="5955" y="3009"/>
                </a:cubicBezTo>
                <a:cubicBezTo>
                  <a:pt x="5955" y="1363"/>
                  <a:pt x="4624" y="1"/>
                  <a:pt x="297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8" name="Google Shape;5518;p32"/>
          <p:cNvSpPr/>
          <p:nvPr/>
        </p:nvSpPr>
        <p:spPr>
          <a:xfrm>
            <a:off x="5755706" y="4085239"/>
            <a:ext cx="214311" cy="214311"/>
          </a:xfrm>
          <a:custGeom>
            <a:rect b="b" l="l" r="r" t="t"/>
            <a:pathLst>
              <a:path extrusionOk="0" h="6461" w="6461">
                <a:moveTo>
                  <a:pt x="3231" y="475"/>
                </a:moveTo>
                <a:cubicBezTo>
                  <a:pt x="4751" y="475"/>
                  <a:pt x="5986" y="1710"/>
                  <a:pt x="5986" y="3230"/>
                </a:cubicBezTo>
                <a:cubicBezTo>
                  <a:pt x="5986" y="4750"/>
                  <a:pt x="4751" y="5986"/>
                  <a:pt x="3231" y="5986"/>
                </a:cubicBezTo>
                <a:cubicBezTo>
                  <a:pt x="1711" y="5986"/>
                  <a:pt x="475" y="4750"/>
                  <a:pt x="475" y="3230"/>
                </a:cubicBezTo>
                <a:cubicBezTo>
                  <a:pt x="475" y="1710"/>
                  <a:pt x="1711" y="475"/>
                  <a:pt x="3231" y="475"/>
                </a:cubicBezTo>
                <a:close/>
                <a:moveTo>
                  <a:pt x="3231" y="0"/>
                </a:moveTo>
                <a:cubicBezTo>
                  <a:pt x="1457" y="0"/>
                  <a:pt x="0" y="1457"/>
                  <a:pt x="0" y="3230"/>
                </a:cubicBezTo>
                <a:cubicBezTo>
                  <a:pt x="0" y="5004"/>
                  <a:pt x="1457" y="6461"/>
                  <a:pt x="3231" y="6461"/>
                </a:cubicBezTo>
                <a:cubicBezTo>
                  <a:pt x="5004" y="6461"/>
                  <a:pt x="6461" y="5004"/>
                  <a:pt x="6461" y="3230"/>
                </a:cubicBezTo>
                <a:cubicBezTo>
                  <a:pt x="6461" y="1457"/>
                  <a:pt x="5004" y="0"/>
                  <a:pt x="3231" y="0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9" name="Google Shape;5519;p32"/>
          <p:cNvSpPr/>
          <p:nvPr/>
        </p:nvSpPr>
        <p:spPr>
          <a:xfrm>
            <a:off x="5795610" y="4129355"/>
            <a:ext cx="134504" cy="125018"/>
          </a:xfrm>
          <a:custGeom>
            <a:rect b="b" l="l" r="r" t="t"/>
            <a:pathLst>
              <a:path extrusionOk="0" h="3769" w="4055">
                <a:moveTo>
                  <a:pt x="2055" y="1"/>
                </a:moveTo>
                <a:cubicBezTo>
                  <a:pt x="1942" y="1"/>
                  <a:pt x="1827" y="11"/>
                  <a:pt x="1711" y="32"/>
                </a:cubicBezTo>
                <a:cubicBezTo>
                  <a:pt x="698" y="190"/>
                  <a:pt x="1" y="1172"/>
                  <a:pt x="159" y="2185"/>
                </a:cubicBezTo>
                <a:cubicBezTo>
                  <a:pt x="328" y="3115"/>
                  <a:pt x="1098" y="3768"/>
                  <a:pt x="2001" y="3768"/>
                </a:cubicBezTo>
                <a:cubicBezTo>
                  <a:pt x="2114" y="3768"/>
                  <a:pt x="2228" y="3758"/>
                  <a:pt x="2344" y="3737"/>
                </a:cubicBezTo>
                <a:cubicBezTo>
                  <a:pt x="3358" y="3579"/>
                  <a:pt x="4054" y="2597"/>
                  <a:pt x="3896" y="1584"/>
                </a:cubicBezTo>
                <a:cubicBezTo>
                  <a:pt x="3755" y="654"/>
                  <a:pt x="2964" y="1"/>
                  <a:pt x="2055" y="1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0" name="Google Shape;5520;p32"/>
          <p:cNvSpPr/>
          <p:nvPr/>
        </p:nvSpPr>
        <p:spPr>
          <a:xfrm>
            <a:off x="5842877" y="1383443"/>
            <a:ext cx="39970" cy="40998"/>
          </a:xfrm>
          <a:custGeom>
            <a:rect b="b" l="l" r="r" t="t"/>
            <a:pathLst>
              <a:path extrusionOk="0" h="1236" w="1205">
                <a:moveTo>
                  <a:pt x="603" y="1"/>
                </a:moveTo>
                <a:cubicBezTo>
                  <a:pt x="254" y="1"/>
                  <a:pt x="1" y="286"/>
                  <a:pt x="1" y="602"/>
                </a:cubicBezTo>
                <a:cubicBezTo>
                  <a:pt x="1" y="951"/>
                  <a:pt x="254" y="1236"/>
                  <a:pt x="603" y="1236"/>
                </a:cubicBezTo>
                <a:cubicBezTo>
                  <a:pt x="951" y="1236"/>
                  <a:pt x="1204" y="951"/>
                  <a:pt x="1204" y="602"/>
                </a:cubicBezTo>
                <a:cubicBezTo>
                  <a:pt x="1204" y="286"/>
                  <a:pt x="951" y="1"/>
                  <a:pt x="603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1" name="Google Shape;5521;p32"/>
          <p:cNvSpPr/>
          <p:nvPr/>
        </p:nvSpPr>
        <p:spPr>
          <a:xfrm>
            <a:off x="5842877" y="1529457"/>
            <a:ext cx="39970" cy="40998"/>
          </a:xfrm>
          <a:custGeom>
            <a:rect b="b" l="l" r="r" t="t"/>
            <a:pathLst>
              <a:path extrusionOk="0" h="1236" w="1205">
                <a:moveTo>
                  <a:pt x="603" y="1"/>
                </a:moveTo>
                <a:cubicBezTo>
                  <a:pt x="254" y="1"/>
                  <a:pt x="1" y="286"/>
                  <a:pt x="1" y="634"/>
                </a:cubicBezTo>
                <a:cubicBezTo>
                  <a:pt x="1" y="951"/>
                  <a:pt x="254" y="1236"/>
                  <a:pt x="603" y="1236"/>
                </a:cubicBezTo>
                <a:cubicBezTo>
                  <a:pt x="951" y="1236"/>
                  <a:pt x="1204" y="951"/>
                  <a:pt x="1204" y="634"/>
                </a:cubicBezTo>
                <a:cubicBezTo>
                  <a:pt x="1204" y="286"/>
                  <a:pt x="951" y="1"/>
                  <a:pt x="603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2" name="Google Shape;5522;p32"/>
          <p:cNvSpPr/>
          <p:nvPr/>
        </p:nvSpPr>
        <p:spPr>
          <a:xfrm>
            <a:off x="5842877" y="1676533"/>
            <a:ext cx="39970" cy="39937"/>
          </a:xfrm>
          <a:custGeom>
            <a:rect b="b" l="l" r="r" t="t"/>
            <a:pathLst>
              <a:path extrusionOk="0" h="1204" w="1205">
                <a:moveTo>
                  <a:pt x="603" y="0"/>
                </a:moveTo>
                <a:cubicBezTo>
                  <a:pt x="254" y="0"/>
                  <a:pt x="1" y="254"/>
                  <a:pt x="1" y="602"/>
                </a:cubicBezTo>
                <a:cubicBezTo>
                  <a:pt x="1" y="950"/>
                  <a:pt x="254" y="1204"/>
                  <a:pt x="603" y="1204"/>
                </a:cubicBezTo>
                <a:cubicBezTo>
                  <a:pt x="951" y="1204"/>
                  <a:pt x="1204" y="950"/>
                  <a:pt x="1204" y="602"/>
                </a:cubicBezTo>
                <a:cubicBezTo>
                  <a:pt x="1204" y="254"/>
                  <a:pt x="951" y="0"/>
                  <a:pt x="603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3" name="Google Shape;5523;p32"/>
          <p:cNvSpPr/>
          <p:nvPr/>
        </p:nvSpPr>
        <p:spPr>
          <a:xfrm>
            <a:off x="5842877" y="1822547"/>
            <a:ext cx="39970" cy="40998"/>
          </a:xfrm>
          <a:custGeom>
            <a:rect b="b" l="l" r="r" t="t"/>
            <a:pathLst>
              <a:path extrusionOk="0" h="1236" w="1205">
                <a:moveTo>
                  <a:pt x="603" y="0"/>
                </a:moveTo>
                <a:cubicBezTo>
                  <a:pt x="254" y="0"/>
                  <a:pt x="1" y="285"/>
                  <a:pt x="1" y="602"/>
                </a:cubicBezTo>
                <a:cubicBezTo>
                  <a:pt x="1" y="950"/>
                  <a:pt x="254" y="1235"/>
                  <a:pt x="603" y="1235"/>
                </a:cubicBezTo>
                <a:cubicBezTo>
                  <a:pt x="951" y="1235"/>
                  <a:pt x="1204" y="950"/>
                  <a:pt x="1204" y="602"/>
                </a:cubicBezTo>
                <a:cubicBezTo>
                  <a:pt x="1204" y="285"/>
                  <a:pt x="951" y="0"/>
                  <a:pt x="603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4" name="Google Shape;5524;p32"/>
          <p:cNvSpPr/>
          <p:nvPr/>
        </p:nvSpPr>
        <p:spPr>
          <a:xfrm>
            <a:off x="5842877" y="1968562"/>
            <a:ext cx="41031" cy="40998"/>
          </a:xfrm>
          <a:custGeom>
            <a:rect b="b" l="l" r="r" t="t"/>
            <a:pathLst>
              <a:path extrusionOk="0" h="1236" w="1237">
                <a:moveTo>
                  <a:pt x="603" y="0"/>
                </a:moveTo>
                <a:cubicBezTo>
                  <a:pt x="254" y="0"/>
                  <a:pt x="1" y="285"/>
                  <a:pt x="1" y="634"/>
                </a:cubicBezTo>
                <a:cubicBezTo>
                  <a:pt x="1" y="982"/>
                  <a:pt x="254" y="1235"/>
                  <a:pt x="603" y="1235"/>
                </a:cubicBezTo>
                <a:cubicBezTo>
                  <a:pt x="951" y="1235"/>
                  <a:pt x="1236" y="950"/>
                  <a:pt x="1236" y="634"/>
                </a:cubicBezTo>
                <a:cubicBezTo>
                  <a:pt x="1236" y="285"/>
                  <a:pt x="951" y="0"/>
                  <a:pt x="603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5" name="Google Shape;5525;p32"/>
          <p:cNvSpPr/>
          <p:nvPr/>
        </p:nvSpPr>
        <p:spPr>
          <a:xfrm>
            <a:off x="5842877" y="2385575"/>
            <a:ext cx="39970" cy="40998"/>
          </a:xfrm>
          <a:custGeom>
            <a:rect b="b" l="l" r="r" t="t"/>
            <a:pathLst>
              <a:path extrusionOk="0" h="1236" w="1205">
                <a:moveTo>
                  <a:pt x="603" y="1"/>
                </a:moveTo>
                <a:cubicBezTo>
                  <a:pt x="254" y="1"/>
                  <a:pt x="1" y="254"/>
                  <a:pt x="1" y="603"/>
                </a:cubicBezTo>
                <a:cubicBezTo>
                  <a:pt x="1" y="951"/>
                  <a:pt x="254" y="1236"/>
                  <a:pt x="603" y="1236"/>
                </a:cubicBezTo>
                <a:cubicBezTo>
                  <a:pt x="951" y="1236"/>
                  <a:pt x="1204" y="951"/>
                  <a:pt x="1204" y="603"/>
                </a:cubicBezTo>
                <a:cubicBezTo>
                  <a:pt x="1204" y="254"/>
                  <a:pt x="951" y="1"/>
                  <a:pt x="603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6" name="Google Shape;5526;p32"/>
          <p:cNvSpPr/>
          <p:nvPr/>
        </p:nvSpPr>
        <p:spPr>
          <a:xfrm>
            <a:off x="5842877" y="2531589"/>
            <a:ext cx="39970" cy="40998"/>
          </a:xfrm>
          <a:custGeom>
            <a:rect b="b" l="l" r="r" t="t"/>
            <a:pathLst>
              <a:path extrusionOk="0" h="1236" w="1205">
                <a:moveTo>
                  <a:pt x="603" y="1"/>
                </a:moveTo>
                <a:cubicBezTo>
                  <a:pt x="254" y="1"/>
                  <a:pt x="1" y="286"/>
                  <a:pt x="1" y="603"/>
                </a:cubicBezTo>
                <a:cubicBezTo>
                  <a:pt x="1" y="951"/>
                  <a:pt x="254" y="1236"/>
                  <a:pt x="603" y="1236"/>
                </a:cubicBezTo>
                <a:cubicBezTo>
                  <a:pt x="951" y="1236"/>
                  <a:pt x="1204" y="951"/>
                  <a:pt x="1204" y="603"/>
                </a:cubicBezTo>
                <a:cubicBezTo>
                  <a:pt x="1204" y="286"/>
                  <a:pt x="951" y="1"/>
                  <a:pt x="603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7" name="Google Shape;5527;p32"/>
          <p:cNvSpPr/>
          <p:nvPr/>
        </p:nvSpPr>
        <p:spPr>
          <a:xfrm>
            <a:off x="5842877" y="2677603"/>
            <a:ext cx="39970" cy="40998"/>
          </a:xfrm>
          <a:custGeom>
            <a:rect b="b" l="l" r="r" t="t"/>
            <a:pathLst>
              <a:path extrusionOk="0" h="1236" w="1205">
                <a:moveTo>
                  <a:pt x="603" y="1"/>
                </a:moveTo>
                <a:cubicBezTo>
                  <a:pt x="254" y="1"/>
                  <a:pt x="1" y="286"/>
                  <a:pt x="1" y="634"/>
                </a:cubicBezTo>
                <a:cubicBezTo>
                  <a:pt x="1" y="983"/>
                  <a:pt x="254" y="1236"/>
                  <a:pt x="603" y="1236"/>
                </a:cubicBezTo>
                <a:cubicBezTo>
                  <a:pt x="951" y="1236"/>
                  <a:pt x="1204" y="983"/>
                  <a:pt x="1204" y="634"/>
                </a:cubicBezTo>
                <a:cubicBezTo>
                  <a:pt x="1204" y="286"/>
                  <a:pt x="951" y="1"/>
                  <a:pt x="603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8" name="Google Shape;5528;p32"/>
          <p:cNvSpPr/>
          <p:nvPr/>
        </p:nvSpPr>
        <p:spPr>
          <a:xfrm>
            <a:off x="5842877" y="2824679"/>
            <a:ext cx="39970" cy="40998"/>
          </a:xfrm>
          <a:custGeom>
            <a:rect b="b" l="l" r="r" t="t"/>
            <a:pathLst>
              <a:path extrusionOk="0" h="1236" w="1205">
                <a:moveTo>
                  <a:pt x="603" y="0"/>
                </a:moveTo>
                <a:cubicBezTo>
                  <a:pt x="254" y="0"/>
                  <a:pt x="1" y="285"/>
                  <a:pt x="1" y="602"/>
                </a:cubicBezTo>
                <a:cubicBezTo>
                  <a:pt x="1" y="951"/>
                  <a:pt x="254" y="1236"/>
                  <a:pt x="603" y="1236"/>
                </a:cubicBezTo>
                <a:cubicBezTo>
                  <a:pt x="951" y="1236"/>
                  <a:pt x="1204" y="951"/>
                  <a:pt x="1204" y="602"/>
                </a:cubicBezTo>
                <a:cubicBezTo>
                  <a:pt x="1204" y="285"/>
                  <a:pt x="951" y="0"/>
                  <a:pt x="603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9" name="Google Shape;5529;p32"/>
          <p:cNvSpPr/>
          <p:nvPr/>
        </p:nvSpPr>
        <p:spPr>
          <a:xfrm>
            <a:off x="5842877" y="2970694"/>
            <a:ext cx="39970" cy="40998"/>
          </a:xfrm>
          <a:custGeom>
            <a:rect b="b" l="l" r="r" t="t"/>
            <a:pathLst>
              <a:path extrusionOk="0" h="1236" w="1205">
                <a:moveTo>
                  <a:pt x="603" y="0"/>
                </a:moveTo>
                <a:cubicBezTo>
                  <a:pt x="254" y="0"/>
                  <a:pt x="1" y="285"/>
                  <a:pt x="1" y="634"/>
                </a:cubicBezTo>
                <a:cubicBezTo>
                  <a:pt x="1" y="951"/>
                  <a:pt x="254" y="1236"/>
                  <a:pt x="603" y="1236"/>
                </a:cubicBezTo>
                <a:cubicBezTo>
                  <a:pt x="951" y="1236"/>
                  <a:pt x="1204" y="951"/>
                  <a:pt x="1204" y="634"/>
                </a:cubicBezTo>
                <a:cubicBezTo>
                  <a:pt x="1204" y="285"/>
                  <a:pt x="951" y="0"/>
                  <a:pt x="603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0" name="Google Shape;5530;p32"/>
          <p:cNvSpPr/>
          <p:nvPr/>
        </p:nvSpPr>
        <p:spPr>
          <a:xfrm>
            <a:off x="5842877" y="3365649"/>
            <a:ext cx="39970" cy="41031"/>
          </a:xfrm>
          <a:custGeom>
            <a:rect b="b" l="l" r="r" t="t"/>
            <a:pathLst>
              <a:path extrusionOk="0" h="1237" w="1205">
                <a:moveTo>
                  <a:pt x="603" y="1"/>
                </a:moveTo>
                <a:cubicBezTo>
                  <a:pt x="254" y="1"/>
                  <a:pt x="1" y="286"/>
                  <a:pt x="1" y="603"/>
                </a:cubicBezTo>
                <a:cubicBezTo>
                  <a:pt x="1" y="951"/>
                  <a:pt x="254" y="1236"/>
                  <a:pt x="603" y="1236"/>
                </a:cubicBezTo>
                <a:cubicBezTo>
                  <a:pt x="951" y="1236"/>
                  <a:pt x="1204" y="951"/>
                  <a:pt x="1204" y="603"/>
                </a:cubicBezTo>
                <a:cubicBezTo>
                  <a:pt x="1204" y="286"/>
                  <a:pt x="951" y="1"/>
                  <a:pt x="603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1" name="Google Shape;5531;p32"/>
          <p:cNvSpPr/>
          <p:nvPr/>
        </p:nvSpPr>
        <p:spPr>
          <a:xfrm>
            <a:off x="5842877" y="3511663"/>
            <a:ext cx="39970" cy="40998"/>
          </a:xfrm>
          <a:custGeom>
            <a:rect b="b" l="l" r="r" t="t"/>
            <a:pathLst>
              <a:path extrusionOk="0" h="1236" w="1205">
                <a:moveTo>
                  <a:pt x="603" y="1"/>
                </a:moveTo>
                <a:cubicBezTo>
                  <a:pt x="254" y="1"/>
                  <a:pt x="1" y="286"/>
                  <a:pt x="1" y="634"/>
                </a:cubicBezTo>
                <a:cubicBezTo>
                  <a:pt x="1" y="951"/>
                  <a:pt x="254" y="1236"/>
                  <a:pt x="603" y="1236"/>
                </a:cubicBezTo>
                <a:cubicBezTo>
                  <a:pt x="951" y="1236"/>
                  <a:pt x="1204" y="951"/>
                  <a:pt x="1204" y="634"/>
                </a:cubicBezTo>
                <a:cubicBezTo>
                  <a:pt x="1204" y="286"/>
                  <a:pt x="951" y="1"/>
                  <a:pt x="603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2" name="Google Shape;5532;p32"/>
          <p:cNvSpPr/>
          <p:nvPr/>
        </p:nvSpPr>
        <p:spPr>
          <a:xfrm>
            <a:off x="5842877" y="3658739"/>
            <a:ext cx="39970" cy="40998"/>
          </a:xfrm>
          <a:custGeom>
            <a:rect b="b" l="l" r="r" t="t"/>
            <a:pathLst>
              <a:path extrusionOk="0" h="1236" w="1205">
                <a:moveTo>
                  <a:pt x="603" y="1"/>
                </a:moveTo>
                <a:cubicBezTo>
                  <a:pt x="254" y="1"/>
                  <a:pt x="1" y="254"/>
                  <a:pt x="1" y="602"/>
                </a:cubicBezTo>
                <a:cubicBezTo>
                  <a:pt x="1" y="951"/>
                  <a:pt x="254" y="1236"/>
                  <a:pt x="603" y="1236"/>
                </a:cubicBezTo>
                <a:cubicBezTo>
                  <a:pt x="951" y="1236"/>
                  <a:pt x="1204" y="951"/>
                  <a:pt x="1204" y="602"/>
                </a:cubicBezTo>
                <a:cubicBezTo>
                  <a:pt x="1204" y="254"/>
                  <a:pt x="951" y="1"/>
                  <a:pt x="603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3" name="Google Shape;5533;p32"/>
          <p:cNvSpPr/>
          <p:nvPr/>
        </p:nvSpPr>
        <p:spPr>
          <a:xfrm>
            <a:off x="5842877" y="3804753"/>
            <a:ext cx="39970" cy="40998"/>
          </a:xfrm>
          <a:custGeom>
            <a:rect b="b" l="l" r="r" t="t"/>
            <a:pathLst>
              <a:path extrusionOk="0" h="1236" w="1205">
                <a:moveTo>
                  <a:pt x="603" y="1"/>
                </a:moveTo>
                <a:cubicBezTo>
                  <a:pt x="254" y="1"/>
                  <a:pt x="1" y="286"/>
                  <a:pt x="1" y="634"/>
                </a:cubicBezTo>
                <a:cubicBezTo>
                  <a:pt x="1" y="951"/>
                  <a:pt x="254" y="1236"/>
                  <a:pt x="603" y="1236"/>
                </a:cubicBezTo>
                <a:cubicBezTo>
                  <a:pt x="951" y="1236"/>
                  <a:pt x="1204" y="951"/>
                  <a:pt x="1204" y="634"/>
                </a:cubicBezTo>
                <a:cubicBezTo>
                  <a:pt x="1204" y="286"/>
                  <a:pt x="951" y="1"/>
                  <a:pt x="603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4" name="Google Shape;5534;p32"/>
          <p:cNvSpPr/>
          <p:nvPr/>
        </p:nvSpPr>
        <p:spPr>
          <a:xfrm>
            <a:off x="5842877" y="3951829"/>
            <a:ext cx="41031" cy="39937"/>
          </a:xfrm>
          <a:custGeom>
            <a:rect b="b" l="l" r="r" t="t"/>
            <a:pathLst>
              <a:path extrusionOk="0" h="1204" w="1237">
                <a:moveTo>
                  <a:pt x="603" y="0"/>
                </a:moveTo>
                <a:cubicBezTo>
                  <a:pt x="254" y="0"/>
                  <a:pt x="1" y="254"/>
                  <a:pt x="1" y="602"/>
                </a:cubicBezTo>
                <a:cubicBezTo>
                  <a:pt x="1" y="950"/>
                  <a:pt x="254" y="1204"/>
                  <a:pt x="603" y="1204"/>
                </a:cubicBezTo>
                <a:cubicBezTo>
                  <a:pt x="951" y="1204"/>
                  <a:pt x="1236" y="950"/>
                  <a:pt x="1236" y="602"/>
                </a:cubicBezTo>
                <a:cubicBezTo>
                  <a:pt x="1236" y="254"/>
                  <a:pt x="951" y="0"/>
                  <a:pt x="603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35" name="Google Shape;5535;p32"/>
          <p:cNvGrpSpPr/>
          <p:nvPr/>
        </p:nvGrpSpPr>
        <p:grpSpPr>
          <a:xfrm>
            <a:off x="6071246" y="1053688"/>
            <a:ext cx="1835100" cy="640249"/>
            <a:chOff x="5788251" y="1097713"/>
            <a:chExt cx="1835100" cy="640249"/>
          </a:xfrm>
        </p:grpSpPr>
        <p:sp>
          <p:nvSpPr>
            <p:cNvPr id="5536" name="Google Shape;5536;p32"/>
            <p:cNvSpPr txBox="1"/>
            <p:nvPr/>
          </p:nvSpPr>
          <p:spPr>
            <a:xfrm>
              <a:off x="5788251" y="1097713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Fira Sans Medium"/>
                  <a:ea typeface="Fira Sans Medium"/>
                  <a:cs typeface="Fira Sans Medium"/>
                  <a:sym typeface="Fira Sans Medium"/>
                </a:rPr>
                <a:t>Jupiter</a:t>
              </a:r>
              <a:endParaRPr sz="1500"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5537" name="Google Shape;5537;p32"/>
            <p:cNvSpPr txBox="1"/>
            <p:nvPr/>
          </p:nvSpPr>
          <p:spPr>
            <a:xfrm>
              <a:off x="5788251" y="1382762"/>
              <a:ext cx="18351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538" name="Google Shape;5538;p32"/>
          <p:cNvGrpSpPr/>
          <p:nvPr/>
        </p:nvGrpSpPr>
        <p:grpSpPr>
          <a:xfrm>
            <a:off x="6071245" y="2048493"/>
            <a:ext cx="1835100" cy="615898"/>
            <a:chOff x="5788250" y="2261196"/>
            <a:chExt cx="1835100" cy="615898"/>
          </a:xfrm>
        </p:grpSpPr>
        <p:sp>
          <p:nvSpPr>
            <p:cNvPr id="5539" name="Google Shape;5539;p32"/>
            <p:cNvSpPr txBox="1"/>
            <p:nvPr/>
          </p:nvSpPr>
          <p:spPr>
            <a:xfrm>
              <a:off x="5788250" y="2261196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Fira Sans Medium"/>
                  <a:ea typeface="Fira Sans Medium"/>
                  <a:cs typeface="Fira Sans Medium"/>
                  <a:sym typeface="Fira Sans Medium"/>
                </a:rPr>
                <a:t>Neptune</a:t>
              </a:r>
              <a:endParaRPr sz="1500"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5540" name="Google Shape;5540;p32"/>
            <p:cNvSpPr txBox="1"/>
            <p:nvPr/>
          </p:nvSpPr>
          <p:spPr>
            <a:xfrm>
              <a:off x="5788250" y="2521894"/>
              <a:ext cx="18351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It’s the farthest planet from 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541" name="Google Shape;5541;p32"/>
          <p:cNvGrpSpPr/>
          <p:nvPr/>
        </p:nvGrpSpPr>
        <p:grpSpPr>
          <a:xfrm>
            <a:off x="6071245" y="3039082"/>
            <a:ext cx="1835100" cy="615899"/>
            <a:chOff x="5788250" y="4043064"/>
            <a:chExt cx="1835100" cy="615899"/>
          </a:xfrm>
        </p:grpSpPr>
        <p:sp>
          <p:nvSpPr>
            <p:cNvPr id="5542" name="Google Shape;5542;p32"/>
            <p:cNvSpPr txBox="1"/>
            <p:nvPr/>
          </p:nvSpPr>
          <p:spPr>
            <a:xfrm>
              <a:off x="5788250" y="4043064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Fira Sans Medium"/>
                  <a:ea typeface="Fira Sans Medium"/>
                  <a:cs typeface="Fira Sans Medium"/>
                  <a:sym typeface="Fira Sans Medium"/>
                </a:rPr>
                <a:t>Saturn</a:t>
              </a:r>
              <a:endParaRPr sz="1500"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5543" name="Google Shape;5543;p32"/>
            <p:cNvSpPr txBox="1"/>
            <p:nvPr/>
          </p:nvSpPr>
          <p:spPr>
            <a:xfrm>
              <a:off x="5788250" y="4303763"/>
              <a:ext cx="18351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It’s a gas giant and has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544" name="Google Shape;5544;p32"/>
          <p:cNvGrpSpPr/>
          <p:nvPr/>
        </p:nvGrpSpPr>
        <p:grpSpPr>
          <a:xfrm>
            <a:off x="6071245" y="4041214"/>
            <a:ext cx="1835100" cy="615897"/>
            <a:chOff x="9959000" y="4023115"/>
            <a:chExt cx="1835100" cy="615897"/>
          </a:xfrm>
        </p:grpSpPr>
        <p:sp>
          <p:nvSpPr>
            <p:cNvPr id="5545" name="Google Shape;5545;p32"/>
            <p:cNvSpPr txBox="1"/>
            <p:nvPr/>
          </p:nvSpPr>
          <p:spPr>
            <a:xfrm>
              <a:off x="9959000" y="4023115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Fira Sans Medium"/>
                  <a:ea typeface="Fira Sans Medium"/>
                  <a:cs typeface="Fira Sans Medium"/>
                  <a:sym typeface="Fira Sans Medium"/>
                </a:rPr>
                <a:t>Mars</a:t>
              </a:r>
              <a:endParaRPr sz="1500"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5546" name="Google Shape;5546;p32"/>
            <p:cNvSpPr txBox="1"/>
            <p:nvPr/>
          </p:nvSpPr>
          <p:spPr>
            <a:xfrm>
              <a:off x="9959000" y="4283813"/>
              <a:ext cx="18351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it’s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547" name="Google Shape;5547;p32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1" name="Shape 5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2" name="Google Shape;5552;p33"/>
          <p:cNvSpPr/>
          <p:nvPr/>
        </p:nvSpPr>
        <p:spPr>
          <a:xfrm>
            <a:off x="5239901" y="3005221"/>
            <a:ext cx="3350687" cy="484624"/>
          </a:xfrm>
          <a:custGeom>
            <a:rect b="b" l="l" r="r" t="t"/>
            <a:pathLst>
              <a:path extrusionOk="0" h="13903" w="97510">
                <a:moveTo>
                  <a:pt x="0" y="0"/>
                </a:moveTo>
                <a:lnTo>
                  <a:pt x="0" y="13903"/>
                </a:lnTo>
                <a:lnTo>
                  <a:pt x="97509" y="13903"/>
                </a:lnTo>
                <a:lnTo>
                  <a:pt x="97509" y="0"/>
                </a:lnTo>
                <a:close/>
              </a:path>
            </a:pathLst>
          </a:custGeom>
          <a:solidFill>
            <a:srgbClr val="A1AA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3" name="Google Shape;5553;p33"/>
          <p:cNvSpPr/>
          <p:nvPr/>
        </p:nvSpPr>
        <p:spPr>
          <a:xfrm>
            <a:off x="5169161" y="2976082"/>
            <a:ext cx="558246" cy="542540"/>
          </a:xfrm>
          <a:custGeom>
            <a:rect b="b" l="l" r="r" t="t"/>
            <a:pathLst>
              <a:path extrusionOk="0" h="17514" w="18021">
                <a:moveTo>
                  <a:pt x="9006" y="1"/>
                </a:moveTo>
                <a:cubicBezTo>
                  <a:pt x="8353" y="1"/>
                  <a:pt x="7696" y="254"/>
                  <a:pt x="7189" y="761"/>
                </a:cubicBezTo>
                <a:lnTo>
                  <a:pt x="1014" y="6936"/>
                </a:lnTo>
                <a:cubicBezTo>
                  <a:pt x="1" y="7950"/>
                  <a:pt x="1" y="9565"/>
                  <a:pt x="1014" y="10578"/>
                </a:cubicBezTo>
                <a:lnTo>
                  <a:pt x="7189" y="16754"/>
                </a:lnTo>
                <a:cubicBezTo>
                  <a:pt x="7696" y="17260"/>
                  <a:pt x="8353" y="17514"/>
                  <a:pt x="9006" y="17514"/>
                </a:cubicBezTo>
                <a:cubicBezTo>
                  <a:pt x="9660" y="17514"/>
                  <a:pt x="10309" y="17260"/>
                  <a:pt x="10800" y="16754"/>
                </a:cubicBezTo>
                <a:lnTo>
                  <a:pt x="17007" y="10578"/>
                </a:lnTo>
                <a:cubicBezTo>
                  <a:pt x="18020" y="9565"/>
                  <a:pt x="18020" y="7950"/>
                  <a:pt x="17007" y="6936"/>
                </a:cubicBezTo>
                <a:lnTo>
                  <a:pt x="10800" y="761"/>
                </a:lnTo>
                <a:cubicBezTo>
                  <a:pt x="10309" y="254"/>
                  <a:pt x="9660" y="1"/>
                  <a:pt x="9006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54" name="Google Shape;5554;p33"/>
          <p:cNvGrpSpPr/>
          <p:nvPr/>
        </p:nvGrpSpPr>
        <p:grpSpPr>
          <a:xfrm>
            <a:off x="5327702" y="3126971"/>
            <a:ext cx="240760" cy="240765"/>
            <a:chOff x="5325893" y="3101236"/>
            <a:chExt cx="237740" cy="237746"/>
          </a:xfrm>
        </p:grpSpPr>
        <p:sp>
          <p:nvSpPr>
            <p:cNvPr id="5555" name="Google Shape;5555;p33"/>
            <p:cNvSpPr/>
            <p:nvPr/>
          </p:nvSpPr>
          <p:spPr>
            <a:xfrm>
              <a:off x="5325893" y="3101236"/>
              <a:ext cx="237740" cy="237746"/>
            </a:xfrm>
            <a:custGeom>
              <a:rect b="b" l="l" r="r" t="t"/>
              <a:pathLst>
                <a:path extrusionOk="0" h="5891" w="5860">
                  <a:moveTo>
                    <a:pt x="1458" y="1140"/>
                  </a:moveTo>
                  <a:lnTo>
                    <a:pt x="2376" y="1520"/>
                  </a:lnTo>
                  <a:lnTo>
                    <a:pt x="1616" y="2280"/>
                  </a:lnTo>
                  <a:lnTo>
                    <a:pt x="761" y="1837"/>
                  </a:lnTo>
                  <a:lnTo>
                    <a:pt x="1458" y="1140"/>
                  </a:lnTo>
                  <a:close/>
                  <a:moveTo>
                    <a:pt x="5385" y="475"/>
                  </a:moveTo>
                  <a:lnTo>
                    <a:pt x="5385" y="475"/>
                  </a:lnTo>
                  <a:cubicBezTo>
                    <a:pt x="5321" y="1425"/>
                    <a:pt x="4910" y="2312"/>
                    <a:pt x="4245" y="3009"/>
                  </a:cubicBezTo>
                  <a:lnTo>
                    <a:pt x="3421" y="3801"/>
                  </a:lnTo>
                  <a:lnTo>
                    <a:pt x="2915" y="3294"/>
                  </a:lnTo>
                  <a:lnTo>
                    <a:pt x="3801" y="2407"/>
                  </a:lnTo>
                  <a:lnTo>
                    <a:pt x="3453" y="2090"/>
                  </a:lnTo>
                  <a:lnTo>
                    <a:pt x="2598" y="2977"/>
                  </a:lnTo>
                  <a:lnTo>
                    <a:pt x="2059" y="2471"/>
                  </a:lnTo>
                  <a:lnTo>
                    <a:pt x="2883" y="1647"/>
                  </a:lnTo>
                  <a:cubicBezTo>
                    <a:pt x="3580" y="982"/>
                    <a:pt x="4435" y="570"/>
                    <a:pt x="5385" y="475"/>
                  </a:cubicBezTo>
                  <a:close/>
                  <a:moveTo>
                    <a:pt x="4340" y="3516"/>
                  </a:moveTo>
                  <a:lnTo>
                    <a:pt x="4751" y="4402"/>
                  </a:lnTo>
                  <a:lnTo>
                    <a:pt x="4023" y="5131"/>
                  </a:lnTo>
                  <a:lnTo>
                    <a:pt x="3580" y="4276"/>
                  </a:lnTo>
                  <a:lnTo>
                    <a:pt x="4340" y="3516"/>
                  </a:lnTo>
                  <a:close/>
                  <a:moveTo>
                    <a:pt x="5860" y="0"/>
                  </a:moveTo>
                  <a:lnTo>
                    <a:pt x="5638" y="32"/>
                  </a:lnTo>
                  <a:cubicBezTo>
                    <a:pt x="4466" y="32"/>
                    <a:pt x="3390" y="507"/>
                    <a:pt x="2566" y="1330"/>
                  </a:cubicBezTo>
                  <a:lnTo>
                    <a:pt x="2535" y="1362"/>
                  </a:lnTo>
                  <a:lnTo>
                    <a:pt x="1426" y="855"/>
                  </a:lnTo>
                  <a:lnTo>
                    <a:pt x="1394" y="887"/>
                  </a:lnTo>
                  <a:lnTo>
                    <a:pt x="381" y="1900"/>
                  </a:lnTo>
                  <a:lnTo>
                    <a:pt x="1" y="2280"/>
                  </a:lnTo>
                  <a:lnTo>
                    <a:pt x="159" y="2439"/>
                  </a:lnTo>
                  <a:lnTo>
                    <a:pt x="571" y="2027"/>
                  </a:lnTo>
                  <a:lnTo>
                    <a:pt x="1426" y="2471"/>
                  </a:lnTo>
                  <a:lnTo>
                    <a:pt x="2250" y="3294"/>
                  </a:lnTo>
                  <a:lnTo>
                    <a:pt x="2345" y="3389"/>
                  </a:lnTo>
                  <a:lnTo>
                    <a:pt x="1711" y="4022"/>
                  </a:lnTo>
                  <a:lnTo>
                    <a:pt x="1869" y="4181"/>
                  </a:lnTo>
                  <a:lnTo>
                    <a:pt x="2503" y="3547"/>
                  </a:lnTo>
                  <a:lnTo>
                    <a:pt x="2566" y="3611"/>
                  </a:lnTo>
                  <a:lnTo>
                    <a:pt x="3390" y="4434"/>
                  </a:lnTo>
                  <a:lnTo>
                    <a:pt x="3865" y="5289"/>
                  </a:lnTo>
                  <a:lnTo>
                    <a:pt x="3421" y="5732"/>
                  </a:lnTo>
                  <a:lnTo>
                    <a:pt x="3580" y="5891"/>
                  </a:lnTo>
                  <a:lnTo>
                    <a:pt x="3960" y="5511"/>
                  </a:lnTo>
                  <a:lnTo>
                    <a:pt x="5005" y="4466"/>
                  </a:lnTo>
                  <a:lnTo>
                    <a:pt x="4498" y="3357"/>
                  </a:lnTo>
                  <a:lnTo>
                    <a:pt x="4561" y="3326"/>
                  </a:lnTo>
                  <a:cubicBezTo>
                    <a:pt x="5385" y="2502"/>
                    <a:pt x="5828" y="1394"/>
                    <a:pt x="5860" y="254"/>
                  </a:cubicBezTo>
                  <a:lnTo>
                    <a:pt x="5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6" name="Google Shape;5556;p33"/>
            <p:cNvSpPr/>
            <p:nvPr/>
          </p:nvSpPr>
          <p:spPr>
            <a:xfrm>
              <a:off x="5328490" y="3218796"/>
              <a:ext cx="116963" cy="116351"/>
            </a:xfrm>
            <a:custGeom>
              <a:rect b="b" l="l" r="r" t="t"/>
              <a:pathLst>
                <a:path extrusionOk="0" h="2883" w="2883">
                  <a:moveTo>
                    <a:pt x="1267" y="1"/>
                  </a:moveTo>
                  <a:lnTo>
                    <a:pt x="1140" y="191"/>
                  </a:lnTo>
                  <a:cubicBezTo>
                    <a:pt x="349" y="1331"/>
                    <a:pt x="95" y="2503"/>
                    <a:pt x="64" y="2566"/>
                  </a:cubicBezTo>
                  <a:lnTo>
                    <a:pt x="0" y="2883"/>
                  </a:lnTo>
                  <a:lnTo>
                    <a:pt x="0" y="2883"/>
                  </a:lnTo>
                  <a:lnTo>
                    <a:pt x="317" y="2819"/>
                  </a:lnTo>
                  <a:cubicBezTo>
                    <a:pt x="380" y="2819"/>
                    <a:pt x="1584" y="2598"/>
                    <a:pt x="2692" y="1774"/>
                  </a:cubicBezTo>
                  <a:lnTo>
                    <a:pt x="2882" y="1648"/>
                  </a:lnTo>
                  <a:lnTo>
                    <a:pt x="2629" y="1268"/>
                  </a:lnTo>
                  <a:lnTo>
                    <a:pt x="2439" y="1394"/>
                  </a:lnTo>
                  <a:cubicBezTo>
                    <a:pt x="1774" y="1901"/>
                    <a:pt x="1045" y="2154"/>
                    <a:pt x="602" y="2281"/>
                  </a:cubicBezTo>
                  <a:cubicBezTo>
                    <a:pt x="760" y="1869"/>
                    <a:pt x="1014" y="1141"/>
                    <a:pt x="1489" y="476"/>
                  </a:cubicBezTo>
                  <a:lnTo>
                    <a:pt x="1647" y="286"/>
                  </a:lnTo>
                  <a:lnTo>
                    <a:pt x="12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7" name="Google Shape;5557;p33"/>
            <p:cNvSpPr/>
            <p:nvPr/>
          </p:nvSpPr>
          <p:spPr>
            <a:xfrm>
              <a:off x="5472394" y="3144700"/>
              <a:ext cx="48846" cy="48590"/>
            </a:xfrm>
            <a:custGeom>
              <a:rect b="b" l="l" r="r" t="t"/>
              <a:pathLst>
                <a:path extrusionOk="0" h="1204" w="1204">
                  <a:moveTo>
                    <a:pt x="602" y="222"/>
                  </a:moveTo>
                  <a:cubicBezTo>
                    <a:pt x="792" y="222"/>
                    <a:pt x="982" y="380"/>
                    <a:pt x="982" y="602"/>
                  </a:cubicBezTo>
                  <a:cubicBezTo>
                    <a:pt x="982" y="792"/>
                    <a:pt x="792" y="982"/>
                    <a:pt x="602" y="982"/>
                  </a:cubicBezTo>
                  <a:cubicBezTo>
                    <a:pt x="380" y="982"/>
                    <a:pt x="222" y="823"/>
                    <a:pt x="222" y="602"/>
                  </a:cubicBezTo>
                  <a:cubicBezTo>
                    <a:pt x="222" y="380"/>
                    <a:pt x="380" y="222"/>
                    <a:pt x="602" y="222"/>
                  </a:cubicBezTo>
                  <a:close/>
                  <a:moveTo>
                    <a:pt x="602" y="0"/>
                  </a:moveTo>
                  <a:cubicBezTo>
                    <a:pt x="254" y="0"/>
                    <a:pt x="0" y="253"/>
                    <a:pt x="0" y="602"/>
                  </a:cubicBezTo>
                  <a:cubicBezTo>
                    <a:pt x="0" y="918"/>
                    <a:pt x="254" y="1203"/>
                    <a:pt x="602" y="1203"/>
                  </a:cubicBezTo>
                  <a:cubicBezTo>
                    <a:pt x="919" y="1203"/>
                    <a:pt x="1204" y="918"/>
                    <a:pt x="1204" y="602"/>
                  </a:cubicBezTo>
                  <a:cubicBezTo>
                    <a:pt x="1204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58" name="Google Shape;5558;p33"/>
          <p:cNvSpPr/>
          <p:nvPr/>
        </p:nvSpPr>
        <p:spPr>
          <a:xfrm>
            <a:off x="5232955" y="4273439"/>
            <a:ext cx="3350687" cy="484624"/>
          </a:xfrm>
          <a:custGeom>
            <a:rect b="b" l="l" r="r" t="t"/>
            <a:pathLst>
              <a:path extrusionOk="0" h="13936" w="97510">
                <a:moveTo>
                  <a:pt x="0" y="1"/>
                </a:moveTo>
                <a:lnTo>
                  <a:pt x="0" y="13935"/>
                </a:lnTo>
                <a:lnTo>
                  <a:pt x="97509" y="13935"/>
                </a:lnTo>
                <a:lnTo>
                  <a:pt x="97509" y="1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9" name="Google Shape;5559;p33"/>
          <p:cNvSpPr/>
          <p:nvPr/>
        </p:nvSpPr>
        <p:spPr>
          <a:xfrm>
            <a:off x="5169150" y="4245274"/>
            <a:ext cx="619247" cy="542044"/>
          </a:xfrm>
          <a:custGeom>
            <a:rect b="b" l="l" r="r" t="t"/>
            <a:pathLst>
              <a:path extrusionOk="0" h="17498" w="18021">
                <a:moveTo>
                  <a:pt x="9006" y="1"/>
                </a:moveTo>
                <a:cubicBezTo>
                  <a:pt x="8353" y="1"/>
                  <a:pt x="7696" y="246"/>
                  <a:pt x="7189" y="737"/>
                </a:cubicBezTo>
                <a:lnTo>
                  <a:pt x="1014" y="6944"/>
                </a:lnTo>
                <a:cubicBezTo>
                  <a:pt x="1" y="7926"/>
                  <a:pt x="1" y="9572"/>
                  <a:pt x="1014" y="10554"/>
                </a:cubicBezTo>
                <a:lnTo>
                  <a:pt x="7189" y="16761"/>
                </a:lnTo>
                <a:cubicBezTo>
                  <a:pt x="7696" y="17252"/>
                  <a:pt x="8353" y="17498"/>
                  <a:pt x="9006" y="17498"/>
                </a:cubicBezTo>
                <a:cubicBezTo>
                  <a:pt x="9660" y="17498"/>
                  <a:pt x="10309" y="17252"/>
                  <a:pt x="10800" y="16761"/>
                </a:cubicBezTo>
                <a:lnTo>
                  <a:pt x="17007" y="10554"/>
                </a:lnTo>
                <a:cubicBezTo>
                  <a:pt x="18020" y="9572"/>
                  <a:pt x="18020" y="7926"/>
                  <a:pt x="17007" y="6944"/>
                </a:cubicBezTo>
                <a:lnTo>
                  <a:pt x="10800" y="737"/>
                </a:lnTo>
                <a:cubicBezTo>
                  <a:pt x="10309" y="246"/>
                  <a:pt x="9660" y="1"/>
                  <a:pt x="9006" y="1"/>
                </a:cubicBezTo>
                <a:close/>
              </a:path>
            </a:pathLst>
          </a:custGeom>
          <a:solidFill>
            <a:srgbClr val="D6E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60" name="Google Shape;5560;p33"/>
          <p:cNvGrpSpPr/>
          <p:nvPr/>
        </p:nvGrpSpPr>
        <p:grpSpPr>
          <a:xfrm>
            <a:off x="5362237" y="4395381"/>
            <a:ext cx="240767" cy="240765"/>
            <a:chOff x="5359995" y="4353739"/>
            <a:chExt cx="237748" cy="237746"/>
          </a:xfrm>
        </p:grpSpPr>
        <p:sp>
          <p:nvSpPr>
            <p:cNvPr id="5561" name="Google Shape;5561;p33"/>
            <p:cNvSpPr/>
            <p:nvPr/>
          </p:nvSpPr>
          <p:spPr>
            <a:xfrm>
              <a:off x="5359995" y="4353739"/>
              <a:ext cx="237748" cy="237746"/>
            </a:xfrm>
            <a:custGeom>
              <a:rect b="b" l="l" r="r" t="t"/>
              <a:pathLst>
                <a:path extrusionOk="0" h="5575" w="5733">
                  <a:moveTo>
                    <a:pt x="2249" y="444"/>
                  </a:moveTo>
                  <a:cubicBezTo>
                    <a:pt x="2692" y="444"/>
                    <a:pt x="3072" y="602"/>
                    <a:pt x="3389" y="919"/>
                  </a:cubicBezTo>
                  <a:cubicBezTo>
                    <a:pt x="4022" y="1552"/>
                    <a:pt x="4022" y="2597"/>
                    <a:pt x="3389" y="3231"/>
                  </a:cubicBezTo>
                  <a:cubicBezTo>
                    <a:pt x="3104" y="3547"/>
                    <a:pt x="2692" y="3706"/>
                    <a:pt x="2249" y="3706"/>
                  </a:cubicBezTo>
                  <a:cubicBezTo>
                    <a:pt x="1805" y="3706"/>
                    <a:pt x="1394" y="3547"/>
                    <a:pt x="1077" y="3231"/>
                  </a:cubicBezTo>
                  <a:cubicBezTo>
                    <a:pt x="444" y="2597"/>
                    <a:pt x="444" y="1552"/>
                    <a:pt x="1077" y="919"/>
                  </a:cubicBezTo>
                  <a:cubicBezTo>
                    <a:pt x="1394" y="602"/>
                    <a:pt x="1805" y="444"/>
                    <a:pt x="2249" y="444"/>
                  </a:cubicBezTo>
                  <a:close/>
                  <a:moveTo>
                    <a:pt x="2249" y="1"/>
                  </a:moveTo>
                  <a:cubicBezTo>
                    <a:pt x="1679" y="1"/>
                    <a:pt x="1172" y="222"/>
                    <a:pt x="792" y="602"/>
                  </a:cubicBezTo>
                  <a:cubicBezTo>
                    <a:pt x="0" y="1426"/>
                    <a:pt x="0" y="2724"/>
                    <a:pt x="792" y="3516"/>
                  </a:cubicBezTo>
                  <a:cubicBezTo>
                    <a:pt x="1172" y="3896"/>
                    <a:pt x="1679" y="4118"/>
                    <a:pt x="2249" y="4118"/>
                  </a:cubicBezTo>
                  <a:cubicBezTo>
                    <a:pt x="2756" y="4118"/>
                    <a:pt x="3231" y="3928"/>
                    <a:pt x="3611" y="3579"/>
                  </a:cubicBezTo>
                  <a:lnTo>
                    <a:pt x="4149" y="4118"/>
                  </a:lnTo>
                  <a:lnTo>
                    <a:pt x="3991" y="4244"/>
                  </a:lnTo>
                  <a:lnTo>
                    <a:pt x="5289" y="5574"/>
                  </a:lnTo>
                  <a:lnTo>
                    <a:pt x="5732" y="5131"/>
                  </a:lnTo>
                  <a:lnTo>
                    <a:pt x="4434" y="3801"/>
                  </a:lnTo>
                  <a:lnTo>
                    <a:pt x="4276" y="3959"/>
                  </a:lnTo>
                  <a:lnTo>
                    <a:pt x="3769" y="3452"/>
                  </a:lnTo>
                  <a:cubicBezTo>
                    <a:pt x="4497" y="2629"/>
                    <a:pt x="4466" y="1394"/>
                    <a:pt x="3706" y="602"/>
                  </a:cubicBezTo>
                  <a:cubicBezTo>
                    <a:pt x="3294" y="222"/>
                    <a:pt x="2787" y="1"/>
                    <a:pt x="2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2" name="Google Shape;5562;p33"/>
            <p:cNvSpPr/>
            <p:nvPr/>
          </p:nvSpPr>
          <p:spPr>
            <a:xfrm>
              <a:off x="5415149" y="4386150"/>
              <a:ext cx="76222" cy="22986"/>
            </a:xfrm>
            <a:custGeom>
              <a:rect b="b" l="l" r="r" t="t"/>
              <a:pathLst>
                <a:path extrusionOk="0" h="539" w="1838">
                  <a:moveTo>
                    <a:pt x="919" y="1"/>
                  </a:moveTo>
                  <a:cubicBezTo>
                    <a:pt x="586" y="1"/>
                    <a:pt x="254" y="127"/>
                    <a:pt x="0" y="381"/>
                  </a:cubicBezTo>
                  <a:lnTo>
                    <a:pt x="127" y="539"/>
                  </a:lnTo>
                  <a:cubicBezTo>
                    <a:pt x="349" y="333"/>
                    <a:pt x="634" y="230"/>
                    <a:pt x="915" y="230"/>
                  </a:cubicBezTo>
                  <a:cubicBezTo>
                    <a:pt x="1196" y="230"/>
                    <a:pt x="1473" y="333"/>
                    <a:pt x="1679" y="539"/>
                  </a:cubicBezTo>
                  <a:lnTo>
                    <a:pt x="1837" y="381"/>
                  </a:lnTo>
                  <a:cubicBezTo>
                    <a:pt x="1584" y="127"/>
                    <a:pt x="1251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63" name="Google Shape;5563;p33"/>
          <p:cNvSpPr/>
          <p:nvPr/>
        </p:nvSpPr>
        <p:spPr>
          <a:xfrm>
            <a:off x="5239901" y="3639330"/>
            <a:ext cx="3350687" cy="484624"/>
          </a:xfrm>
          <a:custGeom>
            <a:rect b="b" l="l" r="r" t="t"/>
            <a:pathLst>
              <a:path extrusionOk="0" h="13935" w="97510">
                <a:moveTo>
                  <a:pt x="0" y="0"/>
                </a:moveTo>
                <a:lnTo>
                  <a:pt x="0" y="13934"/>
                </a:lnTo>
                <a:lnTo>
                  <a:pt x="97509" y="13934"/>
                </a:lnTo>
                <a:lnTo>
                  <a:pt x="97509" y="0"/>
                </a:lnTo>
                <a:close/>
              </a:path>
            </a:pathLst>
          </a:custGeom>
          <a:solidFill>
            <a:srgbClr val="BC6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4" name="Google Shape;5564;p33"/>
          <p:cNvSpPr/>
          <p:nvPr/>
        </p:nvSpPr>
        <p:spPr>
          <a:xfrm>
            <a:off x="5169161" y="3610800"/>
            <a:ext cx="558246" cy="541796"/>
          </a:xfrm>
          <a:custGeom>
            <a:rect b="b" l="l" r="r" t="t"/>
            <a:pathLst>
              <a:path extrusionOk="0" h="17490" w="18021">
                <a:moveTo>
                  <a:pt x="9006" y="1"/>
                </a:moveTo>
                <a:cubicBezTo>
                  <a:pt x="8353" y="1"/>
                  <a:pt x="7696" y="254"/>
                  <a:pt x="7189" y="761"/>
                </a:cubicBezTo>
                <a:lnTo>
                  <a:pt x="1014" y="6936"/>
                </a:lnTo>
                <a:cubicBezTo>
                  <a:pt x="1" y="7950"/>
                  <a:pt x="1" y="9565"/>
                  <a:pt x="1014" y="10546"/>
                </a:cubicBezTo>
                <a:lnTo>
                  <a:pt x="7189" y="16754"/>
                </a:lnTo>
                <a:cubicBezTo>
                  <a:pt x="7696" y="17244"/>
                  <a:pt x="8353" y="17490"/>
                  <a:pt x="9006" y="17490"/>
                </a:cubicBezTo>
                <a:cubicBezTo>
                  <a:pt x="9660" y="17490"/>
                  <a:pt x="10309" y="17244"/>
                  <a:pt x="10800" y="16754"/>
                </a:cubicBezTo>
                <a:lnTo>
                  <a:pt x="17007" y="10546"/>
                </a:lnTo>
                <a:cubicBezTo>
                  <a:pt x="18020" y="9565"/>
                  <a:pt x="18020" y="7950"/>
                  <a:pt x="17007" y="6936"/>
                </a:cubicBezTo>
                <a:lnTo>
                  <a:pt x="10800" y="761"/>
                </a:lnTo>
                <a:cubicBezTo>
                  <a:pt x="10309" y="254"/>
                  <a:pt x="9660" y="1"/>
                  <a:pt x="9006" y="1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65" name="Google Shape;5565;p33"/>
          <p:cNvGrpSpPr/>
          <p:nvPr/>
        </p:nvGrpSpPr>
        <p:grpSpPr>
          <a:xfrm>
            <a:off x="5345763" y="3761441"/>
            <a:ext cx="204645" cy="240757"/>
            <a:chOff x="5343728" y="3727749"/>
            <a:chExt cx="202079" cy="237737"/>
          </a:xfrm>
        </p:grpSpPr>
        <p:sp>
          <p:nvSpPr>
            <p:cNvPr id="5566" name="Google Shape;5566;p33"/>
            <p:cNvSpPr/>
            <p:nvPr/>
          </p:nvSpPr>
          <p:spPr>
            <a:xfrm>
              <a:off x="5343728" y="3727749"/>
              <a:ext cx="202079" cy="237737"/>
            </a:xfrm>
            <a:custGeom>
              <a:rect b="b" l="l" r="r" t="t"/>
              <a:pathLst>
                <a:path extrusionOk="0" h="5609" w="4909">
                  <a:moveTo>
                    <a:pt x="2293" y="0"/>
                  </a:moveTo>
                  <a:cubicBezTo>
                    <a:pt x="1730" y="0"/>
                    <a:pt x="1177" y="217"/>
                    <a:pt x="792" y="573"/>
                  </a:cubicBezTo>
                  <a:cubicBezTo>
                    <a:pt x="412" y="985"/>
                    <a:pt x="190" y="1523"/>
                    <a:pt x="253" y="2188"/>
                  </a:cubicBezTo>
                  <a:cubicBezTo>
                    <a:pt x="253" y="2600"/>
                    <a:pt x="507" y="2980"/>
                    <a:pt x="697" y="3297"/>
                  </a:cubicBezTo>
                  <a:cubicBezTo>
                    <a:pt x="728" y="3328"/>
                    <a:pt x="760" y="3392"/>
                    <a:pt x="792" y="3423"/>
                  </a:cubicBezTo>
                  <a:lnTo>
                    <a:pt x="792" y="4342"/>
                  </a:lnTo>
                  <a:lnTo>
                    <a:pt x="0" y="5102"/>
                  </a:lnTo>
                  <a:lnTo>
                    <a:pt x="253" y="5387"/>
                  </a:lnTo>
                  <a:lnTo>
                    <a:pt x="1172" y="4500"/>
                  </a:lnTo>
                  <a:lnTo>
                    <a:pt x="1172" y="3328"/>
                  </a:lnTo>
                  <a:lnTo>
                    <a:pt x="1140" y="3297"/>
                  </a:lnTo>
                  <a:cubicBezTo>
                    <a:pt x="1108" y="3233"/>
                    <a:pt x="1045" y="3170"/>
                    <a:pt x="1013" y="3075"/>
                  </a:cubicBezTo>
                  <a:cubicBezTo>
                    <a:pt x="855" y="2790"/>
                    <a:pt x="633" y="2473"/>
                    <a:pt x="633" y="2157"/>
                  </a:cubicBezTo>
                  <a:cubicBezTo>
                    <a:pt x="602" y="1618"/>
                    <a:pt x="760" y="1175"/>
                    <a:pt x="1077" y="858"/>
                  </a:cubicBezTo>
                  <a:cubicBezTo>
                    <a:pt x="1370" y="564"/>
                    <a:pt x="1800" y="380"/>
                    <a:pt x="2265" y="380"/>
                  </a:cubicBezTo>
                  <a:cubicBezTo>
                    <a:pt x="2302" y="380"/>
                    <a:pt x="2338" y="381"/>
                    <a:pt x="2375" y="383"/>
                  </a:cubicBezTo>
                  <a:cubicBezTo>
                    <a:pt x="3389" y="446"/>
                    <a:pt x="3990" y="1080"/>
                    <a:pt x="3990" y="2062"/>
                  </a:cubicBezTo>
                  <a:lnTo>
                    <a:pt x="3959" y="2410"/>
                  </a:lnTo>
                  <a:lnTo>
                    <a:pt x="4370" y="3297"/>
                  </a:lnTo>
                  <a:lnTo>
                    <a:pt x="3927" y="3455"/>
                  </a:lnTo>
                  <a:lnTo>
                    <a:pt x="3864" y="4310"/>
                  </a:lnTo>
                  <a:lnTo>
                    <a:pt x="2534" y="4215"/>
                  </a:lnTo>
                  <a:lnTo>
                    <a:pt x="2502" y="4595"/>
                  </a:lnTo>
                  <a:lnTo>
                    <a:pt x="3262" y="4658"/>
                  </a:lnTo>
                  <a:lnTo>
                    <a:pt x="3262" y="5609"/>
                  </a:lnTo>
                  <a:lnTo>
                    <a:pt x="3674" y="5609"/>
                  </a:lnTo>
                  <a:lnTo>
                    <a:pt x="3674" y="4690"/>
                  </a:lnTo>
                  <a:lnTo>
                    <a:pt x="4212" y="4722"/>
                  </a:lnTo>
                  <a:lnTo>
                    <a:pt x="4307" y="3740"/>
                  </a:lnTo>
                  <a:lnTo>
                    <a:pt x="4909" y="3487"/>
                  </a:lnTo>
                  <a:lnTo>
                    <a:pt x="4370" y="2315"/>
                  </a:lnTo>
                  <a:lnTo>
                    <a:pt x="4434" y="2093"/>
                  </a:lnTo>
                  <a:cubicBezTo>
                    <a:pt x="4434" y="858"/>
                    <a:pt x="3642" y="66"/>
                    <a:pt x="2407" y="3"/>
                  </a:cubicBezTo>
                  <a:cubicBezTo>
                    <a:pt x="2369" y="1"/>
                    <a:pt x="2331" y="0"/>
                    <a:pt x="22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7" name="Google Shape;5567;p33"/>
            <p:cNvSpPr/>
            <p:nvPr/>
          </p:nvSpPr>
          <p:spPr>
            <a:xfrm>
              <a:off x="5382835" y="3755893"/>
              <a:ext cx="110816" cy="110286"/>
            </a:xfrm>
            <a:custGeom>
              <a:rect b="b" l="l" r="r" t="t"/>
              <a:pathLst>
                <a:path extrusionOk="0" h="2602" w="2692">
                  <a:moveTo>
                    <a:pt x="1552" y="194"/>
                  </a:moveTo>
                  <a:lnTo>
                    <a:pt x="1489" y="321"/>
                  </a:lnTo>
                  <a:lnTo>
                    <a:pt x="1647" y="416"/>
                  </a:lnTo>
                  <a:lnTo>
                    <a:pt x="1742" y="226"/>
                  </a:lnTo>
                  <a:cubicBezTo>
                    <a:pt x="1837" y="258"/>
                    <a:pt x="1900" y="258"/>
                    <a:pt x="1964" y="321"/>
                  </a:cubicBezTo>
                  <a:cubicBezTo>
                    <a:pt x="1869" y="479"/>
                    <a:pt x="1837" y="733"/>
                    <a:pt x="1932" y="891"/>
                  </a:cubicBezTo>
                  <a:lnTo>
                    <a:pt x="2090" y="796"/>
                  </a:lnTo>
                  <a:cubicBezTo>
                    <a:pt x="2027" y="733"/>
                    <a:pt x="2059" y="511"/>
                    <a:pt x="2154" y="416"/>
                  </a:cubicBezTo>
                  <a:cubicBezTo>
                    <a:pt x="2249" y="479"/>
                    <a:pt x="2344" y="574"/>
                    <a:pt x="2439" y="701"/>
                  </a:cubicBezTo>
                  <a:cubicBezTo>
                    <a:pt x="2470" y="764"/>
                    <a:pt x="2470" y="828"/>
                    <a:pt x="2439" y="859"/>
                  </a:cubicBezTo>
                  <a:cubicBezTo>
                    <a:pt x="2439" y="923"/>
                    <a:pt x="2375" y="986"/>
                    <a:pt x="2312" y="986"/>
                  </a:cubicBezTo>
                  <a:lnTo>
                    <a:pt x="1995" y="1049"/>
                  </a:lnTo>
                  <a:cubicBezTo>
                    <a:pt x="1900" y="1049"/>
                    <a:pt x="1805" y="1113"/>
                    <a:pt x="1774" y="1176"/>
                  </a:cubicBezTo>
                  <a:cubicBezTo>
                    <a:pt x="1710" y="1049"/>
                    <a:pt x="1615" y="954"/>
                    <a:pt x="1457" y="891"/>
                  </a:cubicBezTo>
                  <a:cubicBezTo>
                    <a:pt x="1489" y="828"/>
                    <a:pt x="1520" y="701"/>
                    <a:pt x="1584" y="606"/>
                  </a:cubicBezTo>
                  <a:lnTo>
                    <a:pt x="1394" y="511"/>
                  </a:lnTo>
                  <a:cubicBezTo>
                    <a:pt x="1330" y="669"/>
                    <a:pt x="1299" y="764"/>
                    <a:pt x="1299" y="828"/>
                  </a:cubicBezTo>
                  <a:cubicBezTo>
                    <a:pt x="1140" y="764"/>
                    <a:pt x="982" y="733"/>
                    <a:pt x="792" y="733"/>
                  </a:cubicBezTo>
                  <a:lnTo>
                    <a:pt x="792" y="923"/>
                  </a:lnTo>
                  <a:cubicBezTo>
                    <a:pt x="1140" y="923"/>
                    <a:pt x="1615" y="1113"/>
                    <a:pt x="1679" y="1366"/>
                  </a:cubicBezTo>
                  <a:lnTo>
                    <a:pt x="1679" y="1398"/>
                  </a:lnTo>
                  <a:cubicBezTo>
                    <a:pt x="1647" y="1556"/>
                    <a:pt x="1584" y="1556"/>
                    <a:pt x="1552" y="1556"/>
                  </a:cubicBezTo>
                  <a:lnTo>
                    <a:pt x="697" y="1651"/>
                  </a:lnTo>
                  <a:cubicBezTo>
                    <a:pt x="697" y="1588"/>
                    <a:pt x="760" y="1524"/>
                    <a:pt x="824" y="1461"/>
                  </a:cubicBezTo>
                  <a:cubicBezTo>
                    <a:pt x="887" y="1398"/>
                    <a:pt x="1014" y="1398"/>
                    <a:pt x="1109" y="1398"/>
                  </a:cubicBezTo>
                  <a:lnTo>
                    <a:pt x="1140" y="1208"/>
                  </a:lnTo>
                  <a:cubicBezTo>
                    <a:pt x="1101" y="1200"/>
                    <a:pt x="1061" y="1196"/>
                    <a:pt x="1022" y="1196"/>
                  </a:cubicBezTo>
                  <a:cubicBezTo>
                    <a:pt x="905" y="1196"/>
                    <a:pt x="792" y="1231"/>
                    <a:pt x="697" y="1303"/>
                  </a:cubicBezTo>
                  <a:cubicBezTo>
                    <a:pt x="602" y="1398"/>
                    <a:pt x="507" y="1524"/>
                    <a:pt x="475" y="1683"/>
                  </a:cubicBezTo>
                  <a:lnTo>
                    <a:pt x="285" y="1683"/>
                  </a:lnTo>
                  <a:cubicBezTo>
                    <a:pt x="253" y="1683"/>
                    <a:pt x="190" y="1683"/>
                    <a:pt x="190" y="1524"/>
                  </a:cubicBezTo>
                  <a:cubicBezTo>
                    <a:pt x="190" y="1398"/>
                    <a:pt x="158" y="1271"/>
                    <a:pt x="190" y="1144"/>
                  </a:cubicBezTo>
                  <a:cubicBezTo>
                    <a:pt x="285" y="1176"/>
                    <a:pt x="348" y="1208"/>
                    <a:pt x="412" y="1271"/>
                  </a:cubicBezTo>
                  <a:lnTo>
                    <a:pt x="538" y="1113"/>
                  </a:lnTo>
                  <a:cubicBezTo>
                    <a:pt x="475" y="1081"/>
                    <a:pt x="380" y="954"/>
                    <a:pt x="222" y="954"/>
                  </a:cubicBezTo>
                  <a:cubicBezTo>
                    <a:pt x="285" y="828"/>
                    <a:pt x="317" y="733"/>
                    <a:pt x="412" y="606"/>
                  </a:cubicBezTo>
                  <a:cubicBezTo>
                    <a:pt x="443" y="638"/>
                    <a:pt x="475" y="669"/>
                    <a:pt x="507" y="733"/>
                  </a:cubicBezTo>
                  <a:lnTo>
                    <a:pt x="633" y="574"/>
                  </a:lnTo>
                  <a:cubicBezTo>
                    <a:pt x="602" y="543"/>
                    <a:pt x="570" y="511"/>
                    <a:pt x="570" y="448"/>
                  </a:cubicBezTo>
                  <a:cubicBezTo>
                    <a:pt x="697" y="353"/>
                    <a:pt x="824" y="289"/>
                    <a:pt x="982" y="258"/>
                  </a:cubicBezTo>
                  <a:lnTo>
                    <a:pt x="982" y="258"/>
                  </a:lnTo>
                  <a:cubicBezTo>
                    <a:pt x="950" y="384"/>
                    <a:pt x="950" y="543"/>
                    <a:pt x="950" y="543"/>
                  </a:cubicBezTo>
                  <a:lnTo>
                    <a:pt x="1140" y="543"/>
                  </a:lnTo>
                  <a:cubicBezTo>
                    <a:pt x="1140" y="479"/>
                    <a:pt x="1172" y="289"/>
                    <a:pt x="1235" y="194"/>
                  </a:cubicBezTo>
                  <a:close/>
                  <a:moveTo>
                    <a:pt x="1386" y="1"/>
                  </a:moveTo>
                  <a:cubicBezTo>
                    <a:pt x="946" y="1"/>
                    <a:pt x="518" y="188"/>
                    <a:pt x="253" y="511"/>
                  </a:cubicBezTo>
                  <a:cubicBezTo>
                    <a:pt x="158" y="638"/>
                    <a:pt x="63" y="796"/>
                    <a:pt x="32" y="954"/>
                  </a:cubicBezTo>
                  <a:cubicBezTo>
                    <a:pt x="0" y="1144"/>
                    <a:pt x="0" y="1334"/>
                    <a:pt x="32" y="1556"/>
                  </a:cubicBezTo>
                  <a:cubicBezTo>
                    <a:pt x="32" y="1714"/>
                    <a:pt x="95" y="1809"/>
                    <a:pt x="190" y="1873"/>
                  </a:cubicBezTo>
                  <a:cubicBezTo>
                    <a:pt x="222" y="1873"/>
                    <a:pt x="253" y="1904"/>
                    <a:pt x="317" y="1904"/>
                  </a:cubicBezTo>
                  <a:lnTo>
                    <a:pt x="348" y="1904"/>
                  </a:lnTo>
                  <a:cubicBezTo>
                    <a:pt x="475" y="1936"/>
                    <a:pt x="570" y="1968"/>
                    <a:pt x="633" y="2063"/>
                  </a:cubicBezTo>
                  <a:cubicBezTo>
                    <a:pt x="792" y="2221"/>
                    <a:pt x="728" y="2506"/>
                    <a:pt x="728" y="2506"/>
                  </a:cubicBezTo>
                  <a:lnTo>
                    <a:pt x="919" y="2538"/>
                  </a:lnTo>
                  <a:cubicBezTo>
                    <a:pt x="919" y="2538"/>
                    <a:pt x="982" y="2189"/>
                    <a:pt x="792" y="1936"/>
                  </a:cubicBezTo>
                  <a:cubicBezTo>
                    <a:pt x="760" y="1904"/>
                    <a:pt x="728" y="1873"/>
                    <a:pt x="697" y="1873"/>
                  </a:cubicBezTo>
                  <a:lnTo>
                    <a:pt x="1140" y="1809"/>
                  </a:lnTo>
                  <a:lnTo>
                    <a:pt x="1140" y="1809"/>
                  </a:lnTo>
                  <a:cubicBezTo>
                    <a:pt x="1077" y="1904"/>
                    <a:pt x="1045" y="2031"/>
                    <a:pt x="1045" y="2189"/>
                  </a:cubicBezTo>
                  <a:cubicBezTo>
                    <a:pt x="1045" y="2284"/>
                    <a:pt x="1045" y="2411"/>
                    <a:pt x="1045" y="2569"/>
                  </a:cubicBezTo>
                  <a:lnTo>
                    <a:pt x="1235" y="2601"/>
                  </a:lnTo>
                  <a:cubicBezTo>
                    <a:pt x="1267" y="2443"/>
                    <a:pt x="1267" y="2284"/>
                    <a:pt x="1267" y="2189"/>
                  </a:cubicBezTo>
                  <a:cubicBezTo>
                    <a:pt x="1267" y="1936"/>
                    <a:pt x="1267" y="1841"/>
                    <a:pt x="1520" y="1778"/>
                  </a:cubicBezTo>
                  <a:lnTo>
                    <a:pt x="1584" y="1746"/>
                  </a:lnTo>
                  <a:cubicBezTo>
                    <a:pt x="1742" y="1746"/>
                    <a:pt x="1837" y="1619"/>
                    <a:pt x="1869" y="1429"/>
                  </a:cubicBezTo>
                  <a:lnTo>
                    <a:pt x="1869" y="1398"/>
                  </a:lnTo>
                  <a:cubicBezTo>
                    <a:pt x="1869" y="1303"/>
                    <a:pt x="1932" y="1239"/>
                    <a:pt x="2027" y="1239"/>
                  </a:cubicBezTo>
                  <a:lnTo>
                    <a:pt x="2344" y="1176"/>
                  </a:lnTo>
                  <a:cubicBezTo>
                    <a:pt x="2470" y="1144"/>
                    <a:pt x="2597" y="1049"/>
                    <a:pt x="2629" y="954"/>
                  </a:cubicBezTo>
                  <a:cubicBezTo>
                    <a:pt x="2692" y="828"/>
                    <a:pt x="2692" y="701"/>
                    <a:pt x="2597" y="606"/>
                  </a:cubicBezTo>
                  <a:cubicBezTo>
                    <a:pt x="2375" y="226"/>
                    <a:pt x="1995" y="36"/>
                    <a:pt x="1489" y="4"/>
                  </a:cubicBezTo>
                  <a:cubicBezTo>
                    <a:pt x="1454" y="2"/>
                    <a:pt x="1420" y="1"/>
                    <a:pt x="13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68" name="Google Shape;5568;p33"/>
          <p:cNvSpPr/>
          <p:nvPr/>
        </p:nvSpPr>
        <p:spPr>
          <a:xfrm>
            <a:off x="5239901" y="2371112"/>
            <a:ext cx="3350687" cy="484624"/>
          </a:xfrm>
          <a:custGeom>
            <a:rect b="b" l="l" r="r" t="t"/>
            <a:pathLst>
              <a:path extrusionOk="0" h="13935" w="97510">
                <a:moveTo>
                  <a:pt x="0" y="0"/>
                </a:moveTo>
                <a:lnTo>
                  <a:pt x="0" y="13935"/>
                </a:lnTo>
                <a:lnTo>
                  <a:pt x="97509" y="13935"/>
                </a:lnTo>
                <a:lnTo>
                  <a:pt x="97509" y="0"/>
                </a:lnTo>
                <a:close/>
              </a:path>
            </a:pathLst>
          </a:custGeom>
          <a:solidFill>
            <a:srgbClr val="2F60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9" name="Google Shape;5569;p33"/>
          <p:cNvSpPr/>
          <p:nvPr/>
        </p:nvSpPr>
        <p:spPr>
          <a:xfrm>
            <a:off x="5169161" y="2342107"/>
            <a:ext cx="558246" cy="542044"/>
          </a:xfrm>
          <a:custGeom>
            <a:rect b="b" l="l" r="r" t="t"/>
            <a:pathLst>
              <a:path extrusionOk="0" h="17498" w="18021">
                <a:moveTo>
                  <a:pt x="9006" y="1"/>
                </a:moveTo>
                <a:cubicBezTo>
                  <a:pt x="8353" y="1"/>
                  <a:pt x="7696" y="246"/>
                  <a:pt x="7189" y="737"/>
                </a:cubicBezTo>
                <a:lnTo>
                  <a:pt x="1014" y="6944"/>
                </a:lnTo>
                <a:cubicBezTo>
                  <a:pt x="1" y="7926"/>
                  <a:pt x="1" y="9573"/>
                  <a:pt x="1014" y="10555"/>
                </a:cubicBezTo>
                <a:lnTo>
                  <a:pt x="7189" y="16762"/>
                </a:lnTo>
                <a:cubicBezTo>
                  <a:pt x="7696" y="17253"/>
                  <a:pt x="8353" y="17498"/>
                  <a:pt x="9006" y="17498"/>
                </a:cubicBezTo>
                <a:cubicBezTo>
                  <a:pt x="9660" y="17498"/>
                  <a:pt x="10309" y="17253"/>
                  <a:pt x="10800" y="16762"/>
                </a:cubicBezTo>
                <a:lnTo>
                  <a:pt x="17007" y="10555"/>
                </a:lnTo>
                <a:cubicBezTo>
                  <a:pt x="18020" y="9573"/>
                  <a:pt x="18020" y="7926"/>
                  <a:pt x="17007" y="6944"/>
                </a:cubicBezTo>
                <a:lnTo>
                  <a:pt x="10800" y="737"/>
                </a:lnTo>
                <a:cubicBezTo>
                  <a:pt x="10309" y="246"/>
                  <a:pt x="9660" y="1"/>
                  <a:pt x="9006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70" name="Google Shape;5570;p33"/>
          <p:cNvGrpSpPr/>
          <p:nvPr/>
        </p:nvGrpSpPr>
        <p:grpSpPr>
          <a:xfrm>
            <a:off x="5309633" y="2492307"/>
            <a:ext cx="276882" cy="240762"/>
            <a:chOff x="5379611" y="2474531"/>
            <a:chExt cx="273409" cy="237742"/>
          </a:xfrm>
        </p:grpSpPr>
        <p:sp>
          <p:nvSpPr>
            <p:cNvPr id="5571" name="Google Shape;5571;p33"/>
            <p:cNvSpPr/>
            <p:nvPr/>
          </p:nvSpPr>
          <p:spPr>
            <a:xfrm>
              <a:off x="5379611" y="2474531"/>
              <a:ext cx="273409" cy="186807"/>
            </a:xfrm>
            <a:custGeom>
              <a:rect b="b" l="l" r="r" t="t"/>
              <a:pathLst>
                <a:path extrusionOk="0" h="4181" w="6177">
                  <a:moveTo>
                    <a:pt x="3073" y="0"/>
                  </a:moveTo>
                  <a:cubicBezTo>
                    <a:pt x="2217" y="0"/>
                    <a:pt x="1521" y="507"/>
                    <a:pt x="1426" y="1425"/>
                  </a:cubicBezTo>
                  <a:lnTo>
                    <a:pt x="1394" y="1425"/>
                  </a:lnTo>
                  <a:cubicBezTo>
                    <a:pt x="634" y="1425"/>
                    <a:pt x="1" y="2027"/>
                    <a:pt x="1" y="2819"/>
                  </a:cubicBezTo>
                  <a:cubicBezTo>
                    <a:pt x="1" y="3579"/>
                    <a:pt x="666" y="4181"/>
                    <a:pt x="1331" y="4181"/>
                  </a:cubicBezTo>
                  <a:lnTo>
                    <a:pt x="1331" y="3737"/>
                  </a:lnTo>
                  <a:cubicBezTo>
                    <a:pt x="887" y="3737"/>
                    <a:pt x="476" y="3325"/>
                    <a:pt x="476" y="2787"/>
                  </a:cubicBezTo>
                  <a:cubicBezTo>
                    <a:pt x="476" y="2280"/>
                    <a:pt x="887" y="1869"/>
                    <a:pt x="1394" y="1869"/>
                  </a:cubicBezTo>
                  <a:cubicBezTo>
                    <a:pt x="1457" y="1869"/>
                    <a:pt x="1489" y="1869"/>
                    <a:pt x="1584" y="1900"/>
                  </a:cubicBezTo>
                  <a:lnTo>
                    <a:pt x="1837" y="1932"/>
                  </a:lnTo>
                  <a:lnTo>
                    <a:pt x="1837" y="1647"/>
                  </a:lnTo>
                  <a:cubicBezTo>
                    <a:pt x="1837" y="982"/>
                    <a:pt x="2439" y="444"/>
                    <a:pt x="3104" y="444"/>
                  </a:cubicBezTo>
                  <a:cubicBezTo>
                    <a:pt x="3801" y="444"/>
                    <a:pt x="4371" y="982"/>
                    <a:pt x="4371" y="1647"/>
                  </a:cubicBezTo>
                  <a:lnTo>
                    <a:pt x="4371" y="1932"/>
                  </a:lnTo>
                  <a:lnTo>
                    <a:pt x="4624" y="1869"/>
                  </a:lnTo>
                  <a:lnTo>
                    <a:pt x="4751" y="1869"/>
                  </a:lnTo>
                  <a:cubicBezTo>
                    <a:pt x="5289" y="1869"/>
                    <a:pt x="5733" y="2280"/>
                    <a:pt x="5733" y="2787"/>
                  </a:cubicBezTo>
                  <a:cubicBezTo>
                    <a:pt x="5733" y="3294"/>
                    <a:pt x="5321" y="3737"/>
                    <a:pt x="4878" y="3737"/>
                  </a:cubicBezTo>
                  <a:lnTo>
                    <a:pt x="4878" y="4181"/>
                  </a:lnTo>
                  <a:cubicBezTo>
                    <a:pt x="5574" y="4181"/>
                    <a:pt x="6176" y="3579"/>
                    <a:pt x="6176" y="2787"/>
                  </a:cubicBezTo>
                  <a:cubicBezTo>
                    <a:pt x="6176" y="2027"/>
                    <a:pt x="5511" y="1425"/>
                    <a:pt x="4751" y="1425"/>
                  </a:cubicBezTo>
                  <a:lnTo>
                    <a:pt x="4719" y="1425"/>
                  </a:lnTo>
                  <a:cubicBezTo>
                    <a:pt x="4593" y="507"/>
                    <a:pt x="3896" y="0"/>
                    <a:pt x="3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2" name="Google Shape;5572;p33"/>
            <p:cNvSpPr/>
            <p:nvPr/>
          </p:nvSpPr>
          <p:spPr>
            <a:xfrm>
              <a:off x="5450408" y="2589136"/>
              <a:ext cx="131814" cy="123138"/>
            </a:xfrm>
            <a:custGeom>
              <a:rect b="b" l="l" r="r" t="t"/>
              <a:pathLst>
                <a:path extrusionOk="0" h="2756" w="2978">
                  <a:moveTo>
                    <a:pt x="1426" y="982"/>
                  </a:moveTo>
                  <a:cubicBezTo>
                    <a:pt x="1584" y="982"/>
                    <a:pt x="1711" y="1014"/>
                    <a:pt x="1806" y="1109"/>
                  </a:cubicBezTo>
                  <a:cubicBezTo>
                    <a:pt x="1901" y="1204"/>
                    <a:pt x="1933" y="1331"/>
                    <a:pt x="1933" y="1489"/>
                  </a:cubicBezTo>
                  <a:cubicBezTo>
                    <a:pt x="1933" y="1616"/>
                    <a:pt x="1838" y="1742"/>
                    <a:pt x="1711" y="1837"/>
                  </a:cubicBezTo>
                  <a:cubicBezTo>
                    <a:pt x="1631" y="1886"/>
                    <a:pt x="1548" y="1908"/>
                    <a:pt x="1469" y="1908"/>
                  </a:cubicBezTo>
                  <a:cubicBezTo>
                    <a:pt x="1142" y="1908"/>
                    <a:pt x="873" y="1535"/>
                    <a:pt x="1078" y="1204"/>
                  </a:cubicBezTo>
                  <a:cubicBezTo>
                    <a:pt x="1173" y="1077"/>
                    <a:pt x="1299" y="982"/>
                    <a:pt x="1426" y="982"/>
                  </a:cubicBezTo>
                  <a:close/>
                  <a:moveTo>
                    <a:pt x="1236" y="0"/>
                  </a:moveTo>
                  <a:lnTo>
                    <a:pt x="1204" y="475"/>
                  </a:lnTo>
                  <a:cubicBezTo>
                    <a:pt x="1109" y="475"/>
                    <a:pt x="1078" y="507"/>
                    <a:pt x="1014" y="539"/>
                  </a:cubicBezTo>
                  <a:lnTo>
                    <a:pt x="634" y="254"/>
                  </a:lnTo>
                  <a:lnTo>
                    <a:pt x="317" y="570"/>
                  </a:lnTo>
                  <a:lnTo>
                    <a:pt x="602" y="951"/>
                  </a:lnTo>
                  <a:cubicBezTo>
                    <a:pt x="571" y="1014"/>
                    <a:pt x="507" y="1077"/>
                    <a:pt x="476" y="1141"/>
                  </a:cubicBezTo>
                  <a:lnTo>
                    <a:pt x="1" y="1172"/>
                  </a:lnTo>
                  <a:lnTo>
                    <a:pt x="1" y="1647"/>
                  </a:lnTo>
                  <a:lnTo>
                    <a:pt x="476" y="1711"/>
                  </a:lnTo>
                  <a:cubicBezTo>
                    <a:pt x="476" y="1774"/>
                    <a:pt x="539" y="1837"/>
                    <a:pt x="571" y="1932"/>
                  </a:cubicBezTo>
                  <a:lnTo>
                    <a:pt x="286" y="2249"/>
                  </a:lnTo>
                  <a:lnTo>
                    <a:pt x="634" y="2597"/>
                  </a:lnTo>
                  <a:lnTo>
                    <a:pt x="951" y="2312"/>
                  </a:lnTo>
                  <a:cubicBezTo>
                    <a:pt x="1046" y="2376"/>
                    <a:pt x="1109" y="2344"/>
                    <a:pt x="1204" y="2376"/>
                  </a:cubicBezTo>
                  <a:lnTo>
                    <a:pt x="1236" y="2756"/>
                  </a:lnTo>
                  <a:lnTo>
                    <a:pt x="1711" y="2756"/>
                  </a:lnTo>
                  <a:lnTo>
                    <a:pt x="1774" y="2376"/>
                  </a:lnTo>
                  <a:cubicBezTo>
                    <a:pt x="1838" y="2344"/>
                    <a:pt x="1901" y="2344"/>
                    <a:pt x="1996" y="2312"/>
                  </a:cubicBezTo>
                  <a:lnTo>
                    <a:pt x="2313" y="2597"/>
                  </a:lnTo>
                  <a:lnTo>
                    <a:pt x="2629" y="2249"/>
                  </a:lnTo>
                  <a:lnTo>
                    <a:pt x="2376" y="1932"/>
                  </a:lnTo>
                  <a:cubicBezTo>
                    <a:pt x="2408" y="1869"/>
                    <a:pt x="2471" y="1774"/>
                    <a:pt x="2503" y="1711"/>
                  </a:cubicBezTo>
                  <a:lnTo>
                    <a:pt x="2978" y="1647"/>
                  </a:lnTo>
                  <a:lnTo>
                    <a:pt x="2978" y="1204"/>
                  </a:lnTo>
                  <a:lnTo>
                    <a:pt x="2471" y="1141"/>
                  </a:lnTo>
                  <a:cubicBezTo>
                    <a:pt x="2471" y="1077"/>
                    <a:pt x="2408" y="1014"/>
                    <a:pt x="2376" y="951"/>
                  </a:cubicBezTo>
                  <a:lnTo>
                    <a:pt x="2661" y="570"/>
                  </a:lnTo>
                  <a:lnTo>
                    <a:pt x="2313" y="254"/>
                  </a:lnTo>
                  <a:lnTo>
                    <a:pt x="1933" y="539"/>
                  </a:lnTo>
                  <a:cubicBezTo>
                    <a:pt x="1869" y="507"/>
                    <a:pt x="1838" y="507"/>
                    <a:pt x="1774" y="475"/>
                  </a:cubicBezTo>
                  <a:lnTo>
                    <a:pt x="17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73" name="Google Shape;5573;p33"/>
          <p:cNvSpPr/>
          <p:nvPr/>
        </p:nvSpPr>
        <p:spPr>
          <a:xfrm>
            <a:off x="5239891" y="1100913"/>
            <a:ext cx="3350687" cy="486605"/>
          </a:xfrm>
          <a:custGeom>
            <a:rect b="b" l="l" r="r" t="t"/>
            <a:pathLst>
              <a:path extrusionOk="0" h="13904" w="97510">
                <a:moveTo>
                  <a:pt x="0" y="0"/>
                </a:moveTo>
                <a:lnTo>
                  <a:pt x="0" y="13903"/>
                </a:lnTo>
                <a:lnTo>
                  <a:pt x="97509" y="13903"/>
                </a:lnTo>
                <a:lnTo>
                  <a:pt x="97509" y="0"/>
                </a:lnTo>
                <a:close/>
              </a:path>
            </a:pathLst>
          </a:custGeom>
          <a:solidFill>
            <a:srgbClr val="01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4" name="Google Shape;5574;p33"/>
          <p:cNvSpPr/>
          <p:nvPr/>
        </p:nvSpPr>
        <p:spPr>
          <a:xfrm>
            <a:off x="5169161" y="1072950"/>
            <a:ext cx="558246" cy="542540"/>
          </a:xfrm>
          <a:custGeom>
            <a:rect b="b" l="l" r="r" t="t"/>
            <a:pathLst>
              <a:path extrusionOk="0" h="17514" w="18021">
                <a:moveTo>
                  <a:pt x="9010" y="0"/>
                </a:moveTo>
                <a:cubicBezTo>
                  <a:pt x="8353" y="0"/>
                  <a:pt x="7696" y="254"/>
                  <a:pt x="7189" y="760"/>
                </a:cubicBezTo>
                <a:lnTo>
                  <a:pt x="1014" y="6936"/>
                </a:lnTo>
                <a:cubicBezTo>
                  <a:pt x="1" y="7949"/>
                  <a:pt x="1" y="9564"/>
                  <a:pt x="1014" y="10578"/>
                </a:cubicBezTo>
                <a:lnTo>
                  <a:pt x="7189" y="16753"/>
                </a:lnTo>
                <a:cubicBezTo>
                  <a:pt x="7696" y="17260"/>
                  <a:pt x="8353" y="17513"/>
                  <a:pt x="9010" y="17513"/>
                </a:cubicBezTo>
                <a:cubicBezTo>
                  <a:pt x="9668" y="17513"/>
                  <a:pt x="10325" y="17260"/>
                  <a:pt x="10831" y="16753"/>
                </a:cubicBezTo>
                <a:lnTo>
                  <a:pt x="17007" y="10578"/>
                </a:lnTo>
                <a:cubicBezTo>
                  <a:pt x="18020" y="9564"/>
                  <a:pt x="18020" y="7949"/>
                  <a:pt x="17007" y="6936"/>
                </a:cubicBezTo>
                <a:lnTo>
                  <a:pt x="10831" y="760"/>
                </a:lnTo>
                <a:cubicBezTo>
                  <a:pt x="10325" y="254"/>
                  <a:pt x="9668" y="0"/>
                  <a:pt x="9010" y="0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5" name="Google Shape;5575;p33"/>
          <p:cNvSpPr/>
          <p:nvPr/>
        </p:nvSpPr>
        <p:spPr>
          <a:xfrm>
            <a:off x="5286024" y="1223827"/>
            <a:ext cx="324514" cy="240775"/>
          </a:xfrm>
          <a:custGeom>
            <a:rect b="b" l="l" r="r" t="t"/>
            <a:pathLst>
              <a:path extrusionOk="0" h="5195" w="6778">
                <a:moveTo>
                  <a:pt x="6493" y="1996"/>
                </a:moveTo>
                <a:lnTo>
                  <a:pt x="6271" y="2566"/>
                </a:lnTo>
                <a:lnTo>
                  <a:pt x="6271" y="2503"/>
                </a:lnTo>
                <a:lnTo>
                  <a:pt x="5732" y="2503"/>
                </a:lnTo>
                <a:lnTo>
                  <a:pt x="5954" y="1996"/>
                </a:lnTo>
                <a:close/>
                <a:moveTo>
                  <a:pt x="6239" y="2661"/>
                </a:moveTo>
                <a:lnTo>
                  <a:pt x="6461" y="3231"/>
                </a:lnTo>
                <a:lnTo>
                  <a:pt x="5954" y="3231"/>
                </a:lnTo>
                <a:lnTo>
                  <a:pt x="5732" y="2724"/>
                </a:lnTo>
                <a:lnTo>
                  <a:pt x="6239" y="2724"/>
                </a:lnTo>
                <a:lnTo>
                  <a:pt x="6239" y="2661"/>
                </a:lnTo>
                <a:close/>
                <a:moveTo>
                  <a:pt x="2597" y="1964"/>
                </a:moveTo>
                <a:cubicBezTo>
                  <a:pt x="2946" y="1964"/>
                  <a:pt x="3199" y="2186"/>
                  <a:pt x="3262" y="2503"/>
                </a:cubicBezTo>
                <a:lnTo>
                  <a:pt x="2914" y="2503"/>
                </a:lnTo>
                <a:cubicBezTo>
                  <a:pt x="2851" y="2376"/>
                  <a:pt x="2756" y="2281"/>
                  <a:pt x="2597" y="2281"/>
                </a:cubicBezTo>
                <a:cubicBezTo>
                  <a:pt x="2439" y="2281"/>
                  <a:pt x="2281" y="2439"/>
                  <a:pt x="2281" y="2598"/>
                </a:cubicBezTo>
                <a:cubicBezTo>
                  <a:pt x="2281" y="2788"/>
                  <a:pt x="2439" y="2914"/>
                  <a:pt x="2597" y="2914"/>
                </a:cubicBezTo>
                <a:cubicBezTo>
                  <a:pt x="2756" y="2914"/>
                  <a:pt x="2851" y="2851"/>
                  <a:pt x="2914" y="2724"/>
                </a:cubicBezTo>
                <a:lnTo>
                  <a:pt x="3262" y="2724"/>
                </a:lnTo>
                <a:cubicBezTo>
                  <a:pt x="3199" y="3041"/>
                  <a:pt x="2914" y="3263"/>
                  <a:pt x="2597" y="3263"/>
                </a:cubicBezTo>
                <a:cubicBezTo>
                  <a:pt x="2249" y="3263"/>
                  <a:pt x="1964" y="2978"/>
                  <a:pt x="1964" y="2598"/>
                </a:cubicBezTo>
                <a:cubicBezTo>
                  <a:pt x="1964" y="2249"/>
                  <a:pt x="2249" y="1964"/>
                  <a:pt x="2597" y="1964"/>
                </a:cubicBezTo>
                <a:close/>
                <a:moveTo>
                  <a:pt x="2597" y="1172"/>
                </a:moveTo>
                <a:cubicBezTo>
                  <a:pt x="3357" y="1172"/>
                  <a:pt x="3959" y="1743"/>
                  <a:pt x="4022" y="2503"/>
                </a:cubicBezTo>
                <a:lnTo>
                  <a:pt x="3484" y="2503"/>
                </a:lnTo>
                <a:cubicBezTo>
                  <a:pt x="3421" y="2059"/>
                  <a:pt x="3072" y="1711"/>
                  <a:pt x="2597" y="1711"/>
                </a:cubicBezTo>
                <a:cubicBezTo>
                  <a:pt x="2122" y="1711"/>
                  <a:pt x="1710" y="2123"/>
                  <a:pt x="1710" y="2598"/>
                </a:cubicBezTo>
                <a:cubicBezTo>
                  <a:pt x="1710" y="3104"/>
                  <a:pt x="2122" y="3484"/>
                  <a:pt x="2597" y="3484"/>
                </a:cubicBezTo>
                <a:cubicBezTo>
                  <a:pt x="3041" y="3484"/>
                  <a:pt x="3421" y="3168"/>
                  <a:pt x="3484" y="2724"/>
                </a:cubicBezTo>
                <a:lnTo>
                  <a:pt x="4022" y="2724"/>
                </a:lnTo>
                <a:cubicBezTo>
                  <a:pt x="3959" y="3453"/>
                  <a:pt x="3357" y="4023"/>
                  <a:pt x="2597" y="4023"/>
                </a:cubicBezTo>
                <a:cubicBezTo>
                  <a:pt x="1837" y="4023"/>
                  <a:pt x="1172" y="3389"/>
                  <a:pt x="1172" y="2598"/>
                </a:cubicBezTo>
                <a:cubicBezTo>
                  <a:pt x="1172" y="1806"/>
                  <a:pt x="1805" y="1172"/>
                  <a:pt x="2597" y="1172"/>
                </a:cubicBezTo>
                <a:close/>
                <a:moveTo>
                  <a:pt x="2597" y="476"/>
                </a:moveTo>
                <a:cubicBezTo>
                  <a:pt x="3737" y="476"/>
                  <a:pt x="4656" y="1362"/>
                  <a:pt x="4719" y="2503"/>
                </a:cubicBezTo>
                <a:lnTo>
                  <a:pt x="4244" y="2503"/>
                </a:lnTo>
                <a:cubicBezTo>
                  <a:pt x="4212" y="1616"/>
                  <a:pt x="3484" y="951"/>
                  <a:pt x="2597" y="951"/>
                </a:cubicBezTo>
                <a:cubicBezTo>
                  <a:pt x="1679" y="951"/>
                  <a:pt x="950" y="1679"/>
                  <a:pt x="950" y="2598"/>
                </a:cubicBezTo>
                <a:cubicBezTo>
                  <a:pt x="950" y="3516"/>
                  <a:pt x="1679" y="4244"/>
                  <a:pt x="2597" y="4244"/>
                </a:cubicBezTo>
                <a:cubicBezTo>
                  <a:pt x="3484" y="4244"/>
                  <a:pt x="4181" y="3579"/>
                  <a:pt x="4244" y="2724"/>
                </a:cubicBezTo>
                <a:lnTo>
                  <a:pt x="4719" y="2724"/>
                </a:lnTo>
                <a:cubicBezTo>
                  <a:pt x="4656" y="3833"/>
                  <a:pt x="3737" y="4719"/>
                  <a:pt x="2597" y="4719"/>
                </a:cubicBezTo>
                <a:cubicBezTo>
                  <a:pt x="1425" y="4719"/>
                  <a:pt x="475" y="3769"/>
                  <a:pt x="475" y="2598"/>
                </a:cubicBezTo>
                <a:cubicBezTo>
                  <a:pt x="475" y="1426"/>
                  <a:pt x="1425" y="476"/>
                  <a:pt x="2597" y="476"/>
                </a:cubicBezTo>
                <a:close/>
                <a:moveTo>
                  <a:pt x="2597" y="1"/>
                </a:moveTo>
                <a:cubicBezTo>
                  <a:pt x="1172" y="1"/>
                  <a:pt x="0" y="1172"/>
                  <a:pt x="0" y="2598"/>
                </a:cubicBezTo>
                <a:cubicBezTo>
                  <a:pt x="0" y="4023"/>
                  <a:pt x="1172" y="5194"/>
                  <a:pt x="2597" y="5194"/>
                </a:cubicBezTo>
                <a:cubicBezTo>
                  <a:pt x="3991" y="5194"/>
                  <a:pt x="5131" y="4086"/>
                  <a:pt x="5194" y="2724"/>
                </a:cubicBezTo>
                <a:lnTo>
                  <a:pt x="5447" y="2724"/>
                </a:lnTo>
                <a:lnTo>
                  <a:pt x="5701" y="3389"/>
                </a:lnTo>
                <a:cubicBezTo>
                  <a:pt x="5732" y="3421"/>
                  <a:pt x="5796" y="3453"/>
                  <a:pt x="5796" y="3453"/>
                </a:cubicBezTo>
                <a:lnTo>
                  <a:pt x="6588" y="3453"/>
                </a:lnTo>
                <a:cubicBezTo>
                  <a:pt x="6651" y="3453"/>
                  <a:pt x="6714" y="3453"/>
                  <a:pt x="6746" y="3421"/>
                </a:cubicBezTo>
                <a:cubicBezTo>
                  <a:pt x="6746" y="3389"/>
                  <a:pt x="6746" y="3326"/>
                  <a:pt x="6746" y="3294"/>
                </a:cubicBezTo>
                <a:lnTo>
                  <a:pt x="6493" y="2598"/>
                </a:lnTo>
                <a:lnTo>
                  <a:pt x="6778" y="1901"/>
                </a:lnTo>
                <a:cubicBezTo>
                  <a:pt x="6778" y="1901"/>
                  <a:pt x="6778" y="1869"/>
                  <a:pt x="6746" y="1838"/>
                </a:cubicBezTo>
                <a:cubicBezTo>
                  <a:pt x="6746" y="1806"/>
                  <a:pt x="6714" y="1806"/>
                  <a:pt x="6651" y="1806"/>
                </a:cubicBezTo>
                <a:lnTo>
                  <a:pt x="5859" y="1774"/>
                </a:lnTo>
                <a:cubicBezTo>
                  <a:pt x="5796" y="1774"/>
                  <a:pt x="5764" y="1774"/>
                  <a:pt x="5732" y="1838"/>
                </a:cubicBezTo>
                <a:lnTo>
                  <a:pt x="5479" y="2503"/>
                </a:lnTo>
                <a:lnTo>
                  <a:pt x="5194" y="2503"/>
                </a:lnTo>
                <a:cubicBezTo>
                  <a:pt x="5131" y="1109"/>
                  <a:pt x="3991" y="1"/>
                  <a:pt x="25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6" name="Google Shape;5576;p33"/>
          <p:cNvSpPr/>
          <p:nvPr/>
        </p:nvSpPr>
        <p:spPr>
          <a:xfrm>
            <a:off x="5239901" y="1737003"/>
            <a:ext cx="3350687" cy="484624"/>
          </a:xfrm>
          <a:custGeom>
            <a:rect b="b" l="l" r="r" t="t"/>
            <a:pathLst>
              <a:path extrusionOk="0" h="13935" w="97510">
                <a:moveTo>
                  <a:pt x="0" y="1"/>
                </a:moveTo>
                <a:lnTo>
                  <a:pt x="0" y="13935"/>
                </a:lnTo>
                <a:lnTo>
                  <a:pt x="97509" y="13935"/>
                </a:lnTo>
                <a:lnTo>
                  <a:pt x="97509" y="1"/>
                </a:lnTo>
                <a:close/>
              </a:path>
            </a:pathLst>
          </a:custGeom>
          <a:solidFill>
            <a:srgbClr val="E59F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7" name="Google Shape;5577;p33"/>
          <p:cNvSpPr/>
          <p:nvPr/>
        </p:nvSpPr>
        <p:spPr>
          <a:xfrm>
            <a:off x="5169161" y="1707420"/>
            <a:ext cx="558246" cy="542044"/>
          </a:xfrm>
          <a:custGeom>
            <a:rect b="b" l="l" r="r" t="t"/>
            <a:pathLst>
              <a:path extrusionOk="0" h="17498" w="18021">
                <a:moveTo>
                  <a:pt x="9006" y="0"/>
                </a:moveTo>
                <a:cubicBezTo>
                  <a:pt x="8353" y="0"/>
                  <a:pt x="7696" y="246"/>
                  <a:pt x="7189" y="736"/>
                </a:cubicBezTo>
                <a:lnTo>
                  <a:pt x="1014" y="6944"/>
                </a:lnTo>
                <a:cubicBezTo>
                  <a:pt x="1" y="7957"/>
                  <a:pt x="1" y="9572"/>
                  <a:pt x="1014" y="10554"/>
                </a:cubicBezTo>
                <a:lnTo>
                  <a:pt x="7189" y="16761"/>
                </a:lnTo>
                <a:cubicBezTo>
                  <a:pt x="7696" y="17252"/>
                  <a:pt x="8353" y="17497"/>
                  <a:pt x="9006" y="17497"/>
                </a:cubicBezTo>
                <a:cubicBezTo>
                  <a:pt x="9660" y="17497"/>
                  <a:pt x="10309" y="17252"/>
                  <a:pt x="10800" y="16761"/>
                </a:cubicBezTo>
                <a:lnTo>
                  <a:pt x="17007" y="10554"/>
                </a:lnTo>
                <a:cubicBezTo>
                  <a:pt x="18020" y="9572"/>
                  <a:pt x="18020" y="7957"/>
                  <a:pt x="17007" y="6944"/>
                </a:cubicBezTo>
                <a:lnTo>
                  <a:pt x="10800" y="736"/>
                </a:lnTo>
                <a:cubicBezTo>
                  <a:pt x="10309" y="246"/>
                  <a:pt x="9660" y="0"/>
                  <a:pt x="9006" y="0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78" name="Google Shape;5578;p33"/>
          <p:cNvGrpSpPr/>
          <p:nvPr/>
        </p:nvGrpSpPr>
        <p:grpSpPr>
          <a:xfrm>
            <a:off x="5321690" y="1885938"/>
            <a:ext cx="252799" cy="240767"/>
            <a:chOff x="5319957" y="1875767"/>
            <a:chExt cx="249629" cy="237748"/>
          </a:xfrm>
        </p:grpSpPr>
        <p:sp>
          <p:nvSpPr>
            <p:cNvPr id="5579" name="Google Shape;5579;p33"/>
            <p:cNvSpPr/>
            <p:nvPr/>
          </p:nvSpPr>
          <p:spPr>
            <a:xfrm>
              <a:off x="5319957" y="1875767"/>
              <a:ext cx="249629" cy="237748"/>
            </a:xfrm>
            <a:custGeom>
              <a:rect b="b" l="l" r="r" t="t"/>
              <a:pathLst>
                <a:path extrusionOk="0" h="5385" w="5543">
                  <a:moveTo>
                    <a:pt x="5131" y="602"/>
                  </a:moveTo>
                  <a:lnTo>
                    <a:pt x="5131" y="3927"/>
                  </a:lnTo>
                  <a:lnTo>
                    <a:pt x="412" y="3927"/>
                  </a:lnTo>
                  <a:lnTo>
                    <a:pt x="412" y="602"/>
                  </a:lnTo>
                  <a:close/>
                  <a:moveTo>
                    <a:pt x="2724" y="4751"/>
                  </a:moveTo>
                  <a:cubicBezTo>
                    <a:pt x="2851" y="4751"/>
                    <a:pt x="2946" y="4846"/>
                    <a:pt x="2946" y="4973"/>
                  </a:cubicBezTo>
                  <a:cubicBezTo>
                    <a:pt x="2946" y="5068"/>
                    <a:pt x="2851" y="5163"/>
                    <a:pt x="2724" y="5163"/>
                  </a:cubicBezTo>
                  <a:cubicBezTo>
                    <a:pt x="2629" y="5163"/>
                    <a:pt x="2534" y="5068"/>
                    <a:pt x="2534" y="4973"/>
                  </a:cubicBezTo>
                  <a:cubicBezTo>
                    <a:pt x="2534" y="4846"/>
                    <a:pt x="2629" y="4751"/>
                    <a:pt x="2724" y="4751"/>
                  </a:cubicBezTo>
                  <a:close/>
                  <a:moveTo>
                    <a:pt x="0" y="1"/>
                  </a:moveTo>
                  <a:lnTo>
                    <a:pt x="0" y="602"/>
                  </a:lnTo>
                  <a:lnTo>
                    <a:pt x="222" y="602"/>
                  </a:lnTo>
                  <a:lnTo>
                    <a:pt x="222" y="3927"/>
                  </a:lnTo>
                  <a:lnTo>
                    <a:pt x="0" y="3927"/>
                  </a:lnTo>
                  <a:lnTo>
                    <a:pt x="0" y="4339"/>
                  </a:lnTo>
                  <a:lnTo>
                    <a:pt x="2566" y="4339"/>
                  </a:lnTo>
                  <a:lnTo>
                    <a:pt x="2566" y="4593"/>
                  </a:lnTo>
                  <a:cubicBezTo>
                    <a:pt x="2439" y="4656"/>
                    <a:pt x="2344" y="4814"/>
                    <a:pt x="2344" y="4973"/>
                  </a:cubicBezTo>
                  <a:cubicBezTo>
                    <a:pt x="2344" y="5194"/>
                    <a:pt x="2502" y="5384"/>
                    <a:pt x="2724" y="5384"/>
                  </a:cubicBezTo>
                  <a:cubicBezTo>
                    <a:pt x="2946" y="5384"/>
                    <a:pt x="3136" y="5194"/>
                    <a:pt x="3136" y="4973"/>
                  </a:cubicBezTo>
                  <a:cubicBezTo>
                    <a:pt x="3136" y="4751"/>
                    <a:pt x="2977" y="4593"/>
                    <a:pt x="2756" y="4561"/>
                  </a:cubicBezTo>
                  <a:lnTo>
                    <a:pt x="2756" y="4339"/>
                  </a:lnTo>
                  <a:lnTo>
                    <a:pt x="5542" y="4339"/>
                  </a:lnTo>
                  <a:lnTo>
                    <a:pt x="5542" y="3927"/>
                  </a:lnTo>
                  <a:lnTo>
                    <a:pt x="5321" y="3927"/>
                  </a:lnTo>
                  <a:lnTo>
                    <a:pt x="5321" y="602"/>
                  </a:lnTo>
                  <a:lnTo>
                    <a:pt x="5542" y="602"/>
                  </a:lnTo>
                  <a:lnTo>
                    <a:pt x="55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0" name="Google Shape;5580;p33"/>
            <p:cNvSpPr/>
            <p:nvPr/>
          </p:nvSpPr>
          <p:spPr>
            <a:xfrm>
              <a:off x="5347527" y="1914816"/>
              <a:ext cx="167871" cy="86926"/>
            </a:xfrm>
            <a:custGeom>
              <a:rect b="b" l="l" r="r" t="t"/>
              <a:pathLst>
                <a:path extrusionOk="0" h="2186" w="4244">
                  <a:moveTo>
                    <a:pt x="3072" y="0"/>
                  </a:moveTo>
                  <a:lnTo>
                    <a:pt x="3072" y="190"/>
                  </a:lnTo>
                  <a:lnTo>
                    <a:pt x="3800" y="190"/>
                  </a:lnTo>
                  <a:cubicBezTo>
                    <a:pt x="2470" y="1425"/>
                    <a:pt x="1203" y="1710"/>
                    <a:pt x="95" y="1964"/>
                  </a:cubicBezTo>
                  <a:lnTo>
                    <a:pt x="0" y="1995"/>
                  </a:lnTo>
                  <a:lnTo>
                    <a:pt x="32" y="2185"/>
                  </a:lnTo>
                  <a:lnTo>
                    <a:pt x="158" y="2154"/>
                  </a:lnTo>
                  <a:cubicBezTo>
                    <a:pt x="1298" y="1900"/>
                    <a:pt x="2629" y="1615"/>
                    <a:pt x="4054" y="254"/>
                  </a:cubicBezTo>
                  <a:lnTo>
                    <a:pt x="4054" y="1204"/>
                  </a:lnTo>
                  <a:lnTo>
                    <a:pt x="4244" y="1204"/>
                  </a:lnTo>
                  <a:lnTo>
                    <a:pt x="42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1" name="Google Shape;5581;p33"/>
            <p:cNvSpPr/>
            <p:nvPr/>
          </p:nvSpPr>
          <p:spPr>
            <a:xfrm>
              <a:off x="5484033" y="1961381"/>
              <a:ext cx="16336" cy="63028"/>
            </a:xfrm>
            <a:custGeom>
              <a:rect b="b" l="l" r="r" t="t"/>
              <a:pathLst>
                <a:path extrusionOk="0" h="1585" w="413">
                  <a:moveTo>
                    <a:pt x="1" y="1"/>
                  </a:moveTo>
                  <a:lnTo>
                    <a:pt x="1" y="1584"/>
                  </a:lnTo>
                  <a:lnTo>
                    <a:pt x="413" y="1584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2" name="Google Shape;5582;p33"/>
            <p:cNvSpPr/>
            <p:nvPr/>
          </p:nvSpPr>
          <p:spPr>
            <a:xfrm>
              <a:off x="5452745" y="1977764"/>
              <a:ext cx="16297" cy="46644"/>
            </a:xfrm>
            <a:custGeom>
              <a:rect b="b" l="l" r="r" t="t"/>
              <a:pathLst>
                <a:path extrusionOk="0" h="1173" w="412">
                  <a:moveTo>
                    <a:pt x="0" y="1"/>
                  </a:moveTo>
                  <a:lnTo>
                    <a:pt x="0" y="1172"/>
                  </a:lnTo>
                  <a:lnTo>
                    <a:pt x="412" y="1172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3" name="Google Shape;5583;p33"/>
            <p:cNvSpPr/>
            <p:nvPr/>
          </p:nvSpPr>
          <p:spPr>
            <a:xfrm>
              <a:off x="5421417" y="1992874"/>
              <a:ext cx="16336" cy="31534"/>
            </a:xfrm>
            <a:custGeom>
              <a:rect b="b" l="l" r="r" t="t"/>
              <a:pathLst>
                <a:path extrusionOk="0" h="793" w="413">
                  <a:moveTo>
                    <a:pt x="1" y="1"/>
                  </a:moveTo>
                  <a:lnTo>
                    <a:pt x="1" y="792"/>
                  </a:lnTo>
                  <a:lnTo>
                    <a:pt x="412" y="792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4" name="Google Shape;5584;p33"/>
            <p:cNvSpPr/>
            <p:nvPr/>
          </p:nvSpPr>
          <p:spPr>
            <a:xfrm>
              <a:off x="5390089" y="2000430"/>
              <a:ext cx="16336" cy="23978"/>
            </a:xfrm>
            <a:custGeom>
              <a:rect b="b" l="l" r="r" t="t"/>
              <a:pathLst>
                <a:path extrusionOk="0" h="603" w="413">
                  <a:moveTo>
                    <a:pt x="1" y="1"/>
                  </a:moveTo>
                  <a:lnTo>
                    <a:pt x="1" y="602"/>
                  </a:lnTo>
                  <a:lnTo>
                    <a:pt x="413" y="602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5" name="Google Shape;5585;p33"/>
            <p:cNvSpPr/>
            <p:nvPr/>
          </p:nvSpPr>
          <p:spPr>
            <a:xfrm>
              <a:off x="5360027" y="2009258"/>
              <a:ext cx="15070" cy="15150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380"/>
                  </a:lnTo>
                  <a:lnTo>
                    <a:pt x="381" y="3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86" name="Google Shape;5586;p33"/>
          <p:cNvGrpSpPr/>
          <p:nvPr/>
        </p:nvGrpSpPr>
        <p:grpSpPr>
          <a:xfrm>
            <a:off x="929273" y="1072939"/>
            <a:ext cx="3421395" cy="3667411"/>
            <a:chOff x="929273" y="1072939"/>
            <a:chExt cx="3421395" cy="3667411"/>
          </a:xfrm>
        </p:grpSpPr>
        <p:grpSp>
          <p:nvGrpSpPr>
            <p:cNvPr id="5587" name="Google Shape;5587;p33"/>
            <p:cNvGrpSpPr/>
            <p:nvPr/>
          </p:nvGrpSpPr>
          <p:grpSpPr>
            <a:xfrm>
              <a:off x="1096832" y="1072939"/>
              <a:ext cx="3253837" cy="1871496"/>
              <a:chOff x="1096832" y="1072939"/>
              <a:chExt cx="3253837" cy="1871496"/>
            </a:xfrm>
          </p:grpSpPr>
          <p:sp>
            <p:nvSpPr>
              <p:cNvPr id="5588" name="Google Shape;5588;p33"/>
              <p:cNvSpPr/>
              <p:nvPr/>
            </p:nvSpPr>
            <p:spPr>
              <a:xfrm>
                <a:off x="3960068" y="1991275"/>
                <a:ext cx="222900" cy="192900"/>
              </a:xfrm>
              <a:prstGeom prst="triangle">
                <a:avLst>
                  <a:gd fmla="val 50000" name="adj"/>
                </a:avLst>
              </a:prstGeom>
              <a:solidFill>
                <a:srgbClr val="051C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9" name="Google Shape;5589;p33"/>
              <p:cNvSpPr/>
              <p:nvPr/>
            </p:nvSpPr>
            <p:spPr>
              <a:xfrm>
                <a:off x="1096832" y="1072939"/>
                <a:ext cx="3089154" cy="1111091"/>
              </a:xfrm>
              <a:custGeom>
                <a:rect b="b" l="l" r="r" t="t"/>
                <a:pathLst>
                  <a:path extrusionOk="0" h="36325" w="100994">
                    <a:moveTo>
                      <a:pt x="50450" y="0"/>
                    </a:moveTo>
                    <a:lnTo>
                      <a:pt x="1" y="36325"/>
                    </a:lnTo>
                    <a:lnTo>
                      <a:pt x="1" y="36325"/>
                    </a:lnTo>
                    <a:lnTo>
                      <a:pt x="50070" y="15201"/>
                    </a:lnTo>
                    <a:lnTo>
                      <a:pt x="100993" y="35944"/>
                    </a:lnTo>
                    <a:lnTo>
                      <a:pt x="52476" y="10134"/>
                    </a:lnTo>
                    <a:lnTo>
                      <a:pt x="50450" y="0"/>
                    </a:lnTo>
                    <a:close/>
                  </a:path>
                </a:pathLst>
              </a:custGeom>
              <a:solidFill>
                <a:srgbClr val="0314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0" name="Google Shape;5590;p33"/>
              <p:cNvSpPr/>
              <p:nvPr/>
            </p:nvSpPr>
            <p:spPr>
              <a:xfrm>
                <a:off x="1096832" y="1423595"/>
                <a:ext cx="3086248" cy="1520841"/>
              </a:xfrm>
              <a:custGeom>
                <a:rect b="b" l="l" r="r" t="t"/>
                <a:pathLst>
                  <a:path extrusionOk="0" h="49721" w="100899">
                    <a:moveTo>
                      <a:pt x="50450" y="0"/>
                    </a:moveTo>
                    <a:lnTo>
                      <a:pt x="13080" y="18400"/>
                    </a:lnTo>
                    <a:lnTo>
                      <a:pt x="1" y="24861"/>
                    </a:lnTo>
                    <a:lnTo>
                      <a:pt x="24766" y="37053"/>
                    </a:lnTo>
                    <a:lnTo>
                      <a:pt x="49500" y="49246"/>
                    </a:lnTo>
                    <a:lnTo>
                      <a:pt x="50450" y="49721"/>
                    </a:lnTo>
                    <a:lnTo>
                      <a:pt x="51400" y="49246"/>
                    </a:lnTo>
                    <a:lnTo>
                      <a:pt x="76133" y="37053"/>
                    </a:lnTo>
                    <a:lnTo>
                      <a:pt x="100867" y="24861"/>
                    </a:lnTo>
                    <a:lnTo>
                      <a:pt x="100898" y="24861"/>
                    </a:lnTo>
                    <a:lnTo>
                      <a:pt x="87819" y="18400"/>
                    </a:lnTo>
                    <a:lnTo>
                      <a:pt x="50450" y="0"/>
                    </a:lnTo>
                    <a:close/>
                  </a:path>
                </a:pathLst>
              </a:custGeom>
              <a:solidFill>
                <a:srgbClr val="0314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1" name="Google Shape;5591;p33"/>
              <p:cNvSpPr/>
              <p:nvPr/>
            </p:nvSpPr>
            <p:spPr>
              <a:xfrm>
                <a:off x="2639941" y="1072939"/>
                <a:ext cx="1710728" cy="1111091"/>
              </a:xfrm>
              <a:custGeom>
                <a:rect b="b" l="l" r="r" t="t"/>
                <a:pathLst>
                  <a:path extrusionOk="0" h="36325" w="55929">
                    <a:moveTo>
                      <a:pt x="1" y="0"/>
                    </a:moveTo>
                    <a:lnTo>
                      <a:pt x="1" y="11464"/>
                    </a:lnTo>
                    <a:lnTo>
                      <a:pt x="37370" y="29864"/>
                    </a:lnTo>
                    <a:lnTo>
                      <a:pt x="50449" y="36325"/>
                    </a:lnTo>
                    <a:lnTo>
                      <a:pt x="55928" y="2755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10A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92" name="Google Shape;5592;p33"/>
            <p:cNvSpPr/>
            <p:nvPr/>
          </p:nvSpPr>
          <p:spPr>
            <a:xfrm>
              <a:off x="1420386" y="1793612"/>
              <a:ext cx="2439139" cy="919307"/>
            </a:xfrm>
            <a:custGeom>
              <a:rect b="b" l="l" r="r" t="t"/>
              <a:pathLst>
                <a:path extrusionOk="0" h="30055" w="79743">
                  <a:moveTo>
                    <a:pt x="39872" y="1"/>
                  </a:moveTo>
                  <a:lnTo>
                    <a:pt x="35818" y="7760"/>
                  </a:lnTo>
                  <a:lnTo>
                    <a:pt x="0" y="30055"/>
                  </a:lnTo>
                  <a:lnTo>
                    <a:pt x="0" y="30055"/>
                  </a:lnTo>
                  <a:lnTo>
                    <a:pt x="39935" y="13587"/>
                  </a:lnTo>
                  <a:lnTo>
                    <a:pt x="79743" y="30055"/>
                  </a:lnTo>
                  <a:lnTo>
                    <a:pt x="42500" y="9027"/>
                  </a:lnTo>
                  <a:lnTo>
                    <a:pt x="39872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3" name="Google Shape;5593;p33"/>
            <p:cNvSpPr/>
            <p:nvPr/>
          </p:nvSpPr>
          <p:spPr>
            <a:xfrm>
              <a:off x="1420386" y="2112333"/>
              <a:ext cx="2439139" cy="1202150"/>
            </a:xfrm>
            <a:custGeom>
              <a:rect b="b" l="l" r="r" t="t"/>
              <a:pathLst>
                <a:path extrusionOk="0" h="39302" w="79743">
                  <a:moveTo>
                    <a:pt x="39872" y="0"/>
                  </a:moveTo>
                  <a:lnTo>
                    <a:pt x="10324" y="14536"/>
                  </a:lnTo>
                  <a:lnTo>
                    <a:pt x="0" y="19635"/>
                  </a:lnTo>
                  <a:lnTo>
                    <a:pt x="19572" y="29262"/>
                  </a:lnTo>
                  <a:lnTo>
                    <a:pt x="39112" y="38921"/>
                  </a:lnTo>
                  <a:lnTo>
                    <a:pt x="39872" y="39301"/>
                  </a:lnTo>
                  <a:lnTo>
                    <a:pt x="40632" y="38921"/>
                  </a:lnTo>
                  <a:lnTo>
                    <a:pt x="60171" y="29262"/>
                  </a:lnTo>
                  <a:lnTo>
                    <a:pt x="79743" y="19635"/>
                  </a:lnTo>
                  <a:lnTo>
                    <a:pt x="69419" y="14536"/>
                  </a:lnTo>
                  <a:lnTo>
                    <a:pt x="39872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4" name="Google Shape;5594;p33"/>
            <p:cNvSpPr/>
            <p:nvPr/>
          </p:nvSpPr>
          <p:spPr>
            <a:xfrm>
              <a:off x="1268305" y="1793612"/>
              <a:ext cx="1371666" cy="919307"/>
            </a:xfrm>
            <a:custGeom>
              <a:rect b="b" l="l" r="r" t="t"/>
              <a:pathLst>
                <a:path extrusionOk="0" h="30055" w="44844">
                  <a:moveTo>
                    <a:pt x="44844" y="1"/>
                  </a:moveTo>
                  <a:lnTo>
                    <a:pt x="0" y="22106"/>
                  </a:lnTo>
                  <a:lnTo>
                    <a:pt x="4972" y="30055"/>
                  </a:lnTo>
                  <a:lnTo>
                    <a:pt x="15296" y="24956"/>
                  </a:lnTo>
                  <a:lnTo>
                    <a:pt x="44844" y="10420"/>
                  </a:lnTo>
                  <a:lnTo>
                    <a:pt x="44844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5" name="Google Shape;5595;p33"/>
            <p:cNvSpPr/>
            <p:nvPr/>
          </p:nvSpPr>
          <p:spPr>
            <a:xfrm>
              <a:off x="2639941" y="1793612"/>
              <a:ext cx="1371666" cy="919307"/>
            </a:xfrm>
            <a:custGeom>
              <a:rect b="b" l="l" r="r" t="t"/>
              <a:pathLst>
                <a:path extrusionOk="0" h="30055" w="44844">
                  <a:moveTo>
                    <a:pt x="1" y="1"/>
                  </a:moveTo>
                  <a:lnTo>
                    <a:pt x="1" y="10420"/>
                  </a:lnTo>
                  <a:lnTo>
                    <a:pt x="29548" y="24956"/>
                  </a:lnTo>
                  <a:lnTo>
                    <a:pt x="39872" y="30055"/>
                  </a:lnTo>
                  <a:lnTo>
                    <a:pt x="44844" y="221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6" name="Google Shape;5596;p33"/>
            <p:cNvSpPr/>
            <p:nvPr/>
          </p:nvSpPr>
          <p:spPr>
            <a:xfrm>
              <a:off x="1720664" y="2453292"/>
              <a:ext cx="1838584" cy="760436"/>
            </a:xfrm>
            <a:custGeom>
              <a:rect b="b" l="l" r="r" t="t"/>
              <a:pathLst>
                <a:path extrusionOk="0" h="24861" w="60109">
                  <a:moveTo>
                    <a:pt x="30055" y="0"/>
                  </a:moveTo>
                  <a:lnTo>
                    <a:pt x="27553" y="8044"/>
                  </a:lnTo>
                  <a:lnTo>
                    <a:pt x="1" y="24861"/>
                  </a:lnTo>
                  <a:lnTo>
                    <a:pt x="29960" y="12795"/>
                  </a:lnTo>
                  <a:lnTo>
                    <a:pt x="60109" y="24861"/>
                  </a:lnTo>
                  <a:lnTo>
                    <a:pt x="33475" y="9406"/>
                  </a:lnTo>
                  <a:lnTo>
                    <a:pt x="30055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7" name="Google Shape;5597;p33"/>
            <p:cNvSpPr/>
            <p:nvPr/>
          </p:nvSpPr>
          <p:spPr>
            <a:xfrm>
              <a:off x="1720664" y="2760360"/>
              <a:ext cx="1838584" cy="906705"/>
            </a:xfrm>
            <a:custGeom>
              <a:rect b="b" l="l" r="r" t="t"/>
              <a:pathLst>
                <a:path extrusionOk="0" h="29643" w="60109">
                  <a:moveTo>
                    <a:pt x="30055" y="0"/>
                  </a:moveTo>
                  <a:lnTo>
                    <a:pt x="20269" y="4814"/>
                  </a:lnTo>
                  <a:lnTo>
                    <a:pt x="10135" y="9818"/>
                  </a:lnTo>
                  <a:lnTo>
                    <a:pt x="1" y="14822"/>
                  </a:lnTo>
                  <a:lnTo>
                    <a:pt x="19192" y="24291"/>
                  </a:lnTo>
                  <a:lnTo>
                    <a:pt x="30055" y="29643"/>
                  </a:lnTo>
                  <a:lnTo>
                    <a:pt x="40949" y="24291"/>
                  </a:lnTo>
                  <a:lnTo>
                    <a:pt x="60109" y="14822"/>
                  </a:lnTo>
                  <a:lnTo>
                    <a:pt x="49974" y="9818"/>
                  </a:lnTo>
                  <a:lnTo>
                    <a:pt x="39840" y="4814"/>
                  </a:lnTo>
                  <a:lnTo>
                    <a:pt x="30055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8" name="Google Shape;5598;p33"/>
            <p:cNvSpPr/>
            <p:nvPr/>
          </p:nvSpPr>
          <p:spPr>
            <a:xfrm>
              <a:off x="1573416" y="2453292"/>
              <a:ext cx="1066556" cy="760436"/>
            </a:xfrm>
            <a:custGeom>
              <a:rect b="b" l="l" r="r" t="t"/>
              <a:pathLst>
                <a:path extrusionOk="0" h="24861" w="34869">
                  <a:moveTo>
                    <a:pt x="34869" y="0"/>
                  </a:moveTo>
                  <a:lnTo>
                    <a:pt x="1" y="17197"/>
                  </a:lnTo>
                  <a:lnTo>
                    <a:pt x="4815" y="24861"/>
                  </a:lnTo>
                  <a:lnTo>
                    <a:pt x="14949" y="19857"/>
                  </a:lnTo>
                  <a:lnTo>
                    <a:pt x="25083" y="14853"/>
                  </a:lnTo>
                  <a:lnTo>
                    <a:pt x="34869" y="10039"/>
                  </a:lnTo>
                  <a:lnTo>
                    <a:pt x="34869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9" name="Google Shape;5599;p33"/>
            <p:cNvSpPr/>
            <p:nvPr/>
          </p:nvSpPr>
          <p:spPr>
            <a:xfrm>
              <a:off x="2639941" y="2453292"/>
              <a:ext cx="1066556" cy="760436"/>
            </a:xfrm>
            <a:custGeom>
              <a:rect b="b" l="l" r="r" t="t"/>
              <a:pathLst>
                <a:path extrusionOk="0" h="24861" w="34869">
                  <a:moveTo>
                    <a:pt x="1" y="0"/>
                  </a:moveTo>
                  <a:lnTo>
                    <a:pt x="1" y="10039"/>
                  </a:lnTo>
                  <a:lnTo>
                    <a:pt x="9786" y="14853"/>
                  </a:lnTo>
                  <a:lnTo>
                    <a:pt x="19920" y="19857"/>
                  </a:lnTo>
                  <a:lnTo>
                    <a:pt x="30055" y="24861"/>
                  </a:lnTo>
                  <a:lnTo>
                    <a:pt x="34868" y="1719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0" name="Google Shape;5600;p33"/>
            <p:cNvSpPr/>
            <p:nvPr/>
          </p:nvSpPr>
          <p:spPr>
            <a:xfrm>
              <a:off x="2014181" y="3081957"/>
              <a:ext cx="1251549" cy="618051"/>
            </a:xfrm>
            <a:custGeom>
              <a:rect b="b" l="l" r="r" t="t"/>
              <a:pathLst>
                <a:path extrusionOk="0" h="20206" w="40917">
                  <a:moveTo>
                    <a:pt x="20459" y="1"/>
                  </a:moveTo>
                  <a:lnTo>
                    <a:pt x="18115" y="9596"/>
                  </a:lnTo>
                  <a:lnTo>
                    <a:pt x="0" y="20205"/>
                  </a:lnTo>
                  <a:lnTo>
                    <a:pt x="0" y="20205"/>
                  </a:lnTo>
                  <a:lnTo>
                    <a:pt x="21219" y="12193"/>
                  </a:lnTo>
                  <a:lnTo>
                    <a:pt x="40917" y="20205"/>
                  </a:lnTo>
                  <a:lnTo>
                    <a:pt x="40917" y="20205"/>
                  </a:lnTo>
                  <a:lnTo>
                    <a:pt x="22612" y="9628"/>
                  </a:lnTo>
                  <a:lnTo>
                    <a:pt x="20459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1" name="Google Shape;5601;p33"/>
            <p:cNvSpPr/>
            <p:nvPr/>
          </p:nvSpPr>
          <p:spPr>
            <a:xfrm>
              <a:off x="2014181" y="3390952"/>
              <a:ext cx="1251549" cy="617103"/>
            </a:xfrm>
            <a:custGeom>
              <a:rect b="b" l="l" r="r" t="t"/>
              <a:pathLst>
                <a:path extrusionOk="0" h="20175" w="40917">
                  <a:moveTo>
                    <a:pt x="20459" y="1"/>
                  </a:moveTo>
                  <a:lnTo>
                    <a:pt x="19730" y="349"/>
                  </a:lnTo>
                  <a:lnTo>
                    <a:pt x="9881" y="5226"/>
                  </a:lnTo>
                  <a:lnTo>
                    <a:pt x="0" y="10103"/>
                  </a:lnTo>
                  <a:lnTo>
                    <a:pt x="18685" y="19319"/>
                  </a:lnTo>
                  <a:lnTo>
                    <a:pt x="20459" y="20174"/>
                  </a:lnTo>
                  <a:lnTo>
                    <a:pt x="22264" y="19319"/>
                  </a:lnTo>
                  <a:lnTo>
                    <a:pt x="40917" y="10103"/>
                  </a:lnTo>
                  <a:lnTo>
                    <a:pt x="31068" y="5226"/>
                  </a:lnTo>
                  <a:lnTo>
                    <a:pt x="21187" y="349"/>
                  </a:lnTo>
                  <a:lnTo>
                    <a:pt x="20459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2" name="Google Shape;5602;p33"/>
            <p:cNvSpPr/>
            <p:nvPr/>
          </p:nvSpPr>
          <p:spPr>
            <a:xfrm>
              <a:off x="2639941" y="3081957"/>
              <a:ext cx="774017" cy="618051"/>
            </a:xfrm>
            <a:custGeom>
              <a:rect b="b" l="l" r="r" t="t"/>
              <a:pathLst>
                <a:path extrusionOk="0" h="20206" w="25305">
                  <a:moveTo>
                    <a:pt x="1" y="1"/>
                  </a:moveTo>
                  <a:lnTo>
                    <a:pt x="1" y="10103"/>
                  </a:lnTo>
                  <a:lnTo>
                    <a:pt x="729" y="10451"/>
                  </a:lnTo>
                  <a:lnTo>
                    <a:pt x="10610" y="15328"/>
                  </a:lnTo>
                  <a:lnTo>
                    <a:pt x="20459" y="20205"/>
                  </a:lnTo>
                  <a:lnTo>
                    <a:pt x="25304" y="12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3" name="Google Shape;5603;p33"/>
            <p:cNvSpPr/>
            <p:nvPr/>
          </p:nvSpPr>
          <p:spPr>
            <a:xfrm>
              <a:off x="1865954" y="3081957"/>
              <a:ext cx="774017" cy="618051"/>
            </a:xfrm>
            <a:custGeom>
              <a:rect b="b" l="l" r="r" t="t"/>
              <a:pathLst>
                <a:path extrusionOk="0" h="20206" w="25305">
                  <a:moveTo>
                    <a:pt x="25305" y="1"/>
                  </a:moveTo>
                  <a:lnTo>
                    <a:pt x="1" y="12478"/>
                  </a:lnTo>
                  <a:lnTo>
                    <a:pt x="4846" y="20205"/>
                  </a:lnTo>
                  <a:lnTo>
                    <a:pt x="14727" y="15328"/>
                  </a:lnTo>
                  <a:lnTo>
                    <a:pt x="24576" y="10451"/>
                  </a:lnTo>
                  <a:lnTo>
                    <a:pt x="25305" y="10103"/>
                  </a:lnTo>
                  <a:lnTo>
                    <a:pt x="25305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4" name="Google Shape;5604;p33"/>
            <p:cNvSpPr/>
            <p:nvPr/>
          </p:nvSpPr>
          <p:spPr>
            <a:xfrm>
              <a:off x="2257322" y="3636998"/>
              <a:ext cx="765269" cy="485332"/>
            </a:xfrm>
            <a:custGeom>
              <a:rect b="b" l="l" r="r" t="t"/>
              <a:pathLst>
                <a:path extrusionOk="0" h="15867" w="25019">
                  <a:moveTo>
                    <a:pt x="12510" y="1"/>
                  </a:moveTo>
                  <a:lnTo>
                    <a:pt x="11116" y="8773"/>
                  </a:lnTo>
                  <a:lnTo>
                    <a:pt x="0" y="15867"/>
                  </a:lnTo>
                  <a:lnTo>
                    <a:pt x="12605" y="10863"/>
                  </a:lnTo>
                  <a:lnTo>
                    <a:pt x="25019" y="15867"/>
                  </a:lnTo>
                  <a:lnTo>
                    <a:pt x="15518" y="9565"/>
                  </a:lnTo>
                  <a:lnTo>
                    <a:pt x="12510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5" name="Google Shape;5605;p33"/>
            <p:cNvSpPr/>
            <p:nvPr/>
          </p:nvSpPr>
          <p:spPr>
            <a:xfrm>
              <a:off x="2257322" y="3933421"/>
              <a:ext cx="765269" cy="377817"/>
            </a:xfrm>
            <a:custGeom>
              <a:rect b="b" l="l" r="r" t="t"/>
              <a:pathLst>
                <a:path extrusionOk="0" h="12352" w="25019">
                  <a:moveTo>
                    <a:pt x="12510" y="1"/>
                  </a:moveTo>
                  <a:lnTo>
                    <a:pt x="10578" y="951"/>
                  </a:lnTo>
                  <a:lnTo>
                    <a:pt x="0" y="6176"/>
                  </a:lnTo>
                  <a:lnTo>
                    <a:pt x="32" y="6208"/>
                  </a:lnTo>
                  <a:lnTo>
                    <a:pt x="12510" y="12351"/>
                  </a:lnTo>
                  <a:lnTo>
                    <a:pt x="24987" y="6208"/>
                  </a:lnTo>
                  <a:lnTo>
                    <a:pt x="25019" y="6176"/>
                  </a:lnTo>
                  <a:lnTo>
                    <a:pt x="14441" y="951"/>
                  </a:lnTo>
                  <a:lnTo>
                    <a:pt x="12510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6" name="Google Shape;5606;p33"/>
            <p:cNvSpPr/>
            <p:nvPr/>
          </p:nvSpPr>
          <p:spPr>
            <a:xfrm>
              <a:off x="2115885" y="3636998"/>
              <a:ext cx="524086" cy="485332"/>
            </a:xfrm>
            <a:custGeom>
              <a:rect b="b" l="l" r="r" t="t"/>
              <a:pathLst>
                <a:path extrusionOk="0" h="15867" w="17134">
                  <a:moveTo>
                    <a:pt x="17134" y="1"/>
                  </a:moveTo>
                  <a:lnTo>
                    <a:pt x="1" y="8456"/>
                  </a:lnTo>
                  <a:lnTo>
                    <a:pt x="4624" y="15867"/>
                  </a:lnTo>
                  <a:lnTo>
                    <a:pt x="15202" y="10642"/>
                  </a:lnTo>
                  <a:lnTo>
                    <a:pt x="17134" y="9692"/>
                  </a:lnTo>
                  <a:lnTo>
                    <a:pt x="17134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7" name="Google Shape;5607;p33"/>
            <p:cNvSpPr/>
            <p:nvPr/>
          </p:nvSpPr>
          <p:spPr>
            <a:xfrm>
              <a:off x="2639941" y="3636998"/>
              <a:ext cx="524086" cy="485332"/>
            </a:xfrm>
            <a:custGeom>
              <a:rect b="b" l="l" r="r" t="t"/>
              <a:pathLst>
                <a:path extrusionOk="0" h="15867" w="17134">
                  <a:moveTo>
                    <a:pt x="1" y="1"/>
                  </a:moveTo>
                  <a:lnTo>
                    <a:pt x="1" y="9692"/>
                  </a:lnTo>
                  <a:lnTo>
                    <a:pt x="1932" y="10642"/>
                  </a:lnTo>
                  <a:lnTo>
                    <a:pt x="12510" y="15867"/>
                  </a:lnTo>
                  <a:lnTo>
                    <a:pt x="17134" y="84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8" name="Google Shape;5608;p33"/>
            <p:cNvSpPr/>
            <p:nvPr/>
          </p:nvSpPr>
          <p:spPr>
            <a:xfrm>
              <a:off x="2535331" y="4130068"/>
              <a:ext cx="180191" cy="610282"/>
            </a:xfrm>
            <a:custGeom>
              <a:rect b="b" l="l" r="r" t="t"/>
              <a:pathLst>
                <a:path extrusionOk="0" h="19952" w="5891">
                  <a:moveTo>
                    <a:pt x="3421" y="0"/>
                  </a:moveTo>
                  <a:lnTo>
                    <a:pt x="0" y="6492"/>
                  </a:lnTo>
                  <a:lnTo>
                    <a:pt x="3421" y="19952"/>
                  </a:lnTo>
                  <a:lnTo>
                    <a:pt x="5891" y="5891"/>
                  </a:lnTo>
                  <a:lnTo>
                    <a:pt x="3421" y="0"/>
                  </a:ln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9" name="Google Shape;5609;p33"/>
            <p:cNvSpPr/>
            <p:nvPr/>
          </p:nvSpPr>
          <p:spPr>
            <a:xfrm>
              <a:off x="2347402" y="4130068"/>
              <a:ext cx="292569" cy="610282"/>
            </a:xfrm>
            <a:custGeom>
              <a:rect b="b" l="l" r="r" t="t"/>
              <a:pathLst>
                <a:path extrusionOk="0" h="19952" w="9565">
                  <a:moveTo>
                    <a:pt x="9565" y="0"/>
                  </a:moveTo>
                  <a:lnTo>
                    <a:pt x="8108" y="729"/>
                  </a:lnTo>
                  <a:lnTo>
                    <a:pt x="1" y="4719"/>
                  </a:lnTo>
                  <a:lnTo>
                    <a:pt x="32" y="4751"/>
                  </a:lnTo>
                  <a:lnTo>
                    <a:pt x="9565" y="19952"/>
                  </a:lnTo>
                  <a:lnTo>
                    <a:pt x="9565" y="0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0" name="Google Shape;5610;p33"/>
            <p:cNvSpPr/>
            <p:nvPr/>
          </p:nvSpPr>
          <p:spPr>
            <a:xfrm>
              <a:off x="2639941" y="4130068"/>
              <a:ext cx="292569" cy="610282"/>
            </a:xfrm>
            <a:custGeom>
              <a:rect b="b" l="l" r="r" t="t"/>
              <a:pathLst>
                <a:path extrusionOk="0" h="19952" w="9565">
                  <a:moveTo>
                    <a:pt x="1" y="0"/>
                  </a:moveTo>
                  <a:lnTo>
                    <a:pt x="1" y="19952"/>
                  </a:lnTo>
                  <a:lnTo>
                    <a:pt x="9533" y="4751"/>
                  </a:lnTo>
                  <a:lnTo>
                    <a:pt x="9565" y="4719"/>
                  </a:lnTo>
                  <a:lnTo>
                    <a:pt x="1457" y="7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1" name="Google Shape;5611;p33"/>
            <p:cNvSpPr/>
            <p:nvPr/>
          </p:nvSpPr>
          <p:spPr>
            <a:xfrm>
              <a:off x="929273" y="1072939"/>
              <a:ext cx="1710698" cy="1111091"/>
            </a:xfrm>
            <a:custGeom>
              <a:rect b="b" l="l" r="r" t="t"/>
              <a:pathLst>
                <a:path extrusionOk="0" h="36325" w="55928">
                  <a:moveTo>
                    <a:pt x="55928" y="0"/>
                  </a:moveTo>
                  <a:lnTo>
                    <a:pt x="0" y="27552"/>
                  </a:lnTo>
                  <a:lnTo>
                    <a:pt x="5479" y="36325"/>
                  </a:lnTo>
                  <a:lnTo>
                    <a:pt x="18558" y="29864"/>
                  </a:lnTo>
                  <a:lnTo>
                    <a:pt x="55928" y="11464"/>
                  </a:lnTo>
                  <a:lnTo>
                    <a:pt x="55928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12" name="Google Shape;5612;p33"/>
          <p:cNvSpPr txBox="1"/>
          <p:nvPr/>
        </p:nvSpPr>
        <p:spPr>
          <a:xfrm>
            <a:off x="5727396" y="1148004"/>
            <a:ext cx="8712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3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13" name="Google Shape;5613;p33"/>
          <p:cNvSpPr txBox="1"/>
          <p:nvPr/>
        </p:nvSpPr>
        <p:spPr>
          <a:xfrm>
            <a:off x="6598298" y="1148004"/>
            <a:ext cx="1821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4" name="Google Shape;5614;p33"/>
          <p:cNvSpPr txBox="1"/>
          <p:nvPr/>
        </p:nvSpPr>
        <p:spPr>
          <a:xfrm>
            <a:off x="5713724" y="2432909"/>
            <a:ext cx="8712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3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15" name="Google Shape;5615;p33"/>
          <p:cNvSpPr txBox="1"/>
          <p:nvPr/>
        </p:nvSpPr>
        <p:spPr>
          <a:xfrm>
            <a:off x="6595535" y="2432912"/>
            <a:ext cx="1821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It’s the smallest planet in the Solar System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6" name="Google Shape;5616;p33"/>
          <p:cNvSpPr txBox="1"/>
          <p:nvPr/>
        </p:nvSpPr>
        <p:spPr>
          <a:xfrm>
            <a:off x="5713724" y="3067601"/>
            <a:ext cx="8712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3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17" name="Google Shape;5617;p33"/>
          <p:cNvSpPr txBox="1"/>
          <p:nvPr/>
        </p:nvSpPr>
        <p:spPr>
          <a:xfrm>
            <a:off x="6595535" y="3067607"/>
            <a:ext cx="1821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Despite being red, it’s actually a cold place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8" name="Google Shape;5618;p33"/>
          <p:cNvSpPr txBox="1"/>
          <p:nvPr/>
        </p:nvSpPr>
        <p:spPr>
          <a:xfrm>
            <a:off x="5713724" y="3702078"/>
            <a:ext cx="8712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3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19" name="Google Shape;5619;p33"/>
          <p:cNvSpPr txBox="1"/>
          <p:nvPr/>
        </p:nvSpPr>
        <p:spPr>
          <a:xfrm>
            <a:off x="6595535" y="3702087"/>
            <a:ext cx="1821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0" name="Google Shape;5620;p33"/>
          <p:cNvSpPr txBox="1"/>
          <p:nvPr/>
        </p:nvSpPr>
        <p:spPr>
          <a:xfrm>
            <a:off x="5727396" y="4338404"/>
            <a:ext cx="8712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3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21" name="Google Shape;5621;p33"/>
          <p:cNvSpPr txBox="1"/>
          <p:nvPr/>
        </p:nvSpPr>
        <p:spPr>
          <a:xfrm>
            <a:off x="6595694" y="4338416"/>
            <a:ext cx="1821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2" name="Google Shape;5622;p33"/>
          <p:cNvSpPr txBox="1"/>
          <p:nvPr/>
        </p:nvSpPr>
        <p:spPr>
          <a:xfrm>
            <a:off x="5713724" y="1798938"/>
            <a:ext cx="8712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3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23" name="Google Shape;5623;p33"/>
          <p:cNvSpPr txBox="1"/>
          <p:nvPr/>
        </p:nvSpPr>
        <p:spPr>
          <a:xfrm>
            <a:off x="6595535" y="1798941"/>
            <a:ext cx="1821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4" name="Google Shape;5624;p33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8" name="Shape 5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9" name="Google Shape;5629;p34"/>
          <p:cNvGrpSpPr/>
          <p:nvPr/>
        </p:nvGrpSpPr>
        <p:grpSpPr>
          <a:xfrm>
            <a:off x="710253" y="1116304"/>
            <a:ext cx="2973179" cy="3617780"/>
            <a:chOff x="710253" y="1116304"/>
            <a:chExt cx="2973179" cy="3617780"/>
          </a:xfrm>
        </p:grpSpPr>
        <p:sp>
          <p:nvSpPr>
            <p:cNvPr id="5630" name="Google Shape;5630;p34"/>
            <p:cNvSpPr/>
            <p:nvPr/>
          </p:nvSpPr>
          <p:spPr>
            <a:xfrm>
              <a:off x="710253" y="3349822"/>
              <a:ext cx="2973179" cy="1384262"/>
            </a:xfrm>
            <a:custGeom>
              <a:rect b="b" l="l" r="r" t="t"/>
              <a:pathLst>
                <a:path extrusionOk="0" h="38764" w="83259">
                  <a:moveTo>
                    <a:pt x="41645" y="3991"/>
                  </a:moveTo>
                  <a:cubicBezTo>
                    <a:pt x="61502" y="3991"/>
                    <a:pt x="77622" y="10609"/>
                    <a:pt x="77622" y="18812"/>
                  </a:cubicBezTo>
                  <a:cubicBezTo>
                    <a:pt x="77622" y="27014"/>
                    <a:pt x="61502" y="33664"/>
                    <a:pt x="41645" y="33664"/>
                  </a:cubicBezTo>
                  <a:cubicBezTo>
                    <a:pt x="21757" y="33664"/>
                    <a:pt x="5638" y="27014"/>
                    <a:pt x="5638" y="18812"/>
                  </a:cubicBezTo>
                  <a:cubicBezTo>
                    <a:pt x="5638" y="10609"/>
                    <a:pt x="21757" y="3991"/>
                    <a:pt x="41645" y="3991"/>
                  </a:cubicBezTo>
                  <a:close/>
                  <a:moveTo>
                    <a:pt x="41645" y="0"/>
                  </a:moveTo>
                  <a:cubicBezTo>
                    <a:pt x="22106" y="0"/>
                    <a:pt x="5701" y="6271"/>
                    <a:pt x="1204" y="14726"/>
                  </a:cubicBezTo>
                  <a:lnTo>
                    <a:pt x="1" y="14726"/>
                  </a:lnTo>
                  <a:lnTo>
                    <a:pt x="1" y="19350"/>
                  </a:lnTo>
                  <a:lnTo>
                    <a:pt x="1" y="19382"/>
                  </a:lnTo>
                  <a:cubicBezTo>
                    <a:pt x="1" y="30086"/>
                    <a:pt x="18654" y="38763"/>
                    <a:pt x="41645" y="38763"/>
                  </a:cubicBezTo>
                  <a:cubicBezTo>
                    <a:pt x="64637" y="38763"/>
                    <a:pt x="83259" y="30086"/>
                    <a:pt x="83259" y="19382"/>
                  </a:cubicBezTo>
                  <a:lnTo>
                    <a:pt x="83259" y="19350"/>
                  </a:lnTo>
                  <a:lnTo>
                    <a:pt x="83259" y="14726"/>
                  </a:lnTo>
                  <a:lnTo>
                    <a:pt x="82055" y="14726"/>
                  </a:lnTo>
                  <a:cubicBezTo>
                    <a:pt x="77558" y="6271"/>
                    <a:pt x="61185" y="0"/>
                    <a:pt x="41645" y="0"/>
                  </a:cubicBez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1" name="Google Shape;5631;p34"/>
            <p:cNvSpPr/>
            <p:nvPr/>
          </p:nvSpPr>
          <p:spPr>
            <a:xfrm>
              <a:off x="710253" y="3222016"/>
              <a:ext cx="2973179" cy="1346945"/>
            </a:xfrm>
            <a:custGeom>
              <a:rect b="b" l="l" r="r" t="t"/>
              <a:pathLst>
                <a:path extrusionOk="0" h="37719" w="83259">
                  <a:moveTo>
                    <a:pt x="41645" y="3896"/>
                  </a:moveTo>
                  <a:cubicBezTo>
                    <a:pt x="61502" y="3896"/>
                    <a:pt x="77622" y="10356"/>
                    <a:pt x="77622" y="18305"/>
                  </a:cubicBezTo>
                  <a:cubicBezTo>
                    <a:pt x="77622" y="26286"/>
                    <a:pt x="61502" y="32746"/>
                    <a:pt x="41645" y="32746"/>
                  </a:cubicBezTo>
                  <a:cubicBezTo>
                    <a:pt x="21757" y="32746"/>
                    <a:pt x="5638" y="26286"/>
                    <a:pt x="5638" y="18305"/>
                  </a:cubicBezTo>
                  <a:cubicBezTo>
                    <a:pt x="5638" y="10356"/>
                    <a:pt x="21757" y="3896"/>
                    <a:pt x="41645" y="3896"/>
                  </a:cubicBezTo>
                  <a:close/>
                  <a:moveTo>
                    <a:pt x="41645" y="1"/>
                  </a:moveTo>
                  <a:cubicBezTo>
                    <a:pt x="18654" y="1"/>
                    <a:pt x="1" y="8456"/>
                    <a:pt x="1" y="18875"/>
                  </a:cubicBezTo>
                  <a:cubicBezTo>
                    <a:pt x="1" y="29263"/>
                    <a:pt x="18654" y="37718"/>
                    <a:pt x="41645" y="37718"/>
                  </a:cubicBezTo>
                  <a:cubicBezTo>
                    <a:pt x="64637" y="37718"/>
                    <a:pt x="83259" y="29263"/>
                    <a:pt x="83259" y="18875"/>
                  </a:cubicBezTo>
                  <a:cubicBezTo>
                    <a:pt x="83259" y="8456"/>
                    <a:pt x="64637" y="1"/>
                    <a:pt x="41645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2" name="Google Shape;5632;p34"/>
            <p:cNvSpPr/>
            <p:nvPr/>
          </p:nvSpPr>
          <p:spPr>
            <a:xfrm>
              <a:off x="710253" y="2822814"/>
              <a:ext cx="2973179" cy="1385405"/>
            </a:xfrm>
            <a:custGeom>
              <a:rect b="b" l="l" r="r" t="t"/>
              <a:pathLst>
                <a:path extrusionOk="0" h="38796" w="83259">
                  <a:moveTo>
                    <a:pt x="41645" y="3991"/>
                  </a:moveTo>
                  <a:cubicBezTo>
                    <a:pt x="61502" y="3991"/>
                    <a:pt x="77622" y="10641"/>
                    <a:pt x="77622" y="18812"/>
                  </a:cubicBezTo>
                  <a:cubicBezTo>
                    <a:pt x="77622" y="27014"/>
                    <a:pt x="61502" y="33665"/>
                    <a:pt x="41645" y="33665"/>
                  </a:cubicBezTo>
                  <a:cubicBezTo>
                    <a:pt x="21757" y="33665"/>
                    <a:pt x="5638" y="27014"/>
                    <a:pt x="5638" y="18812"/>
                  </a:cubicBezTo>
                  <a:cubicBezTo>
                    <a:pt x="5638" y="10641"/>
                    <a:pt x="21757" y="3991"/>
                    <a:pt x="41645" y="3991"/>
                  </a:cubicBezTo>
                  <a:close/>
                  <a:moveTo>
                    <a:pt x="41645" y="1"/>
                  </a:moveTo>
                  <a:cubicBezTo>
                    <a:pt x="22106" y="1"/>
                    <a:pt x="5701" y="6271"/>
                    <a:pt x="1204" y="14727"/>
                  </a:cubicBezTo>
                  <a:lnTo>
                    <a:pt x="1" y="14727"/>
                  </a:lnTo>
                  <a:lnTo>
                    <a:pt x="1" y="19350"/>
                  </a:lnTo>
                  <a:lnTo>
                    <a:pt x="1" y="19382"/>
                  </a:lnTo>
                  <a:cubicBezTo>
                    <a:pt x="1" y="30118"/>
                    <a:pt x="18654" y="38795"/>
                    <a:pt x="41645" y="38795"/>
                  </a:cubicBezTo>
                  <a:cubicBezTo>
                    <a:pt x="64637" y="38795"/>
                    <a:pt x="83259" y="30118"/>
                    <a:pt x="83259" y="19382"/>
                  </a:cubicBezTo>
                  <a:lnTo>
                    <a:pt x="83259" y="19350"/>
                  </a:lnTo>
                  <a:lnTo>
                    <a:pt x="83259" y="14727"/>
                  </a:lnTo>
                  <a:lnTo>
                    <a:pt x="82055" y="14727"/>
                  </a:lnTo>
                  <a:cubicBezTo>
                    <a:pt x="77558" y="6271"/>
                    <a:pt x="61185" y="1"/>
                    <a:pt x="41645" y="1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3" name="Google Shape;5633;p34"/>
            <p:cNvSpPr/>
            <p:nvPr/>
          </p:nvSpPr>
          <p:spPr>
            <a:xfrm>
              <a:off x="710253" y="2696150"/>
              <a:ext cx="2973179" cy="1345803"/>
            </a:xfrm>
            <a:custGeom>
              <a:rect b="b" l="l" r="r" t="t"/>
              <a:pathLst>
                <a:path extrusionOk="0" h="37687" w="83259">
                  <a:moveTo>
                    <a:pt x="41645" y="3864"/>
                  </a:moveTo>
                  <a:cubicBezTo>
                    <a:pt x="61502" y="3864"/>
                    <a:pt x="77622" y="10325"/>
                    <a:pt x="77622" y="18305"/>
                  </a:cubicBezTo>
                  <a:cubicBezTo>
                    <a:pt x="77622" y="26254"/>
                    <a:pt x="61502" y="32715"/>
                    <a:pt x="41645" y="32715"/>
                  </a:cubicBezTo>
                  <a:cubicBezTo>
                    <a:pt x="21757" y="32715"/>
                    <a:pt x="5638" y="26254"/>
                    <a:pt x="5638" y="18305"/>
                  </a:cubicBezTo>
                  <a:cubicBezTo>
                    <a:pt x="5638" y="10325"/>
                    <a:pt x="21757" y="3864"/>
                    <a:pt x="41645" y="3864"/>
                  </a:cubicBezTo>
                  <a:close/>
                  <a:moveTo>
                    <a:pt x="41645" y="1"/>
                  </a:moveTo>
                  <a:cubicBezTo>
                    <a:pt x="18654" y="1"/>
                    <a:pt x="1" y="8425"/>
                    <a:pt x="1" y="18844"/>
                  </a:cubicBezTo>
                  <a:cubicBezTo>
                    <a:pt x="1" y="29263"/>
                    <a:pt x="18654" y="37687"/>
                    <a:pt x="41645" y="37687"/>
                  </a:cubicBezTo>
                  <a:cubicBezTo>
                    <a:pt x="64637" y="37687"/>
                    <a:pt x="83259" y="29263"/>
                    <a:pt x="83259" y="18844"/>
                  </a:cubicBezTo>
                  <a:cubicBezTo>
                    <a:pt x="83259" y="8425"/>
                    <a:pt x="64637" y="1"/>
                    <a:pt x="41645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4" name="Google Shape;5634;p34"/>
            <p:cNvSpPr/>
            <p:nvPr/>
          </p:nvSpPr>
          <p:spPr>
            <a:xfrm>
              <a:off x="710253" y="2296948"/>
              <a:ext cx="2973179" cy="1384262"/>
            </a:xfrm>
            <a:custGeom>
              <a:rect b="b" l="l" r="r" t="t"/>
              <a:pathLst>
                <a:path extrusionOk="0" h="38764" w="83259">
                  <a:moveTo>
                    <a:pt x="41645" y="3959"/>
                  </a:moveTo>
                  <a:cubicBezTo>
                    <a:pt x="61502" y="3959"/>
                    <a:pt x="77622" y="10610"/>
                    <a:pt x="77622" y="18812"/>
                  </a:cubicBezTo>
                  <a:cubicBezTo>
                    <a:pt x="77622" y="27014"/>
                    <a:pt x="61502" y="33665"/>
                    <a:pt x="41645" y="33665"/>
                  </a:cubicBezTo>
                  <a:cubicBezTo>
                    <a:pt x="21757" y="33665"/>
                    <a:pt x="5638" y="27014"/>
                    <a:pt x="5638" y="18812"/>
                  </a:cubicBezTo>
                  <a:cubicBezTo>
                    <a:pt x="5638" y="10610"/>
                    <a:pt x="21757" y="3959"/>
                    <a:pt x="41645" y="3959"/>
                  </a:cubicBezTo>
                  <a:close/>
                  <a:moveTo>
                    <a:pt x="41645" y="1"/>
                  </a:moveTo>
                  <a:cubicBezTo>
                    <a:pt x="22106" y="1"/>
                    <a:pt x="5701" y="6239"/>
                    <a:pt x="1204" y="14695"/>
                  </a:cubicBezTo>
                  <a:lnTo>
                    <a:pt x="1" y="14695"/>
                  </a:lnTo>
                  <a:lnTo>
                    <a:pt x="1" y="19350"/>
                  </a:lnTo>
                  <a:lnTo>
                    <a:pt x="1" y="19382"/>
                  </a:lnTo>
                  <a:cubicBezTo>
                    <a:pt x="1" y="30086"/>
                    <a:pt x="18654" y="38763"/>
                    <a:pt x="41645" y="38763"/>
                  </a:cubicBezTo>
                  <a:cubicBezTo>
                    <a:pt x="64637" y="38763"/>
                    <a:pt x="83259" y="30086"/>
                    <a:pt x="83259" y="19382"/>
                  </a:cubicBezTo>
                  <a:lnTo>
                    <a:pt x="83259" y="19350"/>
                  </a:lnTo>
                  <a:lnTo>
                    <a:pt x="83259" y="14695"/>
                  </a:lnTo>
                  <a:lnTo>
                    <a:pt x="82055" y="14695"/>
                  </a:lnTo>
                  <a:cubicBezTo>
                    <a:pt x="77558" y="6239"/>
                    <a:pt x="61185" y="1"/>
                    <a:pt x="41645" y="1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5" name="Google Shape;5635;p34"/>
            <p:cNvSpPr/>
            <p:nvPr/>
          </p:nvSpPr>
          <p:spPr>
            <a:xfrm>
              <a:off x="710253" y="2169178"/>
              <a:ext cx="2973179" cy="1346910"/>
            </a:xfrm>
            <a:custGeom>
              <a:rect b="b" l="l" r="r" t="t"/>
              <a:pathLst>
                <a:path extrusionOk="0" h="37718" w="83259">
                  <a:moveTo>
                    <a:pt x="41645" y="3864"/>
                  </a:moveTo>
                  <a:cubicBezTo>
                    <a:pt x="61502" y="3864"/>
                    <a:pt x="77622" y="10324"/>
                    <a:pt x="77622" y="18305"/>
                  </a:cubicBezTo>
                  <a:cubicBezTo>
                    <a:pt x="77622" y="26254"/>
                    <a:pt x="61502" y="32746"/>
                    <a:pt x="41645" y="32746"/>
                  </a:cubicBezTo>
                  <a:cubicBezTo>
                    <a:pt x="21757" y="32746"/>
                    <a:pt x="5638" y="26285"/>
                    <a:pt x="5638" y="18305"/>
                  </a:cubicBezTo>
                  <a:cubicBezTo>
                    <a:pt x="5638" y="10324"/>
                    <a:pt x="21757" y="3864"/>
                    <a:pt x="41645" y="3864"/>
                  </a:cubicBezTo>
                  <a:close/>
                  <a:moveTo>
                    <a:pt x="41645" y="0"/>
                  </a:moveTo>
                  <a:cubicBezTo>
                    <a:pt x="18654" y="0"/>
                    <a:pt x="1" y="8456"/>
                    <a:pt x="1" y="18843"/>
                  </a:cubicBezTo>
                  <a:cubicBezTo>
                    <a:pt x="1" y="29262"/>
                    <a:pt x="18654" y="37718"/>
                    <a:pt x="41645" y="37718"/>
                  </a:cubicBezTo>
                  <a:cubicBezTo>
                    <a:pt x="64637" y="37718"/>
                    <a:pt x="83259" y="29262"/>
                    <a:pt x="83259" y="18843"/>
                  </a:cubicBezTo>
                  <a:cubicBezTo>
                    <a:pt x="83259" y="8456"/>
                    <a:pt x="64637" y="0"/>
                    <a:pt x="41645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6" name="Google Shape;5636;p34"/>
            <p:cNvSpPr/>
            <p:nvPr/>
          </p:nvSpPr>
          <p:spPr>
            <a:xfrm>
              <a:off x="710253" y="1769940"/>
              <a:ext cx="2973179" cy="1384262"/>
            </a:xfrm>
            <a:custGeom>
              <a:rect b="b" l="l" r="r" t="t"/>
              <a:pathLst>
                <a:path extrusionOk="0" h="38764" w="83259">
                  <a:moveTo>
                    <a:pt x="41645" y="3960"/>
                  </a:moveTo>
                  <a:cubicBezTo>
                    <a:pt x="61502" y="3960"/>
                    <a:pt x="77622" y="10610"/>
                    <a:pt x="77622" y="18812"/>
                  </a:cubicBezTo>
                  <a:cubicBezTo>
                    <a:pt x="77622" y="27014"/>
                    <a:pt x="61502" y="33665"/>
                    <a:pt x="41645" y="33665"/>
                  </a:cubicBezTo>
                  <a:cubicBezTo>
                    <a:pt x="21757" y="33665"/>
                    <a:pt x="5638" y="27014"/>
                    <a:pt x="5638" y="18812"/>
                  </a:cubicBezTo>
                  <a:cubicBezTo>
                    <a:pt x="5638" y="10610"/>
                    <a:pt x="21757" y="3960"/>
                    <a:pt x="41645" y="3960"/>
                  </a:cubicBezTo>
                  <a:close/>
                  <a:moveTo>
                    <a:pt x="41645" y="1"/>
                  </a:moveTo>
                  <a:cubicBezTo>
                    <a:pt x="22106" y="1"/>
                    <a:pt x="5701" y="6271"/>
                    <a:pt x="1204" y="14727"/>
                  </a:cubicBezTo>
                  <a:lnTo>
                    <a:pt x="1" y="14727"/>
                  </a:lnTo>
                  <a:lnTo>
                    <a:pt x="1" y="19351"/>
                  </a:lnTo>
                  <a:lnTo>
                    <a:pt x="1" y="19382"/>
                  </a:lnTo>
                  <a:cubicBezTo>
                    <a:pt x="1" y="30086"/>
                    <a:pt x="18654" y="38764"/>
                    <a:pt x="41645" y="38764"/>
                  </a:cubicBezTo>
                  <a:cubicBezTo>
                    <a:pt x="64637" y="38764"/>
                    <a:pt x="83259" y="30086"/>
                    <a:pt x="83259" y="19382"/>
                  </a:cubicBezTo>
                  <a:lnTo>
                    <a:pt x="83259" y="19351"/>
                  </a:lnTo>
                  <a:lnTo>
                    <a:pt x="83259" y="14727"/>
                  </a:lnTo>
                  <a:lnTo>
                    <a:pt x="82055" y="14727"/>
                  </a:lnTo>
                  <a:cubicBezTo>
                    <a:pt x="77558" y="6271"/>
                    <a:pt x="61185" y="1"/>
                    <a:pt x="41645" y="1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7" name="Google Shape;5637;p34"/>
            <p:cNvSpPr/>
            <p:nvPr/>
          </p:nvSpPr>
          <p:spPr>
            <a:xfrm>
              <a:off x="710253" y="1642170"/>
              <a:ext cx="2973179" cy="1346910"/>
            </a:xfrm>
            <a:custGeom>
              <a:rect b="b" l="l" r="r" t="t"/>
              <a:pathLst>
                <a:path extrusionOk="0" h="37718" w="83259">
                  <a:moveTo>
                    <a:pt x="41645" y="3896"/>
                  </a:moveTo>
                  <a:cubicBezTo>
                    <a:pt x="61502" y="3896"/>
                    <a:pt x="77622" y="10356"/>
                    <a:pt x="77622" y="18305"/>
                  </a:cubicBezTo>
                  <a:cubicBezTo>
                    <a:pt x="77622" y="26286"/>
                    <a:pt x="61502" y="32746"/>
                    <a:pt x="41645" y="32746"/>
                  </a:cubicBezTo>
                  <a:cubicBezTo>
                    <a:pt x="21757" y="32746"/>
                    <a:pt x="5638" y="26286"/>
                    <a:pt x="5638" y="18305"/>
                  </a:cubicBezTo>
                  <a:cubicBezTo>
                    <a:pt x="5638" y="10324"/>
                    <a:pt x="21757" y="3896"/>
                    <a:pt x="41645" y="3896"/>
                  </a:cubicBezTo>
                  <a:close/>
                  <a:moveTo>
                    <a:pt x="41645" y="0"/>
                  </a:moveTo>
                  <a:cubicBezTo>
                    <a:pt x="18654" y="0"/>
                    <a:pt x="1" y="8456"/>
                    <a:pt x="1" y="18875"/>
                  </a:cubicBezTo>
                  <a:cubicBezTo>
                    <a:pt x="1" y="29262"/>
                    <a:pt x="18654" y="37718"/>
                    <a:pt x="41645" y="37718"/>
                  </a:cubicBezTo>
                  <a:cubicBezTo>
                    <a:pt x="64637" y="37718"/>
                    <a:pt x="83259" y="29262"/>
                    <a:pt x="83259" y="18875"/>
                  </a:cubicBezTo>
                  <a:cubicBezTo>
                    <a:pt x="83259" y="8456"/>
                    <a:pt x="64637" y="0"/>
                    <a:pt x="41645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8" name="Google Shape;5638;p34"/>
            <p:cNvSpPr/>
            <p:nvPr/>
          </p:nvSpPr>
          <p:spPr>
            <a:xfrm>
              <a:off x="710253" y="1242968"/>
              <a:ext cx="2973179" cy="1385369"/>
            </a:xfrm>
            <a:custGeom>
              <a:rect b="b" l="l" r="r" t="t"/>
              <a:pathLst>
                <a:path extrusionOk="0" h="38795" w="83259">
                  <a:moveTo>
                    <a:pt x="41645" y="3990"/>
                  </a:moveTo>
                  <a:cubicBezTo>
                    <a:pt x="61502" y="3990"/>
                    <a:pt x="77622" y="10641"/>
                    <a:pt x="77622" y="18812"/>
                  </a:cubicBezTo>
                  <a:cubicBezTo>
                    <a:pt x="77622" y="27014"/>
                    <a:pt x="61502" y="33664"/>
                    <a:pt x="41645" y="33664"/>
                  </a:cubicBezTo>
                  <a:cubicBezTo>
                    <a:pt x="21757" y="33664"/>
                    <a:pt x="5638" y="27014"/>
                    <a:pt x="5638" y="18812"/>
                  </a:cubicBezTo>
                  <a:cubicBezTo>
                    <a:pt x="5638" y="10609"/>
                    <a:pt x="21757" y="3990"/>
                    <a:pt x="41645" y="3990"/>
                  </a:cubicBezTo>
                  <a:close/>
                  <a:moveTo>
                    <a:pt x="41645" y="0"/>
                  </a:moveTo>
                  <a:cubicBezTo>
                    <a:pt x="22106" y="0"/>
                    <a:pt x="5701" y="6271"/>
                    <a:pt x="1204" y="14726"/>
                  </a:cubicBezTo>
                  <a:lnTo>
                    <a:pt x="1" y="14726"/>
                  </a:lnTo>
                  <a:lnTo>
                    <a:pt x="1" y="19350"/>
                  </a:lnTo>
                  <a:lnTo>
                    <a:pt x="1" y="19382"/>
                  </a:lnTo>
                  <a:cubicBezTo>
                    <a:pt x="1" y="30086"/>
                    <a:pt x="18654" y="38795"/>
                    <a:pt x="41645" y="38795"/>
                  </a:cubicBezTo>
                  <a:cubicBezTo>
                    <a:pt x="64637" y="38795"/>
                    <a:pt x="83259" y="30086"/>
                    <a:pt x="83259" y="19382"/>
                  </a:cubicBezTo>
                  <a:lnTo>
                    <a:pt x="83259" y="19350"/>
                  </a:lnTo>
                  <a:lnTo>
                    <a:pt x="83259" y="14726"/>
                  </a:lnTo>
                  <a:lnTo>
                    <a:pt x="82055" y="14726"/>
                  </a:lnTo>
                  <a:cubicBezTo>
                    <a:pt x="77558" y="6271"/>
                    <a:pt x="61185" y="0"/>
                    <a:pt x="41645" y="0"/>
                  </a:cubicBez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9" name="Google Shape;5639;p34"/>
            <p:cNvSpPr/>
            <p:nvPr/>
          </p:nvSpPr>
          <p:spPr>
            <a:xfrm>
              <a:off x="710253" y="1116304"/>
              <a:ext cx="2973179" cy="1345803"/>
            </a:xfrm>
            <a:custGeom>
              <a:rect b="b" l="l" r="r" t="t"/>
              <a:pathLst>
                <a:path extrusionOk="0" h="37687" w="83259">
                  <a:moveTo>
                    <a:pt x="41645" y="3864"/>
                  </a:moveTo>
                  <a:cubicBezTo>
                    <a:pt x="61502" y="3864"/>
                    <a:pt x="77622" y="10324"/>
                    <a:pt x="77622" y="18305"/>
                  </a:cubicBezTo>
                  <a:cubicBezTo>
                    <a:pt x="77622" y="26254"/>
                    <a:pt x="61502" y="32714"/>
                    <a:pt x="41645" y="32714"/>
                  </a:cubicBezTo>
                  <a:cubicBezTo>
                    <a:pt x="21757" y="32714"/>
                    <a:pt x="5638" y="26254"/>
                    <a:pt x="5638" y="18305"/>
                  </a:cubicBezTo>
                  <a:cubicBezTo>
                    <a:pt x="5638" y="10324"/>
                    <a:pt x="21757" y="3864"/>
                    <a:pt x="41645" y="3864"/>
                  </a:cubicBezTo>
                  <a:close/>
                  <a:moveTo>
                    <a:pt x="41645" y="0"/>
                  </a:moveTo>
                  <a:cubicBezTo>
                    <a:pt x="18654" y="0"/>
                    <a:pt x="1" y="8424"/>
                    <a:pt x="1" y="18843"/>
                  </a:cubicBezTo>
                  <a:cubicBezTo>
                    <a:pt x="1" y="29262"/>
                    <a:pt x="18654" y="37686"/>
                    <a:pt x="41645" y="37686"/>
                  </a:cubicBezTo>
                  <a:cubicBezTo>
                    <a:pt x="64637" y="37686"/>
                    <a:pt x="83259" y="29262"/>
                    <a:pt x="83259" y="18843"/>
                  </a:cubicBezTo>
                  <a:cubicBezTo>
                    <a:pt x="83259" y="8424"/>
                    <a:pt x="64637" y="0"/>
                    <a:pt x="41645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40" name="Google Shape;5640;p34"/>
          <p:cNvGrpSpPr/>
          <p:nvPr/>
        </p:nvGrpSpPr>
        <p:grpSpPr>
          <a:xfrm>
            <a:off x="4231902" y="1431802"/>
            <a:ext cx="2359074" cy="135769"/>
            <a:chOff x="4231902" y="1431802"/>
            <a:chExt cx="2359074" cy="135769"/>
          </a:xfrm>
        </p:grpSpPr>
        <p:sp>
          <p:nvSpPr>
            <p:cNvPr id="5641" name="Google Shape;5641;p34"/>
            <p:cNvSpPr/>
            <p:nvPr/>
          </p:nvSpPr>
          <p:spPr>
            <a:xfrm>
              <a:off x="4268076" y="1498544"/>
              <a:ext cx="2195129" cy="6821"/>
            </a:xfrm>
            <a:custGeom>
              <a:rect b="b" l="l" r="r" t="t"/>
              <a:pathLst>
                <a:path extrusionOk="0" h="191" w="61471">
                  <a:moveTo>
                    <a:pt x="96" y="0"/>
                  </a:moveTo>
                  <a:cubicBezTo>
                    <a:pt x="32" y="0"/>
                    <a:pt x="1" y="32"/>
                    <a:pt x="1" y="95"/>
                  </a:cubicBezTo>
                  <a:cubicBezTo>
                    <a:pt x="1" y="159"/>
                    <a:pt x="32" y="190"/>
                    <a:pt x="96" y="190"/>
                  </a:cubicBezTo>
                  <a:lnTo>
                    <a:pt x="61375" y="190"/>
                  </a:lnTo>
                  <a:cubicBezTo>
                    <a:pt x="61439" y="190"/>
                    <a:pt x="61470" y="159"/>
                    <a:pt x="61470" y="95"/>
                  </a:cubicBezTo>
                  <a:cubicBezTo>
                    <a:pt x="61470" y="32"/>
                    <a:pt x="61439" y="0"/>
                    <a:pt x="61375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2" name="Google Shape;5642;p34"/>
            <p:cNvSpPr/>
            <p:nvPr/>
          </p:nvSpPr>
          <p:spPr>
            <a:xfrm>
              <a:off x="6456385" y="1431802"/>
              <a:ext cx="134591" cy="135769"/>
            </a:xfrm>
            <a:custGeom>
              <a:rect b="b" l="l" r="r" t="t"/>
              <a:pathLst>
                <a:path extrusionOk="0" h="3802" w="3769">
                  <a:moveTo>
                    <a:pt x="1900" y="223"/>
                  </a:moveTo>
                  <a:cubicBezTo>
                    <a:pt x="2819" y="223"/>
                    <a:pt x="3579" y="983"/>
                    <a:pt x="3579" y="1901"/>
                  </a:cubicBezTo>
                  <a:cubicBezTo>
                    <a:pt x="3579" y="2819"/>
                    <a:pt x="2819" y="3580"/>
                    <a:pt x="1900" y="3580"/>
                  </a:cubicBezTo>
                  <a:cubicBezTo>
                    <a:pt x="950" y="3580"/>
                    <a:pt x="190" y="2851"/>
                    <a:pt x="190" y="1901"/>
                  </a:cubicBezTo>
                  <a:cubicBezTo>
                    <a:pt x="190" y="983"/>
                    <a:pt x="950" y="223"/>
                    <a:pt x="1900" y="223"/>
                  </a:cubicBezTo>
                  <a:close/>
                  <a:moveTo>
                    <a:pt x="1900" y="1"/>
                  </a:moveTo>
                  <a:cubicBezTo>
                    <a:pt x="855" y="1"/>
                    <a:pt x="0" y="856"/>
                    <a:pt x="0" y="1901"/>
                  </a:cubicBezTo>
                  <a:cubicBezTo>
                    <a:pt x="0" y="2946"/>
                    <a:pt x="855" y="3801"/>
                    <a:pt x="1900" y="3801"/>
                  </a:cubicBezTo>
                  <a:cubicBezTo>
                    <a:pt x="2945" y="3801"/>
                    <a:pt x="3769" y="2946"/>
                    <a:pt x="3769" y="1901"/>
                  </a:cubicBezTo>
                  <a:cubicBezTo>
                    <a:pt x="3769" y="856"/>
                    <a:pt x="2945" y="1"/>
                    <a:pt x="1900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3" name="Google Shape;5643;p34"/>
            <p:cNvSpPr/>
            <p:nvPr/>
          </p:nvSpPr>
          <p:spPr>
            <a:xfrm>
              <a:off x="6484631" y="1460084"/>
              <a:ext cx="79205" cy="79205"/>
            </a:xfrm>
            <a:custGeom>
              <a:rect b="b" l="l" r="r" t="t"/>
              <a:pathLst>
                <a:path extrusionOk="0" h="2218" w="2218">
                  <a:moveTo>
                    <a:pt x="1109" y="1"/>
                  </a:moveTo>
                  <a:cubicBezTo>
                    <a:pt x="476" y="1"/>
                    <a:pt x="1" y="507"/>
                    <a:pt x="1" y="1109"/>
                  </a:cubicBezTo>
                  <a:cubicBezTo>
                    <a:pt x="1" y="1711"/>
                    <a:pt x="476" y="2217"/>
                    <a:pt x="1109" y="2217"/>
                  </a:cubicBezTo>
                  <a:cubicBezTo>
                    <a:pt x="1711" y="2217"/>
                    <a:pt x="2218" y="1711"/>
                    <a:pt x="2218" y="1109"/>
                  </a:cubicBezTo>
                  <a:cubicBezTo>
                    <a:pt x="2218" y="507"/>
                    <a:pt x="1711" y="1"/>
                    <a:pt x="110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4" name="Google Shape;5644;p34"/>
            <p:cNvSpPr/>
            <p:nvPr/>
          </p:nvSpPr>
          <p:spPr>
            <a:xfrm>
              <a:off x="4231902" y="1479332"/>
              <a:ext cx="44138" cy="44138"/>
            </a:xfrm>
            <a:custGeom>
              <a:rect b="b" l="l" r="r" t="t"/>
              <a:pathLst>
                <a:path extrusionOk="0" h="1236" w="1236">
                  <a:moveTo>
                    <a:pt x="634" y="0"/>
                  </a:moveTo>
                  <a:cubicBezTo>
                    <a:pt x="285" y="0"/>
                    <a:pt x="0" y="285"/>
                    <a:pt x="0" y="633"/>
                  </a:cubicBezTo>
                  <a:cubicBezTo>
                    <a:pt x="0" y="982"/>
                    <a:pt x="285" y="1235"/>
                    <a:pt x="634" y="1235"/>
                  </a:cubicBezTo>
                  <a:cubicBezTo>
                    <a:pt x="950" y="1235"/>
                    <a:pt x="1235" y="950"/>
                    <a:pt x="1235" y="633"/>
                  </a:cubicBezTo>
                  <a:cubicBezTo>
                    <a:pt x="1235" y="285"/>
                    <a:pt x="950" y="0"/>
                    <a:pt x="634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45" name="Google Shape;5645;p34"/>
          <p:cNvGrpSpPr/>
          <p:nvPr/>
        </p:nvGrpSpPr>
        <p:grpSpPr>
          <a:xfrm>
            <a:off x="4231902" y="2145395"/>
            <a:ext cx="2359074" cy="134627"/>
            <a:chOff x="4231902" y="2145395"/>
            <a:chExt cx="2359074" cy="134627"/>
          </a:xfrm>
        </p:grpSpPr>
        <p:sp>
          <p:nvSpPr>
            <p:cNvPr id="5646" name="Google Shape;5646;p34"/>
            <p:cNvSpPr/>
            <p:nvPr/>
          </p:nvSpPr>
          <p:spPr>
            <a:xfrm>
              <a:off x="4268076" y="2210994"/>
              <a:ext cx="2195129" cy="7963"/>
            </a:xfrm>
            <a:custGeom>
              <a:rect b="b" l="l" r="r" t="t"/>
              <a:pathLst>
                <a:path extrusionOk="0" h="223" w="61471">
                  <a:moveTo>
                    <a:pt x="96" y="1"/>
                  </a:moveTo>
                  <a:cubicBezTo>
                    <a:pt x="32" y="1"/>
                    <a:pt x="1" y="64"/>
                    <a:pt x="1" y="96"/>
                  </a:cubicBezTo>
                  <a:cubicBezTo>
                    <a:pt x="1" y="159"/>
                    <a:pt x="32" y="222"/>
                    <a:pt x="96" y="222"/>
                  </a:cubicBezTo>
                  <a:lnTo>
                    <a:pt x="61375" y="222"/>
                  </a:lnTo>
                  <a:cubicBezTo>
                    <a:pt x="61439" y="222"/>
                    <a:pt x="61470" y="159"/>
                    <a:pt x="61470" y="96"/>
                  </a:cubicBezTo>
                  <a:cubicBezTo>
                    <a:pt x="61470" y="64"/>
                    <a:pt x="61439" y="1"/>
                    <a:pt x="61375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7" name="Google Shape;5647;p34"/>
            <p:cNvSpPr/>
            <p:nvPr/>
          </p:nvSpPr>
          <p:spPr>
            <a:xfrm>
              <a:off x="6456385" y="2145395"/>
              <a:ext cx="134591" cy="134627"/>
            </a:xfrm>
            <a:custGeom>
              <a:rect b="b" l="l" r="r" t="t"/>
              <a:pathLst>
                <a:path extrusionOk="0" h="3770" w="3769">
                  <a:moveTo>
                    <a:pt x="1900" y="191"/>
                  </a:moveTo>
                  <a:cubicBezTo>
                    <a:pt x="2819" y="191"/>
                    <a:pt x="3579" y="951"/>
                    <a:pt x="3579" y="1901"/>
                  </a:cubicBezTo>
                  <a:cubicBezTo>
                    <a:pt x="3579" y="2820"/>
                    <a:pt x="2819" y="3580"/>
                    <a:pt x="1900" y="3580"/>
                  </a:cubicBezTo>
                  <a:cubicBezTo>
                    <a:pt x="950" y="3580"/>
                    <a:pt x="190" y="2820"/>
                    <a:pt x="190" y="1901"/>
                  </a:cubicBezTo>
                  <a:cubicBezTo>
                    <a:pt x="190" y="951"/>
                    <a:pt x="950" y="191"/>
                    <a:pt x="1900" y="191"/>
                  </a:cubicBezTo>
                  <a:close/>
                  <a:moveTo>
                    <a:pt x="1900" y="1"/>
                  </a:moveTo>
                  <a:cubicBezTo>
                    <a:pt x="855" y="1"/>
                    <a:pt x="0" y="856"/>
                    <a:pt x="0" y="1901"/>
                  </a:cubicBezTo>
                  <a:cubicBezTo>
                    <a:pt x="0" y="2946"/>
                    <a:pt x="855" y="3770"/>
                    <a:pt x="1900" y="3770"/>
                  </a:cubicBezTo>
                  <a:cubicBezTo>
                    <a:pt x="2945" y="3770"/>
                    <a:pt x="3769" y="2946"/>
                    <a:pt x="3769" y="1901"/>
                  </a:cubicBezTo>
                  <a:cubicBezTo>
                    <a:pt x="3769" y="856"/>
                    <a:pt x="2945" y="1"/>
                    <a:pt x="1900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8" name="Google Shape;5648;p34"/>
            <p:cNvSpPr/>
            <p:nvPr/>
          </p:nvSpPr>
          <p:spPr>
            <a:xfrm>
              <a:off x="6484631" y="2173677"/>
              <a:ext cx="79205" cy="79205"/>
            </a:xfrm>
            <a:custGeom>
              <a:rect b="b" l="l" r="r" t="t"/>
              <a:pathLst>
                <a:path extrusionOk="0" h="2218" w="2218">
                  <a:moveTo>
                    <a:pt x="1109" y="1"/>
                  </a:moveTo>
                  <a:cubicBezTo>
                    <a:pt x="476" y="1"/>
                    <a:pt x="1" y="507"/>
                    <a:pt x="1" y="1109"/>
                  </a:cubicBezTo>
                  <a:cubicBezTo>
                    <a:pt x="1" y="1711"/>
                    <a:pt x="476" y="2218"/>
                    <a:pt x="1109" y="2218"/>
                  </a:cubicBezTo>
                  <a:cubicBezTo>
                    <a:pt x="1711" y="2218"/>
                    <a:pt x="2218" y="1711"/>
                    <a:pt x="2218" y="1109"/>
                  </a:cubicBezTo>
                  <a:cubicBezTo>
                    <a:pt x="2218" y="507"/>
                    <a:pt x="1711" y="1"/>
                    <a:pt x="1109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9" name="Google Shape;5649;p34"/>
            <p:cNvSpPr/>
            <p:nvPr/>
          </p:nvSpPr>
          <p:spPr>
            <a:xfrm>
              <a:off x="4231902" y="2192925"/>
              <a:ext cx="44138" cy="44138"/>
            </a:xfrm>
            <a:custGeom>
              <a:rect b="b" l="l" r="r" t="t"/>
              <a:pathLst>
                <a:path extrusionOk="0" h="1236" w="1236">
                  <a:moveTo>
                    <a:pt x="634" y="0"/>
                  </a:moveTo>
                  <a:cubicBezTo>
                    <a:pt x="285" y="0"/>
                    <a:pt x="0" y="285"/>
                    <a:pt x="0" y="633"/>
                  </a:cubicBezTo>
                  <a:cubicBezTo>
                    <a:pt x="0" y="950"/>
                    <a:pt x="285" y="1235"/>
                    <a:pt x="634" y="1235"/>
                  </a:cubicBezTo>
                  <a:cubicBezTo>
                    <a:pt x="950" y="1235"/>
                    <a:pt x="1235" y="950"/>
                    <a:pt x="1235" y="633"/>
                  </a:cubicBezTo>
                  <a:cubicBezTo>
                    <a:pt x="1235" y="285"/>
                    <a:pt x="950" y="0"/>
                    <a:pt x="634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0" name="Google Shape;5650;p34"/>
          <p:cNvGrpSpPr/>
          <p:nvPr/>
        </p:nvGrpSpPr>
        <p:grpSpPr>
          <a:xfrm>
            <a:off x="4231902" y="2859024"/>
            <a:ext cx="2359074" cy="134591"/>
            <a:chOff x="4231902" y="2859024"/>
            <a:chExt cx="2359074" cy="134591"/>
          </a:xfrm>
        </p:grpSpPr>
        <p:sp>
          <p:nvSpPr>
            <p:cNvPr id="5651" name="Google Shape;5651;p34"/>
            <p:cNvSpPr/>
            <p:nvPr/>
          </p:nvSpPr>
          <p:spPr>
            <a:xfrm>
              <a:off x="4268076" y="2924587"/>
              <a:ext cx="2195129" cy="6821"/>
            </a:xfrm>
            <a:custGeom>
              <a:rect b="b" l="l" r="r" t="t"/>
              <a:pathLst>
                <a:path extrusionOk="0" h="191" w="61471">
                  <a:moveTo>
                    <a:pt x="96" y="1"/>
                  </a:moveTo>
                  <a:cubicBezTo>
                    <a:pt x="32" y="1"/>
                    <a:pt x="1" y="33"/>
                    <a:pt x="1" y="96"/>
                  </a:cubicBezTo>
                  <a:cubicBezTo>
                    <a:pt x="1" y="159"/>
                    <a:pt x="32" y="191"/>
                    <a:pt x="96" y="191"/>
                  </a:cubicBezTo>
                  <a:lnTo>
                    <a:pt x="61375" y="191"/>
                  </a:lnTo>
                  <a:cubicBezTo>
                    <a:pt x="61439" y="191"/>
                    <a:pt x="61470" y="159"/>
                    <a:pt x="61470" y="96"/>
                  </a:cubicBezTo>
                  <a:cubicBezTo>
                    <a:pt x="61470" y="33"/>
                    <a:pt x="61439" y="1"/>
                    <a:pt x="61375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2" name="Google Shape;5652;p34"/>
            <p:cNvSpPr/>
            <p:nvPr/>
          </p:nvSpPr>
          <p:spPr>
            <a:xfrm>
              <a:off x="6456385" y="2859024"/>
              <a:ext cx="134591" cy="134591"/>
            </a:xfrm>
            <a:custGeom>
              <a:rect b="b" l="l" r="r" t="t"/>
              <a:pathLst>
                <a:path extrusionOk="0" h="3769" w="3769">
                  <a:moveTo>
                    <a:pt x="1900" y="190"/>
                  </a:moveTo>
                  <a:cubicBezTo>
                    <a:pt x="2819" y="190"/>
                    <a:pt x="3579" y="950"/>
                    <a:pt x="3579" y="1869"/>
                  </a:cubicBezTo>
                  <a:cubicBezTo>
                    <a:pt x="3579" y="2819"/>
                    <a:pt x="2819" y="3579"/>
                    <a:pt x="1900" y="3579"/>
                  </a:cubicBezTo>
                  <a:cubicBezTo>
                    <a:pt x="950" y="3579"/>
                    <a:pt x="190" y="2819"/>
                    <a:pt x="190" y="1869"/>
                  </a:cubicBezTo>
                  <a:cubicBezTo>
                    <a:pt x="190" y="950"/>
                    <a:pt x="950" y="190"/>
                    <a:pt x="1900" y="190"/>
                  </a:cubicBezTo>
                  <a:close/>
                  <a:moveTo>
                    <a:pt x="1900" y="0"/>
                  </a:moveTo>
                  <a:cubicBezTo>
                    <a:pt x="855" y="0"/>
                    <a:pt x="0" y="855"/>
                    <a:pt x="0" y="1900"/>
                  </a:cubicBezTo>
                  <a:cubicBezTo>
                    <a:pt x="0" y="2914"/>
                    <a:pt x="855" y="3769"/>
                    <a:pt x="1900" y="3769"/>
                  </a:cubicBezTo>
                  <a:cubicBezTo>
                    <a:pt x="2945" y="3769"/>
                    <a:pt x="3769" y="2914"/>
                    <a:pt x="3769" y="1900"/>
                  </a:cubicBezTo>
                  <a:cubicBezTo>
                    <a:pt x="3769" y="855"/>
                    <a:pt x="2945" y="0"/>
                    <a:pt x="1900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3" name="Google Shape;5653;p34"/>
            <p:cNvSpPr/>
            <p:nvPr/>
          </p:nvSpPr>
          <p:spPr>
            <a:xfrm>
              <a:off x="6484631" y="2887270"/>
              <a:ext cx="79205" cy="78062"/>
            </a:xfrm>
            <a:custGeom>
              <a:rect b="b" l="l" r="r" t="t"/>
              <a:pathLst>
                <a:path extrusionOk="0" h="2186" w="2218">
                  <a:moveTo>
                    <a:pt x="1109" y="1"/>
                  </a:moveTo>
                  <a:cubicBezTo>
                    <a:pt x="476" y="1"/>
                    <a:pt x="1" y="476"/>
                    <a:pt x="1" y="1078"/>
                  </a:cubicBezTo>
                  <a:cubicBezTo>
                    <a:pt x="1" y="1711"/>
                    <a:pt x="476" y="2186"/>
                    <a:pt x="1109" y="2186"/>
                  </a:cubicBezTo>
                  <a:cubicBezTo>
                    <a:pt x="1711" y="2186"/>
                    <a:pt x="2218" y="1711"/>
                    <a:pt x="2218" y="1078"/>
                  </a:cubicBezTo>
                  <a:cubicBezTo>
                    <a:pt x="2218" y="476"/>
                    <a:pt x="1711" y="1"/>
                    <a:pt x="1109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4" name="Google Shape;5654;p34"/>
            <p:cNvSpPr/>
            <p:nvPr/>
          </p:nvSpPr>
          <p:spPr>
            <a:xfrm>
              <a:off x="4231902" y="2906518"/>
              <a:ext cx="44138" cy="44138"/>
            </a:xfrm>
            <a:custGeom>
              <a:rect b="b" l="l" r="r" t="t"/>
              <a:pathLst>
                <a:path extrusionOk="0" h="1236" w="1236">
                  <a:moveTo>
                    <a:pt x="634" y="0"/>
                  </a:moveTo>
                  <a:cubicBezTo>
                    <a:pt x="285" y="0"/>
                    <a:pt x="0" y="253"/>
                    <a:pt x="0" y="602"/>
                  </a:cubicBezTo>
                  <a:cubicBezTo>
                    <a:pt x="0" y="950"/>
                    <a:pt x="285" y="1235"/>
                    <a:pt x="634" y="1235"/>
                  </a:cubicBezTo>
                  <a:cubicBezTo>
                    <a:pt x="950" y="1235"/>
                    <a:pt x="1235" y="950"/>
                    <a:pt x="1235" y="602"/>
                  </a:cubicBezTo>
                  <a:cubicBezTo>
                    <a:pt x="1235" y="285"/>
                    <a:pt x="950" y="0"/>
                    <a:pt x="634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5" name="Google Shape;5655;p34"/>
          <p:cNvGrpSpPr/>
          <p:nvPr/>
        </p:nvGrpSpPr>
        <p:grpSpPr>
          <a:xfrm>
            <a:off x="4231902" y="3572617"/>
            <a:ext cx="2359074" cy="134591"/>
            <a:chOff x="4231902" y="3572617"/>
            <a:chExt cx="2359074" cy="134591"/>
          </a:xfrm>
        </p:grpSpPr>
        <p:sp>
          <p:nvSpPr>
            <p:cNvPr id="5656" name="Google Shape;5656;p34"/>
            <p:cNvSpPr/>
            <p:nvPr/>
          </p:nvSpPr>
          <p:spPr>
            <a:xfrm>
              <a:off x="4268076" y="3638180"/>
              <a:ext cx="2195129" cy="6821"/>
            </a:xfrm>
            <a:custGeom>
              <a:rect b="b" l="l" r="r" t="t"/>
              <a:pathLst>
                <a:path extrusionOk="0" h="191" w="61471">
                  <a:moveTo>
                    <a:pt x="96" y="1"/>
                  </a:moveTo>
                  <a:cubicBezTo>
                    <a:pt x="32" y="1"/>
                    <a:pt x="1" y="33"/>
                    <a:pt x="1" y="96"/>
                  </a:cubicBezTo>
                  <a:cubicBezTo>
                    <a:pt x="1" y="159"/>
                    <a:pt x="32" y="191"/>
                    <a:pt x="96" y="191"/>
                  </a:cubicBezTo>
                  <a:lnTo>
                    <a:pt x="61375" y="191"/>
                  </a:lnTo>
                  <a:cubicBezTo>
                    <a:pt x="61439" y="191"/>
                    <a:pt x="61470" y="159"/>
                    <a:pt x="61470" y="96"/>
                  </a:cubicBezTo>
                  <a:cubicBezTo>
                    <a:pt x="61470" y="33"/>
                    <a:pt x="61439" y="1"/>
                    <a:pt x="61375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7" name="Google Shape;5657;p34"/>
            <p:cNvSpPr/>
            <p:nvPr/>
          </p:nvSpPr>
          <p:spPr>
            <a:xfrm>
              <a:off x="6456385" y="3572617"/>
              <a:ext cx="134591" cy="134591"/>
            </a:xfrm>
            <a:custGeom>
              <a:rect b="b" l="l" r="r" t="t"/>
              <a:pathLst>
                <a:path extrusionOk="0" h="3769" w="3769">
                  <a:moveTo>
                    <a:pt x="1900" y="190"/>
                  </a:moveTo>
                  <a:cubicBezTo>
                    <a:pt x="2819" y="190"/>
                    <a:pt x="3579" y="950"/>
                    <a:pt x="3579" y="1869"/>
                  </a:cubicBezTo>
                  <a:cubicBezTo>
                    <a:pt x="3579" y="2787"/>
                    <a:pt x="2819" y="3547"/>
                    <a:pt x="1900" y="3547"/>
                  </a:cubicBezTo>
                  <a:cubicBezTo>
                    <a:pt x="950" y="3547"/>
                    <a:pt x="190" y="2819"/>
                    <a:pt x="190" y="1869"/>
                  </a:cubicBezTo>
                  <a:cubicBezTo>
                    <a:pt x="190" y="950"/>
                    <a:pt x="950" y="190"/>
                    <a:pt x="1900" y="190"/>
                  </a:cubicBezTo>
                  <a:close/>
                  <a:moveTo>
                    <a:pt x="1900" y="0"/>
                  </a:moveTo>
                  <a:cubicBezTo>
                    <a:pt x="855" y="0"/>
                    <a:pt x="0" y="824"/>
                    <a:pt x="0" y="1869"/>
                  </a:cubicBezTo>
                  <a:cubicBezTo>
                    <a:pt x="0" y="2914"/>
                    <a:pt x="855" y="3769"/>
                    <a:pt x="1900" y="3769"/>
                  </a:cubicBezTo>
                  <a:cubicBezTo>
                    <a:pt x="2945" y="3769"/>
                    <a:pt x="3769" y="2914"/>
                    <a:pt x="3769" y="1869"/>
                  </a:cubicBezTo>
                  <a:cubicBezTo>
                    <a:pt x="3769" y="824"/>
                    <a:pt x="2945" y="0"/>
                    <a:pt x="1900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8" name="Google Shape;5658;p34"/>
            <p:cNvSpPr/>
            <p:nvPr/>
          </p:nvSpPr>
          <p:spPr>
            <a:xfrm>
              <a:off x="6484631" y="3599756"/>
              <a:ext cx="79205" cy="79169"/>
            </a:xfrm>
            <a:custGeom>
              <a:rect b="b" l="l" r="r" t="t"/>
              <a:pathLst>
                <a:path extrusionOk="0" h="2217" w="2218">
                  <a:moveTo>
                    <a:pt x="1109" y="0"/>
                  </a:moveTo>
                  <a:cubicBezTo>
                    <a:pt x="476" y="0"/>
                    <a:pt x="1" y="507"/>
                    <a:pt x="1" y="1109"/>
                  </a:cubicBezTo>
                  <a:cubicBezTo>
                    <a:pt x="1" y="1710"/>
                    <a:pt x="476" y="2217"/>
                    <a:pt x="1109" y="2217"/>
                  </a:cubicBezTo>
                  <a:cubicBezTo>
                    <a:pt x="1711" y="2217"/>
                    <a:pt x="2218" y="1710"/>
                    <a:pt x="2218" y="1109"/>
                  </a:cubicBezTo>
                  <a:cubicBezTo>
                    <a:pt x="2218" y="507"/>
                    <a:pt x="1711" y="0"/>
                    <a:pt x="1109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9" name="Google Shape;5659;p34"/>
            <p:cNvSpPr/>
            <p:nvPr/>
          </p:nvSpPr>
          <p:spPr>
            <a:xfrm>
              <a:off x="4231902" y="3620111"/>
              <a:ext cx="44138" cy="42995"/>
            </a:xfrm>
            <a:custGeom>
              <a:rect b="b" l="l" r="r" t="t"/>
              <a:pathLst>
                <a:path extrusionOk="0" h="1204" w="1236">
                  <a:moveTo>
                    <a:pt x="634" y="0"/>
                  </a:moveTo>
                  <a:cubicBezTo>
                    <a:pt x="285" y="0"/>
                    <a:pt x="0" y="254"/>
                    <a:pt x="0" y="602"/>
                  </a:cubicBezTo>
                  <a:cubicBezTo>
                    <a:pt x="0" y="950"/>
                    <a:pt x="285" y="1204"/>
                    <a:pt x="634" y="1204"/>
                  </a:cubicBezTo>
                  <a:cubicBezTo>
                    <a:pt x="950" y="1204"/>
                    <a:pt x="1235" y="950"/>
                    <a:pt x="1235" y="602"/>
                  </a:cubicBezTo>
                  <a:cubicBezTo>
                    <a:pt x="1235" y="254"/>
                    <a:pt x="950" y="0"/>
                    <a:pt x="634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60" name="Google Shape;5660;p34"/>
          <p:cNvGrpSpPr/>
          <p:nvPr/>
        </p:nvGrpSpPr>
        <p:grpSpPr>
          <a:xfrm>
            <a:off x="4231902" y="4285067"/>
            <a:ext cx="2359074" cy="134627"/>
            <a:chOff x="4231902" y="4285067"/>
            <a:chExt cx="2359074" cy="134627"/>
          </a:xfrm>
        </p:grpSpPr>
        <p:sp>
          <p:nvSpPr>
            <p:cNvPr id="5661" name="Google Shape;5661;p34"/>
            <p:cNvSpPr/>
            <p:nvPr/>
          </p:nvSpPr>
          <p:spPr>
            <a:xfrm>
              <a:off x="4268076" y="4350666"/>
              <a:ext cx="2195129" cy="7928"/>
            </a:xfrm>
            <a:custGeom>
              <a:rect b="b" l="l" r="r" t="t"/>
              <a:pathLst>
                <a:path extrusionOk="0" h="222" w="61471">
                  <a:moveTo>
                    <a:pt x="96" y="0"/>
                  </a:moveTo>
                  <a:cubicBezTo>
                    <a:pt x="32" y="0"/>
                    <a:pt x="1" y="64"/>
                    <a:pt x="1" y="127"/>
                  </a:cubicBezTo>
                  <a:cubicBezTo>
                    <a:pt x="1" y="159"/>
                    <a:pt x="32" y="222"/>
                    <a:pt x="96" y="222"/>
                  </a:cubicBezTo>
                  <a:lnTo>
                    <a:pt x="61375" y="222"/>
                  </a:lnTo>
                  <a:cubicBezTo>
                    <a:pt x="61439" y="222"/>
                    <a:pt x="61470" y="159"/>
                    <a:pt x="61470" y="127"/>
                  </a:cubicBezTo>
                  <a:cubicBezTo>
                    <a:pt x="61470" y="64"/>
                    <a:pt x="61439" y="0"/>
                    <a:pt x="61375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2" name="Google Shape;5662;p34"/>
            <p:cNvSpPr/>
            <p:nvPr/>
          </p:nvSpPr>
          <p:spPr>
            <a:xfrm>
              <a:off x="6456385" y="4285067"/>
              <a:ext cx="134591" cy="134627"/>
            </a:xfrm>
            <a:custGeom>
              <a:rect b="b" l="l" r="r" t="t"/>
              <a:pathLst>
                <a:path extrusionOk="0" h="3770" w="3769">
                  <a:moveTo>
                    <a:pt x="1900" y="191"/>
                  </a:moveTo>
                  <a:cubicBezTo>
                    <a:pt x="2819" y="191"/>
                    <a:pt x="3579" y="951"/>
                    <a:pt x="3579" y="1901"/>
                  </a:cubicBezTo>
                  <a:cubicBezTo>
                    <a:pt x="3579" y="2819"/>
                    <a:pt x="2819" y="3579"/>
                    <a:pt x="1900" y="3579"/>
                  </a:cubicBezTo>
                  <a:cubicBezTo>
                    <a:pt x="950" y="3579"/>
                    <a:pt x="190" y="2819"/>
                    <a:pt x="190" y="1901"/>
                  </a:cubicBezTo>
                  <a:cubicBezTo>
                    <a:pt x="190" y="951"/>
                    <a:pt x="950" y="191"/>
                    <a:pt x="1900" y="191"/>
                  </a:cubicBezTo>
                  <a:close/>
                  <a:moveTo>
                    <a:pt x="1900" y="1"/>
                  </a:moveTo>
                  <a:cubicBezTo>
                    <a:pt x="855" y="1"/>
                    <a:pt x="0" y="856"/>
                    <a:pt x="0" y="1901"/>
                  </a:cubicBezTo>
                  <a:cubicBezTo>
                    <a:pt x="0" y="2946"/>
                    <a:pt x="855" y="3769"/>
                    <a:pt x="1900" y="3769"/>
                  </a:cubicBezTo>
                  <a:cubicBezTo>
                    <a:pt x="2945" y="3769"/>
                    <a:pt x="3769" y="2946"/>
                    <a:pt x="3769" y="1901"/>
                  </a:cubicBezTo>
                  <a:cubicBezTo>
                    <a:pt x="3769" y="856"/>
                    <a:pt x="2945" y="1"/>
                    <a:pt x="1900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3" name="Google Shape;5663;p34"/>
            <p:cNvSpPr/>
            <p:nvPr/>
          </p:nvSpPr>
          <p:spPr>
            <a:xfrm>
              <a:off x="6484631" y="4313349"/>
              <a:ext cx="79205" cy="79205"/>
            </a:xfrm>
            <a:custGeom>
              <a:rect b="b" l="l" r="r" t="t"/>
              <a:pathLst>
                <a:path extrusionOk="0" h="2218" w="2218">
                  <a:moveTo>
                    <a:pt x="1109" y="0"/>
                  </a:moveTo>
                  <a:cubicBezTo>
                    <a:pt x="476" y="0"/>
                    <a:pt x="1" y="507"/>
                    <a:pt x="1" y="1109"/>
                  </a:cubicBezTo>
                  <a:cubicBezTo>
                    <a:pt x="1" y="1710"/>
                    <a:pt x="476" y="2217"/>
                    <a:pt x="1109" y="2217"/>
                  </a:cubicBezTo>
                  <a:cubicBezTo>
                    <a:pt x="1711" y="2217"/>
                    <a:pt x="2218" y="1710"/>
                    <a:pt x="2218" y="1109"/>
                  </a:cubicBezTo>
                  <a:cubicBezTo>
                    <a:pt x="2218" y="475"/>
                    <a:pt x="1711" y="0"/>
                    <a:pt x="1109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4" name="Google Shape;5664;p34"/>
            <p:cNvSpPr/>
            <p:nvPr/>
          </p:nvSpPr>
          <p:spPr>
            <a:xfrm>
              <a:off x="4231902" y="4332561"/>
              <a:ext cx="44138" cy="44138"/>
            </a:xfrm>
            <a:custGeom>
              <a:rect b="b" l="l" r="r" t="t"/>
              <a:pathLst>
                <a:path extrusionOk="0" h="1236" w="1236">
                  <a:moveTo>
                    <a:pt x="634" y="1"/>
                  </a:moveTo>
                  <a:cubicBezTo>
                    <a:pt x="285" y="1"/>
                    <a:pt x="0" y="286"/>
                    <a:pt x="0" y="634"/>
                  </a:cubicBezTo>
                  <a:cubicBezTo>
                    <a:pt x="0" y="951"/>
                    <a:pt x="285" y="1236"/>
                    <a:pt x="634" y="1236"/>
                  </a:cubicBezTo>
                  <a:cubicBezTo>
                    <a:pt x="950" y="1236"/>
                    <a:pt x="1235" y="951"/>
                    <a:pt x="1235" y="634"/>
                  </a:cubicBezTo>
                  <a:cubicBezTo>
                    <a:pt x="1235" y="286"/>
                    <a:pt x="950" y="1"/>
                    <a:pt x="634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65" name="Google Shape;5665;p34"/>
          <p:cNvSpPr txBox="1"/>
          <p:nvPr/>
        </p:nvSpPr>
        <p:spPr>
          <a:xfrm>
            <a:off x="6698850" y="1215885"/>
            <a:ext cx="18351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Investment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66" name="Google Shape;5666;p34"/>
          <p:cNvSpPr txBox="1"/>
          <p:nvPr/>
        </p:nvSpPr>
        <p:spPr>
          <a:xfrm>
            <a:off x="6698846" y="1428299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7" name="Google Shape;5667;p34"/>
          <p:cNvSpPr txBox="1"/>
          <p:nvPr/>
        </p:nvSpPr>
        <p:spPr>
          <a:xfrm>
            <a:off x="6698850" y="1928907"/>
            <a:ext cx="18351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Personal finance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68" name="Google Shape;5668;p34"/>
          <p:cNvSpPr txBox="1"/>
          <p:nvPr/>
        </p:nvSpPr>
        <p:spPr>
          <a:xfrm>
            <a:off x="6698846" y="2141321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Despite being red, it’s actually a cold place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9" name="Google Shape;5669;p34"/>
          <p:cNvSpPr txBox="1"/>
          <p:nvPr/>
        </p:nvSpPr>
        <p:spPr>
          <a:xfrm>
            <a:off x="6698850" y="2641929"/>
            <a:ext cx="18351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Taxes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70" name="Google Shape;5670;p34"/>
          <p:cNvSpPr txBox="1"/>
          <p:nvPr/>
        </p:nvSpPr>
        <p:spPr>
          <a:xfrm>
            <a:off x="6698846" y="2854343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Neptune is the farthest from 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1" name="Google Shape;5671;p34"/>
          <p:cNvSpPr txBox="1"/>
          <p:nvPr/>
        </p:nvSpPr>
        <p:spPr>
          <a:xfrm>
            <a:off x="6698850" y="3354951"/>
            <a:ext cx="18351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Savings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72" name="Google Shape;5672;p34"/>
          <p:cNvSpPr txBox="1"/>
          <p:nvPr/>
        </p:nvSpPr>
        <p:spPr>
          <a:xfrm>
            <a:off x="6698846" y="356736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3" name="Google Shape;5673;p34"/>
          <p:cNvSpPr txBox="1"/>
          <p:nvPr/>
        </p:nvSpPr>
        <p:spPr>
          <a:xfrm>
            <a:off x="6698850" y="4067973"/>
            <a:ext cx="18351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Debts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674" name="Google Shape;5674;p34"/>
          <p:cNvSpPr txBox="1"/>
          <p:nvPr/>
        </p:nvSpPr>
        <p:spPr>
          <a:xfrm>
            <a:off x="6698846" y="428038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Earth is third planet from 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5" name="Google Shape;5675;p34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9" name="Shape 5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0" name="Google Shape;5680;p35"/>
          <p:cNvGrpSpPr/>
          <p:nvPr/>
        </p:nvGrpSpPr>
        <p:grpSpPr>
          <a:xfrm>
            <a:off x="1883307" y="1336947"/>
            <a:ext cx="1861831" cy="2469583"/>
            <a:chOff x="2035707" y="1336947"/>
            <a:chExt cx="1861831" cy="2469583"/>
          </a:xfrm>
        </p:grpSpPr>
        <p:sp>
          <p:nvSpPr>
            <p:cNvPr id="5681" name="Google Shape;5681;p35"/>
            <p:cNvSpPr/>
            <p:nvPr/>
          </p:nvSpPr>
          <p:spPr>
            <a:xfrm>
              <a:off x="2610515" y="3386721"/>
              <a:ext cx="1193996" cy="419810"/>
            </a:xfrm>
            <a:custGeom>
              <a:rect b="b" l="l" r="r" t="t"/>
              <a:pathLst>
                <a:path extrusionOk="0" h="12004" w="34141">
                  <a:moveTo>
                    <a:pt x="444" y="1"/>
                  </a:moveTo>
                  <a:lnTo>
                    <a:pt x="1" y="222"/>
                  </a:lnTo>
                  <a:cubicBezTo>
                    <a:pt x="3294" y="7601"/>
                    <a:pt x="10578" y="12003"/>
                    <a:pt x="18211" y="12003"/>
                  </a:cubicBezTo>
                  <a:cubicBezTo>
                    <a:pt x="20934" y="12003"/>
                    <a:pt x="23689" y="11433"/>
                    <a:pt x="26318" y="10261"/>
                  </a:cubicBezTo>
                  <a:cubicBezTo>
                    <a:pt x="29421" y="8900"/>
                    <a:pt x="32113" y="6746"/>
                    <a:pt x="34140" y="4054"/>
                  </a:cubicBezTo>
                  <a:lnTo>
                    <a:pt x="33728" y="3738"/>
                  </a:lnTo>
                  <a:cubicBezTo>
                    <a:pt x="31765" y="6366"/>
                    <a:pt x="29136" y="8488"/>
                    <a:pt x="26128" y="9818"/>
                  </a:cubicBezTo>
                  <a:cubicBezTo>
                    <a:pt x="23560" y="10965"/>
                    <a:pt x="20872" y="11508"/>
                    <a:pt x="18226" y="11508"/>
                  </a:cubicBezTo>
                  <a:cubicBezTo>
                    <a:pt x="10785" y="11508"/>
                    <a:pt x="3668" y="7219"/>
                    <a:pt x="444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2" name="Google Shape;5682;p35"/>
            <p:cNvSpPr/>
            <p:nvPr/>
          </p:nvSpPr>
          <p:spPr>
            <a:xfrm>
              <a:off x="2548509" y="3303801"/>
              <a:ext cx="107470" cy="99567"/>
            </a:xfrm>
            <a:custGeom>
              <a:rect b="b" l="l" r="r" t="t"/>
              <a:pathLst>
                <a:path extrusionOk="0" h="2847" w="3073">
                  <a:moveTo>
                    <a:pt x="1457" y="503"/>
                  </a:moveTo>
                  <a:cubicBezTo>
                    <a:pt x="1837" y="503"/>
                    <a:pt x="2154" y="693"/>
                    <a:pt x="2312" y="1042"/>
                  </a:cubicBezTo>
                  <a:cubicBezTo>
                    <a:pt x="2534" y="1517"/>
                    <a:pt x="2312" y="2055"/>
                    <a:pt x="1837" y="2277"/>
                  </a:cubicBezTo>
                  <a:cubicBezTo>
                    <a:pt x="1720" y="2335"/>
                    <a:pt x="1593" y="2363"/>
                    <a:pt x="1467" y="2363"/>
                  </a:cubicBezTo>
                  <a:cubicBezTo>
                    <a:pt x="1118" y="2363"/>
                    <a:pt x="773" y="2151"/>
                    <a:pt x="634" y="1802"/>
                  </a:cubicBezTo>
                  <a:cubicBezTo>
                    <a:pt x="507" y="1580"/>
                    <a:pt x="507" y="1327"/>
                    <a:pt x="602" y="1105"/>
                  </a:cubicBezTo>
                  <a:cubicBezTo>
                    <a:pt x="697" y="852"/>
                    <a:pt x="855" y="662"/>
                    <a:pt x="1109" y="567"/>
                  </a:cubicBezTo>
                  <a:cubicBezTo>
                    <a:pt x="1204" y="535"/>
                    <a:pt x="1331" y="503"/>
                    <a:pt x="1457" y="503"/>
                  </a:cubicBezTo>
                  <a:close/>
                  <a:moveTo>
                    <a:pt x="1456" y="0"/>
                  </a:moveTo>
                  <a:cubicBezTo>
                    <a:pt x="1264" y="0"/>
                    <a:pt x="1071" y="40"/>
                    <a:pt x="887" y="123"/>
                  </a:cubicBezTo>
                  <a:cubicBezTo>
                    <a:pt x="539" y="281"/>
                    <a:pt x="285" y="567"/>
                    <a:pt x="159" y="915"/>
                  </a:cubicBezTo>
                  <a:cubicBezTo>
                    <a:pt x="0" y="1263"/>
                    <a:pt x="32" y="1675"/>
                    <a:pt x="190" y="1992"/>
                  </a:cubicBezTo>
                  <a:cubicBezTo>
                    <a:pt x="412" y="2530"/>
                    <a:pt x="919" y="2847"/>
                    <a:pt x="1489" y="2847"/>
                  </a:cubicBezTo>
                  <a:cubicBezTo>
                    <a:pt x="1679" y="2847"/>
                    <a:pt x="1869" y="2815"/>
                    <a:pt x="2059" y="2720"/>
                  </a:cubicBezTo>
                  <a:cubicBezTo>
                    <a:pt x="2756" y="2403"/>
                    <a:pt x="3072" y="1580"/>
                    <a:pt x="2756" y="852"/>
                  </a:cubicBezTo>
                  <a:cubicBezTo>
                    <a:pt x="2597" y="503"/>
                    <a:pt x="2312" y="250"/>
                    <a:pt x="1964" y="91"/>
                  </a:cubicBezTo>
                  <a:cubicBezTo>
                    <a:pt x="1799" y="32"/>
                    <a:pt x="1628" y="0"/>
                    <a:pt x="1456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3" name="Google Shape;5683;p35"/>
            <p:cNvSpPr/>
            <p:nvPr/>
          </p:nvSpPr>
          <p:spPr>
            <a:xfrm>
              <a:off x="3750199" y="3387280"/>
              <a:ext cx="147339" cy="171155"/>
            </a:xfrm>
            <a:custGeom>
              <a:rect b="b" l="l" r="r" t="t"/>
              <a:pathLst>
                <a:path extrusionOk="0" h="4894" w="4213">
                  <a:moveTo>
                    <a:pt x="3516" y="871"/>
                  </a:moveTo>
                  <a:lnTo>
                    <a:pt x="2566" y="4260"/>
                  </a:lnTo>
                  <a:lnTo>
                    <a:pt x="665" y="2930"/>
                  </a:lnTo>
                  <a:lnTo>
                    <a:pt x="3516" y="871"/>
                  </a:lnTo>
                  <a:close/>
                  <a:moveTo>
                    <a:pt x="3931" y="0"/>
                  </a:moveTo>
                  <a:cubicBezTo>
                    <a:pt x="3880" y="0"/>
                    <a:pt x="3832" y="16"/>
                    <a:pt x="3801" y="48"/>
                  </a:cubicBezTo>
                  <a:lnTo>
                    <a:pt x="95" y="2740"/>
                  </a:lnTo>
                  <a:cubicBezTo>
                    <a:pt x="32" y="2772"/>
                    <a:pt x="0" y="2867"/>
                    <a:pt x="0" y="2930"/>
                  </a:cubicBezTo>
                  <a:cubicBezTo>
                    <a:pt x="0" y="3025"/>
                    <a:pt x="32" y="3088"/>
                    <a:pt x="95" y="3152"/>
                  </a:cubicBezTo>
                  <a:lnTo>
                    <a:pt x="2566" y="4830"/>
                  </a:lnTo>
                  <a:cubicBezTo>
                    <a:pt x="2597" y="4862"/>
                    <a:pt x="2661" y="4893"/>
                    <a:pt x="2692" y="4893"/>
                  </a:cubicBezTo>
                  <a:cubicBezTo>
                    <a:pt x="2724" y="4893"/>
                    <a:pt x="2756" y="4893"/>
                    <a:pt x="2787" y="4862"/>
                  </a:cubicBezTo>
                  <a:cubicBezTo>
                    <a:pt x="2851" y="4862"/>
                    <a:pt x="2914" y="4798"/>
                    <a:pt x="2946" y="4703"/>
                  </a:cubicBezTo>
                  <a:lnTo>
                    <a:pt x="4181" y="301"/>
                  </a:lnTo>
                  <a:cubicBezTo>
                    <a:pt x="4212" y="206"/>
                    <a:pt x="4181" y="111"/>
                    <a:pt x="4086" y="48"/>
                  </a:cubicBezTo>
                  <a:cubicBezTo>
                    <a:pt x="4038" y="16"/>
                    <a:pt x="3983" y="0"/>
                    <a:pt x="3931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4" name="Google Shape;5684;p35"/>
            <p:cNvSpPr/>
            <p:nvPr/>
          </p:nvSpPr>
          <p:spPr>
            <a:xfrm>
              <a:off x="2215151" y="1773055"/>
              <a:ext cx="1622584" cy="1898342"/>
            </a:xfrm>
            <a:custGeom>
              <a:rect b="b" l="l" r="r" t="t"/>
              <a:pathLst>
                <a:path extrusionOk="0" h="54281" w="46396">
                  <a:moveTo>
                    <a:pt x="35596" y="0"/>
                  </a:moveTo>
                  <a:lnTo>
                    <a:pt x="0" y="18526"/>
                  </a:lnTo>
                  <a:lnTo>
                    <a:pt x="14663" y="45382"/>
                  </a:lnTo>
                  <a:cubicBezTo>
                    <a:pt x="17513" y="50670"/>
                    <a:pt x="23087" y="54281"/>
                    <a:pt x="29547" y="54281"/>
                  </a:cubicBezTo>
                  <a:cubicBezTo>
                    <a:pt x="38858" y="54281"/>
                    <a:pt x="46395" y="46743"/>
                    <a:pt x="46395" y="37464"/>
                  </a:cubicBezTo>
                  <a:cubicBezTo>
                    <a:pt x="46395" y="35216"/>
                    <a:pt x="45952" y="33062"/>
                    <a:pt x="45160" y="31131"/>
                  </a:cubicBezTo>
                  <a:lnTo>
                    <a:pt x="35596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5" name="Google Shape;5685;p35"/>
            <p:cNvSpPr/>
            <p:nvPr/>
          </p:nvSpPr>
          <p:spPr>
            <a:xfrm>
              <a:off x="2035707" y="1336947"/>
              <a:ext cx="1546169" cy="1408552"/>
            </a:xfrm>
            <a:custGeom>
              <a:rect b="b" l="l" r="r" t="t"/>
              <a:pathLst>
                <a:path extrusionOk="0" h="40276" w="44211">
                  <a:moveTo>
                    <a:pt x="22102" y="0"/>
                  </a:moveTo>
                  <a:cubicBezTo>
                    <a:pt x="16952" y="0"/>
                    <a:pt x="11797" y="1972"/>
                    <a:pt x="7855" y="5915"/>
                  </a:cubicBezTo>
                  <a:cubicBezTo>
                    <a:pt x="1" y="13768"/>
                    <a:pt x="1" y="26531"/>
                    <a:pt x="7855" y="34385"/>
                  </a:cubicBezTo>
                  <a:cubicBezTo>
                    <a:pt x="11797" y="38312"/>
                    <a:pt x="16952" y="40275"/>
                    <a:pt x="22102" y="40275"/>
                  </a:cubicBezTo>
                  <a:cubicBezTo>
                    <a:pt x="27252" y="40275"/>
                    <a:pt x="32398" y="38312"/>
                    <a:pt x="36325" y="34385"/>
                  </a:cubicBezTo>
                  <a:cubicBezTo>
                    <a:pt x="44211" y="26531"/>
                    <a:pt x="44211" y="13768"/>
                    <a:pt x="36325" y="5915"/>
                  </a:cubicBezTo>
                  <a:cubicBezTo>
                    <a:pt x="32398" y="1972"/>
                    <a:pt x="27252" y="0"/>
                    <a:pt x="22102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686" name="Google Shape;5686;p35"/>
          <p:cNvGrpSpPr/>
          <p:nvPr/>
        </p:nvGrpSpPr>
        <p:grpSpPr>
          <a:xfrm>
            <a:off x="3785626" y="1336947"/>
            <a:ext cx="1652521" cy="2334449"/>
            <a:chOff x="3785626" y="1336947"/>
            <a:chExt cx="1652521" cy="2334449"/>
          </a:xfrm>
        </p:grpSpPr>
        <p:sp>
          <p:nvSpPr>
            <p:cNvPr id="5687" name="Google Shape;5687;p35"/>
            <p:cNvSpPr/>
            <p:nvPr/>
          </p:nvSpPr>
          <p:spPr>
            <a:xfrm>
              <a:off x="4015990" y="2422074"/>
              <a:ext cx="1367879" cy="594777"/>
            </a:xfrm>
            <a:custGeom>
              <a:rect b="b" l="l" r="r" t="t"/>
              <a:pathLst>
                <a:path extrusionOk="0" h="17007" w="39113">
                  <a:moveTo>
                    <a:pt x="19699" y="0"/>
                  </a:moveTo>
                  <a:cubicBezTo>
                    <a:pt x="14917" y="0"/>
                    <a:pt x="10293" y="1742"/>
                    <a:pt x="6651" y="4845"/>
                  </a:cubicBezTo>
                  <a:cubicBezTo>
                    <a:pt x="3073" y="7981"/>
                    <a:pt x="698" y="12256"/>
                    <a:pt x="1" y="16943"/>
                  </a:cubicBezTo>
                  <a:lnTo>
                    <a:pt x="476" y="17006"/>
                  </a:lnTo>
                  <a:cubicBezTo>
                    <a:pt x="1901" y="7569"/>
                    <a:pt x="10167" y="507"/>
                    <a:pt x="19699" y="507"/>
                  </a:cubicBezTo>
                  <a:lnTo>
                    <a:pt x="19762" y="507"/>
                  </a:lnTo>
                  <a:cubicBezTo>
                    <a:pt x="28851" y="538"/>
                    <a:pt x="36610" y="6714"/>
                    <a:pt x="38637" y="15549"/>
                  </a:cubicBezTo>
                  <a:lnTo>
                    <a:pt x="39112" y="15454"/>
                  </a:lnTo>
                  <a:cubicBezTo>
                    <a:pt x="38130" y="11147"/>
                    <a:pt x="35660" y="7221"/>
                    <a:pt x="32208" y="4434"/>
                  </a:cubicBezTo>
                  <a:cubicBezTo>
                    <a:pt x="28693" y="1583"/>
                    <a:pt x="24291" y="32"/>
                    <a:pt x="19762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8" name="Google Shape;5688;p35"/>
            <p:cNvSpPr/>
            <p:nvPr/>
          </p:nvSpPr>
          <p:spPr>
            <a:xfrm>
              <a:off x="3968392" y="3010172"/>
              <a:ext cx="99707" cy="99707"/>
            </a:xfrm>
            <a:custGeom>
              <a:rect b="b" l="l" r="r" t="t"/>
              <a:pathLst>
                <a:path extrusionOk="0" h="2851" w="2851">
                  <a:moveTo>
                    <a:pt x="1425" y="507"/>
                  </a:moveTo>
                  <a:cubicBezTo>
                    <a:pt x="1679" y="507"/>
                    <a:pt x="1900" y="602"/>
                    <a:pt x="2090" y="760"/>
                  </a:cubicBezTo>
                  <a:cubicBezTo>
                    <a:pt x="2249" y="950"/>
                    <a:pt x="2344" y="1172"/>
                    <a:pt x="2344" y="1425"/>
                  </a:cubicBezTo>
                  <a:cubicBezTo>
                    <a:pt x="2344" y="1679"/>
                    <a:pt x="2249" y="1900"/>
                    <a:pt x="2090" y="2090"/>
                  </a:cubicBezTo>
                  <a:cubicBezTo>
                    <a:pt x="1900" y="2249"/>
                    <a:pt x="1679" y="2344"/>
                    <a:pt x="1425" y="2344"/>
                  </a:cubicBezTo>
                  <a:cubicBezTo>
                    <a:pt x="1172" y="2344"/>
                    <a:pt x="950" y="2249"/>
                    <a:pt x="760" y="2090"/>
                  </a:cubicBezTo>
                  <a:cubicBezTo>
                    <a:pt x="602" y="1900"/>
                    <a:pt x="507" y="1679"/>
                    <a:pt x="507" y="1425"/>
                  </a:cubicBezTo>
                  <a:cubicBezTo>
                    <a:pt x="507" y="1172"/>
                    <a:pt x="602" y="950"/>
                    <a:pt x="760" y="760"/>
                  </a:cubicBezTo>
                  <a:cubicBezTo>
                    <a:pt x="950" y="602"/>
                    <a:pt x="1172" y="507"/>
                    <a:pt x="1425" y="507"/>
                  </a:cubicBezTo>
                  <a:close/>
                  <a:moveTo>
                    <a:pt x="1425" y="0"/>
                  </a:moveTo>
                  <a:cubicBezTo>
                    <a:pt x="1045" y="0"/>
                    <a:pt x="697" y="159"/>
                    <a:pt x="412" y="412"/>
                  </a:cubicBezTo>
                  <a:cubicBezTo>
                    <a:pt x="159" y="697"/>
                    <a:pt x="0" y="1045"/>
                    <a:pt x="0" y="1425"/>
                  </a:cubicBezTo>
                  <a:cubicBezTo>
                    <a:pt x="0" y="1805"/>
                    <a:pt x="159" y="2154"/>
                    <a:pt x="412" y="2439"/>
                  </a:cubicBezTo>
                  <a:cubicBezTo>
                    <a:pt x="697" y="2692"/>
                    <a:pt x="1045" y="2850"/>
                    <a:pt x="1425" y="2850"/>
                  </a:cubicBezTo>
                  <a:cubicBezTo>
                    <a:pt x="1805" y="2850"/>
                    <a:pt x="2154" y="2692"/>
                    <a:pt x="2439" y="2439"/>
                  </a:cubicBezTo>
                  <a:cubicBezTo>
                    <a:pt x="2692" y="2154"/>
                    <a:pt x="2850" y="1805"/>
                    <a:pt x="2850" y="1425"/>
                  </a:cubicBezTo>
                  <a:cubicBezTo>
                    <a:pt x="2850" y="1045"/>
                    <a:pt x="2692" y="697"/>
                    <a:pt x="2439" y="412"/>
                  </a:cubicBezTo>
                  <a:cubicBezTo>
                    <a:pt x="2154" y="159"/>
                    <a:pt x="1805" y="0"/>
                    <a:pt x="1425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9" name="Google Shape;5689;p35"/>
            <p:cNvSpPr/>
            <p:nvPr/>
          </p:nvSpPr>
          <p:spPr>
            <a:xfrm>
              <a:off x="5319590" y="2948795"/>
              <a:ext cx="118557" cy="175492"/>
            </a:xfrm>
            <a:custGeom>
              <a:rect b="b" l="l" r="r" t="t"/>
              <a:pathLst>
                <a:path extrusionOk="0" h="5018" w="3390">
                  <a:moveTo>
                    <a:pt x="2851" y="552"/>
                  </a:moveTo>
                  <a:lnTo>
                    <a:pt x="2566" y="4067"/>
                  </a:lnTo>
                  <a:lnTo>
                    <a:pt x="634" y="1122"/>
                  </a:lnTo>
                  <a:lnTo>
                    <a:pt x="2851" y="552"/>
                  </a:lnTo>
                  <a:close/>
                  <a:moveTo>
                    <a:pt x="3148" y="0"/>
                  </a:moveTo>
                  <a:cubicBezTo>
                    <a:pt x="3125" y="0"/>
                    <a:pt x="3100" y="4"/>
                    <a:pt x="3072" y="13"/>
                  </a:cubicBezTo>
                  <a:lnTo>
                    <a:pt x="190" y="710"/>
                  </a:lnTo>
                  <a:cubicBezTo>
                    <a:pt x="95" y="742"/>
                    <a:pt x="32" y="805"/>
                    <a:pt x="0" y="868"/>
                  </a:cubicBezTo>
                  <a:cubicBezTo>
                    <a:pt x="0" y="932"/>
                    <a:pt x="0" y="1027"/>
                    <a:pt x="32" y="1090"/>
                  </a:cubicBezTo>
                  <a:lnTo>
                    <a:pt x="2534" y="4922"/>
                  </a:lnTo>
                  <a:cubicBezTo>
                    <a:pt x="2566" y="4985"/>
                    <a:pt x="2661" y="5017"/>
                    <a:pt x="2724" y="5017"/>
                  </a:cubicBezTo>
                  <a:lnTo>
                    <a:pt x="2787" y="5017"/>
                  </a:lnTo>
                  <a:cubicBezTo>
                    <a:pt x="2882" y="4985"/>
                    <a:pt x="2977" y="4922"/>
                    <a:pt x="2977" y="4795"/>
                  </a:cubicBezTo>
                  <a:lnTo>
                    <a:pt x="3389" y="267"/>
                  </a:lnTo>
                  <a:cubicBezTo>
                    <a:pt x="3389" y="172"/>
                    <a:pt x="3357" y="108"/>
                    <a:pt x="3294" y="45"/>
                  </a:cubicBezTo>
                  <a:cubicBezTo>
                    <a:pt x="3249" y="23"/>
                    <a:pt x="3204" y="0"/>
                    <a:pt x="3148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0" name="Google Shape;5690;p35"/>
            <p:cNvSpPr/>
            <p:nvPr/>
          </p:nvSpPr>
          <p:spPr>
            <a:xfrm>
              <a:off x="3875330" y="1996774"/>
              <a:ext cx="1418834" cy="1674623"/>
            </a:xfrm>
            <a:custGeom>
              <a:rect b="b" l="l" r="r" t="t"/>
              <a:pathLst>
                <a:path extrusionOk="0" h="47884" w="40570">
                  <a:moveTo>
                    <a:pt x="39651" y="0"/>
                  </a:moveTo>
                  <a:lnTo>
                    <a:pt x="1" y="6144"/>
                  </a:lnTo>
                  <a:lnTo>
                    <a:pt x="7285" y="34709"/>
                  </a:lnTo>
                  <a:cubicBezTo>
                    <a:pt x="8963" y="42246"/>
                    <a:pt x="15677" y="47884"/>
                    <a:pt x="23721" y="47884"/>
                  </a:cubicBezTo>
                  <a:cubicBezTo>
                    <a:pt x="33032" y="47884"/>
                    <a:pt x="40569" y="40346"/>
                    <a:pt x="40569" y="31067"/>
                  </a:cubicBezTo>
                  <a:cubicBezTo>
                    <a:pt x="40569" y="30687"/>
                    <a:pt x="40569" y="30339"/>
                    <a:pt x="40537" y="29959"/>
                  </a:cubicBezTo>
                  <a:lnTo>
                    <a:pt x="39651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1" name="Google Shape;5691;p35"/>
            <p:cNvSpPr/>
            <p:nvPr/>
          </p:nvSpPr>
          <p:spPr>
            <a:xfrm>
              <a:off x="3785626" y="1336947"/>
              <a:ext cx="1546169" cy="1408552"/>
            </a:xfrm>
            <a:custGeom>
              <a:rect b="b" l="l" r="r" t="t"/>
              <a:pathLst>
                <a:path extrusionOk="0" h="40276" w="44211">
                  <a:moveTo>
                    <a:pt x="22106" y="0"/>
                  </a:moveTo>
                  <a:cubicBezTo>
                    <a:pt x="16952" y="0"/>
                    <a:pt x="11798" y="1972"/>
                    <a:pt x="7855" y="5915"/>
                  </a:cubicBezTo>
                  <a:cubicBezTo>
                    <a:pt x="1" y="13768"/>
                    <a:pt x="1" y="26531"/>
                    <a:pt x="7855" y="34385"/>
                  </a:cubicBezTo>
                  <a:cubicBezTo>
                    <a:pt x="11798" y="38312"/>
                    <a:pt x="16952" y="40275"/>
                    <a:pt x="22106" y="40275"/>
                  </a:cubicBezTo>
                  <a:cubicBezTo>
                    <a:pt x="27260" y="40275"/>
                    <a:pt x="32414" y="38312"/>
                    <a:pt x="36357" y="34385"/>
                  </a:cubicBezTo>
                  <a:cubicBezTo>
                    <a:pt x="44211" y="26531"/>
                    <a:pt x="44211" y="13768"/>
                    <a:pt x="36357" y="5915"/>
                  </a:cubicBezTo>
                  <a:cubicBezTo>
                    <a:pt x="32414" y="1972"/>
                    <a:pt x="27260" y="0"/>
                    <a:pt x="22106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692" name="Google Shape;5692;p35"/>
          <p:cNvGrpSpPr/>
          <p:nvPr/>
        </p:nvGrpSpPr>
        <p:grpSpPr>
          <a:xfrm>
            <a:off x="5669127" y="1336947"/>
            <a:ext cx="1591564" cy="2461819"/>
            <a:chOff x="5516730" y="1336947"/>
            <a:chExt cx="1591564" cy="2461819"/>
          </a:xfrm>
        </p:grpSpPr>
        <p:sp>
          <p:nvSpPr>
            <p:cNvPr id="5693" name="Google Shape;5693;p35"/>
            <p:cNvSpPr/>
            <p:nvPr/>
          </p:nvSpPr>
          <p:spPr>
            <a:xfrm>
              <a:off x="5578736" y="3365667"/>
              <a:ext cx="1247154" cy="433099"/>
            </a:xfrm>
            <a:custGeom>
              <a:rect b="b" l="l" r="r" t="t"/>
              <a:pathLst>
                <a:path extrusionOk="0" h="12384" w="35661">
                  <a:moveTo>
                    <a:pt x="35185" y="1"/>
                  </a:moveTo>
                  <a:cubicBezTo>
                    <a:pt x="32145" y="7221"/>
                    <a:pt x="25115" y="11908"/>
                    <a:pt x="17261" y="11908"/>
                  </a:cubicBezTo>
                  <a:cubicBezTo>
                    <a:pt x="10357" y="11908"/>
                    <a:pt x="3896" y="8172"/>
                    <a:pt x="413" y="2186"/>
                  </a:cubicBezTo>
                  <a:lnTo>
                    <a:pt x="1" y="2439"/>
                  </a:lnTo>
                  <a:cubicBezTo>
                    <a:pt x="1711" y="5416"/>
                    <a:pt x="4181" y="7886"/>
                    <a:pt x="7158" y="9660"/>
                  </a:cubicBezTo>
                  <a:cubicBezTo>
                    <a:pt x="10198" y="11433"/>
                    <a:pt x="13714" y="12383"/>
                    <a:pt x="17261" y="12383"/>
                  </a:cubicBezTo>
                  <a:cubicBezTo>
                    <a:pt x="25305" y="12383"/>
                    <a:pt x="32525" y="7601"/>
                    <a:pt x="35660" y="191"/>
                  </a:cubicBezTo>
                  <a:lnTo>
                    <a:pt x="35185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4" name="Google Shape;5694;p35"/>
            <p:cNvSpPr/>
            <p:nvPr/>
          </p:nvSpPr>
          <p:spPr>
            <a:xfrm>
              <a:off x="5516730" y="3360142"/>
              <a:ext cx="99707" cy="98622"/>
            </a:xfrm>
            <a:custGeom>
              <a:rect b="b" l="l" r="r" t="t"/>
              <a:pathLst>
                <a:path extrusionOk="0" h="2820" w="2851">
                  <a:moveTo>
                    <a:pt x="1426" y="476"/>
                  </a:moveTo>
                  <a:cubicBezTo>
                    <a:pt x="1932" y="476"/>
                    <a:pt x="2376" y="887"/>
                    <a:pt x="2376" y="1394"/>
                  </a:cubicBezTo>
                  <a:cubicBezTo>
                    <a:pt x="2376" y="1932"/>
                    <a:pt x="1964" y="2344"/>
                    <a:pt x="1426" y="2344"/>
                  </a:cubicBezTo>
                  <a:cubicBezTo>
                    <a:pt x="919" y="2344"/>
                    <a:pt x="507" y="1932"/>
                    <a:pt x="507" y="1394"/>
                  </a:cubicBezTo>
                  <a:cubicBezTo>
                    <a:pt x="507" y="887"/>
                    <a:pt x="919" y="476"/>
                    <a:pt x="1426" y="476"/>
                  </a:cubicBezTo>
                  <a:close/>
                  <a:moveTo>
                    <a:pt x="1426" y="1"/>
                  </a:moveTo>
                  <a:cubicBezTo>
                    <a:pt x="666" y="1"/>
                    <a:pt x="1" y="634"/>
                    <a:pt x="1" y="1394"/>
                  </a:cubicBezTo>
                  <a:cubicBezTo>
                    <a:pt x="1" y="2186"/>
                    <a:pt x="666" y="2819"/>
                    <a:pt x="1426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5" name="Google Shape;5695;p35"/>
            <p:cNvSpPr/>
            <p:nvPr/>
          </p:nvSpPr>
          <p:spPr>
            <a:xfrm>
              <a:off x="6762730" y="3216125"/>
              <a:ext cx="122963" cy="177276"/>
            </a:xfrm>
            <a:custGeom>
              <a:rect b="b" l="l" r="r" t="t"/>
              <a:pathLst>
                <a:path extrusionOk="0" h="5069" w="3516">
                  <a:moveTo>
                    <a:pt x="2977" y="952"/>
                  </a:moveTo>
                  <a:lnTo>
                    <a:pt x="2787" y="4467"/>
                  </a:lnTo>
                  <a:lnTo>
                    <a:pt x="665" y="3580"/>
                  </a:lnTo>
                  <a:lnTo>
                    <a:pt x="2977" y="952"/>
                  </a:lnTo>
                  <a:close/>
                  <a:moveTo>
                    <a:pt x="3258" y="0"/>
                  </a:moveTo>
                  <a:cubicBezTo>
                    <a:pt x="3199" y="0"/>
                    <a:pt x="3145" y="35"/>
                    <a:pt x="3104" y="97"/>
                  </a:cubicBezTo>
                  <a:lnTo>
                    <a:pt x="64" y="3517"/>
                  </a:lnTo>
                  <a:cubicBezTo>
                    <a:pt x="0" y="3580"/>
                    <a:pt x="0" y="3644"/>
                    <a:pt x="0" y="3739"/>
                  </a:cubicBezTo>
                  <a:cubicBezTo>
                    <a:pt x="32" y="3802"/>
                    <a:pt x="95" y="3865"/>
                    <a:pt x="159" y="3897"/>
                  </a:cubicBezTo>
                  <a:lnTo>
                    <a:pt x="2914" y="5037"/>
                  </a:lnTo>
                  <a:cubicBezTo>
                    <a:pt x="2945" y="5037"/>
                    <a:pt x="2977" y="5069"/>
                    <a:pt x="3009" y="5069"/>
                  </a:cubicBezTo>
                  <a:cubicBezTo>
                    <a:pt x="3072" y="5069"/>
                    <a:pt x="3104" y="5037"/>
                    <a:pt x="3135" y="5005"/>
                  </a:cubicBezTo>
                  <a:cubicBezTo>
                    <a:pt x="3199" y="4974"/>
                    <a:pt x="3262" y="4910"/>
                    <a:pt x="3262" y="4815"/>
                  </a:cubicBezTo>
                  <a:lnTo>
                    <a:pt x="3515" y="255"/>
                  </a:lnTo>
                  <a:cubicBezTo>
                    <a:pt x="3515" y="160"/>
                    <a:pt x="3452" y="65"/>
                    <a:pt x="3357" y="33"/>
                  </a:cubicBezTo>
                  <a:cubicBezTo>
                    <a:pt x="3323" y="11"/>
                    <a:pt x="3290" y="0"/>
                    <a:pt x="3258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6" name="Google Shape;5696;p35"/>
            <p:cNvSpPr/>
            <p:nvPr/>
          </p:nvSpPr>
          <p:spPr>
            <a:xfrm>
              <a:off x="5599789" y="1996774"/>
              <a:ext cx="1417715" cy="1674623"/>
            </a:xfrm>
            <a:custGeom>
              <a:rect b="b" l="l" r="r" t="t"/>
              <a:pathLst>
                <a:path extrusionOk="0" h="47884" w="40538">
                  <a:moveTo>
                    <a:pt x="887" y="0"/>
                  </a:moveTo>
                  <a:lnTo>
                    <a:pt x="1" y="29959"/>
                  </a:lnTo>
                  <a:lnTo>
                    <a:pt x="32" y="29991"/>
                  </a:lnTo>
                  <a:cubicBezTo>
                    <a:pt x="1" y="30339"/>
                    <a:pt x="1" y="30687"/>
                    <a:pt x="1" y="31067"/>
                  </a:cubicBezTo>
                  <a:cubicBezTo>
                    <a:pt x="1" y="40346"/>
                    <a:pt x="7538" y="47884"/>
                    <a:pt x="16849" y="47884"/>
                  </a:cubicBezTo>
                  <a:cubicBezTo>
                    <a:pt x="25114" y="47884"/>
                    <a:pt x="32018" y="41930"/>
                    <a:pt x="33412" y="34044"/>
                  </a:cubicBezTo>
                  <a:lnTo>
                    <a:pt x="40537" y="6144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7" name="Google Shape;5697;p35"/>
            <p:cNvSpPr/>
            <p:nvPr/>
          </p:nvSpPr>
          <p:spPr>
            <a:xfrm>
              <a:off x="5562124" y="1336947"/>
              <a:ext cx="1546169" cy="1408552"/>
            </a:xfrm>
            <a:custGeom>
              <a:rect b="b" l="l" r="r" t="t"/>
              <a:pathLst>
                <a:path extrusionOk="0" h="40276" w="44211">
                  <a:moveTo>
                    <a:pt x="22106" y="0"/>
                  </a:moveTo>
                  <a:cubicBezTo>
                    <a:pt x="16952" y="0"/>
                    <a:pt x="11798" y="1972"/>
                    <a:pt x="7855" y="5915"/>
                  </a:cubicBezTo>
                  <a:cubicBezTo>
                    <a:pt x="1" y="13768"/>
                    <a:pt x="1" y="26531"/>
                    <a:pt x="7855" y="34385"/>
                  </a:cubicBezTo>
                  <a:cubicBezTo>
                    <a:pt x="11798" y="38312"/>
                    <a:pt x="16952" y="40275"/>
                    <a:pt x="22106" y="40275"/>
                  </a:cubicBezTo>
                  <a:cubicBezTo>
                    <a:pt x="27260" y="40275"/>
                    <a:pt x="32414" y="38312"/>
                    <a:pt x="36357" y="34385"/>
                  </a:cubicBezTo>
                  <a:cubicBezTo>
                    <a:pt x="44211" y="26531"/>
                    <a:pt x="44211" y="13768"/>
                    <a:pt x="36357" y="5915"/>
                  </a:cubicBezTo>
                  <a:cubicBezTo>
                    <a:pt x="32414" y="1972"/>
                    <a:pt x="27260" y="0"/>
                    <a:pt x="22106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5698" name="Google Shape;5698;p35"/>
          <p:cNvSpPr txBox="1"/>
          <p:nvPr/>
        </p:nvSpPr>
        <p:spPr>
          <a:xfrm>
            <a:off x="2041575" y="4236600"/>
            <a:ext cx="154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9" name="Google Shape;5699;p35"/>
          <p:cNvSpPr txBox="1"/>
          <p:nvPr/>
        </p:nvSpPr>
        <p:spPr>
          <a:xfrm>
            <a:off x="5703059" y="4236600"/>
            <a:ext cx="1523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0" name="Google Shape;5700;p35"/>
          <p:cNvSpPr txBox="1"/>
          <p:nvPr/>
        </p:nvSpPr>
        <p:spPr>
          <a:xfrm>
            <a:off x="3872317" y="4236600"/>
            <a:ext cx="154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1" name="Google Shape;5701;p35"/>
          <p:cNvSpPr txBox="1"/>
          <p:nvPr/>
        </p:nvSpPr>
        <p:spPr>
          <a:xfrm>
            <a:off x="2041575" y="3959950"/>
            <a:ext cx="15453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702" name="Google Shape;5702;p35"/>
          <p:cNvSpPr txBox="1"/>
          <p:nvPr/>
        </p:nvSpPr>
        <p:spPr>
          <a:xfrm>
            <a:off x="3872317" y="3959950"/>
            <a:ext cx="15453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703" name="Google Shape;5703;p35"/>
          <p:cNvSpPr txBox="1"/>
          <p:nvPr/>
        </p:nvSpPr>
        <p:spPr>
          <a:xfrm>
            <a:off x="5703059" y="3959950"/>
            <a:ext cx="15237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704" name="Google Shape;5704;p35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5705" name="Google Shape;5705;p35"/>
          <p:cNvGrpSpPr/>
          <p:nvPr/>
        </p:nvGrpSpPr>
        <p:grpSpPr>
          <a:xfrm>
            <a:off x="4239700" y="1660500"/>
            <a:ext cx="744353" cy="731521"/>
            <a:chOff x="4239700" y="1660500"/>
            <a:chExt cx="744353" cy="731521"/>
          </a:xfrm>
        </p:grpSpPr>
        <p:sp>
          <p:nvSpPr>
            <p:cNvPr id="5706" name="Google Shape;5706;p35"/>
            <p:cNvSpPr/>
            <p:nvPr/>
          </p:nvSpPr>
          <p:spPr>
            <a:xfrm>
              <a:off x="4239700" y="1761513"/>
              <a:ext cx="598843" cy="536160"/>
            </a:xfrm>
            <a:custGeom>
              <a:rect b="b" l="l" r="r" t="t"/>
              <a:pathLst>
                <a:path extrusionOk="0" h="15297" w="16944">
                  <a:moveTo>
                    <a:pt x="7570" y="1235"/>
                  </a:moveTo>
                  <a:cubicBezTo>
                    <a:pt x="11085" y="1235"/>
                    <a:pt x="13935" y="4117"/>
                    <a:pt x="13935" y="7664"/>
                  </a:cubicBezTo>
                  <a:cubicBezTo>
                    <a:pt x="13935" y="11179"/>
                    <a:pt x="11085" y="14061"/>
                    <a:pt x="7601" y="14061"/>
                  </a:cubicBezTo>
                  <a:cubicBezTo>
                    <a:pt x="4086" y="14061"/>
                    <a:pt x="1236" y="11179"/>
                    <a:pt x="1236" y="7664"/>
                  </a:cubicBezTo>
                  <a:cubicBezTo>
                    <a:pt x="1236" y="4117"/>
                    <a:pt x="4086" y="1235"/>
                    <a:pt x="7570" y="1235"/>
                  </a:cubicBezTo>
                  <a:close/>
                  <a:moveTo>
                    <a:pt x="7601" y="0"/>
                  </a:moveTo>
                  <a:cubicBezTo>
                    <a:pt x="3421" y="0"/>
                    <a:pt x="1" y="3420"/>
                    <a:pt x="1" y="7632"/>
                  </a:cubicBezTo>
                  <a:cubicBezTo>
                    <a:pt x="1" y="11876"/>
                    <a:pt x="3421" y="15296"/>
                    <a:pt x="7601" y="15296"/>
                  </a:cubicBezTo>
                  <a:cubicBezTo>
                    <a:pt x="9501" y="15296"/>
                    <a:pt x="11211" y="14568"/>
                    <a:pt x="12542" y="13428"/>
                  </a:cubicBezTo>
                  <a:lnTo>
                    <a:pt x="13365" y="14220"/>
                  </a:lnTo>
                  <a:cubicBezTo>
                    <a:pt x="13492" y="14346"/>
                    <a:pt x="13650" y="14410"/>
                    <a:pt x="13808" y="14410"/>
                  </a:cubicBezTo>
                  <a:cubicBezTo>
                    <a:pt x="13967" y="14410"/>
                    <a:pt x="14125" y="14346"/>
                    <a:pt x="14252" y="14220"/>
                  </a:cubicBezTo>
                  <a:cubicBezTo>
                    <a:pt x="14473" y="13998"/>
                    <a:pt x="14473" y="13586"/>
                    <a:pt x="14220" y="13364"/>
                  </a:cubicBezTo>
                  <a:lnTo>
                    <a:pt x="13397" y="12541"/>
                  </a:lnTo>
                  <a:cubicBezTo>
                    <a:pt x="14378" y="11369"/>
                    <a:pt x="15012" y="9881"/>
                    <a:pt x="15138" y="8266"/>
                  </a:cubicBezTo>
                  <a:lnTo>
                    <a:pt x="16342" y="8266"/>
                  </a:lnTo>
                  <a:cubicBezTo>
                    <a:pt x="16690" y="8266"/>
                    <a:pt x="16944" y="7981"/>
                    <a:pt x="16944" y="7664"/>
                  </a:cubicBezTo>
                  <a:cubicBezTo>
                    <a:pt x="16944" y="7316"/>
                    <a:pt x="16690" y="7031"/>
                    <a:pt x="16342" y="7031"/>
                  </a:cubicBezTo>
                  <a:lnTo>
                    <a:pt x="15138" y="7031"/>
                  </a:lnTo>
                  <a:cubicBezTo>
                    <a:pt x="15012" y="5384"/>
                    <a:pt x="14347" y="3895"/>
                    <a:pt x="13365" y="2692"/>
                  </a:cubicBezTo>
                  <a:lnTo>
                    <a:pt x="14157" y="1869"/>
                  </a:lnTo>
                  <a:cubicBezTo>
                    <a:pt x="14410" y="1647"/>
                    <a:pt x="14410" y="1235"/>
                    <a:pt x="14157" y="1014"/>
                  </a:cubicBezTo>
                  <a:cubicBezTo>
                    <a:pt x="14046" y="887"/>
                    <a:pt x="13895" y="824"/>
                    <a:pt x="13741" y="824"/>
                  </a:cubicBezTo>
                  <a:cubicBezTo>
                    <a:pt x="13587" y="824"/>
                    <a:pt x="13428" y="887"/>
                    <a:pt x="13302" y="1014"/>
                  </a:cubicBezTo>
                  <a:lnTo>
                    <a:pt x="12510" y="1837"/>
                  </a:lnTo>
                  <a:cubicBezTo>
                    <a:pt x="11180" y="697"/>
                    <a:pt x="9470" y="0"/>
                    <a:pt x="76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7" name="Google Shape;5707;p35"/>
            <p:cNvSpPr/>
            <p:nvPr/>
          </p:nvSpPr>
          <p:spPr>
            <a:xfrm>
              <a:off x="4864242" y="1972406"/>
              <a:ext cx="119811" cy="114368"/>
            </a:xfrm>
            <a:custGeom>
              <a:rect b="b" l="l" r="r" t="t"/>
              <a:pathLst>
                <a:path extrusionOk="0" h="3263" w="3390">
                  <a:moveTo>
                    <a:pt x="694" y="0"/>
                  </a:moveTo>
                  <a:cubicBezTo>
                    <a:pt x="539" y="0"/>
                    <a:pt x="381" y="64"/>
                    <a:pt x="254" y="190"/>
                  </a:cubicBezTo>
                  <a:cubicBezTo>
                    <a:pt x="1" y="444"/>
                    <a:pt x="1" y="824"/>
                    <a:pt x="254" y="1045"/>
                  </a:cubicBezTo>
                  <a:lnTo>
                    <a:pt x="824" y="1647"/>
                  </a:lnTo>
                  <a:lnTo>
                    <a:pt x="254" y="2217"/>
                  </a:lnTo>
                  <a:cubicBezTo>
                    <a:pt x="1" y="2439"/>
                    <a:pt x="1" y="2851"/>
                    <a:pt x="254" y="3072"/>
                  </a:cubicBezTo>
                  <a:cubicBezTo>
                    <a:pt x="381" y="3199"/>
                    <a:pt x="539" y="3262"/>
                    <a:pt x="698" y="3262"/>
                  </a:cubicBezTo>
                  <a:cubicBezTo>
                    <a:pt x="856" y="3262"/>
                    <a:pt x="1014" y="3199"/>
                    <a:pt x="1141" y="3072"/>
                  </a:cubicBezTo>
                  <a:lnTo>
                    <a:pt x="1711" y="2502"/>
                  </a:lnTo>
                  <a:lnTo>
                    <a:pt x="2281" y="3072"/>
                  </a:lnTo>
                  <a:cubicBezTo>
                    <a:pt x="2408" y="3199"/>
                    <a:pt x="2566" y="3262"/>
                    <a:pt x="2725" y="3262"/>
                  </a:cubicBezTo>
                  <a:cubicBezTo>
                    <a:pt x="2883" y="3262"/>
                    <a:pt x="3041" y="3199"/>
                    <a:pt x="3136" y="3072"/>
                  </a:cubicBezTo>
                  <a:cubicBezTo>
                    <a:pt x="3390" y="2851"/>
                    <a:pt x="3390" y="2439"/>
                    <a:pt x="3136" y="2217"/>
                  </a:cubicBezTo>
                  <a:lnTo>
                    <a:pt x="2566" y="1647"/>
                  </a:lnTo>
                  <a:lnTo>
                    <a:pt x="3136" y="1045"/>
                  </a:lnTo>
                  <a:cubicBezTo>
                    <a:pt x="3390" y="824"/>
                    <a:pt x="3390" y="444"/>
                    <a:pt x="3136" y="190"/>
                  </a:cubicBezTo>
                  <a:cubicBezTo>
                    <a:pt x="3025" y="64"/>
                    <a:pt x="2867" y="0"/>
                    <a:pt x="2709" y="0"/>
                  </a:cubicBezTo>
                  <a:cubicBezTo>
                    <a:pt x="2550" y="0"/>
                    <a:pt x="2392" y="64"/>
                    <a:pt x="2281" y="190"/>
                  </a:cubicBezTo>
                  <a:lnTo>
                    <a:pt x="1711" y="760"/>
                  </a:lnTo>
                  <a:lnTo>
                    <a:pt x="1109" y="190"/>
                  </a:lnTo>
                  <a:cubicBezTo>
                    <a:pt x="999" y="64"/>
                    <a:pt x="848" y="0"/>
                    <a:pt x="6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8" name="Google Shape;5708;p35"/>
            <p:cNvSpPr/>
            <p:nvPr/>
          </p:nvSpPr>
          <p:spPr>
            <a:xfrm>
              <a:off x="4760157" y="1660500"/>
              <a:ext cx="119811" cy="113247"/>
            </a:xfrm>
            <a:custGeom>
              <a:rect b="b" l="l" r="r" t="t"/>
              <a:pathLst>
                <a:path extrusionOk="0" h="3231" w="3390">
                  <a:moveTo>
                    <a:pt x="682" y="0"/>
                  </a:moveTo>
                  <a:cubicBezTo>
                    <a:pt x="523" y="0"/>
                    <a:pt x="365" y="64"/>
                    <a:pt x="254" y="190"/>
                  </a:cubicBezTo>
                  <a:cubicBezTo>
                    <a:pt x="1" y="412"/>
                    <a:pt x="1" y="792"/>
                    <a:pt x="254" y="1045"/>
                  </a:cubicBezTo>
                  <a:lnTo>
                    <a:pt x="824" y="1615"/>
                  </a:lnTo>
                  <a:lnTo>
                    <a:pt x="254" y="2186"/>
                  </a:lnTo>
                  <a:cubicBezTo>
                    <a:pt x="1" y="2439"/>
                    <a:pt x="1" y="2819"/>
                    <a:pt x="254" y="3072"/>
                  </a:cubicBezTo>
                  <a:cubicBezTo>
                    <a:pt x="381" y="3199"/>
                    <a:pt x="539" y="3231"/>
                    <a:pt x="697" y="3231"/>
                  </a:cubicBezTo>
                  <a:cubicBezTo>
                    <a:pt x="856" y="3231"/>
                    <a:pt x="982" y="3199"/>
                    <a:pt x="1109" y="3072"/>
                  </a:cubicBezTo>
                  <a:lnTo>
                    <a:pt x="1711" y="2502"/>
                  </a:lnTo>
                  <a:lnTo>
                    <a:pt x="2281" y="3072"/>
                  </a:lnTo>
                  <a:cubicBezTo>
                    <a:pt x="2376" y="3199"/>
                    <a:pt x="2566" y="3231"/>
                    <a:pt x="2693" y="3231"/>
                  </a:cubicBezTo>
                  <a:cubicBezTo>
                    <a:pt x="2851" y="3231"/>
                    <a:pt x="3009" y="3199"/>
                    <a:pt x="3136" y="3072"/>
                  </a:cubicBezTo>
                  <a:cubicBezTo>
                    <a:pt x="3389" y="2819"/>
                    <a:pt x="3389" y="2439"/>
                    <a:pt x="3136" y="2186"/>
                  </a:cubicBezTo>
                  <a:lnTo>
                    <a:pt x="2566" y="1615"/>
                  </a:lnTo>
                  <a:lnTo>
                    <a:pt x="3136" y="1045"/>
                  </a:lnTo>
                  <a:cubicBezTo>
                    <a:pt x="3389" y="792"/>
                    <a:pt x="3389" y="412"/>
                    <a:pt x="3136" y="190"/>
                  </a:cubicBezTo>
                  <a:cubicBezTo>
                    <a:pt x="3025" y="64"/>
                    <a:pt x="2867" y="0"/>
                    <a:pt x="2708" y="0"/>
                  </a:cubicBezTo>
                  <a:cubicBezTo>
                    <a:pt x="2550" y="0"/>
                    <a:pt x="2392" y="64"/>
                    <a:pt x="2281" y="190"/>
                  </a:cubicBezTo>
                  <a:lnTo>
                    <a:pt x="1711" y="760"/>
                  </a:lnTo>
                  <a:lnTo>
                    <a:pt x="1109" y="190"/>
                  </a:lnTo>
                  <a:cubicBezTo>
                    <a:pt x="998" y="64"/>
                    <a:pt x="840" y="0"/>
                    <a:pt x="6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9" name="Google Shape;5709;p35"/>
            <p:cNvSpPr/>
            <p:nvPr/>
          </p:nvSpPr>
          <p:spPr>
            <a:xfrm>
              <a:off x="4760157" y="2277653"/>
              <a:ext cx="119811" cy="114368"/>
            </a:xfrm>
            <a:custGeom>
              <a:rect b="b" l="l" r="r" t="t"/>
              <a:pathLst>
                <a:path extrusionOk="0" h="3263" w="3390">
                  <a:moveTo>
                    <a:pt x="694" y="0"/>
                  </a:moveTo>
                  <a:cubicBezTo>
                    <a:pt x="539" y="0"/>
                    <a:pt x="381" y="64"/>
                    <a:pt x="254" y="190"/>
                  </a:cubicBezTo>
                  <a:cubicBezTo>
                    <a:pt x="1" y="444"/>
                    <a:pt x="1" y="824"/>
                    <a:pt x="254" y="1045"/>
                  </a:cubicBezTo>
                  <a:lnTo>
                    <a:pt x="824" y="1647"/>
                  </a:lnTo>
                  <a:lnTo>
                    <a:pt x="254" y="2217"/>
                  </a:lnTo>
                  <a:cubicBezTo>
                    <a:pt x="1" y="2470"/>
                    <a:pt x="1" y="2850"/>
                    <a:pt x="254" y="3072"/>
                  </a:cubicBezTo>
                  <a:cubicBezTo>
                    <a:pt x="381" y="3199"/>
                    <a:pt x="539" y="3262"/>
                    <a:pt x="697" y="3262"/>
                  </a:cubicBezTo>
                  <a:cubicBezTo>
                    <a:pt x="856" y="3262"/>
                    <a:pt x="1014" y="3199"/>
                    <a:pt x="1141" y="3072"/>
                  </a:cubicBezTo>
                  <a:lnTo>
                    <a:pt x="1711" y="2502"/>
                  </a:lnTo>
                  <a:lnTo>
                    <a:pt x="2281" y="3072"/>
                  </a:lnTo>
                  <a:cubicBezTo>
                    <a:pt x="2408" y="3199"/>
                    <a:pt x="2566" y="3262"/>
                    <a:pt x="2724" y="3262"/>
                  </a:cubicBezTo>
                  <a:cubicBezTo>
                    <a:pt x="2883" y="3262"/>
                    <a:pt x="3041" y="3199"/>
                    <a:pt x="3136" y="3072"/>
                  </a:cubicBezTo>
                  <a:cubicBezTo>
                    <a:pt x="3389" y="2850"/>
                    <a:pt x="3389" y="2439"/>
                    <a:pt x="3136" y="2217"/>
                  </a:cubicBezTo>
                  <a:lnTo>
                    <a:pt x="2566" y="1647"/>
                  </a:lnTo>
                  <a:lnTo>
                    <a:pt x="3136" y="1045"/>
                  </a:lnTo>
                  <a:cubicBezTo>
                    <a:pt x="3389" y="824"/>
                    <a:pt x="3389" y="444"/>
                    <a:pt x="3136" y="190"/>
                  </a:cubicBezTo>
                  <a:cubicBezTo>
                    <a:pt x="3025" y="64"/>
                    <a:pt x="2867" y="0"/>
                    <a:pt x="2708" y="0"/>
                  </a:cubicBezTo>
                  <a:cubicBezTo>
                    <a:pt x="2550" y="0"/>
                    <a:pt x="2392" y="64"/>
                    <a:pt x="2281" y="190"/>
                  </a:cubicBezTo>
                  <a:lnTo>
                    <a:pt x="1711" y="760"/>
                  </a:lnTo>
                  <a:lnTo>
                    <a:pt x="1109" y="190"/>
                  </a:lnTo>
                  <a:cubicBezTo>
                    <a:pt x="998" y="64"/>
                    <a:pt x="848" y="0"/>
                    <a:pt x="6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0" name="Google Shape;5710;p35"/>
            <p:cNvSpPr/>
            <p:nvPr/>
          </p:nvSpPr>
          <p:spPr>
            <a:xfrm>
              <a:off x="4424401" y="1873602"/>
              <a:ext cx="164555" cy="311945"/>
            </a:xfrm>
            <a:custGeom>
              <a:rect b="b" l="l" r="r" t="t"/>
              <a:pathLst>
                <a:path extrusionOk="0" h="8900" w="4656">
                  <a:moveTo>
                    <a:pt x="2249" y="1"/>
                  </a:moveTo>
                  <a:cubicBezTo>
                    <a:pt x="1932" y="1"/>
                    <a:pt x="1647" y="286"/>
                    <a:pt x="1647" y="634"/>
                  </a:cubicBezTo>
                  <a:lnTo>
                    <a:pt x="1647" y="919"/>
                  </a:lnTo>
                  <a:lnTo>
                    <a:pt x="1583" y="919"/>
                  </a:lnTo>
                  <a:cubicBezTo>
                    <a:pt x="918" y="1141"/>
                    <a:pt x="412" y="1711"/>
                    <a:pt x="285" y="2439"/>
                  </a:cubicBezTo>
                  <a:cubicBezTo>
                    <a:pt x="158" y="3104"/>
                    <a:pt x="380" y="3738"/>
                    <a:pt x="855" y="4118"/>
                  </a:cubicBezTo>
                  <a:cubicBezTo>
                    <a:pt x="1235" y="4403"/>
                    <a:pt x="1773" y="4688"/>
                    <a:pt x="2692" y="5004"/>
                  </a:cubicBezTo>
                  <a:cubicBezTo>
                    <a:pt x="3325" y="5226"/>
                    <a:pt x="3325" y="5733"/>
                    <a:pt x="3294" y="5923"/>
                  </a:cubicBezTo>
                  <a:cubicBezTo>
                    <a:pt x="3199" y="6335"/>
                    <a:pt x="2850" y="6810"/>
                    <a:pt x="2249" y="6810"/>
                  </a:cubicBezTo>
                  <a:cubicBezTo>
                    <a:pt x="1678" y="6810"/>
                    <a:pt x="1488" y="6778"/>
                    <a:pt x="1013" y="6461"/>
                  </a:cubicBezTo>
                  <a:cubicBezTo>
                    <a:pt x="912" y="6405"/>
                    <a:pt x="798" y="6376"/>
                    <a:pt x="685" y="6376"/>
                  </a:cubicBezTo>
                  <a:cubicBezTo>
                    <a:pt x="481" y="6376"/>
                    <a:pt x="281" y="6468"/>
                    <a:pt x="158" y="6651"/>
                  </a:cubicBezTo>
                  <a:cubicBezTo>
                    <a:pt x="0" y="6936"/>
                    <a:pt x="63" y="7316"/>
                    <a:pt x="348" y="7506"/>
                  </a:cubicBezTo>
                  <a:cubicBezTo>
                    <a:pt x="855" y="7823"/>
                    <a:pt x="1203" y="7950"/>
                    <a:pt x="1647" y="8013"/>
                  </a:cubicBezTo>
                  <a:lnTo>
                    <a:pt x="1647" y="8298"/>
                  </a:lnTo>
                  <a:cubicBezTo>
                    <a:pt x="1647" y="8615"/>
                    <a:pt x="1932" y="8900"/>
                    <a:pt x="2249" y="8900"/>
                  </a:cubicBezTo>
                  <a:cubicBezTo>
                    <a:pt x="2597" y="8900"/>
                    <a:pt x="2882" y="8615"/>
                    <a:pt x="2882" y="8298"/>
                  </a:cubicBezTo>
                  <a:lnTo>
                    <a:pt x="2882" y="7950"/>
                  </a:lnTo>
                  <a:cubicBezTo>
                    <a:pt x="3199" y="7855"/>
                    <a:pt x="3515" y="7696"/>
                    <a:pt x="3769" y="7443"/>
                  </a:cubicBezTo>
                  <a:cubicBezTo>
                    <a:pt x="4149" y="7095"/>
                    <a:pt x="4402" y="6620"/>
                    <a:pt x="4497" y="6145"/>
                  </a:cubicBezTo>
                  <a:cubicBezTo>
                    <a:pt x="4655" y="5099"/>
                    <a:pt x="4117" y="4181"/>
                    <a:pt x="3104" y="3833"/>
                  </a:cubicBezTo>
                  <a:cubicBezTo>
                    <a:pt x="2565" y="3643"/>
                    <a:pt x="1932" y="3421"/>
                    <a:pt x="1615" y="3136"/>
                  </a:cubicBezTo>
                  <a:cubicBezTo>
                    <a:pt x="1488" y="3041"/>
                    <a:pt x="1457" y="2851"/>
                    <a:pt x="1488" y="2661"/>
                  </a:cubicBezTo>
                  <a:cubicBezTo>
                    <a:pt x="1488" y="2566"/>
                    <a:pt x="1583" y="2218"/>
                    <a:pt x="1932" y="2123"/>
                  </a:cubicBezTo>
                  <a:cubicBezTo>
                    <a:pt x="2099" y="2070"/>
                    <a:pt x="2250" y="2049"/>
                    <a:pt x="2382" y="2049"/>
                  </a:cubicBezTo>
                  <a:cubicBezTo>
                    <a:pt x="2726" y="2049"/>
                    <a:pt x="2949" y="2190"/>
                    <a:pt x="3040" y="2281"/>
                  </a:cubicBezTo>
                  <a:cubicBezTo>
                    <a:pt x="3153" y="2356"/>
                    <a:pt x="3280" y="2391"/>
                    <a:pt x="3404" y="2391"/>
                  </a:cubicBezTo>
                  <a:cubicBezTo>
                    <a:pt x="3596" y="2391"/>
                    <a:pt x="3780" y="2308"/>
                    <a:pt x="3895" y="2154"/>
                  </a:cubicBezTo>
                  <a:cubicBezTo>
                    <a:pt x="4117" y="1869"/>
                    <a:pt x="4054" y="1489"/>
                    <a:pt x="3800" y="1299"/>
                  </a:cubicBezTo>
                  <a:cubicBezTo>
                    <a:pt x="3642" y="1204"/>
                    <a:pt x="3325" y="983"/>
                    <a:pt x="2882" y="888"/>
                  </a:cubicBezTo>
                  <a:lnTo>
                    <a:pt x="2882" y="634"/>
                  </a:lnTo>
                  <a:cubicBezTo>
                    <a:pt x="2882" y="286"/>
                    <a:pt x="2597" y="1"/>
                    <a:pt x="2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11" name="Google Shape;5711;p35"/>
          <p:cNvGrpSpPr/>
          <p:nvPr/>
        </p:nvGrpSpPr>
        <p:grpSpPr>
          <a:xfrm>
            <a:off x="2291875" y="1660500"/>
            <a:ext cx="693004" cy="731529"/>
            <a:chOff x="2291875" y="1660500"/>
            <a:chExt cx="693004" cy="731529"/>
          </a:xfrm>
        </p:grpSpPr>
        <p:sp>
          <p:nvSpPr>
            <p:cNvPr id="5712" name="Google Shape;5712;p35"/>
            <p:cNvSpPr/>
            <p:nvPr/>
          </p:nvSpPr>
          <p:spPr>
            <a:xfrm>
              <a:off x="2291875" y="1660500"/>
              <a:ext cx="693004" cy="731529"/>
            </a:xfrm>
            <a:custGeom>
              <a:rect b="b" l="l" r="r" t="t"/>
              <a:pathLst>
                <a:path extrusionOk="0" h="20871" w="19636">
                  <a:moveTo>
                    <a:pt x="7094" y="1204"/>
                  </a:moveTo>
                  <a:cubicBezTo>
                    <a:pt x="10356" y="1204"/>
                    <a:pt x="13017" y="3864"/>
                    <a:pt x="13017" y="7126"/>
                  </a:cubicBezTo>
                  <a:cubicBezTo>
                    <a:pt x="13017" y="10356"/>
                    <a:pt x="10356" y="13016"/>
                    <a:pt x="7094" y="13016"/>
                  </a:cubicBezTo>
                  <a:cubicBezTo>
                    <a:pt x="3864" y="13016"/>
                    <a:pt x="1204" y="10356"/>
                    <a:pt x="1204" y="7126"/>
                  </a:cubicBezTo>
                  <a:cubicBezTo>
                    <a:pt x="1204" y="3864"/>
                    <a:pt x="3864" y="1204"/>
                    <a:pt x="7094" y="1204"/>
                  </a:cubicBezTo>
                  <a:close/>
                  <a:moveTo>
                    <a:pt x="18400" y="1584"/>
                  </a:moveTo>
                  <a:lnTo>
                    <a:pt x="18400" y="19667"/>
                  </a:lnTo>
                  <a:lnTo>
                    <a:pt x="4814" y="19667"/>
                  </a:lnTo>
                  <a:lnTo>
                    <a:pt x="4814" y="13840"/>
                  </a:lnTo>
                  <a:cubicBezTo>
                    <a:pt x="5511" y="14093"/>
                    <a:pt x="6303" y="14220"/>
                    <a:pt x="7094" y="14220"/>
                  </a:cubicBezTo>
                  <a:lnTo>
                    <a:pt x="16532" y="14220"/>
                  </a:lnTo>
                  <a:cubicBezTo>
                    <a:pt x="16880" y="14220"/>
                    <a:pt x="17133" y="13966"/>
                    <a:pt x="17133" y="13618"/>
                  </a:cubicBezTo>
                  <a:cubicBezTo>
                    <a:pt x="17133" y="13270"/>
                    <a:pt x="16880" y="13016"/>
                    <a:pt x="16532" y="13016"/>
                  </a:cubicBezTo>
                  <a:lnTo>
                    <a:pt x="11085" y="13016"/>
                  </a:lnTo>
                  <a:cubicBezTo>
                    <a:pt x="11781" y="12541"/>
                    <a:pt x="12415" y="11908"/>
                    <a:pt x="12922" y="11211"/>
                  </a:cubicBezTo>
                  <a:lnTo>
                    <a:pt x="16532" y="11211"/>
                  </a:lnTo>
                  <a:cubicBezTo>
                    <a:pt x="16880" y="11211"/>
                    <a:pt x="17133" y="10958"/>
                    <a:pt x="17133" y="10609"/>
                  </a:cubicBezTo>
                  <a:cubicBezTo>
                    <a:pt x="17133" y="10293"/>
                    <a:pt x="16880" y="10008"/>
                    <a:pt x="16532" y="10008"/>
                  </a:cubicBezTo>
                  <a:lnTo>
                    <a:pt x="13618" y="10008"/>
                  </a:lnTo>
                  <a:cubicBezTo>
                    <a:pt x="13998" y="9121"/>
                    <a:pt x="14220" y="8139"/>
                    <a:pt x="14220" y="7126"/>
                  </a:cubicBezTo>
                  <a:cubicBezTo>
                    <a:pt x="14220" y="6461"/>
                    <a:pt x="14125" y="5827"/>
                    <a:pt x="13967" y="5226"/>
                  </a:cubicBezTo>
                  <a:lnTo>
                    <a:pt x="16532" y="5226"/>
                  </a:lnTo>
                  <a:cubicBezTo>
                    <a:pt x="16880" y="5226"/>
                    <a:pt x="17165" y="4941"/>
                    <a:pt x="17165" y="4624"/>
                  </a:cubicBezTo>
                  <a:cubicBezTo>
                    <a:pt x="17165" y="4276"/>
                    <a:pt x="16880" y="3991"/>
                    <a:pt x="16532" y="3991"/>
                  </a:cubicBezTo>
                  <a:lnTo>
                    <a:pt x="13523" y="3991"/>
                  </a:lnTo>
                  <a:cubicBezTo>
                    <a:pt x="13048" y="3072"/>
                    <a:pt x="12383" y="2249"/>
                    <a:pt x="11591" y="1584"/>
                  </a:cubicBezTo>
                  <a:close/>
                  <a:moveTo>
                    <a:pt x="7094" y="0"/>
                  </a:moveTo>
                  <a:cubicBezTo>
                    <a:pt x="3167" y="0"/>
                    <a:pt x="1" y="3199"/>
                    <a:pt x="1" y="7126"/>
                  </a:cubicBezTo>
                  <a:cubicBezTo>
                    <a:pt x="1" y="9754"/>
                    <a:pt x="1426" y="12066"/>
                    <a:pt x="3579" y="13301"/>
                  </a:cubicBezTo>
                  <a:lnTo>
                    <a:pt x="3579" y="20268"/>
                  </a:lnTo>
                  <a:cubicBezTo>
                    <a:pt x="3579" y="20585"/>
                    <a:pt x="3832" y="20870"/>
                    <a:pt x="4181" y="20870"/>
                  </a:cubicBezTo>
                  <a:lnTo>
                    <a:pt x="19002" y="20870"/>
                  </a:lnTo>
                  <a:cubicBezTo>
                    <a:pt x="19350" y="20870"/>
                    <a:pt x="19635" y="20585"/>
                    <a:pt x="19635" y="20268"/>
                  </a:cubicBezTo>
                  <a:lnTo>
                    <a:pt x="19635" y="982"/>
                  </a:lnTo>
                  <a:cubicBezTo>
                    <a:pt x="19635" y="634"/>
                    <a:pt x="19350" y="349"/>
                    <a:pt x="19034" y="349"/>
                  </a:cubicBezTo>
                  <a:lnTo>
                    <a:pt x="9375" y="349"/>
                  </a:lnTo>
                  <a:cubicBezTo>
                    <a:pt x="8646" y="127"/>
                    <a:pt x="7886" y="0"/>
                    <a:pt x="70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3" name="Google Shape;5713;p35"/>
            <p:cNvSpPr/>
            <p:nvPr/>
          </p:nvSpPr>
          <p:spPr>
            <a:xfrm>
              <a:off x="2505364" y="2221048"/>
              <a:ext cx="121865" cy="43322"/>
            </a:xfrm>
            <a:custGeom>
              <a:rect b="b" l="l" r="r" t="t"/>
              <a:pathLst>
                <a:path extrusionOk="0" h="1236" w="3453">
                  <a:moveTo>
                    <a:pt x="2819" y="0"/>
                  </a:moveTo>
                  <a:cubicBezTo>
                    <a:pt x="2090" y="0"/>
                    <a:pt x="1362" y="0"/>
                    <a:pt x="602" y="32"/>
                  </a:cubicBezTo>
                  <a:cubicBezTo>
                    <a:pt x="285" y="32"/>
                    <a:pt x="0" y="285"/>
                    <a:pt x="0" y="634"/>
                  </a:cubicBezTo>
                  <a:cubicBezTo>
                    <a:pt x="0" y="950"/>
                    <a:pt x="285" y="1235"/>
                    <a:pt x="602" y="1235"/>
                  </a:cubicBezTo>
                  <a:lnTo>
                    <a:pt x="2819" y="1235"/>
                  </a:lnTo>
                  <a:cubicBezTo>
                    <a:pt x="3167" y="1235"/>
                    <a:pt x="3452" y="950"/>
                    <a:pt x="3452" y="634"/>
                  </a:cubicBezTo>
                  <a:cubicBezTo>
                    <a:pt x="3452" y="475"/>
                    <a:pt x="3389" y="317"/>
                    <a:pt x="3262" y="190"/>
                  </a:cubicBezTo>
                  <a:cubicBezTo>
                    <a:pt x="3136" y="95"/>
                    <a:pt x="2977" y="0"/>
                    <a:pt x="28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4" name="Google Shape;5714;p35"/>
            <p:cNvSpPr/>
            <p:nvPr/>
          </p:nvSpPr>
          <p:spPr>
            <a:xfrm>
              <a:off x="2667431" y="2222135"/>
              <a:ext cx="230284" cy="42235"/>
            </a:xfrm>
            <a:custGeom>
              <a:rect b="b" l="l" r="r" t="t"/>
              <a:pathLst>
                <a:path extrusionOk="0" h="1205" w="6525">
                  <a:moveTo>
                    <a:pt x="602" y="1"/>
                  </a:moveTo>
                  <a:cubicBezTo>
                    <a:pt x="285" y="1"/>
                    <a:pt x="0" y="254"/>
                    <a:pt x="0" y="603"/>
                  </a:cubicBezTo>
                  <a:cubicBezTo>
                    <a:pt x="0" y="919"/>
                    <a:pt x="285" y="1204"/>
                    <a:pt x="602" y="1204"/>
                  </a:cubicBezTo>
                  <a:lnTo>
                    <a:pt x="5891" y="1204"/>
                  </a:lnTo>
                  <a:cubicBezTo>
                    <a:pt x="6239" y="1204"/>
                    <a:pt x="6492" y="919"/>
                    <a:pt x="6492" y="603"/>
                  </a:cubicBezTo>
                  <a:cubicBezTo>
                    <a:pt x="6524" y="254"/>
                    <a:pt x="6239" y="1"/>
                    <a:pt x="58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5" name="Google Shape;5715;p35"/>
            <p:cNvSpPr/>
            <p:nvPr/>
          </p:nvSpPr>
          <p:spPr>
            <a:xfrm>
              <a:off x="2438307" y="1809215"/>
              <a:ext cx="64832" cy="62214"/>
            </a:xfrm>
            <a:custGeom>
              <a:rect b="b" l="l" r="r" t="t"/>
              <a:pathLst>
                <a:path extrusionOk="0" h="1775" w="1837">
                  <a:moveTo>
                    <a:pt x="919" y="1"/>
                  </a:moveTo>
                  <a:cubicBezTo>
                    <a:pt x="444" y="1"/>
                    <a:pt x="0" y="413"/>
                    <a:pt x="32" y="888"/>
                  </a:cubicBezTo>
                  <a:cubicBezTo>
                    <a:pt x="64" y="1363"/>
                    <a:pt x="412" y="1774"/>
                    <a:pt x="919" y="1774"/>
                  </a:cubicBezTo>
                  <a:cubicBezTo>
                    <a:pt x="1394" y="1774"/>
                    <a:pt x="1837" y="1363"/>
                    <a:pt x="1805" y="888"/>
                  </a:cubicBezTo>
                  <a:cubicBezTo>
                    <a:pt x="1774" y="413"/>
                    <a:pt x="1425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6" name="Google Shape;5716;p35"/>
            <p:cNvSpPr/>
            <p:nvPr/>
          </p:nvSpPr>
          <p:spPr>
            <a:xfrm>
              <a:off x="2582480" y="1950185"/>
              <a:ext cx="63738" cy="62214"/>
            </a:xfrm>
            <a:custGeom>
              <a:rect b="b" l="l" r="r" t="t"/>
              <a:pathLst>
                <a:path extrusionOk="0" h="1775" w="1806">
                  <a:moveTo>
                    <a:pt x="919" y="1"/>
                  </a:moveTo>
                  <a:cubicBezTo>
                    <a:pt x="444" y="1"/>
                    <a:pt x="0" y="413"/>
                    <a:pt x="32" y="888"/>
                  </a:cubicBezTo>
                  <a:cubicBezTo>
                    <a:pt x="32" y="1363"/>
                    <a:pt x="412" y="1774"/>
                    <a:pt x="919" y="1774"/>
                  </a:cubicBezTo>
                  <a:cubicBezTo>
                    <a:pt x="1362" y="1774"/>
                    <a:pt x="1806" y="1363"/>
                    <a:pt x="1806" y="888"/>
                  </a:cubicBezTo>
                  <a:cubicBezTo>
                    <a:pt x="1774" y="413"/>
                    <a:pt x="1426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7" name="Google Shape;5717;p35"/>
            <p:cNvSpPr/>
            <p:nvPr/>
          </p:nvSpPr>
          <p:spPr>
            <a:xfrm>
              <a:off x="2466224" y="1760917"/>
              <a:ext cx="156522" cy="294771"/>
            </a:xfrm>
            <a:custGeom>
              <a:rect b="b" l="l" r="r" t="t"/>
              <a:pathLst>
                <a:path extrusionOk="0" h="8410" w="4435">
                  <a:moveTo>
                    <a:pt x="3712" y="0"/>
                  </a:moveTo>
                  <a:cubicBezTo>
                    <a:pt x="3478" y="0"/>
                    <a:pt x="3262" y="131"/>
                    <a:pt x="3168" y="366"/>
                  </a:cubicBezTo>
                  <a:lnTo>
                    <a:pt x="128" y="7554"/>
                  </a:lnTo>
                  <a:cubicBezTo>
                    <a:pt x="1" y="7871"/>
                    <a:pt x="159" y="8219"/>
                    <a:pt x="476" y="8378"/>
                  </a:cubicBezTo>
                  <a:cubicBezTo>
                    <a:pt x="539" y="8409"/>
                    <a:pt x="634" y="8409"/>
                    <a:pt x="698" y="8409"/>
                  </a:cubicBezTo>
                  <a:cubicBezTo>
                    <a:pt x="951" y="8409"/>
                    <a:pt x="1173" y="8283"/>
                    <a:pt x="1268" y="8029"/>
                  </a:cubicBezTo>
                  <a:lnTo>
                    <a:pt x="4276" y="841"/>
                  </a:lnTo>
                  <a:cubicBezTo>
                    <a:pt x="4435" y="524"/>
                    <a:pt x="4276" y="176"/>
                    <a:pt x="3960" y="49"/>
                  </a:cubicBezTo>
                  <a:cubicBezTo>
                    <a:pt x="3878" y="16"/>
                    <a:pt x="3794" y="0"/>
                    <a:pt x="37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18" name="Google Shape;5718;p35"/>
          <p:cNvGrpSpPr/>
          <p:nvPr/>
        </p:nvGrpSpPr>
        <p:grpSpPr>
          <a:xfrm>
            <a:off x="6162525" y="1660500"/>
            <a:ext cx="731511" cy="731525"/>
            <a:chOff x="6162525" y="1660500"/>
            <a:chExt cx="731511" cy="731525"/>
          </a:xfrm>
        </p:grpSpPr>
        <p:sp>
          <p:nvSpPr>
            <p:cNvPr id="5719" name="Google Shape;5719;p35"/>
            <p:cNvSpPr/>
            <p:nvPr/>
          </p:nvSpPr>
          <p:spPr>
            <a:xfrm>
              <a:off x="6532726" y="1994593"/>
              <a:ext cx="361310" cy="397432"/>
            </a:xfrm>
            <a:custGeom>
              <a:rect b="b" l="l" r="r" t="t"/>
              <a:pathLst>
                <a:path extrusionOk="0" h="11339" w="10293">
                  <a:moveTo>
                    <a:pt x="7538" y="1236"/>
                  </a:moveTo>
                  <a:lnTo>
                    <a:pt x="7538" y="2534"/>
                  </a:lnTo>
                  <a:lnTo>
                    <a:pt x="1236" y="2534"/>
                  </a:lnTo>
                  <a:lnTo>
                    <a:pt x="1236" y="1236"/>
                  </a:lnTo>
                  <a:close/>
                  <a:moveTo>
                    <a:pt x="9058" y="3769"/>
                  </a:moveTo>
                  <a:lnTo>
                    <a:pt x="9058" y="5068"/>
                  </a:lnTo>
                  <a:lnTo>
                    <a:pt x="2756" y="5068"/>
                  </a:lnTo>
                  <a:lnTo>
                    <a:pt x="2756" y="3769"/>
                  </a:lnTo>
                  <a:close/>
                  <a:moveTo>
                    <a:pt x="8266" y="6271"/>
                  </a:moveTo>
                  <a:lnTo>
                    <a:pt x="8266" y="7601"/>
                  </a:lnTo>
                  <a:lnTo>
                    <a:pt x="1932" y="7601"/>
                  </a:lnTo>
                  <a:lnTo>
                    <a:pt x="1932" y="6271"/>
                  </a:lnTo>
                  <a:close/>
                  <a:moveTo>
                    <a:pt x="9058" y="8805"/>
                  </a:moveTo>
                  <a:lnTo>
                    <a:pt x="9058" y="10135"/>
                  </a:lnTo>
                  <a:lnTo>
                    <a:pt x="2756" y="10135"/>
                  </a:lnTo>
                  <a:lnTo>
                    <a:pt x="2756" y="8805"/>
                  </a:lnTo>
                  <a:close/>
                  <a:moveTo>
                    <a:pt x="602" y="1"/>
                  </a:moveTo>
                  <a:cubicBezTo>
                    <a:pt x="285" y="1"/>
                    <a:pt x="0" y="286"/>
                    <a:pt x="0" y="602"/>
                  </a:cubicBezTo>
                  <a:lnTo>
                    <a:pt x="0" y="3136"/>
                  </a:lnTo>
                  <a:cubicBezTo>
                    <a:pt x="0" y="3484"/>
                    <a:pt x="285" y="3769"/>
                    <a:pt x="602" y="3769"/>
                  </a:cubicBezTo>
                  <a:lnTo>
                    <a:pt x="1521" y="3769"/>
                  </a:lnTo>
                  <a:lnTo>
                    <a:pt x="1521" y="5068"/>
                  </a:lnTo>
                  <a:lnTo>
                    <a:pt x="1331" y="5068"/>
                  </a:lnTo>
                  <a:cubicBezTo>
                    <a:pt x="1014" y="5068"/>
                    <a:pt x="729" y="5321"/>
                    <a:pt x="729" y="5669"/>
                  </a:cubicBezTo>
                  <a:lnTo>
                    <a:pt x="729" y="8203"/>
                  </a:lnTo>
                  <a:cubicBezTo>
                    <a:pt x="729" y="8551"/>
                    <a:pt x="1014" y="8805"/>
                    <a:pt x="1331" y="8805"/>
                  </a:cubicBezTo>
                  <a:lnTo>
                    <a:pt x="1521" y="8805"/>
                  </a:lnTo>
                  <a:lnTo>
                    <a:pt x="1521" y="10736"/>
                  </a:lnTo>
                  <a:cubicBezTo>
                    <a:pt x="1521" y="11053"/>
                    <a:pt x="1806" y="11338"/>
                    <a:pt x="2154" y="11338"/>
                  </a:cubicBezTo>
                  <a:lnTo>
                    <a:pt x="9691" y="11338"/>
                  </a:lnTo>
                  <a:cubicBezTo>
                    <a:pt x="10008" y="11338"/>
                    <a:pt x="10293" y="11053"/>
                    <a:pt x="10293" y="10736"/>
                  </a:cubicBezTo>
                  <a:lnTo>
                    <a:pt x="10293" y="8203"/>
                  </a:lnTo>
                  <a:cubicBezTo>
                    <a:pt x="10293" y="7855"/>
                    <a:pt x="10008" y="7601"/>
                    <a:pt x="9691" y="7601"/>
                  </a:cubicBezTo>
                  <a:lnTo>
                    <a:pt x="9470" y="7601"/>
                  </a:lnTo>
                  <a:lnTo>
                    <a:pt x="9470" y="6271"/>
                  </a:lnTo>
                  <a:lnTo>
                    <a:pt x="9691" y="6271"/>
                  </a:lnTo>
                  <a:cubicBezTo>
                    <a:pt x="10008" y="6271"/>
                    <a:pt x="10293" y="6018"/>
                    <a:pt x="10293" y="5669"/>
                  </a:cubicBezTo>
                  <a:lnTo>
                    <a:pt x="10293" y="3136"/>
                  </a:lnTo>
                  <a:cubicBezTo>
                    <a:pt x="10293" y="2819"/>
                    <a:pt x="10008" y="2534"/>
                    <a:pt x="9691" y="2534"/>
                  </a:cubicBezTo>
                  <a:lnTo>
                    <a:pt x="8773" y="2534"/>
                  </a:lnTo>
                  <a:lnTo>
                    <a:pt x="8773" y="602"/>
                  </a:lnTo>
                  <a:cubicBezTo>
                    <a:pt x="8773" y="286"/>
                    <a:pt x="8488" y="1"/>
                    <a:pt x="81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0" name="Google Shape;5720;p35"/>
            <p:cNvSpPr/>
            <p:nvPr/>
          </p:nvSpPr>
          <p:spPr>
            <a:xfrm>
              <a:off x="6162525" y="2172189"/>
              <a:ext cx="335755" cy="219834"/>
            </a:xfrm>
            <a:custGeom>
              <a:rect b="b" l="l" r="r" t="t"/>
              <a:pathLst>
                <a:path extrusionOk="0" h="6272" w="9565">
                  <a:moveTo>
                    <a:pt x="8330" y="1204"/>
                  </a:moveTo>
                  <a:lnTo>
                    <a:pt x="8330" y="2534"/>
                  </a:lnTo>
                  <a:lnTo>
                    <a:pt x="2027" y="2534"/>
                  </a:lnTo>
                  <a:lnTo>
                    <a:pt x="2027" y="1204"/>
                  </a:lnTo>
                  <a:close/>
                  <a:moveTo>
                    <a:pt x="7506" y="3738"/>
                  </a:moveTo>
                  <a:lnTo>
                    <a:pt x="7506" y="5068"/>
                  </a:lnTo>
                  <a:lnTo>
                    <a:pt x="1204" y="5068"/>
                  </a:lnTo>
                  <a:lnTo>
                    <a:pt x="1204" y="3738"/>
                  </a:lnTo>
                  <a:close/>
                  <a:moveTo>
                    <a:pt x="1394" y="1"/>
                  </a:moveTo>
                  <a:cubicBezTo>
                    <a:pt x="1077" y="1"/>
                    <a:pt x="792" y="254"/>
                    <a:pt x="792" y="602"/>
                  </a:cubicBezTo>
                  <a:lnTo>
                    <a:pt x="792" y="2534"/>
                  </a:lnTo>
                  <a:lnTo>
                    <a:pt x="602" y="2534"/>
                  </a:lnTo>
                  <a:cubicBezTo>
                    <a:pt x="254" y="2534"/>
                    <a:pt x="1" y="2788"/>
                    <a:pt x="1" y="3136"/>
                  </a:cubicBezTo>
                  <a:lnTo>
                    <a:pt x="1" y="5669"/>
                  </a:lnTo>
                  <a:cubicBezTo>
                    <a:pt x="1" y="5986"/>
                    <a:pt x="254" y="6271"/>
                    <a:pt x="602" y="6271"/>
                  </a:cubicBezTo>
                  <a:lnTo>
                    <a:pt x="8140" y="6271"/>
                  </a:lnTo>
                  <a:cubicBezTo>
                    <a:pt x="8456" y="6271"/>
                    <a:pt x="8741" y="5986"/>
                    <a:pt x="8741" y="5669"/>
                  </a:cubicBezTo>
                  <a:lnTo>
                    <a:pt x="8741" y="3738"/>
                  </a:lnTo>
                  <a:lnTo>
                    <a:pt x="8931" y="3738"/>
                  </a:lnTo>
                  <a:cubicBezTo>
                    <a:pt x="9280" y="3738"/>
                    <a:pt x="9533" y="3484"/>
                    <a:pt x="9533" y="3136"/>
                  </a:cubicBezTo>
                  <a:lnTo>
                    <a:pt x="9533" y="602"/>
                  </a:lnTo>
                  <a:cubicBezTo>
                    <a:pt x="9565" y="254"/>
                    <a:pt x="9280" y="1"/>
                    <a:pt x="89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1" name="Google Shape;5721;p35"/>
            <p:cNvSpPr/>
            <p:nvPr/>
          </p:nvSpPr>
          <p:spPr>
            <a:xfrm>
              <a:off x="6244807" y="1660500"/>
              <a:ext cx="538051" cy="418497"/>
            </a:xfrm>
            <a:custGeom>
              <a:rect b="b" l="l" r="r" t="t"/>
              <a:pathLst>
                <a:path extrusionOk="0" h="11940" w="15328">
                  <a:moveTo>
                    <a:pt x="2027" y="0"/>
                  </a:moveTo>
                  <a:cubicBezTo>
                    <a:pt x="1679" y="0"/>
                    <a:pt x="1394" y="254"/>
                    <a:pt x="1394" y="602"/>
                  </a:cubicBezTo>
                  <a:lnTo>
                    <a:pt x="1394" y="9849"/>
                  </a:lnTo>
                  <a:lnTo>
                    <a:pt x="1109" y="9533"/>
                  </a:lnTo>
                  <a:cubicBezTo>
                    <a:pt x="998" y="9422"/>
                    <a:pt x="839" y="9366"/>
                    <a:pt x="681" y="9366"/>
                  </a:cubicBezTo>
                  <a:cubicBezTo>
                    <a:pt x="523" y="9366"/>
                    <a:pt x="364" y="9422"/>
                    <a:pt x="254" y="9533"/>
                  </a:cubicBezTo>
                  <a:cubicBezTo>
                    <a:pt x="0" y="9786"/>
                    <a:pt x="0" y="10166"/>
                    <a:pt x="254" y="10419"/>
                  </a:cubicBezTo>
                  <a:lnTo>
                    <a:pt x="1584" y="11750"/>
                  </a:lnTo>
                  <a:cubicBezTo>
                    <a:pt x="1710" y="11876"/>
                    <a:pt x="1869" y="11940"/>
                    <a:pt x="2027" y="11940"/>
                  </a:cubicBezTo>
                  <a:cubicBezTo>
                    <a:pt x="2185" y="11940"/>
                    <a:pt x="2344" y="11876"/>
                    <a:pt x="2439" y="11750"/>
                  </a:cubicBezTo>
                  <a:lnTo>
                    <a:pt x="3800" y="10419"/>
                  </a:lnTo>
                  <a:cubicBezTo>
                    <a:pt x="4022" y="10166"/>
                    <a:pt x="4022" y="9786"/>
                    <a:pt x="3800" y="9533"/>
                  </a:cubicBezTo>
                  <a:cubicBezTo>
                    <a:pt x="3674" y="9422"/>
                    <a:pt x="3515" y="9366"/>
                    <a:pt x="3357" y="9366"/>
                  </a:cubicBezTo>
                  <a:cubicBezTo>
                    <a:pt x="3199" y="9366"/>
                    <a:pt x="3040" y="9422"/>
                    <a:pt x="2914" y="9533"/>
                  </a:cubicBezTo>
                  <a:lnTo>
                    <a:pt x="2629" y="9849"/>
                  </a:lnTo>
                  <a:lnTo>
                    <a:pt x="2629" y="1204"/>
                  </a:lnTo>
                  <a:lnTo>
                    <a:pt x="12699" y="1204"/>
                  </a:lnTo>
                  <a:lnTo>
                    <a:pt x="12699" y="4782"/>
                  </a:lnTo>
                  <a:lnTo>
                    <a:pt x="12383" y="4497"/>
                  </a:lnTo>
                  <a:cubicBezTo>
                    <a:pt x="12272" y="4371"/>
                    <a:pt x="12122" y="4307"/>
                    <a:pt x="11967" y="4307"/>
                  </a:cubicBezTo>
                  <a:cubicBezTo>
                    <a:pt x="11813" y="4307"/>
                    <a:pt x="11654" y="4371"/>
                    <a:pt x="11528" y="4497"/>
                  </a:cubicBezTo>
                  <a:cubicBezTo>
                    <a:pt x="11306" y="4719"/>
                    <a:pt x="11274" y="5099"/>
                    <a:pt x="11528" y="5352"/>
                  </a:cubicBezTo>
                  <a:lnTo>
                    <a:pt x="12858" y="6714"/>
                  </a:lnTo>
                  <a:cubicBezTo>
                    <a:pt x="12984" y="6809"/>
                    <a:pt x="13143" y="6873"/>
                    <a:pt x="13301" y="6873"/>
                  </a:cubicBezTo>
                  <a:cubicBezTo>
                    <a:pt x="13460" y="6873"/>
                    <a:pt x="13618" y="6809"/>
                    <a:pt x="13745" y="6714"/>
                  </a:cubicBezTo>
                  <a:lnTo>
                    <a:pt x="15075" y="5352"/>
                  </a:lnTo>
                  <a:cubicBezTo>
                    <a:pt x="15328" y="5099"/>
                    <a:pt x="15328" y="4719"/>
                    <a:pt x="15075" y="4497"/>
                  </a:cubicBezTo>
                  <a:cubicBezTo>
                    <a:pt x="14948" y="4371"/>
                    <a:pt x="14790" y="4307"/>
                    <a:pt x="14635" y="4307"/>
                  </a:cubicBezTo>
                  <a:cubicBezTo>
                    <a:pt x="14481" y="4307"/>
                    <a:pt x="14330" y="4371"/>
                    <a:pt x="14220" y="4497"/>
                  </a:cubicBezTo>
                  <a:lnTo>
                    <a:pt x="13903" y="4782"/>
                  </a:lnTo>
                  <a:lnTo>
                    <a:pt x="13903" y="602"/>
                  </a:lnTo>
                  <a:cubicBezTo>
                    <a:pt x="13903" y="254"/>
                    <a:pt x="13650" y="0"/>
                    <a:pt x="133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5" name="Shape 5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6" name="Google Shape;5726;p36"/>
          <p:cNvGrpSpPr/>
          <p:nvPr/>
        </p:nvGrpSpPr>
        <p:grpSpPr>
          <a:xfrm>
            <a:off x="779328" y="954375"/>
            <a:ext cx="4769322" cy="3790023"/>
            <a:chOff x="665483" y="954375"/>
            <a:chExt cx="4769322" cy="3790023"/>
          </a:xfrm>
        </p:grpSpPr>
        <p:sp>
          <p:nvSpPr>
            <p:cNvPr id="5727" name="Google Shape;5727;p36"/>
            <p:cNvSpPr/>
            <p:nvPr/>
          </p:nvSpPr>
          <p:spPr>
            <a:xfrm>
              <a:off x="665483" y="3795379"/>
              <a:ext cx="2688552" cy="949018"/>
            </a:xfrm>
            <a:custGeom>
              <a:rect b="b" l="l" r="r" t="t"/>
              <a:pathLst>
                <a:path extrusionOk="0" h="30118" w="85317">
                  <a:moveTo>
                    <a:pt x="85317" y="0"/>
                  </a:moveTo>
                  <a:lnTo>
                    <a:pt x="42279" y="18938"/>
                  </a:lnTo>
                  <a:lnTo>
                    <a:pt x="0" y="0"/>
                  </a:lnTo>
                  <a:lnTo>
                    <a:pt x="0" y="0"/>
                  </a:lnTo>
                  <a:lnTo>
                    <a:pt x="40347" y="23055"/>
                  </a:lnTo>
                  <a:lnTo>
                    <a:pt x="42659" y="30117"/>
                  </a:lnTo>
                  <a:lnTo>
                    <a:pt x="44781" y="22644"/>
                  </a:lnTo>
                  <a:lnTo>
                    <a:pt x="85317" y="0"/>
                  </a:ln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8" name="Google Shape;5728;p36"/>
            <p:cNvSpPr/>
            <p:nvPr/>
          </p:nvSpPr>
          <p:spPr>
            <a:xfrm>
              <a:off x="3801103" y="1356537"/>
              <a:ext cx="1526938" cy="316360"/>
            </a:xfrm>
            <a:custGeom>
              <a:rect b="b" l="l" r="r" t="t"/>
              <a:pathLst>
                <a:path extrusionOk="0" fill="none" h="10040" w="48455">
                  <a:moveTo>
                    <a:pt x="1" y="10040"/>
                  </a:moveTo>
                  <a:lnTo>
                    <a:pt x="48454" y="0"/>
                  </a:lnTo>
                </a:path>
              </a:pathLst>
            </a:custGeom>
            <a:noFill/>
            <a:ln cap="flat" cmpd="sng" w="7125">
              <a:solidFill>
                <a:srgbClr val="051C2C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9" name="Google Shape;5729;p36"/>
            <p:cNvSpPr/>
            <p:nvPr/>
          </p:nvSpPr>
          <p:spPr>
            <a:xfrm>
              <a:off x="3600526" y="1902384"/>
              <a:ext cx="1717526" cy="177653"/>
            </a:xfrm>
            <a:custGeom>
              <a:rect b="b" l="l" r="r" t="t"/>
              <a:pathLst>
                <a:path extrusionOk="0" fill="none" h="5638" w="54503">
                  <a:moveTo>
                    <a:pt x="0" y="5637"/>
                  </a:moveTo>
                  <a:lnTo>
                    <a:pt x="54503" y="0"/>
                  </a:lnTo>
                </a:path>
              </a:pathLst>
            </a:custGeom>
            <a:noFill/>
            <a:ln cap="flat" cmpd="sng" w="7125">
              <a:solidFill>
                <a:srgbClr val="051C2C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0" name="Google Shape;5730;p36"/>
            <p:cNvSpPr/>
            <p:nvPr/>
          </p:nvSpPr>
          <p:spPr>
            <a:xfrm>
              <a:off x="3428877" y="2441237"/>
              <a:ext cx="1889174" cy="94845"/>
            </a:xfrm>
            <a:custGeom>
              <a:rect b="b" l="l" r="r" t="t"/>
              <a:pathLst>
                <a:path extrusionOk="0" fill="none" h="3010" w="59950">
                  <a:moveTo>
                    <a:pt x="0" y="3009"/>
                  </a:moveTo>
                  <a:lnTo>
                    <a:pt x="59950" y="1"/>
                  </a:lnTo>
                </a:path>
              </a:pathLst>
            </a:custGeom>
            <a:noFill/>
            <a:ln cap="flat" cmpd="sng" w="7125">
              <a:solidFill>
                <a:srgbClr val="051C2C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1" name="Google Shape;5731;p36"/>
            <p:cNvSpPr/>
            <p:nvPr/>
          </p:nvSpPr>
          <p:spPr>
            <a:xfrm>
              <a:off x="3418888" y="2946185"/>
              <a:ext cx="1899164" cy="33936"/>
            </a:xfrm>
            <a:custGeom>
              <a:rect b="b" l="l" r="r" t="t"/>
              <a:pathLst>
                <a:path extrusionOk="0" fill="none" h="1077" w="60267">
                  <a:moveTo>
                    <a:pt x="0" y="0"/>
                  </a:moveTo>
                  <a:lnTo>
                    <a:pt x="60267" y="1077"/>
                  </a:lnTo>
                </a:path>
              </a:pathLst>
            </a:custGeom>
            <a:noFill/>
            <a:ln cap="flat" cmpd="sng" w="7125">
              <a:solidFill>
                <a:srgbClr val="051C2C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2" name="Google Shape;5732;p36"/>
            <p:cNvSpPr/>
            <p:nvPr/>
          </p:nvSpPr>
          <p:spPr>
            <a:xfrm>
              <a:off x="3446839" y="3377242"/>
              <a:ext cx="1871212" cy="134768"/>
            </a:xfrm>
            <a:custGeom>
              <a:rect b="b" l="l" r="r" t="t"/>
              <a:pathLst>
                <a:path extrusionOk="0" fill="none" h="4277" w="59380">
                  <a:moveTo>
                    <a:pt x="0" y="1"/>
                  </a:moveTo>
                  <a:lnTo>
                    <a:pt x="59380" y="4276"/>
                  </a:lnTo>
                </a:path>
              </a:pathLst>
            </a:custGeom>
            <a:noFill/>
            <a:ln cap="flat" cmpd="sng" w="7125">
              <a:solidFill>
                <a:srgbClr val="051C2C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3" name="Google Shape;5733;p36"/>
            <p:cNvSpPr/>
            <p:nvPr/>
          </p:nvSpPr>
          <p:spPr>
            <a:xfrm>
              <a:off x="3533656" y="3785391"/>
              <a:ext cx="1784395" cy="266480"/>
            </a:xfrm>
            <a:custGeom>
              <a:rect b="b" l="l" r="r" t="t"/>
              <a:pathLst>
                <a:path extrusionOk="0" fill="none" h="8457" w="56625">
                  <a:moveTo>
                    <a:pt x="0" y="1"/>
                  </a:moveTo>
                  <a:lnTo>
                    <a:pt x="56625" y="8456"/>
                  </a:lnTo>
                </a:path>
              </a:pathLst>
            </a:custGeom>
            <a:noFill/>
            <a:ln cap="flat" cmpd="sng" w="7125">
              <a:solidFill>
                <a:srgbClr val="051C2C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4" name="Google Shape;5734;p36"/>
            <p:cNvSpPr/>
            <p:nvPr/>
          </p:nvSpPr>
          <p:spPr>
            <a:xfrm>
              <a:off x="665483" y="3083883"/>
              <a:ext cx="2688552" cy="1423023"/>
            </a:xfrm>
            <a:custGeom>
              <a:rect b="b" l="l" r="r" t="t"/>
              <a:pathLst>
                <a:path extrusionOk="0" h="45161" w="85317">
                  <a:moveTo>
                    <a:pt x="42659" y="0"/>
                  </a:moveTo>
                  <a:lnTo>
                    <a:pt x="0" y="22580"/>
                  </a:lnTo>
                  <a:lnTo>
                    <a:pt x="42659" y="45160"/>
                  </a:lnTo>
                  <a:lnTo>
                    <a:pt x="85317" y="22580"/>
                  </a:lnTo>
                  <a:lnTo>
                    <a:pt x="42659" y="0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5" name="Google Shape;5735;p36"/>
            <p:cNvSpPr/>
            <p:nvPr/>
          </p:nvSpPr>
          <p:spPr>
            <a:xfrm>
              <a:off x="665483" y="3795379"/>
              <a:ext cx="1344292" cy="949018"/>
            </a:xfrm>
            <a:custGeom>
              <a:rect b="b" l="l" r="r" t="t"/>
              <a:pathLst>
                <a:path extrusionOk="0" h="30118" w="42659">
                  <a:moveTo>
                    <a:pt x="0" y="0"/>
                  </a:moveTo>
                  <a:lnTo>
                    <a:pt x="0" y="7537"/>
                  </a:lnTo>
                  <a:lnTo>
                    <a:pt x="42659" y="30117"/>
                  </a:lnTo>
                  <a:lnTo>
                    <a:pt x="42659" y="22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6" name="Google Shape;5736;p36"/>
            <p:cNvSpPr/>
            <p:nvPr/>
          </p:nvSpPr>
          <p:spPr>
            <a:xfrm>
              <a:off x="2009743" y="3795379"/>
              <a:ext cx="1344292" cy="949018"/>
            </a:xfrm>
            <a:custGeom>
              <a:rect b="b" l="l" r="r" t="t"/>
              <a:pathLst>
                <a:path extrusionOk="0" h="30118" w="42659">
                  <a:moveTo>
                    <a:pt x="42659" y="0"/>
                  </a:moveTo>
                  <a:lnTo>
                    <a:pt x="1" y="22580"/>
                  </a:lnTo>
                  <a:lnTo>
                    <a:pt x="1" y="30117"/>
                  </a:lnTo>
                  <a:lnTo>
                    <a:pt x="42659" y="7537"/>
                  </a:lnTo>
                  <a:lnTo>
                    <a:pt x="42659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7" name="Google Shape;5737;p36"/>
            <p:cNvSpPr/>
            <p:nvPr/>
          </p:nvSpPr>
          <p:spPr>
            <a:xfrm>
              <a:off x="5318020" y="2382376"/>
              <a:ext cx="116785" cy="116776"/>
            </a:xfrm>
            <a:custGeom>
              <a:rect b="b" l="l" r="r" t="t"/>
              <a:pathLst>
                <a:path extrusionOk="0" h="3706" w="3706">
                  <a:moveTo>
                    <a:pt x="1869" y="317"/>
                  </a:moveTo>
                  <a:cubicBezTo>
                    <a:pt x="2693" y="317"/>
                    <a:pt x="3389" y="1014"/>
                    <a:pt x="3389" y="1869"/>
                  </a:cubicBezTo>
                  <a:cubicBezTo>
                    <a:pt x="3389" y="2692"/>
                    <a:pt x="2724" y="3389"/>
                    <a:pt x="1869" y="3389"/>
                  </a:cubicBezTo>
                  <a:cubicBezTo>
                    <a:pt x="1014" y="3389"/>
                    <a:pt x="317" y="2692"/>
                    <a:pt x="317" y="1869"/>
                  </a:cubicBezTo>
                  <a:cubicBezTo>
                    <a:pt x="317" y="1014"/>
                    <a:pt x="1014" y="317"/>
                    <a:pt x="1869" y="317"/>
                  </a:cubicBezTo>
                  <a:close/>
                  <a:moveTo>
                    <a:pt x="1869" y="0"/>
                  </a:moveTo>
                  <a:cubicBezTo>
                    <a:pt x="856" y="0"/>
                    <a:pt x="1" y="855"/>
                    <a:pt x="1" y="1869"/>
                  </a:cubicBezTo>
                  <a:cubicBezTo>
                    <a:pt x="1" y="2882"/>
                    <a:pt x="856" y="3705"/>
                    <a:pt x="1869" y="3705"/>
                  </a:cubicBezTo>
                  <a:cubicBezTo>
                    <a:pt x="2883" y="3705"/>
                    <a:pt x="3706" y="2882"/>
                    <a:pt x="3706" y="1869"/>
                  </a:cubicBezTo>
                  <a:cubicBezTo>
                    <a:pt x="3706" y="855"/>
                    <a:pt x="2883" y="0"/>
                    <a:pt x="1869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8" name="Google Shape;5738;p36"/>
            <p:cNvSpPr/>
            <p:nvPr/>
          </p:nvSpPr>
          <p:spPr>
            <a:xfrm>
              <a:off x="5342978" y="2407301"/>
              <a:ext cx="66901" cy="66959"/>
            </a:xfrm>
            <a:custGeom>
              <a:rect b="b" l="l" r="r" t="t"/>
              <a:pathLst>
                <a:path extrusionOk="0" h="2125" w="2123">
                  <a:moveTo>
                    <a:pt x="1077" y="1"/>
                  </a:moveTo>
                  <a:cubicBezTo>
                    <a:pt x="475" y="1"/>
                    <a:pt x="0" y="476"/>
                    <a:pt x="0" y="1078"/>
                  </a:cubicBezTo>
                  <a:cubicBezTo>
                    <a:pt x="0" y="1648"/>
                    <a:pt x="475" y="2123"/>
                    <a:pt x="1077" y="2123"/>
                  </a:cubicBezTo>
                  <a:cubicBezTo>
                    <a:pt x="1094" y="2124"/>
                    <a:pt x="1111" y="2124"/>
                    <a:pt x="1128" y="2124"/>
                  </a:cubicBezTo>
                  <a:cubicBezTo>
                    <a:pt x="1675" y="2124"/>
                    <a:pt x="2122" y="1631"/>
                    <a:pt x="2122" y="1078"/>
                  </a:cubicBezTo>
                  <a:cubicBezTo>
                    <a:pt x="2122" y="476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9" name="Google Shape;5739;p36"/>
            <p:cNvSpPr/>
            <p:nvPr/>
          </p:nvSpPr>
          <p:spPr>
            <a:xfrm>
              <a:off x="5318020" y="2922206"/>
              <a:ext cx="116785" cy="115799"/>
            </a:xfrm>
            <a:custGeom>
              <a:rect b="b" l="l" r="r" t="t"/>
              <a:pathLst>
                <a:path extrusionOk="0" h="3675" w="3706">
                  <a:moveTo>
                    <a:pt x="1869" y="318"/>
                  </a:moveTo>
                  <a:cubicBezTo>
                    <a:pt x="2693" y="318"/>
                    <a:pt x="3389" y="983"/>
                    <a:pt x="3389" y="1838"/>
                  </a:cubicBezTo>
                  <a:cubicBezTo>
                    <a:pt x="3389" y="2693"/>
                    <a:pt x="2724" y="3390"/>
                    <a:pt x="1869" y="3390"/>
                  </a:cubicBezTo>
                  <a:cubicBezTo>
                    <a:pt x="1014" y="3390"/>
                    <a:pt x="317" y="2693"/>
                    <a:pt x="317" y="1838"/>
                  </a:cubicBezTo>
                  <a:cubicBezTo>
                    <a:pt x="317" y="983"/>
                    <a:pt x="1014" y="318"/>
                    <a:pt x="1869" y="318"/>
                  </a:cubicBezTo>
                  <a:close/>
                  <a:moveTo>
                    <a:pt x="1869" y="1"/>
                  </a:moveTo>
                  <a:cubicBezTo>
                    <a:pt x="856" y="1"/>
                    <a:pt x="1" y="824"/>
                    <a:pt x="1" y="1838"/>
                  </a:cubicBezTo>
                  <a:cubicBezTo>
                    <a:pt x="1" y="2851"/>
                    <a:pt x="856" y="3675"/>
                    <a:pt x="1869" y="3675"/>
                  </a:cubicBezTo>
                  <a:cubicBezTo>
                    <a:pt x="2883" y="3675"/>
                    <a:pt x="3706" y="2851"/>
                    <a:pt x="3706" y="1838"/>
                  </a:cubicBezTo>
                  <a:cubicBezTo>
                    <a:pt x="3706" y="824"/>
                    <a:pt x="2883" y="1"/>
                    <a:pt x="186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0" name="Google Shape;5740;p36"/>
            <p:cNvSpPr/>
            <p:nvPr/>
          </p:nvSpPr>
          <p:spPr>
            <a:xfrm>
              <a:off x="5342978" y="2946185"/>
              <a:ext cx="66901" cy="67873"/>
            </a:xfrm>
            <a:custGeom>
              <a:rect b="b" l="l" r="r" t="t"/>
              <a:pathLst>
                <a:path extrusionOk="0" h="2154" w="2123">
                  <a:moveTo>
                    <a:pt x="1077" y="0"/>
                  </a:moveTo>
                  <a:cubicBezTo>
                    <a:pt x="475" y="0"/>
                    <a:pt x="0" y="475"/>
                    <a:pt x="0" y="1077"/>
                  </a:cubicBezTo>
                  <a:cubicBezTo>
                    <a:pt x="0" y="1678"/>
                    <a:pt x="475" y="2154"/>
                    <a:pt x="1077" y="2154"/>
                  </a:cubicBezTo>
                  <a:cubicBezTo>
                    <a:pt x="1647" y="2154"/>
                    <a:pt x="2122" y="1678"/>
                    <a:pt x="2122" y="1077"/>
                  </a:cubicBezTo>
                  <a:cubicBezTo>
                    <a:pt x="2122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1" name="Google Shape;5741;p36"/>
            <p:cNvSpPr/>
            <p:nvPr/>
          </p:nvSpPr>
          <p:spPr>
            <a:xfrm>
              <a:off x="5318020" y="3454094"/>
              <a:ext cx="116785" cy="116776"/>
            </a:xfrm>
            <a:custGeom>
              <a:rect b="b" l="l" r="r" t="t"/>
              <a:pathLst>
                <a:path extrusionOk="0" h="3706" w="3706">
                  <a:moveTo>
                    <a:pt x="1869" y="317"/>
                  </a:moveTo>
                  <a:cubicBezTo>
                    <a:pt x="2693" y="317"/>
                    <a:pt x="3389" y="1014"/>
                    <a:pt x="3389" y="1837"/>
                  </a:cubicBezTo>
                  <a:cubicBezTo>
                    <a:pt x="3389" y="2692"/>
                    <a:pt x="2724" y="3389"/>
                    <a:pt x="1869" y="3389"/>
                  </a:cubicBezTo>
                  <a:cubicBezTo>
                    <a:pt x="1014" y="3389"/>
                    <a:pt x="317" y="2692"/>
                    <a:pt x="317" y="1837"/>
                  </a:cubicBezTo>
                  <a:cubicBezTo>
                    <a:pt x="317" y="1014"/>
                    <a:pt x="1014" y="317"/>
                    <a:pt x="1869" y="317"/>
                  </a:cubicBezTo>
                  <a:close/>
                  <a:moveTo>
                    <a:pt x="1869" y="0"/>
                  </a:moveTo>
                  <a:cubicBezTo>
                    <a:pt x="856" y="0"/>
                    <a:pt x="1" y="824"/>
                    <a:pt x="1" y="1869"/>
                  </a:cubicBezTo>
                  <a:cubicBezTo>
                    <a:pt x="1" y="2882"/>
                    <a:pt x="856" y="3706"/>
                    <a:pt x="1869" y="3706"/>
                  </a:cubicBezTo>
                  <a:cubicBezTo>
                    <a:pt x="2883" y="3706"/>
                    <a:pt x="3706" y="2882"/>
                    <a:pt x="3706" y="1869"/>
                  </a:cubicBezTo>
                  <a:cubicBezTo>
                    <a:pt x="3706" y="824"/>
                    <a:pt x="2883" y="0"/>
                    <a:pt x="1869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2" name="Google Shape;5742;p36"/>
            <p:cNvSpPr/>
            <p:nvPr/>
          </p:nvSpPr>
          <p:spPr>
            <a:xfrm>
              <a:off x="5342978" y="3479050"/>
              <a:ext cx="66901" cy="66896"/>
            </a:xfrm>
            <a:custGeom>
              <a:rect b="b" l="l" r="r" t="t"/>
              <a:pathLst>
                <a:path extrusionOk="0" h="2123" w="2123">
                  <a:moveTo>
                    <a:pt x="1077" y="0"/>
                  </a:moveTo>
                  <a:cubicBezTo>
                    <a:pt x="475" y="0"/>
                    <a:pt x="0" y="475"/>
                    <a:pt x="0" y="1045"/>
                  </a:cubicBezTo>
                  <a:cubicBezTo>
                    <a:pt x="0" y="1647"/>
                    <a:pt x="475" y="2122"/>
                    <a:pt x="1077" y="2122"/>
                  </a:cubicBezTo>
                  <a:cubicBezTo>
                    <a:pt x="1647" y="2122"/>
                    <a:pt x="2122" y="1647"/>
                    <a:pt x="2122" y="1045"/>
                  </a:cubicBezTo>
                  <a:cubicBezTo>
                    <a:pt x="2122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3" name="Google Shape;5743;p36"/>
            <p:cNvSpPr/>
            <p:nvPr/>
          </p:nvSpPr>
          <p:spPr>
            <a:xfrm>
              <a:off x="5318020" y="3992947"/>
              <a:ext cx="116785" cy="116776"/>
            </a:xfrm>
            <a:custGeom>
              <a:rect b="b" l="l" r="r" t="t"/>
              <a:pathLst>
                <a:path extrusionOk="0" h="3706" w="3706">
                  <a:moveTo>
                    <a:pt x="1869" y="317"/>
                  </a:moveTo>
                  <a:cubicBezTo>
                    <a:pt x="2693" y="317"/>
                    <a:pt x="3389" y="1014"/>
                    <a:pt x="3389" y="1869"/>
                  </a:cubicBezTo>
                  <a:cubicBezTo>
                    <a:pt x="3389" y="2693"/>
                    <a:pt x="2724" y="3389"/>
                    <a:pt x="1869" y="3389"/>
                  </a:cubicBezTo>
                  <a:cubicBezTo>
                    <a:pt x="1014" y="3389"/>
                    <a:pt x="317" y="2693"/>
                    <a:pt x="317" y="1869"/>
                  </a:cubicBezTo>
                  <a:cubicBezTo>
                    <a:pt x="317" y="1014"/>
                    <a:pt x="1014" y="317"/>
                    <a:pt x="1869" y="317"/>
                  </a:cubicBezTo>
                  <a:close/>
                  <a:moveTo>
                    <a:pt x="1869" y="1"/>
                  </a:moveTo>
                  <a:cubicBezTo>
                    <a:pt x="856" y="1"/>
                    <a:pt x="1" y="856"/>
                    <a:pt x="1" y="1869"/>
                  </a:cubicBezTo>
                  <a:cubicBezTo>
                    <a:pt x="1" y="2883"/>
                    <a:pt x="856" y="3706"/>
                    <a:pt x="1869" y="3706"/>
                  </a:cubicBezTo>
                  <a:cubicBezTo>
                    <a:pt x="2883" y="3706"/>
                    <a:pt x="3706" y="2883"/>
                    <a:pt x="3706" y="1869"/>
                  </a:cubicBezTo>
                  <a:cubicBezTo>
                    <a:pt x="3706" y="856"/>
                    <a:pt x="2883" y="1"/>
                    <a:pt x="186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4" name="Google Shape;5744;p36"/>
            <p:cNvSpPr/>
            <p:nvPr/>
          </p:nvSpPr>
          <p:spPr>
            <a:xfrm>
              <a:off x="5342978" y="4017903"/>
              <a:ext cx="66901" cy="67873"/>
            </a:xfrm>
            <a:custGeom>
              <a:rect b="b" l="l" r="r" t="t"/>
              <a:pathLst>
                <a:path extrusionOk="0" h="2154" w="2123">
                  <a:moveTo>
                    <a:pt x="1077" y="0"/>
                  </a:moveTo>
                  <a:cubicBezTo>
                    <a:pt x="475" y="0"/>
                    <a:pt x="0" y="475"/>
                    <a:pt x="0" y="1077"/>
                  </a:cubicBezTo>
                  <a:cubicBezTo>
                    <a:pt x="0" y="1647"/>
                    <a:pt x="475" y="2154"/>
                    <a:pt x="1077" y="2154"/>
                  </a:cubicBezTo>
                  <a:cubicBezTo>
                    <a:pt x="1647" y="2154"/>
                    <a:pt x="2122" y="1647"/>
                    <a:pt x="2122" y="1077"/>
                  </a:cubicBezTo>
                  <a:cubicBezTo>
                    <a:pt x="2122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5" name="Google Shape;5745;p36"/>
            <p:cNvSpPr/>
            <p:nvPr/>
          </p:nvSpPr>
          <p:spPr>
            <a:xfrm>
              <a:off x="5365919" y="2541029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6" name="Google Shape;5746;p36"/>
            <p:cNvSpPr/>
            <p:nvPr/>
          </p:nvSpPr>
          <p:spPr>
            <a:xfrm>
              <a:off x="5365919" y="2619867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7" name="Google Shape;5747;p36"/>
            <p:cNvSpPr/>
            <p:nvPr/>
          </p:nvSpPr>
          <p:spPr>
            <a:xfrm>
              <a:off x="5365919" y="2698705"/>
              <a:ext cx="21996" cy="21962"/>
            </a:xfrm>
            <a:custGeom>
              <a:rect b="b" l="l" r="r" t="t"/>
              <a:pathLst>
                <a:path extrusionOk="0" h="697" w="698">
                  <a:moveTo>
                    <a:pt x="349" y="0"/>
                  </a:moveTo>
                  <a:cubicBezTo>
                    <a:pt x="159" y="0"/>
                    <a:pt x="1" y="158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8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8" name="Google Shape;5748;p36"/>
            <p:cNvSpPr/>
            <p:nvPr/>
          </p:nvSpPr>
          <p:spPr>
            <a:xfrm>
              <a:off x="5365919" y="2777512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39"/>
                    <a:pt x="159" y="698"/>
                    <a:pt x="349" y="698"/>
                  </a:cubicBezTo>
                  <a:cubicBezTo>
                    <a:pt x="539" y="698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9" name="Google Shape;5749;p36"/>
            <p:cNvSpPr/>
            <p:nvPr/>
          </p:nvSpPr>
          <p:spPr>
            <a:xfrm>
              <a:off x="5365919" y="2856350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28"/>
                    <a:pt x="1" y="349"/>
                  </a:cubicBezTo>
                  <a:cubicBezTo>
                    <a:pt x="1" y="539"/>
                    <a:pt x="159" y="698"/>
                    <a:pt x="349" y="698"/>
                  </a:cubicBezTo>
                  <a:cubicBezTo>
                    <a:pt x="539" y="698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0" name="Google Shape;5750;p36"/>
            <p:cNvSpPr/>
            <p:nvPr/>
          </p:nvSpPr>
          <p:spPr>
            <a:xfrm>
              <a:off x="5318020" y="1844501"/>
              <a:ext cx="116785" cy="116776"/>
            </a:xfrm>
            <a:custGeom>
              <a:rect b="b" l="l" r="r" t="t"/>
              <a:pathLst>
                <a:path extrusionOk="0" h="3706" w="3706">
                  <a:moveTo>
                    <a:pt x="1869" y="317"/>
                  </a:moveTo>
                  <a:cubicBezTo>
                    <a:pt x="2693" y="317"/>
                    <a:pt x="3389" y="982"/>
                    <a:pt x="3389" y="1837"/>
                  </a:cubicBezTo>
                  <a:cubicBezTo>
                    <a:pt x="3389" y="2692"/>
                    <a:pt x="2724" y="3389"/>
                    <a:pt x="1869" y="3389"/>
                  </a:cubicBezTo>
                  <a:cubicBezTo>
                    <a:pt x="1014" y="3389"/>
                    <a:pt x="317" y="2692"/>
                    <a:pt x="317" y="1837"/>
                  </a:cubicBezTo>
                  <a:cubicBezTo>
                    <a:pt x="317" y="982"/>
                    <a:pt x="1014" y="317"/>
                    <a:pt x="1869" y="317"/>
                  </a:cubicBezTo>
                  <a:close/>
                  <a:moveTo>
                    <a:pt x="1869" y="1"/>
                  </a:moveTo>
                  <a:cubicBezTo>
                    <a:pt x="856" y="1"/>
                    <a:pt x="1" y="824"/>
                    <a:pt x="1" y="1837"/>
                  </a:cubicBezTo>
                  <a:cubicBezTo>
                    <a:pt x="1" y="2851"/>
                    <a:pt x="856" y="3706"/>
                    <a:pt x="1869" y="3706"/>
                  </a:cubicBezTo>
                  <a:cubicBezTo>
                    <a:pt x="2883" y="3706"/>
                    <a:pt x="3706" y="2851"/>
                    <a:pt x="3706" y="1837"/>
                  </a:cubicBezTo>
                  <a:cubicBezTo>
                    <a:pt x="3706" y="824"/>
                    <a:pt x="2883" y="1"/>
                    <a:pt x="186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1" name="Google Shape;5751;p36"/>
            <p:cNvSpPr/>
            <p:nvPr/>
          </p:nvSpPr>
          <p:spPr>
            <a:xfrm>
              <a:off x="5342978" y="1868448"/>
              <a:ext cx="66901" cy="67904"/>
            </a:xfrm>
            <a:custGeom>
              <a:rect b="b" l="l" r="r" t="t"/>
              <a:pathLst>
                <a:path extrusionOk="0" h="2155" w="2123">
                  <a:moveTo>
                    <a:pt x="1077" y="1"/>
                  </a:moveTo>
                  <a:cubicBezTo>
                    <a:pt x="475" y="1"/>
                    <a:pt x="0" y="507"/>
                    <a:pt x="0" y="1077"/>
                  </a:cubicBezTo>
                  <a:cubicBezTo>
                    <a:pt x="0" y="1679"/>
                    <a:pt x="475" y="2154"/>
                    <a:pt x="1077" y="2154"/>
                  </a:cubicBezTo>
                  <a:cubicBezTo>
                    <a:pt x="1647" y="2154"/>
                    <a:pt x="2122" y="1679"/>
                    <a:pt x="2122" y="1077"/>
                  </a:cubicBezTo>
                  <a:cubicBezTo>
                    <a:pt x="2122" y="507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2" name="Google Shape;5752;p36"/>
            <p:cNvSpPr/>
            <p:nvPr/>
          </p:nvSpPr>
          <p:spPr>
            <a:xfrm>
              <a:off x="5365919" y="2002177"/>
              <a:ext cx="21996" cy="21962"/>
            </a:xfrm>
            <a:custGeom>
              <a:rect b="b" l="l" r="r" t="t"/>
              <a:pathLst>
                <a:path extrusionOk="0" h="697" w="698"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3" name="Google Shape;5753;p36"/>
            <p:cNvSpPr/>
            <p:nvPr/>
          </p:nvSpPr>
          <p:spPr>
            <a:xfrm>
              <a:off x="5365919" y="2081015"/>
              <a:ext cx="21996" cy="21962"/>
            </a:xfrm>
            <a:custGeom>
              <a:rect b="b" l="l" r="r" t="t"/>
              <a:pathLst>
                <a:path extrusionOk="0" h="697" w="698">
                  <a:moveTo>
                    <a:pt x="349" y="0"/>
                  </a:moveTo>
                  <a:cubicBezTo>
                    <a:pt x="159" y="0"/>
                    <a:pt x="1" y="158"/>
                    <a:pt x="1" y="348"/>
                  </a:cubicBezTo>
                  <a:cubicBezTo>
                    <a:pt x="1" y="538"/>
                    <a:pt x="159" y="697"/>
                    <a:pt x="349" y="697"/>
                  </a:cubicBezTo>
                  <a:cubicBezTo>
                    <a:pt x="539" y="697"/>
                    <a:pt x="697" y="538"/>
                    <a:pt x="697" y="348"/>
                  </a:cubicBezTo>
                  <a:cubicBezTo>
                    <a:pt x="697" y="158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4" name="Google Shape;5754;p36"/>
            <p:cNvSpPr/>
            <p:nvPr/>
          </p:nvSpPr>
          <p:spPr>
            <a:xfrm>
              <a:off x="5365919" y="2159821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39"/>
                    <a:pt x="159" y="698"/>
                    <a:pt x="349" y="698"/>
                  </a:cubicBezTo>
                  <a:cubicBezTo>
                    <a:pt x="539" y="698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5" name="Google Shape;5755;p36"/>
            <p:cNvSpPr/>
            <p:nvPr/>
          </p:nvSpPr>
          <p:spPr>
            <a:xfrm>
              <a:off x="5365919" y="2238659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39"/>
                    <a:pt x="159" y="698"/>
                    <a:pt x="349" y="698"/>
                  </a:cubicBezTo>
                  <a:cubicBezTo>
                    <a:pt x="539" y="698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6" name="Google Shape;5756;p36"/>
            <p:cNvSpPr/>
            <p:nvPr/>
          </p:nvSpPr>
          <p:spPr>
            <a:xfrm>
              <a:off x="5365919" y="2317497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7" name="Google Shape;5757;p36"/>
            <p:cNvSpPr/>
            <p:nvPr/>
          </p:nvSpPr>
          <p:spPr>
            <a:xfrm>
              <a:off x="5318020" y="1298653"/>
              <a:ext cx="116785" cy="116776"/>
            </a:xfrm>
            <a:custGeom>
              <a:rect b="b" l="l" r="r" t="t"/>
              <a:pathLst>
                <a:path extrusionOk="0" h="3706" w="3706">
                  <a:moveTo>
                    <a:pt x="1869" y="317"/>
                  </a:moveTo>
                  <a:cubicBezTo>
                    <a:pt x="2693" y="317"/>
                    <a:pt x="3389" y="1014"/>
                    <a:pt x="3389" y="1869"/>
                  </a:cubicBezTo>
                  <a:cubicBezTo>
                    <a:pt x="3389" y="2693"/>
                    <a:pt x="2724" y="3389"/>
                    <a:pt x="1869" y="3389"/>
                  </a:cubicBezTo>
                  <a:cubicBezTo>
                    <a:pt x="1014" y="3389"/>
                    <a:pt x="317" y="2693"/>
                    <a:pt x="317" y="1869"/>
                  </a:cubicBezTo>
                  <a:cubicBezTo>
                    <a:pt x="317" y="1014"/>
                    <a:pt x="1014" y="317"/>
                    <a:pt x="1869" y="317"/>
                  </a:cubicBezTo>
                  <a:close/>
                  <a:moveTo>
                    <a:pt x="1869" y="1"/>
                  </a:moveTo>
                  <a:cubicBezTo>
                    <a:pt x="856" y="1"/>
                    <a:pt x="1" y="824"/>
                    <a:pt x="1" y="1869"/>
                  </a:cubicBezTo>
                  <a:cubicBezTo>
                    <a:pt x="1" y="2883"/>
                    <a:pt x="856" y="3706"/>
                    <a:pt x="1869" y="3706"/>
                  </a:cubicBezTo>
                  <a:cubicBezTo>
                    <a:pt x="2883" y="3706"/>
                    <a:pt x="3706" y="2883"/>
                    <a:pt x="3706" y="1869"/>
                  </a:cubicBezTo>
                  <a:cubicBezTo>
                    <a:pt x="3706" y="824"/>
                    <a:pt x="2883" y="1"/>
                    <a:pt x="186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8" name="Google Shape;5758;p36"/>
            <p:cNvSpPr/>
            <p:nvPr/>
          </p:nvSpPr>
          <p:spPr>
            <a:xfrm>
              <a:off x="5342978" y="1323609"/>
              <a:ext cx="66901" cy="66896"/>
            </a:xfrm>
            <a:custGeom>
              <a:rect b="b" l="l" r="r" t="t"/>
              <a:pathLst>
                <a:path extrusionOk="0" h="2123" w="2123">
                  <a:moveTo>
                    <a:pt x="1077" y="0"/>
                  </a:moveTo>
                  <a:cubicBezTo>
                    <a:pt x="475" y="0"/>
                    <a:pt x="0" y="475"/>
                    <a:pt x="0" y="1077"/>
                  </a:cubicBezTo>
                  <a:cubicBezTo>
                    <a:pt x="0" y="1647"/>
                    <a:pt x="475" y="2122"/>
                    <a:pt x="1077" y="2122"/>
                  </a:cubicBezTo>
                  <a:cubicBezTo>
                    <a:pt x="1647" y="2122"/>
                    <a:pt x="2122" y="1647"/>
                    <a:pt x="2122" y="1077"/>
                  </a:cubicBezTo>
                  <a:cubicBezTo>
                    <a:pt x="2122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9" name="Google Shape;5759;p36"/>
            <p:cNvSpPr/>
            <p:nvPr/>
          </p:nvSpPr>
          <p:spPr>
            <a:xfrm>
              <a:off x="5365919" y="1457337"/>
              <a:ext cx="21996" cy="21962"/>
            </a:xfrm>
            <a:custGeom>
              <a:rect b="b" l="l" r="r" t="t"/>
              <a:pathLst>
                <a:path extrusionOk="0" h="697" w="698">
                  <a:moveTo>
                    <a:pt x="349" y="0"/>
                  </a:moveTo>
                  <a:cubicBezTo>
                    <a:pt x="159" y="0"/>
                    <a:pt x="1" y="158"/>
                    <a:pt x="1" y="348"/>
                  </a:cubicBezTo>
                  <a:cubicBezTo>
                    <a:pt x="1" y="538"/>
                    <a:pt x="159" y="697"/>
                    <a:pt x="349" y="697"/>
                  </a:cubicBezTo>
                  <a:cubicBezTo>
                    <a:pt x="539" y="697"/>
                    <a:pt x="697" y="538"/>
                    <a:pt x="697" y="348"/>
                  </a:cubicBezTo>
                  <a:cubicBezTo>
                    <a:pt x="697" y="158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0" name="Google Shape;5760;p36"/>
            <p:cNvSpPr/>
            <p:nvPr/>
          </p:nvSpPr>
          <p:spPr>
            <a:xfrm>
              <a:off x="5365919" y="1536144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39"/>
                    <a:pt x="159" y="698"/>
                    <a:pt x="349" y="698"/>
                  </a:cubicBezTo>
                  <a:cubicBezTo>
                    <a:pt x="539" y="698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1" name="Google Shape;5761;p36"/>
            <p:cNvSpPr/>
            <p:nvPr/>
          </p:nvSpPr>
          <p:spPr>
            <a:xfrm>
              <a:off x="5365919" y="1614982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27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2" name="Google Shape;5762;p36"/>
            <p:cNvSpPr/>
            <p:nvPr/>
          </p:nvSpPr>
          <p:spPr>
            <a:xfrm>
              <a:off x="5365919" y="1693820"/>
              <a:ext cx="21996" cy="20986"/>
            </a:xfrm>
            <a:custGeom>
              <a:rect b="b" l="l" r="r" t="t"/>
              <a:pathLst>
                <a:path extrusionOk="0" h="666" w="698">
                  <a:moveTo>
                    <a:pt x="349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507"/>
                    <a:pt x="159" y="666"/>
                    <a:pt x="349" y="666"/>
                  </a:cubicBezTo>
                  <a:cubicBezTo>
                    <a:pt x="539" y="666"/>
                    <a:pt x="697" y="539"/>
                    <a:pt x="697" y="317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3" name="Google Shape;5763;p36"/>
            <p:cNvSpPr/>
            <p:nvPr/>
          </p:nvSpPr>
          <p:spPr>
            <a:xfrm>
              <a:off x="5365919" y="1771649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4" name="Google Shape;5764;p36"/>
            <p:cNvSpPr/>
            <p:nvPr/>
          </p:nvSpPr>
          <p:spPr>
            <a:xfrm>
              <a:off x="5365919" y="3079882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5" name="Google Shape;5765;p36"/>
            <p:cNvSpPr/>
            <p:nvPr/>
          </p:nvSpPr>
          <p:spPr>
            <a:xfrm>
              <a:off x="5365919" y="3158720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6" name="Google Shape;5766;p36"/>
            <p:cNvSpPr/>
            <p:nvPr/>
          </p:nvSpPr>
          <p:spPr>
            <a:xfrm>
              <a:off x="5365919" y="3237558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7" name="Google Shape;5767;p36"/>
            <p:cNvSpPr/>
            <p:nvPr/>
          </p:nvSpPr>
          <p:spPr>
            <a:xfrm>
              <a:off x="5365919" y="3316396"/>
              <a:ext cx="21996" cy="21962"/>
            </a:xfrm>
            <a:custGeom>
              <a:rect b="b" l="l" r="r" t="t"/>
              <a:pathLst>
                <a:path extrusionOk="0" h="697" w="698"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8" name="Google Shape;5768;p36"/>
            <p:cNvSpPr/>
            <p:nvPr/>
          </p:nvSpPr>
          <p:spPr>
            <a:xfrm>
              <a:off x="5365919" y="3395234"/>
              <a:ext cx="21996" cy="21962"/>
            </a:xfrm>
            <a:custGeom>
              <a:rect b="b" l="l" r="r" t="t"/>
              <a:pathLst>
                <a:path extrusionOk="0" h="697" w="698">
                  <a:moveTo>
                    <a:pt x="349" y="0"/>
                  </a:moveTo>
                  <a:cubicBezTo>
                    <a:pt x="159" y="0"/>
                    <a:pt x="1" y="127"/>
                    <a:pt x="1" y="348"/>
                  </a:cubicBezTo>
                  <a:cubicBezTo>
                    <a:pt x="1" y="538"/>
                    <a:pt x="159" y="697"/>
                    <a:pt x="349" y="697"/>
                  </a:cubicBezTo>
                  <a:cubicBezTo>
                    <a:pt x="539" y="697"/>
                    <a:pt x="697" y="538"/>
                    <a:pt x="697" y="348"/>
                  </a:cubicBezTo>
                  <a:cubicBezTo>
                    <a:pt x="697" y="158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9" name="Google Shape;5769;p36"/>
            <p:cNvSpPr/>
            <p:nvPr/>
          </p:nvSpPr>
          <p:spPr>
            <a:xfrm>
              <a:off x="5365919" y="3606760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39"/>
                    <a:pt x="159" y="698"/>
                    <a:pt x="349" y="698"/>
                  </a:cubicBezTo>
                  <a:cubicBezTo>
                    <a:pt x="539" y="698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0" name="Google Shape;5770;p36"/>
            <p:cNvSpPr/>
            <p:nvPr/>
          </p:nvSpPr>
          <p:spPr>
            <a:xfrm>
              <a:off x="5365919" y="3685598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1" name="Google Shape;5771;p36"/>
            <p:cNvSpPr/>
            <p:nvPr/>
          </p:nvSpPr>
          <p:spPr>
            <a:xfrm>
              <a:off x="5365919" y="3764436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2" name="Google Shape;5772;p36"/>
            <p:cNvSpPr/>
            <p:nvPr/>
          </p:nvSpPr>
          <p:spPr>
            <a:xfrm>
              <a:off x="5365919" y="3843274"/>
              <a:ext cx="21996" cy="21994"/>
            </a:xfrm>
            <a:custGeom>
              <a:rect b="b" l="l" r="r" t="t"/>
              <a:pathLst>
                <a:path extrusionOk="0" h="698" w="698"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3" name="Google Shape;5773;p36"/>
            <p:cNvSpPr/>
            <p:nvPr/>
          </p:nvSpPr>
          <p:spPr>
            <a:xfrm>
              <a:off x="5365919" y="3922112"/>
              <a:ext cx="21996" cy="21962"/>
            </a:xfrm>
            <a:custGeom>
              <a:rect b="b" l="l" r="r" t="t"/>
              <a:pathLst>
                <a:path extrusionOk="0" h="697" w="698"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cubicBezTo>
                    <a:pt x="1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4" name="Google Shape;5774;p36"/>
            <p:cNvSpPr/>
            <p:nvPr/>
          </p:nvSpPr>
          <p:spPr>
            <a:xfrm>
              <a:off x="3778162" y="1649926"/>
              <a:ext cx="44937" cy="45910"/>
            </a:xfrm>
            <a:custGeom>
              <a:rect b="b" l="l" r="r" t="t"/>
              <a:pathLst>
                <a:path extrusionOk="0" h="1457" w="1426">
                  <a:moveTo>
                    <a:pt x="729" y="0"/>
                  </a:moveTo>
                  <a:cubicBezTo>
                    <a:pt x="317" y="0"/>
                    <a:pt x="0" y="349"/>
                    <a:pt x="0" y="729"/>
                  </a:cubicBezTo>
                  <a:cubicBezTo>
                    <a:pt x="0" y="1140"/>
                    <a:pt x="317" y="1457"/>
                    <a:pt x="729" y="1457"/>
                  </a:cubicBezTo>
                  <a:cubicBezTo>
                    <a:pt x="1109" y="1457"/>
                    <a:pt x="1425" y="1140"/>
                    <a:pt x="1425" y="729"/>
                  </a:cubicBezTo>
                  <a:cubicBezTo>
                    <a:pt x="1425" y="349"/>
                    <a:pt x="1109" y="0"/>
                    <a:pt x="729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5" name="Google Shape;5775;p36"/>
            <p:cNvSpPr/>
            <p:nvPr/>
          </p:nvSpPr>
          <p:spPr>
            <a:xfrm>
              <a:off x="3577553" y="2057067"/>
              <a:ext cx="44937" cy="45910"/>
            </a:xfrm>
            <a:custGeom>
              <a:rect b="b" l="l" r="r" t="t"/>
              <a:pathLst>
                <a:path extrusionOk="0" h="1457" w="1426">
                  <a:moveTo>
                    <a:pt x="729" y="0"/>
                  </a:moveTo>
                  <a:cubicBezTo>
                    <a:pt x="317" y="0"/>
                    <a:pt x="1" y="317"/>
                    <a:pt x="1" y="728"/>
                  </a:cubicBezTo>
                  <a:cubicBezTo>
                    <a:pt x="1" y="1108"/>
                    <a:pt x="317" y="1457"/>
                    <a:pt x="729" y="1457"/>
                  </a:cubicBezTo>
                  <a:cubicBezTo>
                    <a:pt x="1109" y="1457"/>
                    <a:pt x="1426" y="1108"/>
                    <a:pt x="1426" y="728"/>
                  </a:cubicBezTo>
                  <a:cubicBezTo>
                    <a:pt x="1426" y="317"/>
                    <a:pt x="1109" y="0"/>
                    <a:pt x="729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6" name="Google Shape;5776;p36"/>
            <p:cNvSpPr/>
            <p:nvPr/>
          </p:nvSpPr>
          <p:spPr>
            <a:xfrm>
              <a:off x="3405905" y="2514088"/>
              <a:ext cx="44937" cy="44933"/>
            </a:xfrm>
            <a:custGeom>
              <a:rect b="b" l="l" r="r" t="t"/>
              <a:pathLst>
                <a:path extrusionOk="0" h="1426" w="1426">
                  <a:moveTo>
                    <a:pt x="729" y="0"/>
                  </a:moveTo>
                  <a:cubicBezTo>
                    <a:pt x="317" y="0"/>
                    <a:pt x="1" y="317"/>
                    <a:pt x="1" y="697"/>
                  </a:cubicBezTo>
                  <a:cubicBezTo>
                    <a:pt x="1" y="1109"/>
                    <a:pt x="317" y="1426"/>
                    <a:pt x="729" y="1426"/>
                  </a:cubicBezTo>
                  <a:cubicBezTo>
                    <a:pt x="1109" y="1426"/>
                    <a:pt x="1426" y="1109"/>
                    <a:pt x="1426" y="697"/>
                  </a:cubicBezTo>
                  <a:cubicBezTo>
                    <a:pt x="1426" y="317"/>
                    <a:pt x="1109" y="0"/>
                    <a:pt x="729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7" name="Google Shape;5777;p36"/>
            <p:cNvSpPr/>
            <p:nvPr/>
          </p:nvSpPr>
          <p:spPr>
            <a:xfrm>
              <a:off x="3373982" y="2923214"/>
              <a:ext cx="44937" cy="45942"/>
            </a:xfrm>
            <a:custGeom>
              <a:rect b="b" l="l" r="r" t="t"/>
              <a:pathLst>
                <a:path extrusionOk="0" h="1458" w="1426">
                  <a:moveTo>
                    <a:pt x="697" y="1"/>
                  </a:moveTo>
                  <a:cubicBezTo>
                    <a:pt x="317" y="1"/>
                    <a:pt x="0" y="317"/>
                    <a:pt x="0" y="729"/>
                  </a:cubicBezTo>
                  <a:cubicBezTo>
                    <a:pt x="0" y="1109"/>
                    <a:pt x="317" y="1457"/>
                    <a:pt x="697" y="1457"/>
                  </a:cubicBezTo>
                  <a:cubicBezTo>
                    <a:pt x="1109" y="1457"/>
                    <a:pt x="1425" y="1109"/>
                    <a:pt x="1425" y="729"/>
                  </a:cubicBezTo>
                  <a:cubicBezTo>
                    <a:pt x="1425" y="317"/>
                    <a:pt x="1109" y="1"/>
                    <a:pt x="697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8" name="Google Shape;5778;p36"/>
            <p:cNvSpPr/>
            <p:nvPr/>
          </p:nvSpPr>
          <p:spPr>
            <a:xfrm>
              <a:off x="3401934" y="3354302"/>
              <a:ext cx="44937" cy="45942"/>
            </a:xfrm>
            <a:custGeom>
              <a:rect b="b" l="l" r="r" t="t"/>
              <a:pathLst>
                <a:path extrusionOk="0" h="1458" w="1426">
                  <a:moveTo>
                    <a:pt x="697" y="1"/>
                  </a:moveTo>
                  <a:cubicBezTo>
                    <a:pt x="317" y="1"/>
                    <a:pt x="0" y="349"/>
                    <a:pt x="0" y="729"/>
                  </a:cubicBezTo>
                  <a:cubicBezTo>
                    <a:pt x="0" y="1141"/>
                    <a:pt x="317" y="1457"/>
                    <a:pt x="697" y="1457"/>
                  </a:cubicBezTo>
                  <a:cubicBezTo>
                    <a:pt x="1108" y="1457"/>
                    <a:pt x="1425" y="1141"/>
                    <a:pt x="1425" y="729"/>
                  </a:cubicBezTo>
                  <a:cubicBezTo>
                    <a:pt x="1425" y="349"/>
                    <a:pt x="1108" y="1"/>
                    <a:pt x="697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9" name="Google Shape;5779;p36"/>
            <p:cNvSpPr/>
            <p:nvPr/>
          </p:nvSpPr>
          <p:spPr>
            <a:xfrm>
              <a:off x="3488751" y="3762451"/>
              <a:ext cx="44937" cy="45910"/>
            </a:xfrm>
            <a:custGeom>
              <a:rect b="b" l="l" r="r" t="t"/>
              <a:pathLst>
                <a:path extrusionOk="0" h="1457" w="1426">
                  <a:moveTo>
                    <a:pt x="697" y="0"/>
                  </a:moveTo>
                  <a:cubicBezTo>
                    <a:pt x="317" y="0"/>
                    <a:pt x="0" y="349"/>
                    <a:pt x="0" y="729"/>
                  </a:cubicBezTo>
                  <a:cubicBezTo>
                    <a:pt x="0" y="1140"/>
                    <a:pt x="317" y="1457"/>
                    <a:pt x="697" y="1457"/>
                  </a:cubicBezTo>
                  <a:cubicBezTo>
                    <a:pt x="1109" y="1457"/>
                    <a:pt x="1425" y="1140"/>
                    <a:pt x="1425" y="729"/>
                  </a:cubicBezTo>
                  <a:cubicBezTo>
                    <a:pt x="1425" y="349"/>
                    <a:pt x="1109" y="0"/>
                    <a:pt x="697" y="0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0" name="Google Shape;5780;p36"/>
            <p:cNvSpPr/>
            <p:nvPr/>
          </p:nvSpPr>
          <p:spPr>
            <a:xfrm>
              <a:off x="3342029" y="1120653"/>
              <a:ext cx="961100" cy="2996065"/>
            </a:xfrm>
            <a:custGeom>
              <a:rect b="b" l="l" r="r" t="t"/>
              <a:pathLst>
                <a:path extrusionOk="0" h="95083" w="30499">
                  <a:moveTo>
                    <a:pt x="30310" y="0"/>
                  </a:moveTo>
                  <a:cubicBezTo>
                    <a:pt x="30261" y="0"/>
                    <a:pt x="30216" y="24"/>
                    <a:pt x="30182" y="76"/>
                  </a:cubicBezTo>
                  <a:cubicBezTo>
                    <a:pt x="16785" y="18191"/>
                    <a:pt x="9565" y="37129"/>
                    <a:pt x="8742" y="56383"/>
                  </a:cubicBezTo>
                  <a:cubicBezTo>
                    <a:pt x="8045" y="73041"/>
                    <a:pt x="12320" y="86564"/>
                    <a:pt x="16025" y="94988"/>
                  </a:cubicBezTo>
                  <a:cubicBezTo>
                    <a:pt x="16057" y="95051"/>
                    <a:pt x="16120" y="95083"/>
                    <a:pt x="16184" y="95083"/>
                  </a:cubicBezTo>
                  <a:lnTo>
                    <a:pt x="16247" y="95083"/>
                  </a:lnTo>
                  <a:cubicBezTo>
                    <a:pt x="16342" y="95051"/>
                    <a:pt x="16374" y="94956"/>
                    <a:pt x="16342" y="94861"/>
                  </a:cubicBezTo>
                  <a:cubicBezTo>
                    <a:pt x="8552" y="77190"/>
                    <a:pt x="1" y="41404"/>
                    <a:pt x="30467" y="266"/>
                  </a:cubicBezTo>
                  <a:cubicBezTo>
                    <a:pt x="30498" y="203"/>
                    <a:pt x="30498" y="76"/>
                    <a:pt x="30435" y="44"/>
                  </a:cubicBezTo>
                  <a:cubicBezTo>
                    <a:pt x="30392" y="16"/>
                    <a:pt x="30349" y="0"/>
                    <a:pt x="30310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1" name="Google Shape;5781;p36"/>
            <p:cNvSpPr/>
            <p:nvPr/>
          </p:nvSpPr>
          <p:spPr>
            <a:xfrm>
              <a:off x="4260177" y="1047203"/>
              <a:ext cx="100808" cy="109781"/>
            </a:xfrm>
            <a:custGeom>
              <a:rect b="b" l="l" r="r" t="t"/>
              <a:pathLst>
                <a:path extrusionOk="0" h="3484" w="3199">
                  <a:moveTo>
                    <a:pt x="3199" y="0"/>
                  </a:moveTo>
                  <a:lnTo>
                    <a:pt x="0" y="1805"/>
                  </a:lnTo>
                  <a:lnTo>
                    <a:pt x="2059" y="3484"/>
                  </a:lnTo>
                  <a:lnTo>
                    <a:pt x="3199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2" name="Google Shape;5782;p36"/>
            <p:cNvSpPr/>
            <p:nvPr/>
          </p:nvSpPr>
          <p:spPr>
            <a:xfrm>
              <a:off x="3843014" y="4114702"/>
              <a:ext cx="34979" cy="34945"/>
            </a:xfrm>
            <a:custGeom>
              <a:rect b="b" l="l" r="r" t="t"/>
              <a:pathLst>
                <a:path extrusionOk="0" h="1109" w="1110">
                  <a:moveTo>
                    <a:pt x="539" y="0"/>
                  </a:moveTo>
                  <a:cubicBezTo>
                    <a:pt x="254" y="0"/>
                    <a:pt x="1" y="254"/>
                    <a:pt x="1" y="570"/>
                  </a:cubicBezTo>
                  <a:cubicBezTo>
                    <a:pt x="1" y="855"/>
                    <a:pt x="254" y="1109"/>
                    <a:pt x="539" y="1109"/>
                  </a:cubicBezTo>
                  <a:cubicBezTo>
                    <a:pt x="856" y="1109"/>
                    <a:pt x="1109" y="855"/>
                    <a:pt x="1109" y="570"/>
                  </a:cubicBezTo>
                  <a:cubicBezTo>
                    <a:pt x="1109" y="254"/>
                    <a:pt x="856" y="0"/>
                    <a:pt x="539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3" name="Google Shape;5783;p36"/>
            <p:cNvSpPr/>
            <p:nvPr/>
          </p:nvSpPr>
          <p:spPr>
            <a:xfrm>
              <a:off x="950892" y="2957150"/>
              <a:ext cx="2302366" cy="1052812"/>
            </a:xfrm>
            <a:custGeom>
              <a:rect b="b" l="l" r="r" t="t"/>
              <a:pathLst>
                <a:path extrusionOk="0" h="33412" w="73062">
                  <a:moveTo>
                    <a:pt x="1" y="0"/>
                  </a:moveTo>
                  <a:lnTo>
                    <a:pt x="31195" y="26349"/>
                  </a:lnTo>
                  <a:lnTo>
                    <a:pt x="31670" y="33411"/>
                  </a:lnTo>
                  <a:lnTo>
                    <a:pt x="35565" y="26507"/>
                  </a:lnTo>
                  <a:lnTo>
                    <a:pt x="73061" y="13238"/>
                  </a:lnTo>
                  <a:lnTo>
                    <a:pt x="33222" y="2305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4" name="Google Shape;5784;p36"/>
            <p:cNvSpPr/>
            <p:nvPr/>
          </p:nvSpPr>
          <p:spPr>
            <a:xfrm>
              <a:off x="950892" y="2557005"/>
              <a:ext cx="2302366" cy="1218429"/>
            </a:xfrm>
            <a:custGeom>
              <a:rect b="b" l="l" r="r" t="t"/>
              <a:pathLst>
                <a:path extrusionOk="0" h="38668" w="73062">
                  <a:moveTo>
                    <a:pt x="40031" y="0"/>
                  </a:moveTo>
                  <a:lnTo>
                    <a:pt x="1" y="12699"/>
                  </a:lnTo>
                  <a:lnTo>
                    <a:pt x="33032" y="38668"/>
                  </a:lnTo>
                  <a:lnTo>
                    <a:pt x="73061" y="25937"/>
                  </a:lnTo>
                  <a:lnTo>
                    <a:pt x="40031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5" name="Google Shape;5785;p36"/>
            <p:cNvSpPr/>
            <p:nvPr/>
          </p:nvSpPr>
          <p:spPr>
            <a:xfrm>
              <a:off x="908003" y="2957150"/>
              <a:ext cx="1083809" cy="1052812"/>
            </a:xfrm>
            <a:custGeom>
              <a:rect b="b" l="l" r="r" t="t"/>
              <a:pathLst>
                <a:path extrusionOk="0" h="33412" w="34393">
                  <a:moveTo>
                    <a:pt x="1362" y="0"/>
                  </a:moveTo>
                  <a:lnTo>
                    <a:pt x="0" y="7443"/>
                  </a:lnTo>
                  <a:lnTo>
                    <a:pt x="33031" y="33411"/>
                  </a:lnTo>
                  <a:lnTo>
                    <a:pt x="34393" y="25969"/>
                  </a:lnTo>
                  <a:lnTo>
                    <a:pt x="1362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6" name="Google Shape;5786;p36"/>
            <p:cNvSpPr/>
            <p:nvPr/>
          </p:nvSpPr>
          <p:spPr>
            <a:xfrm>
              <a:off x="1948861" y="3374248"/>
              <a:ext cx="1304397" cy="635714"/>
            </a:xfrm>
            <a:custGeom>
              <a:rect b="b" l="l" r="r" t="t"/>
              <a:pathLst>
                <a:path extrusionOk="0" h="20175" w="41393">
                  <a:moveTo>
                    <a:pt x="41392" y="1"/>
                  </a:moveTo>
                  <a:lnTo>
                    <a:pt x="1363" y="12732"/>
                  </a:lnTo>
                  <a:lnTo>
                    <a:pt x="1" y="20174"/>
                  </a:lnTo>
                  <a:lnTo>
                    <a:pt x="40031" y="7443"/>
                  </a:lnTo>
                  <a:lnTo>
                    <a:pt x="41392" y="1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7" name="Google Shape;5787;p36"/>
            <p:cNvSpPr/>
            <p:nvPr/>
          </p:nvSpPr>
          <p:spPr>
            <a:xfrm>
              <a:off x="1362067" y="2246663"/>
              <a:ext cx="1866233" cy="1068756"/>
            </a:xfrm>
            <a:custGeom>
              <a:rect b="b" l="l" r="r" t="t"/>
              <a:pathLst>
                <a:path extrusionOk="0" h="33918" w="59222">
                  <a:moveTo>
                    <a:pt x="0" y="0"/>
                  </a:moveTo>
                  <a:lnTo>
                    <a:pt x="20554" y="26570"/>
                  </a:lnTo>
                  <a:lnTo>
                    <a:pt x="21060" y="33918"/>
                  </a:lnTo>
                  <a:lnTo>
                    <a:pt x="25241" y="28597"/>
                  </a:lnTo>
                  <a:lnTo>
                    <a:pt x="59222" y="22200"/>
                  </a:lnTo>
                  <a:lnTo>
                    <a:pt x="59222" y="22200"/>
                  </a:lnTo>
                  <a:lnTo>
                    <a:pt x="24259" y="238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8" name="Google Shape;5788;p36"/>
            <p:cNvSpPr/>
            <p:nvPr/>
          </p:nvSpPr>
          <p:spPr>
            <a:xfrm>
              <a:off x="1362067" y="2102946"/>
              <a:ext cx="1866233" cy="986956"/>
            </a:xfrm>
            <a:custGeom>
              <a:rect b="b" l="l" r="r" t="t"/>
              <a:pathLst>
                <a:path extrusionOk="0" h="31322" w="59222">
                  <a:moveTo>
                    <a:pt x="35501" y="1"/>
                  </a:moveTo>
                  <a:lnTo>
                    <a:pt x="0" y="4561"/>
                  </a:lnTo>
                  <a:lnTo>
                    <a:pt x="23752" y="31321"/>
                  </a:lnTo>
                  <a:lnTo>
                    <a:pt x="59222" y="26761"/>
                  </a:lnTo>
                  <a:lnTo>
                    <a:pt x="35501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9" name="Google Shape;5789;p36"/>
            <p:cNvSpPr/>
            <p:nvPr/>
          </p:nvSpPr>
          <p:spPr>
            <a:xfrm>
              <a:off x="1278244" y="2246663"/>
              <a:ext cx="832340" cy="1068756"/>
            </a:xfrm>
            <a:custGeom>
              <a:rect b="b" l="l" r="r" t="t"/>
              <a:pathLst>
                <a:path extrusionOk="0" h="33918" w="26413">
                  <a:moveTo>
                    <a:pt x="2660" y="0"/>
                  </a:moveTo>
                  <a:lnTo>
                    <a:pt x="0" y="7126"/>
                  </a:lnTo>
                  <a:lnTo>
                    <a:pt x="23720" y="33918"/>
                  </a:lnTo>
                  <a:lnTo>
                    <a:pt x="26412" y="26760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0" name="Google Shape;5790;p36"/>
            <p:cNvSpPr/>
            <p:nvPr/>
          </p:nvSpPr>
          <p:spPr>
            <a:xfrm>
              <a:off x="2025720" y="2946185"/>
              <a:ext cx="1202580" cy="369234"/>
            </a:xfrm>
            <a:custGeom>
              <a:rect b="b" l="l" r="r" t="t"/>
              <a:pathLst>
                <a:path extrusionOk="0" h="11718" w="38162">
                  <a:moveTo>
                    <a:pt x="38162" y="0"/>
                  </a:moveTo>
                  <a:lnTo>
                    <a:pt x="2692" y="4560"/>
                  </a:lnTo>
                  <a:lnTo>
                    <a:pt x="0" y="11718"/>
                  </a:lnTo>
                  <a:lnTo>
                    <a:pt x="35501" y="7126"/>
                  </a:lnTo>
                  <a:lnTo>
                    <a:pt x="38162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1" name="Google Shape;5791;p36"/>
            <p:cNvSpPr/>
            <p:nvPr/>
          </p:nvSpPr>
          <p:spPr>
            <a:xfrm>
              <a:off x="1856057" y="1693820"/>
              <a:ext cx="1415163" cy="1002900"/>
            </a:xfrm>
            <a:custGeom>
              <a:rect b="b" l="l" r="r" t="t"/>
              <a:pathLst>
                <a:path extrusionOk="0" h="31828" w="44908">
                  <a:moveTo>
                    <a:pt x="1" y="1"/>
                  </a:moveTo>
                  <a:lnTo>
                    <a:pt x="13238" y="25462"/>
                  </a:lnTo>
                  <a:lnTo>
                    <a:pt x="11465" y="31828"/>
                  </a:lnTo>
                  <a:lnTo>
                    <a:pt x="17545" y="27648"/>
                  </a:lnTo>
                  <a:lnTo>
                    <a:pt x="44907" y="26697"/>
                  </a:lnTo>
                  <a:lnTo>
                    <a:pt x="17450" y="228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2" name="Google Shape;5792;p36"/>
            <p:cNvSpPr/>
            <p:nvPr/>
          </p:nvSpPr>
          <p:spPr>
            <a:xfrm>
              <a:off x="1856057" y="1693820"/>
              <a:ext cx="1415163" cy="841254"/>
            </a:xfrm>
            <a:custGeom>
              <a:rect b="b" l="l" r="r" t="t"/>
              <a:pathLst>
                <a:path extrusionOk="0" h="26698" w="44908">
                  <a:moveTo>
                    <a:pt x="1" y="1"/>
                  </a:moveTo>
                  <a:lnTo>
                    <a:pt x="15392" y="25241"/>
                  </a:lnTo>
                  <a:lnTo>
                    <a:pt x="44907" y="26697"/>
                  </a:lnTo>
                  <a:lnTo>
                    <a:pt x="44907" y="26697"/>
                  </a:lnTo>
                  <a:lnTo>
                    <a:pt x="29516" y="14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3" name="Google Shape;5793;p36"/>
            <p:cNvSpPr/>
            <p:nvPr/>
          </p:nvSpPr>
          <p:spPr>
            <a:xfrm>
              <a:off x="1732307" y="1693820"/>
              <a:ext cx="608790" cy="1002900"/>
            </a:xfrm>
            <a:custGeom>
              <a:rect b="b" l="l" r="r" t="t"/>
              <a:pathLst>
                <a:path extrusionOk="0" h="31828" w="19319">
                  <a:moveTo>
                    <a:pt x="3928" y="1"/>
                  </a:moveTo>
                  <a:lnTo>
                    <a:pt x="1" y="6588"/>
                  </a:lnTo>
                  <a:lnTo>
                    <a:pt x="15392" y="31828"/>
                  </a:lnTo>
                  <a:lnTo>
                    <a:pt x="19319" y="25241"/>
                  </a:lnTo>
                  <a:lnTo>
                    <a:pt x="3928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4" name="Google Shape;5794;p36"/>
            <p:cNvSpPr/>
            <p:nvPr/>
          </p:nvSpPr>
          <p:spPr>
            <a:xfrm>
              <a:off x="2217316" y="2489132"/>
              <a:ext cx="1053904" cy="253498"/>
            </a:xfrm>
            <a:custGeom>
              <a:rect b="b" l="l" r="r" t="t"/>
              <a:pathLst>
                <a:path extrusionOk="0" h="8045" w="33444">
                  <a:moveTo>
                    <a:pt x="3928" y="1"/>
                  </a:moveTo>
                  <a:lnTo>
                    <a:pt x="1" y="6588"/>
                  </a:lnTo>
                  <a:lnTo>
                    <a:pt x="29548" y="8045"/>
                  </a:lnTo>
                  <a:lnTo>
                    <a:pt x="33443" y="1457"/>
                  </a:lnTo>
                  <a:lnTo>
                    <a:pt x="3928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5" name="Google Shape;5795;p36"/>
            <p:cNvSpPr/>
            <p:nvPr/>
          </p:nvSpPr>
          <p:spPr>
            <a:xfrm>
              <a:off x="2441874" y="1242786"/>
              <a:ext cx="979030" cy="869172"/>
            </a:xfrm>
            <a:custGeom>
              <a:rect b="b" l="l" r="r" t="t"/>
              <a:pathLst>
                <a:path extrusionOk="0" h="27584" w="31068">
                  <a:moveTo>
                    <a:pt x="0" y="0"/>
                  </a:moveTo>
                  <a:lnTo>
                    <a:pt x="7158" y="21282"/>
                  </a:lnTo>
                  <a:lnTo>
                    <a:pt x="3452" y="27584"/>
                  </a:lnTo>
                  <a:lnTo>
                    <a:pt x="3452" y="27584"/>
                  </a:lnTo>
                  <a:lnTo>
                    <a:pt x="9501" y="24670"/>
                  </a:lnTo>
                  <a:lnTo>
                    <a:pt x="31068" y="26919"/>
                  </a:lnTo>
                  <a:lnTo>
                    <a:pt x="9153" y="20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6" name="Google Shape;5796;p36"/>
            <p:cNvSpPr/>
            <p:nvPr/>
          </p:nvSpPr>
          <p:spPr>
            <a:xfrm>
              <a:off x="2441874" y="1242786"/>
              <a:ext cx="984041" cy="848218"/>
            </a:xfrm>
            <a:custGeom>
              <a:rect b="b" l="l" r="r" t="t"/>
              <a:pathLst>
                <a:path extrusionOk="0" h="26919" w="31227">
                  <a:moveTo>
                    <a:pt x="0" y="0"/>
                  </a:moveTo>
                  <a:lnTo>
                    <a:pt x="8488" y="21725"/>
                  </a:lnTo>
                  <a:lnTo>
                    <a:pt x="31226" y="26919"/>
                  </a:lnTo>
                  <a:lnTo>
                    <a:pt x="31226" y="26919"/>
                  </a:lnTo>
                  <a:lnTo>
                    <a:pt x="22739" y="51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7" name="Google Shape;5797;p36"/>
            <p:cNvSpPr/>
            <p:nvPr/>
          </p:nvSpPr>
          <p:spPr>
            <a:xfrm>
              <a:off x="2282200" y="1242786"/>
              <a:ext cx="427152" cy="869172"/>
            </a:xfrm>
            <a:custGeom>
              <a:rect b="b" l="l" r="r" t="t"/>
              <a:pathLst>
                <a:path extrusionOk="0" h="27584" w="13555">
                  <a:moveTo>
                    <a:pt x="5067" y="0"/>
                  </a:moveTo>
                  <a:lnTo>
                    <a:pt x="0" y="5859"/>
                  </a:lnTo>
                  <a:lnTo>
                    <a:pt x="8519" y="27584"/>
                  </a:lnTo>
                  <a:lnTo>
                    <a:pt x="13555" y="21725"/>
                  </a:lnTo>
                  <a:lnTo>
                    <a:pt x="5067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8" name="Google Shape;5798;p36"/>
            <p:cNvSpPr/>
            <p:nvPr/>
          </p:nvSpPr>
          <p:spPr>
            <a:xfrm>
              <a:off x="2550655" y="1927340"/>
              <a:ext cx="875260" cy="348280"/>
            </a:xfrm>
            <a:custGeom>
              <a:rect b="b" l="l" r="r" t="t"/>
              <a:pathLst>
                <a:path extrusionOk="0" h="11053" w="27775">
                  <a:moveTo>
                    <a:pt x="5036" y="0"/>
                  </a:moveTo>
                  <a:lnTo>
                    <a:pt x="0" y="5859"/>
                  </a:lnTo>
                  <a:lnTo>
                    <a:pt x="22739" y="11053"/>
                  </a:lnTo>
                  <a:lnTo>
                    <a:pt x="27774" y="5194"/>
                  </a:lnTo>
                  <a:lnTo>
                    <a:pt x="5036" y="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9" name="Google Shape;5799;p36"/>
            <p:cNvSpPr/>
            <p:nvPr/>
          </p:nvSpPr>
          <p:spPr>
            <a:xfrm>
              <a:off x="2955811" y="954375"/>
              <a:ext cx="684641" cy="751450"/>
            </a:xfrm>
            <a:custGeom>
              <a:rect b="b" l="l" r="r" t="t"/>
              <a:pathLst>
                <a:path extrusionOk="0" h="23848" w="21726">
                  <a:moveTo>
                    <a:pt x="2978" y="1"/>
                  </a:moveTo>
                  <a:lnTo>
                    <a:pt x="4150" y="17070"/>
                  </a:lnTo>
                  <a:lnTo>
                    <a:pt x="1" y="21631"/>
                  </a:lnTo>
                  <a:lnTo>
                    <a:pt x="1" y="21631"/>
                  </a:lnTo>
                  <a:lnTo>
                    <a:pt x="6366" y="18622"/>
                  </a:lnTo>
                  <a:lnTo>
                    <a:pt x="21726" y="23848"/>
                  </a:lnTo>
                  <a:lnTo>
                    <a:pt x="7348" y="15582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0" name="Google Shape;5800;p36"/>
            <p:cNvSpPr/>
            <p:nvPr/>
          </p:nvSpPr>
          <p:spPr>
            <a:xfrm>
              <a:off x="3049624" y="954375"/>
              <a:ext cx="590828" cy="751450"/>
            </a:xfrm>
            <a:custGeom>
              <a:rect b="b" l="l" r="r" t="t"/>
              <a:pathLst>
                <a:path extrusionOk="0" h="23848" w="18749">
                  <a:moveTo>
                    <a:pt x="1" y="1"/>
                  </a:moveTo>
                  <a:lnTo>
                    <a:pt x="3073" y="16880"/>
                  </a:lnTo>
                  <a:lnTo>
                    <a:pt x="18749" y="23848"/>
                  </a:lnTo>
                  <a:lnTo>
                    <a:pt x="15677" y="693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1" name="Google Shape;5801;p36"/>
            <p:cNvSpPr/>
            <p:nvPr/>
          </p:nvSpPr>
          <p:spPr>
            <a:xfrm>
              <a:off x="2859037" y="954375"/>
              <a:ext cx="287426" cy="681593"/>
            </a:xfrm>
            <a:custGeom>
              <a:rect b="b" l="l" r="r" t="t"/>
              <a:pathLst>
                <a:path extrusionOk="0" h="21631" w="9121">
                  <a:moveTo>
                    <a:pt x="6049" y="1"/>
                  </a:moveTo>
                  <a:lnTo>
                    <a:pt x="0" y="4751"/>
                  </a:lnTo>
                  <a:lnTo>
                    <a:pt x="3072" y="21631"/>
                  </a:lnTo>
                  <a:lnTo>
                    <a:pt x="9121" y="16880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2" name="Google Shape;5802;p36"/>
            <p:cNvSpPr/>
            <p:nvPr/>
          </p:nvSpPr>
          <p:spPr>
            <a:xfrm>
              <a:off x="2955811" y="1486263"/>
              <a:ext cx="684641" cy="369234"/>
            </a:xfrm>
            <a:custGeom>
              <a:rect b="b" l="l" r="r" t="t"/>
              <a:pathLst>
                <a:path extrusionOk="0" h="11718" w="21726">
                  <a:moveTo>
                    <a:pt x="6050" y="0"/>
                  </a:moveTo>
                  <a:lnTo>
                    <a:pt x="1" y="4751"/>
                  </a:lnTo>
                  <a:lnTo>
                    <a:pt x="15677" y="11718"/>
                  </a:lnTo>
                  <a:lnTo>
                    <a:pt x="21726" y="6968"/>
                  </a:lnTo>
                  <a:lnTo>
                    <a:pt x="6050" y="0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03" name="Google Shape;5803;p36"/>
          <p:cNvSpPr txBox="1"/>
          <p:nvPr/>
        </p:nvSpPr>
        <p:spPr>
          <a:xfrm>
            <a:off x="5669626" y="1179450"/>
            <a:ext cx="10128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Medium"/>
                <a:ea typeface="Fira Sans Medium"/>
                <a:cs typeface="Fira Sans Medium"/>
                <a:sym typeface="Fira Sans Medium"/>
              </a:rPr>
              <a:t>Cashback</a:t>
            </a:r>
            <a:endParaRPr sz="12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804" name="Google Shape;5804;p36"/>
          <p:cNvSpPr txBox="1"/>
          <p:nvPr/>
        </p:nvSpPr>
        <p:spPr>
          <a:xfrm>
            <a:off x="6682297" y="1179462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5" name="Google Shape;5805;p36"/>
          <p:cNvSpPr txBox="1"/>
          <p:nvPr/>
        </p:nvSpPr>
        <p:spPr>
          <a:xfrm>
            <a:off x="5669626" y="1853150"/>
            <a:ext cx="10128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Medium"/>
                <a:ea typeface="Fira Sans Medium"/>
                <a:cs typeface="Fira Sans Medium"/>
                <a:sym typeface="Fira Sans Medium"/>
              </a:rPr>
              <a:t>Savings</a:t>
            </a:r>
            <a:endParaRPr sz="12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806" name="Google Shape;5806;p36"/>
          <p:cNvSpPr txBox="1"/>
          <p:nvPr/>
        </p:nvSpPr>
        <p:spPr>
          <a:xfrm>
            <a:off x="6682297" y="1853159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7" name="Google Shape;5807;p36"/>
          <p:cNvSpPr txBox="1"/>
          <p:nvPr/>
        </p:nvSpPr>
        <p:spPr>
          <a:xfrm>
            <a:off x="5669626" y="2526849"/>
            <a:ext cx="10128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Medium"/>
                <a:ea typeface="Fira Sans Medium"/>
                <a:cs typeface="Fira Sans Medium"/>
                <a:sym typeface="Fira Sans Medium"/>
              </a:rPr>
              <a:t>Investment</a:t>
            </a:r>
            <a:endParaRPr sz="12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808" name="Google Shape;5808;p36"/>
          <p:cNvSpPr txBox="1"/>
          <p:nvPr/>
        </p:nvSpPr>
        <p:spPr>
          <a:xfrm>
            <a:off x="6682297" y="2526856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it’s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9" name="Google Shape;5809;p36"/>
          <p:cNvSpPr txBox="1"/>
          <p:nvPr/>
        </p:nvSpPr>
        <p:spPr>
          <a:xfrm>
            <a:off x="5669626" y="3200549"/>
            <a:ext cx="10128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Medium"/>
                <a:ea typeface="Fira Sans Medium"/>
                <a:cs typeface="Fira Sans Medium"/>
                <a:sym typeface="Fira Sans Medium"/>
              </a:rPr>
              <a:t>Taxes</a:t>
            </a:r>
            <a:endParaRPr sz="12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810" name="Google Shape;5810;p36"/>
          <p:cNvSpPr txBox="1"/>
          <p:nvPr/>
        </p:nvSpPr>
        <p:spPr>
          <a:xfrm>
            <a:off x="6682297" y="3200552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1" name="Google Shape;5811;p36"/>
          <p:cNvSpPr txBox="1"/>
          <p:nvPr/>
        </p:nvSpPr>
        <p:spPr>
          <a:xfrm>
            <a:off x="5669626" y="3874249"/>
            <a:ext cx="10128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 Medium"/>
                <a:ea typeface="Fira Sans Medium"/>
                <a:cs typeface="Fira Sans Medium"/>
                <a:sym typeface="Fira Sans Medium"/>
              </a:rPr>
              <a:t>Debts</a:t>
            </a:r>
            <a:endParaRPr sz="12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812" name="Google Shape;5812;p36"/>
          <p:cNvSpPr txBox="1"/>
          <p:nvPr/>
        </p:nvSpPr>
        <p:spPr>
          <a:xfrm>
            <a:off x="6682297" y="3874249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3" name="Google Shape;5813;p36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7" name="Shape 5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8" name="Google Shape;5818;p37"/>
          <p:cNvSpPr/>
          <p:nvPr/>
        </p:nvSpPr>
        <p:spPr>
          <a:xfrm>
            <a:off x="459251" y="1355064"/>
            <a:ext cx="518948" cy="461900"/>
          </a:xfrm>
          <a:custGeom>
            <a:rect b="b" l="l" r="r" t="t"/>
            <a:pathLst>
              <a:path extrusionOk="0" h="14404" w="16183">
                <a:moveTo>
                  <a:pt x="8100" y="1"/>
                </a:moveTo>
                <a:cubicBezTo>
                  <a:pt x="6034" y="1"/>
                  <a:pt x="3983" y="879"/>
                  <a:pt x="2565" y="2580"/>
                </a:cubicBezTo>
                <a:cubicBezTo>
                  <a:pt x="0" y="5652"/>
                  <a:pt x="443" y="10181"/>
                  <a:pt x="3484" y="12746"/>
                </a:cubicBezTo>
                <a:cubicBezTo>
                  <a:pt x="4834" y="13859"/>
                  <a:pt x="6465" y="14404"/>
                  <a:pt x="8087" y="14404"/>
                </a:cubicBezTo>
                <a:cubicBezTo>
                  <a:pt x="10157" y="14404"/>
                  <a:pt x="12212" y="13518"/>
                  <a:pt x="13649" y="11796"/>
                </a:cubicBezTo>
                <a:cubicBezTo>
                  <a:pt x="16183" y="8755"/>
                  <a:pt x="15771" y="4195"/>
                  <a:pt x="12699" y="1662"/>
                </a:cubicBezTo>
                <a:cubicBezTo>
                  <a:pt x="11360" y="545"/>
                  <a:pt x="9726" y="1"/>
                  <a:pt x="8100" y="1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9" name="Google Shape;5819;p37"/>
          <p:cNvSpPr/>
          <p:nvPr/>
        </p:nvSpPr>
        <p:spPr>
          <a:xfrm>
            <a:off x="719223" y="1354518"/>
            <a:ext cx="230565" cy="462093"/>
          </a:xfrm>
          <a:custGeom>
            <a:rect b="b" l="l" r="r" t="t"/>
            <a:pathLst>
              <a:path extrusionOk="0" h="14410" w="7190">
                <a:moveTo>
                  <a:pt x="0" y="0"/>
                </a:moveTo>
                <a:lnTo>
                  <a:pt x="0" y="14410"/>
                </a:lnTo>
                <a:cubicBezTo>
                  <a:pt x="3959" y="14410"/>
                  <a:pt x="7189" y="11211"/>
                  <a:pt x="7189" y="7221"/>
                </a:cubicBezTo>
                <a:cubicBezTo>
                  <a:pt x="7189" y="3230"/>
                  <a:pt x="3959" y="0"/>
                  <a:pt x="0" y="0"/>
                </a:cubicBezTo>
                <a:close/>
              </a:path>
            </a:pathLst>
          </a:custGeom>
          <a:solidFill>
            <a:srgbClr val="0314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0" name="Google Shape;5820;p37"/>
          <p:cNvSpPr/>
          <p:nvPr/>
        </p:nvSpPr>
        <p:spPr>
          <a:xfrm>
            <a:off x="457199" y="2571063"/>
            <a:ext cx="524047" cy="462221"/>
          </a:xfrm>
          <a:custGeom>
            <a:rect b="b" l="l" r="r" t="t"/>
            <a:pathLst>
              <a:path extrusionOk="0" h="14414" w="16342">
                <a:moveTo>
                  <a:pt x="8169" y="1"/>
                </a:moveTo>
                <a:cubicBezTo>
                  <a:pt x="7264" y="1"/>
                  <a:pt x="6342" y="174"/>
                  <a:pt x="5448" y="541"/>
                </a:cubicBezTo>
                <a:cubicBezTo>
                  <a:pt x="1774" y="2029"/>
                  <a:pt x="1" y="6210"/>
                  <a:pt x="1489" y="9915"/>
                </a:cubicBezTo>
                <a:cubicBezTo>
                  <a:pt x="2618" y="12702"/>
                  <a:pt x="5297" y="14413"/>
                  <a:pt x="8142" y="14413"/>
                </a:cubicBezTo>
                <a:cubicBezTo>
                  <a:pt x="9047" y="14413"/>
                  <a:pt x="9969" y="14240"/>
                  <a:pt x="10863" y="13873"/>
                </a:cubicBezTo>
                <a:cubicBezTo>
                  <a:pt x="14537" y="12385"/>
                  <a:pt x="16342" y="8205"/>
                  <a:pt x="14854" y="4499"/>
                </a:cubicBezTo>
                <a:cubicBezTo>
                  <a:pt x="13700" y="1712"/>
                  <a:pt x="11016" y="1"/>
                  <a:pt x="8169" y="1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1" name="Google Shape;5821;p37"/>
          <p:cNvSpPr/>
          <p:nvPr/>
        </p:nvSpPr>
        <p:spPr>
          <a:xfrm>
            <a:off x="719223" y="2571127"/>
            <a:ext cx="230565" cy="462093"/>
          </a:xfrm>
          <a:custGeom>
            <a:rect b="b" l="l" r="r" t="t"/>
            <a:pathLst>
              <a:path extrusionOk="0" h="14410" w="7190">
                <a:moveTo>
                  <a:pt x="0" y="0"/>
                </a:moveTo>
                <a:lnTo>
                  <a:pt x="0" y="14410"/>
                </a:lnTo>
                <a:cubicBezTo>
                  <a:pt x="3959" y="14410"/>
                  <a:pt x="7189" y="11180"/>
                  <a:pt x="7189" y="7189"/>
                </a:cubicBezTo>
                <a:cubicBezTo>
                  <a:pt x="7189" y="3231"/>
                  <a:pt x="3959" y="0"/>
                  <a:pt x="0" y="0"/>
                </a:cubicBezTo>
                <a:close/>
              </a:path>
            </a:pathLst>
          </a:custGeom>
          <a:solidFill>
            <a:srgbClr val="F4AA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2" name="Google Shape;5822;p37"/>
          <p:cNvSpPr/>
          <p:nvPr/>
        </p:nvSpPr>
        <p:spPr>
          <a:xfrm>
            <a:off x="487663" y="3786742"/>
            <a:ext cx="462125" cy="462093"/>
          </a:xfrm>
          <a:custGeom>
            <a:rect b="b" l="l" r="r" t="t"/>
            <a:pathLst>
              <a:path extrusionOk="0" h="14410" w="14411">
                <a:moveTo>
                  <a:pt x="7221" y="0"/>
                </a:moveTo>
                <a:cubicBezTo>
                  <a:pt x="3231" y="0"/>
                  <a:pt x="1" y="3230"/>
                  <a:pt x="1" y="7221"/>
                </a:cubicBezTo>
                <a:cubicBezTo>
                  <a:pt x="1" y="11211"/>
                  <a:pt x="3231" y="14409"/>
                  <a:pt x="7221" y="14409"/>
                </a:cubicBezTo>
                <a:cubicBezTo>
                  <a:pt x="11180" y="14409"/>
                  <a:pt x="14410" y="11211"/>
                  <a:pt x="14410" y="7221"/>
                </a:cubicBezTo>
                <a:cubicBezTo>
                  <a:pt x="14410" y="3230"/>
                  <a:pt x="11180" y="0"/>
                  <a:pt x="7221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3" name="Google Shape;5823;p37"/>
          <p:cNvSpPr/>
          <p:nvPr/>
        </p:nvSpPr>
        <p:spPr>
          <a:xfrm>
            <a:off x="719223" y="3787736"/>
            <a:ext cx="230565" cy="462125"/>
          </a:xfrm>
          <a:custGeom>
            <a:rect b="b" l="l" r="r" t="t"/>
            <a:pathLst>
              <a:path extrusionOk="0" h="14411" w="7190">
                <a:moveTo>
                  <a:pt x="0" y="1"/>
                </a:moveTo>
                <a:lnTo>
                  <a:pt x="0" y="14410"/>
                </a:lnTo>
                <a:cubicBezTo>
                  <a:pt x="3959" y="14410"/>
                  <a:pt x="7189" y="11180"/>
                  <a:pt x="7189" y="7190"/>
                </a:cubicBezTo>
                <a:cubicBezTo>
                  <a:pt x="7189" y="3199"/>
                  <a:pt x="3959" y="1"/>
                  <a:pt x="0" y="1"/>
                </a:cubicBezTo>
                <a:close/>
              </a:path>
            </a:pathLst>
          </a:custGeom>
          <a:solidFill>
            <a:srgbClr val="ACB3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4" name="Google Shape;5824;p37"/>
          <p:cNvSpPr/>
          <p:nvPr/>
        </p:nvSpPr>
        <p:spPr>
          <a:xfrm>
            <a:off x="8191624" y="1354775"/>
            <a:ext cx="507789" cy="462606"/>
          </a:xfrm>
          <a:custGeom>
            <a:rect b="b" l="l" r="r" t="t"/>
            <a:pathLst>
              <a:path extrusionOk="0" h="14426" w="15835">
                <a:moveTo>
                  <a:pt x="7918" y="0"/>
                </a:moveTo>
                <a:cubicBezTo>
                  <a:pt x="6073" y="0"/>
                  <a:pt x="4228" y="705"/>
                  <a:pt x="2819" y="2114"/>
                </a:cubicBezTo>
                <a:cubicBezTo>
                  <a:pt x="0" y="4933"/>
                  <a:pt x="0" y="9493"/>
                  <a:pt x="2819" y="12311"/>
                </a:cubicBezTo>
                <a:cubicBezTo>
                  <a:pt x="4228" y="13721"/>
                  <a:pt x="6073" y="14425"/>
                  <a:pt x="7918" y="14425"/>
                </a:cubicBezTo>
                <a:cubicBezTo>
                  <a:pt x="9762" y="14425"/>
                  <a:pt x="11607" y="13721"/>
                  <a:pt x="13016" y="12311"/>
                </a:cubicBezTo>
                <a:cubicBezTo>
                  <a:pt x="15835" y="9493"/>
                  <a:pt x="15835" y="4933"/>
                  <a:pt x="13016" y="2114"/>
                </a:cubicBezTo>
                <a:cubicBezTo>
                  <a:pt x="11607" y="705"/>
                  <a:pt x="9762" y="0"/>
                  <a:pt x="7918" y="0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5" name="Google Shape;5825;p37"/>
          <p:cNvSpPr/>
          <p:nvPr/>
        </p:nvSpPr>
        <p:spPr>
          <a:xfrm>
            <a:off x="8445502" y="1354518"/>
            <a:ext cx="231591" cy="462093"/>
          </a:xfrm>
          <a:custGeom>
            <a:rect b="b" l="l" r="r" t="t"/>
            <a:pathLst>
              <a:path extrusionOk="0" h="14410" w="7222">
                <a:moveTo>
                  <a:pt x="1" y="0"/>
                </a:moveTo>
                <a:lnTo>
                  <a:pt x="1" y="14410"/>
                </a:lnTo>
                <a:cubicBezTo>
                  <a:pt x="3991" y="14410"/>
                  <a:pt x="7221" y="11179"/>
                  <a:pt x="7221" y="7221"/>
                </a:cubicBezTo>
                <a:cubicBezTo>
                  <a:pt x="7221" y="3230"/>
                  <a:pt x="3991" y="0"/>
                  <a:pt x="1" y="0"/>
                </a:cubicBezTo>
                <a:close/>
              </a:path>
            </a:pathLst>
          </a:custGeom>
          <a:solidFill>
            <a:srgbClr val="D3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6" name="Google Shape;5826;p37"/>
          <p:cNvSpPr/>
          <p:nvPr/>
        </p:nvSpPr>
        <p:spPr>
          <a:xfrm>
            <a:off x="8191624" y="2571384"/>
            <a:ext cx="507789" cy="461580"/>
          </a:xfrm>
          <a:custGeom>
            <a:rect b="b" l="l" r="r" t="t"/>
            <a:pathLst>
              <a:path extrusionOk="0" h="14394" w="15835">
                <a:moveTo>
                  <a:pt x="7918" y="0"/>
                </a:moveTo>
                <a:cubicBezTo>
                  <a:pt x="6073" y="0"/>
                  <a:pt x="4228" y="705"/>
                  <a:pt x="2819" y="2114"/>
                </a:cubicBezTo>
                <a:cubicBezTo>
                  <a:pt x="0" y="4901"/>
                  <a:pt x="0" y="9461"/>
                  <a:pt x="2819" y="12280"/>
                </a:cubicBezTo>
                <a:cubicBezTo>
                  <a:pt x="4228" y="13689"/>
                  <a:pt x="6073" y="14394"/>
                  <a:pt x="7918" y="14394"/>
                </a:cubicBezTo>
                <a:cubicBezTo>
                  <a:pt x="9762" y="14394"/>
                  <a:pt x="11607" y="13689"/>
                  <a:pt x="13016" y="12280"/>
                </a:cubicBezTo>
                <a:cubicBezTo>
                  <a:pt x="15835" y="9461"/>
                  <a:pt x="15835" y="4901"/>
                  <a:pt x="13016" y="2114"/>
                </a:cubicBezTo>
                <a:cubicBezTo>
                  <a:pt x="11607" y="705"/>
                  <a:pt x="9762" y="0"/>
                  <a:pt x="7918" y="0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7" name="Google Shape;5827;p37"/>
          <p:cNvSpPr/>
          <p:nvPr/>
        </p:nvSpPr>
        <p:spPr>
          <a:xfrm>
            <a:off x="8445502" y="2571127"/>
            <a:ext cx="231591" cy="462093"/>
          </a:xfrm>
          <a:custGeom>
            <a:rect b="b" l="l" r="r" t="t"/>
            <a:pathLst>
              <a:path extrusionOk="0" h="14410" w="7222">
                <a:moveTo>
                  <a:pt x="1" y="0"/>
                </a:moveTo>
                <a:lnTo>
                  <a:pt x="1" y="14410"/>
                </a:lnTo>
                <a:cubicBezTo>
                  <a:pt x="3991" y="14410"/>
                  <a:pt x="7221" y="11180"/>
                  <a:pt x="7221" y="7189"/>
                </a:cubicBezTo>
                <a:cubicBezTo>
                  <a:pt x="7221" y="3231"/>
                  <a:pt x="3991" y="0"/>
                  <a:pt x="1" y="0"/>
                </a:cubicBezTo>
                <a:close/>
              </a:path>
            </a:pathLst>
          </a:custGeom>
          <a:solidFill>
            <a:srgbClr val="336B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8" name="Google Shape;5828;p37"/>
          <p:cNvSpPr/>
          <p:nvPr/>
        </p:nvSpPr>
        <p:spPr>
          <a:xfrm>
            <a:off x="8214969" y="3786742"/>
            <a:ext cx="462125" cy="462093"/>
          </a:xfrm>
          <a:custGeom>
            <a:rect b="b" l="l" r="r" t="t"/>
            <a:pathLst>
              <a:path extrusionOk="0" h="14410" w="14411">
                <a:moveTo>
                  <a:pt x="7190" y="0"/>
                </a:moveTo>
                <a:cubicBezTo>
                  <a:pt x="3231" y="0"/>
                  <a:pt x="1" y="3230"/>
                  <a:pt x="1" y="7221"/>
                </a:cubicBezTo>
                <a:cubicBezTo>
                  <a:pt x="1" y="11211"/>
                  <a:pt x="3231" y="14409"/>
                  <a:pt x="7190" y="14409"/>
                </a:cubicBezTo>
                <a:cubicBezTo>
                  <a:pt x="11180" y="14409"/>
                  <a:pt x="14410" y="11211"/>
                  <a:pt x="14410" y="7221"/>
                </a:cubicBezTo>
                <a:cubicBezTo>
                  <a:pt x="14410" y="3230"/>
                  <a:pt x="11180" y="0"/>
                  <a:pt x="7190" y="0"/>
                </a:cubicBezTo>
                <a:close/>
              </a:path>
            </a:pathLst>
          </a:custGeom>
          <a:solidFill>
            <a:srgbClr val="D6E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9" name="Google Shape;5829;p37"/>
          <p:cNvSpPr/>
          <p:nvPr/>
        </p:nvSpPr>
        <p:spPr>
          <a:xfrm>
            <a:off x="8445502" y="3787736"/>
            <a:ext cx="231591" cy="462125"/>
          </a:xfrm>
          <a:custGeom>
            <a:rect b="b" l="l" r="r" t="t"/>
            <a:pathLst>
              <a:path extrusionOk="0" h="14411" w="7222">
                <a:moveTo>
                  <a:pt x="1" y="1"/>
                </a:moveTo>
                <a:lnTo>
                  <a:pt x="1" y="14410"/>
                </a:lnTo>
                <a:cubicBezTo>
                  <a:pt x="3991" y="14410"/>
                  <a:pt x="7221" y="11180"/>
                  <a:pt x="7221" y="7190"/>
                </a:cubicBezTo>
                <a:cubicBezTo>
                  <a:pt x="7221" y="3199"/>
                  <a:pt x="3991" y="1"/>
                  <a:pt x="1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30" name="Google Shape;5830;p37"/>
          <p:cNvGrpSpPr/>
          <p:nvPr/>
        </p:nvGrpSpPr>
        <p:grpSpPr>
          <a:xfrm>
            <a:off x="3005219" y="1757671"/>
            <a:ext cx="3218294" cy="2181648"/>
            <a:chOff x="3005219" y="1757671"/>
            <a:chExt cx="3218294" cy="2181648"/>
          </a:xfrm>
        </p:grpSpPr>
        <p:sp>
          <p:nvSpPr>
            <p:cNvPr id="5831" name="Google Shape;5831;p37"/>
            <p:cNvSpPr/>
            <p:nvPr/>
          </p:nvSpPr>
          <p:spPr>
            <a:xfrm>
              <a:off x="3005219" y="2112851"/>
              <a:ext cx="3152299" cy="1826469"/>
            </a:xfrm>
            <a:custGeom>
              <a:rect b="b" l="l" r="r" t="t"/>
              <a:pathLst>
                <a:path extrusionOk="0" h="56957" w="98302">
                  <a:moveTo>
                    <a:pt x="49944" y="0"/>
                  </a:moveTo>
                  <a:cubicBezTo>
                    <a:pt x="49544" y="0"/>
                    <a:pt x="49142" y="3"/>
                    <a:pt x="48739" y="9"/>
                  </a:cubicBezTo>
                  <a:cubicBezTo>
                    <a:pt x="21725" y="389"/>
                    <a:pt x="0" y="13436"/>
                    <a:pt x="222" y="29144"/>
                  </a:cubicBezTo>
                  <a:cubicBezTo>
                    <a:pt x="441" y="44637"/>
                    <a:pt x="21917" y="56957"/>
                    <a:pt x="48425" y="56957"/>
                  </a:cubicBezTo>
                  <a:cubicBezTo>
                    <a:pt x="48792" y="56957"/>
                    <a:pt x="49161" y="56954"/>
                    <a:pt x="49531" y="56949"/>
                  </a:cubicBezTo>
                  <a:cubicBezTo>
                    <a:pt x="76545" y="56569"/>
                    <a:pt x="98301" y="43522"/>
                    <a:pt x="98080" y="27782"/>
                  </a:cubicBezTo>
                  <a:cubicBezTo>
                    <a:pt x="97861" y="12309"/>
                    <a:pt x="76437" y="0"/>
                    <a:pt x="49944" y="0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2" name="Google Shape;5832;p37"/>
            <p:cNvSpPr/>
            <p:nvPr/>
          </p:nvSpPr>
          <p:spPr>
            <a:xfrm>
              <a:off x="3301747" y="1787141"/>
              <a:ext cx="2605933" cy="1505056"/>
            </a:xfrm>
            <a:custGeom>
              <a:rect b="b" l="l" r="r" t="t"/>
              <a:pathLst>
                <a:path extrusionOk="0" h="46934" w="81264">
                  <a:moveTo>
                    <a:pt x="40632" y="0"/>
                  </a:moveTo>
                  <a:cubicBezTo>
                    <a:pt x="18179" y="0"/>
                    <a:pt x="1" y="10514"/>
                    <a:pt x="1" y="23467"/>
                  </a:cubicBezTo>
                  <a:cubicBezTo>
                    <a:pt x="1" y="36419"/>
                    <a:pt x="18179" y="46933"/>
                    <a:pt x="40632" y="46933"/>
                  </a:cubicBezTo>
                  <a:cubicBezTo>
                    <a:pt x="63054" y="46933"/>
                    <a:pt x="81264" y="36419"/>
                    <a:pt x="81264" y="23467"/>
                  </a:cubicBezTo>
                  <a:cubicBezTo>
                    <a:pt x="81264" y="10514"/>
                    <a:pt x="63054" y="0"/>
                    <a:pt x="40632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3" name="Google Shape;5833;p37"/>
            <p:cNvSpPr/>
            <p:nvPr/>
          </p:nvSpPr>
          <p:spPr>
            <a:xfrm>
              <a:off x="4604713" y="1831811"/>
              <a:ext cx="1496943" cy="1647243"/>
            </a:xfrm>
            <a:custGeom>
              <a:rect b="b" l="l" r="r" t="t"/>
              <a:pathLst>
                <a:path extrusionOk="0" h="51368" w="46681">
                  <a:moveTo>
                    <a:pt x="34931" y="1"/>
                  </a:moveTo>
                  <a:lnTo>
                    <a:pt x="0" y="17893"/>
                  </a:lnTo>
                  <a:lnTo>
                    <a:pt x="20458" y="25842"/>
                  </a:lnTo>
                  <a:lnTo>
                    <a:pt x="0" y="36325"/>
                  </a:lnTo>
                  <a:lnTo>
                    <a:pt x="38763" y="51367"/>
                  </a:lnTo>
                  <a:cubicBezTo>
                    <a:pt x="44052" y="46839"/>
                    <a:pt x="46680" y="41582"/>
                    <a:pt x="46680" y="36325"/>
                  </a:cubicBezTo>
                  <a:lnTo>
                    <a:pt x="46680" y="17798"/>
                  </a:lnTo>
                  <a:cubicBezTo>
                    <a:pt x="46649" y="11433"/>
                    <a:pt x="42722" y="5068"/>
                    <a:pt x="34931" y="1"/>
                  </a:cubicBez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4" name="Google Shape;5834;p37"/>
            <p:cNvSpPr/>
            <p:nvPr/>
          </p:nvSpPr>
          <p:spPr>
            <a:xfrm>
              <a:off x="4604713" y="2405595"/>
              <a:ext cx="1243065" cy="1073460"/>
            </a:xfrm>
            <a:custGeom>
              <a:rect b="b" l="l" r="r" t="t"/>
              <a:pathLst>
                <a:path extrusionOk="0" h="33475" w="38764">
                  <a:moveTo>
                    <a:pt x="0" y="0"/>
                  </a:moveTo>
                  <a:lnTo>
                    <a:pt x="0" y="18432"/>
                  </a:lnTo>
                  <a:lnTo>
                    <a:pt x="38763" y="33474"/>
                  </a:lnTo>
                  <a:lnTo>
                    <a:pt x="38763" y="150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5" name="Google Shape;5835;p37"/>
            <p:cNvSpPr/>
            <p:nvPr/>
          </p:nvSpPr>
          <p:spPr>
            <a:xfrm>
              <a:off x="4604713" y="2859542"/>
              <a:ext cx="1496943" cy="618486"/>
            </a:xfrm>
            <a:custGeom>
              <a:rect b="b" l="l" r="r" t="t"/>
              <a:pathLst>
                <a:path extrusionOk="0" h="19287" w="46681">
                  <a:moveTo>
                    <a:pt x="36483" y="0"/>
                  </a:moveTo>
                  <a:lnTo>
                    <a:pt x="36420" y="16373"/>
                  </a:lnTo>
                  <a:lnTo>
                    <a:pt x="2217" y="3104"/>
                  </a:lnTo>
                  <a:lnTo>
                    <a:pt x="0" y="4276"/>
                  </a:lnTo>
                  <a:lnTo>
                    <a:pt x="36420" y="18400"/>
                  </a:lnTo>
                  <a:lnTo>
                    <a:pt x="38763" y="19287"/>
                  </a:lnTo>
                  <a:cubicBezTo>
                    <a:pt x="44052" y="14758"/>
                    <a:pt x="46680" y="9533"/>
                    <a:pt x="46680" y="4276"/>
                  </a:cubicBezTo>
                  <a:lnTo>
                    <a:pt x="46680" y="2249"/>
                  </a:lnTo>
                  <a:cubicBezTo>
                    <a:pt x="46680" y="7506"/>
                    <a:pt x="44052" y="12763"/>
                    <a:pt x="38763" y="17292"/>
                  </a:cubicBezTo>
                  <a:lnTo>
                    <a:pt x="37116" y="16658"/>
                  </a:lnTo>
                  <a:lnTo>
                    <a:pt x="36483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6" name="Google Shape;5836;p37"/>
            <p:cNvSpPr/>
            <p:nvPr/>
          </p:nvSpPr>
          <p:spPr>
            <a:xfrm>
              <a:off x="4604713" y="1831811"/>
              <a:ext cx="1618799" cy="1056207"/>
            </a:xfrm>
            <a:custGeom>
              <a:rect b="b" l="l" r="r" t="t"/>
              <a:pathLst>
                <a:path extrusionOk="0" h="32937" w="50481">
                  <a:moveTo>
                    <a:pt x="34931" y="1"/>
                  </a:moveTo>
                  <a:lnTo>
                    <a:pt x="0" y="17893"/>
                  </a:lnTo>
                  <a:lnTo>
                    <a:pt x="38763" y="32936"/>
                  </a:lnTo>
                  <a:cubicBezTo>
                    <a:pt x="50481" y="22865"/>
                    <a:pt x="49214" y="9280"/>
                    <a:pt x="34931" y="1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7" name="Google Shape;5837;p37"/>
            <p:cNvSpPr/>
            <p:nvPr/>
          </p:nvSpPr>
          <p:spPr>
            <a:xfrm>
              <a:off x="3769932" y="2466523"/>
              <a:ext cx="834813" cy="1301973"/>
            </a:xfrm>
            <a:custGeom>
              <a:rect b="b" l="l" r="r" t="t"/>
              <a:pathLst>
                <a:path extrusionOk="0" h="40601" w="26033">
                  <a:moveTo>
                    <a:pt x="26032" y="1"/>
                  </a:moveTo>
                  <a:lnTo>
                    <a:pt x="0" y="24069"/>
                  </a:lnTo>
                  <a:lnTo>
                    <a:pt x="0" y="40600"/>
                  </a:lnTo>
                  <a:lnTo>
                    <a:pt x="26032" y="16532"/>
                  </a:lnTo>
                  <a:lnTo>
                    <a:pt x="26032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8" name="Google Shape;5838;p37"/>
            <p:cNvSpPr/>
            <p:nvPr/>
          </p:nvSpPr>
          <p:spPr>
            <a:xfrm>
              <a:off x="3769932" y="2466523"/>
              <a:ext cx="834813" cy="771833"/>
            </a:xfrm>
            <a:custGeom>
              <a:rect b="b" l="l" r="r" t="t"/>
              <a:pathLst>
                <a:path extrusionOk="0" h="24069" w="26033">
                  <a:moveTo>
                    <a:pt x="26032" y="1"/>
                  </a:moveTo>
                  <a:lnTo>
                    <a:pt x="23847" y="222"/>
                  </a:lnTo>
                  <a:cubicBezTo>
                    <a:pt x="15898" y="8171"/>
                    <a:pt x="7949" y="16120"/>
                    <a:pt x="0" y="24069"/>
                  </a:cubicBezTo>
                  <a:lnTo>
                    <a:pt x="26032" y="1"/>
                  </a:lnTo>
                  <a:close/>
                </a:path>
              </a:pathLst>
            </a:custGeom>
            <a:solidFill>
              <a:srgbClr val="C6B5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9" name="Google Shape;5839;p37"/>
            <p:cNvSpPr/>
            <p:nvPr/>
          </p:nvSpPr>
          <p:spPr>
            <a:xfrm>
              <a:off x="4604713" y="2750866"/>
              <a:ext cx="1167898" cy="787097"/>
            </a:xfrm>
            <a:custGeom>
              <a:rect b="b" l="l" r="r" t="t"/>
              <a:pathLst>
                <a:path extrusionOk="0" h="24545" w="36420">
                  <a:moveTo>
                    <a:pt x="36420" y="1"/>
                  </a:moveTo>
                  <a:lnTo>
                    <a:pt x="32714" y="2756"/>
                  </a:lnTo>
                  <a:lnTo>
                    <a:pt x="32714" y="20364"/>
                  </a:lnTo>
                  <a:lnTo>
                    <a:pt x="0" y="7665"/>
                  </a:lnTo>
                  <a:lnTo>
                    <a:pt x="32714" y="24544"/>
                  </a:lnTo>
                  <a:cubicBezTo>
                    <a:pt x="34076" y="23658"/>
                    <a:pt x="35311" y="22739"/>
                    <a:pt x="36420" y="21789"/>
                  </a:cubicBezTo>
                  <a:lnTo>
                    <a:pt x="36420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0" name="Google Shape;5840;p37"/>
            <p:cNvSpPr/>
            <p:nvPr/>
          </p:nvSpPr>
          <p:spPr>
            <a:xfrm>
              <a:off x="4604713" y="2750866"/>
              <a:ext cx="1167898" cy="787097"/>
            </a:xfrm>
            <a:custGeom>
              <a:rect b="b" l="l" r="r" t="t"/>
              <a:pathLst>
                <a:path extrusionOk="0" h="24545" w="36420">
                  <a:moveTo>
                    <a:pt x="36420" y="1"/>
                  </a:moveTo>
                  <a:lnTo>
                    <a:pt x="35628" y="21251"/>
                  </a:lnTo>
                  <a:cubicBezTo>
                    <a:pt x="35628" y="21251"/>
                    <a:pt x="33443" y="22771"/>
                    <a:pt x="32714" y="23246"/>
                  </a:cubicBezTo>
                  <a:lnTo>
                    <a:pt x="10071" y="11560"/>
                  </a:lnTo>
                  <a:lnTo>
                    <a:pt x="0" y="7665"/>
                  </a:lnTo>
                  <a:lnTo>
                    <a:pt x="32714" y="24544"/>
                  </a:lnTo>
                  <a:cubicBezTo>
                    <a:pt x="34076" y="23658"/>
                    <a:pt x="35311" y="22739"/>
                    <a:pt x="36420" y="21789"/>
                  </a:cubicBezTo>
                  <a:lnTo>
                    <a:pt x="36420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1" name="Google Shape;5841;p37"/>
            <p:cNvSpPr/>
            <p:nvPr/>
          </p:nvSpPr>
          <p:spPr>
            <a:xfrm>
              <a:off x="4603687" y="2297944"/>
              <a:ext cx="1168925" cy="615439"/>
            </a:xfrm>
            <a:custGeom>
              <a:rect b="b" l="l" r="r" t="t"/>
              <a:pathLst>
                <a:path extrusionOk="0" h="19192" w="36452">
                  <a:moveTo>
                    <a:pt x="32" y="1"/>
                  </a:moveTo>
                  <a:lnTo>
                    <a:pt x="1" y="1869"/>
                  </a:lnTo>
                  <a:lnTo>
                    <a:pt x="33380" y="19192"/>
                  </a:lnTo>
                  <a:lnTo>
                    <a:pt x="36293" y="15043"/>
                  </a:lnTo>
                  <a:lnTo>
                    <a:pt x="36452" y="14125"/>
                  </a:lnTo>
                  <a:lnTo>
                    <a:pt x="17672" y="8203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2" name="Google Shape;5842;p37"/>
            <p:cNvSpPr/>
            <p:nvPr/>
          </p:nvSpPr>
          <p:spPr>
            <a:xfrm>
              <a:off x="4604713" y="2297944"/>
              <a:ext cx="1167898" cy="541331"/>
            </a:xfrm>
            <a:custGeom>
              <a:rect b="b" l="l" r="r" t="t"/>
              <a:pathLst>
                <a:path extrusionOk="0" h="16881" w="36420">
                  <a:moveTo>
                    <a:pt x="0" y="1"/>
                  </a:moveTo>
                  <a:lnTo>
                    <a:pt x="32714" y="16880"/>
                  </a:lnTo>
                  <a:cubicBezTo>
                    <a:pt x="34076" y="15993"/>
                    <a:pt x="35311" y="15075"/>
                    <a:pt x="36420" y="1412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3" name="Google Shape;5843;p37"/>
            <p:cNvSpPr/>
            <p:nvPr/>
          </p:nvSpPr>
          <p:spPr>
            <a:xfrm>
              <a:off x="4604713" y="2297944"/>
              <a:ext cx="1049088" cy="1240018"/>
            </a:xfrm>
            <a:custGeom>
              <a:rect b="b" l="l" r="r" t="t"/>
              <a:pathLst>
                <a:path extrusionOk="0" h="38669" w="32715">
                  <a:moveTo>
                    <a:pt x="0" y="1"/>
                  </a:moveTo>
                  <a:lnTo>
                    <a:pt x="0" y="21789"/>
                  </a:lnTo>
                  <a:lnTo>
                    <a:pt x="32714" y="38668"/>
                  </a:lnTo>
                  <a:lnTo>
                    <a:pt x="32714" y="168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4" name="Google Shape;5844;p37"/>
            <p:cNvSpPr/>
            <p:nvPr/>
          </p:nvSpPr>
          <p:spPr>
            <a:xfrm>
              <a:off x="4604713" y="2336522"/>
              <a:ext cx="1049088" cy="718023"/>
            </a:xfrm>
            <a:custGeom>
              <a:rect b="b" l="l" r="r" t="t"/>
              <a:pathLst>
                <a:path extrusionOk="0" h="22391" w="32715">
                  <a:moveTo>
                    <a:pt x="0" y="1"/>
                  </a:moveTo>
                  <a:lnTo>
                    <a:pt x="0" y="951"/>
                  </a:lnTo>
                  <a:lnTo>
                    <a:pt x="0" y="13207"/>
                  </a:lnTo>
                  <a:lnTo>
                    <a:pt x="6271" y="16722"/>
                  </a:lnTo>
                  <a:cubicBezTo>
                    <a:pt x="6271" y="16722"/>
                    <a:pt x="28502" y="21662"/>
                    <a:pt x="32714" y="22391"/>
                  </a:cubicBezTo>
                  <a:lnTo>
                    <a:pt x="32714" y="171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5" name="Google Shape;5845;p37"/>
            <p:cNvSpPr/>
            <p:nvPr/>
          </p:nvSpPr>
          <p:spPr>
            <a:xfrm>
              <a:off x="3175818" y="2316223"/>
              <a:ext cx="1428928" cy="269143"/>
            </a:xfrm>
            <a:custGeom>
              <a:rect b="b" l="l" r="r" t="t"/>
              <a:pathLst>
                <a:path extrusionOk="0" h="8393" w="44560">
                  <a:moveTo>
                    <a:pt x="25304" y="1"/>
                  </a:moveTo>
                  <a:lnTo>
                    <a:pt x="1" y="1584"/>
                  </a:lnTo>
                  <a:lnTo>
                    <a:pt x="413" y="8393"/>
                  </a:lnTo>
                  <a:lnTo>
                    <a:pt x="43166" y="4466"/>
                  </a:lnTo>
                  <a:lnTo>
                    <a:pt x="44559" y="127"/>
                  </a:lnTo>
                  <a:lnTo>
                    <a:pt x="25304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6" name="Google Shape;5846;p37"/>
            <p:cNvSpPr/>
            <p:nvPr/>
          </p:nvSpPr>
          <p:spPr>
            <a:xfrm>
              <a:off x="3199195" y="2320295"/>
              <a:ext cx="1405551" cy="822628"/>
            </a:xfrm>
            <a:custGeom>
              <a:rect b="b" l="l" r="r" t="t"/>
              <a:pathLst>
                <a:path extrusionOk="0" h="25653" w="43831">
                  <a:moveTo>
                    <a:pt x="43830" y="0"/>
                  </a:moveTo>
                  <a:lnTo>
                    <a:pt x="0" y="4561"/>
                  </a:lnTo>
                  <a:lnTo>
                    <a:pt x="0" y="25652"/>
                  </a:lnTo>
                  <a:lnTo>
                    <a:pt x="43830" y="21092"/>
                  </a:lnTo>
                  <a:lnTo>
                    <a:pt x="43830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7" name="Google Shape;5847;p37"/>
            <p:cNvSpPr/>
            <p:nvPr/>
          </p:nvSpPr>
          <p:spPr>
            <a:xfrm>
              <a:off x="3199195" y="2419801"/>
              <a:ext cx="1405551" cy="684513"/>
            </a:xfrm>
            <a:custGeom>
              <a:rect b="b" l="l" r="r" t="t"/>
              <a:pathLst>
                <a:path extrusionOk="0" h="21346" w="43831">
                  <a:moveTo>
                    <a:pt x="43830" y="1"/>
                  </a:moveTo>
                  <a:lnTo>
                    <a:pt x="0" y="4561"/>
                  </a:lnTo>
                  <a:lnTo>
                    <a:pt x="0" y="12827"/>
                  </a:lnTo>
                  <a:cubicBezTo>
                    <a:pt x="665" y="13587"/>
                    <a:pt x="1362" y="14315"/>
                    <a:pt x="2154" y="15044"/>
                  </a:cubicBezTo>
                  <a:lnTo>
                    <a:pt x="6936" y="18749"/>
                  </a:lnTo>
                  <a:cubicBezTo>
                    <a:pt x="7632" y="19192"/>
                    <a:pt x="8329" y="19636"/>
                    <a:pt x="9089" y="20047"/>
                  </a:cubicBezTo>
                  <a:cubicBezTo>
                    <a:pt x="9849" y="20491"/>
                    <a:pt x="10673" y="20934"/>
                    <a:pt x="11496" y="21346"/>
                  </a:cubicBezTo>
                  <a:lnTo>
                    <a:pt x="21884" y="20269"/>
                  </a:lnTo>
                  <a:lnTo>
                    <a:pt x="43830" y="1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8" name="Google Shape;5848;p37"/>
            <p:cNvSpPr/>
            <p:nvPr/>
          </p:nvSpPr>
          <p:spPr>
            <a:xfrm>
              <a:off x="3176844" y="2320295"/>
              <a:ext cx="22543" cy="822628"/>
            </a:xfrm>
            <a:custGeom>
              <a:rect b="b" l="l" r="r" t="t"/>
              <a:pathLst>
                <a:path extrusionOk="0" h="25653" w="703">
                  <a:moveTo>
                    <a:pt x="0" y="0"/>
                  </a:moveTo>
                  <a:lnTo>
                    <a:pt x="0" y="21092"/>
                  </a:lnTo>
                  <a:cubicBezTo>
                    <a:pt x="0" y="21092"/>
                    <a:pt x="642" y="22723"/>
                    <a:pt x="697" y="25027"/>
                  </a:cubicBezTo>
                  <a:lnTo>
                    <a:pt x="697" y="25027"/>
                  </a:lnTo>
                  <a:lnTo>
                    <a:pt x="697" y="4561"/>
                  </a:lnTo>
                  <a:lnTo>
                    <a:pt x="0" y="0"/>
                  </a:lnTo>
                  <a:close/>
                  <a:moveTo>
                    <a:pt x="697" y="25027"/>
                  </a:moveTo>
                  <a:lnTo>
                    <a:pt x="697" y="25652"/>
                  </a:lnTo>
                  <a:cubicBezTo>
                    <a:pt x="702" y="25439"/>
                    <a:pt x="702" y="25230"/>
                    <a:pt x="697" y="25027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9" name="Google Shape;5849;p37"/>
            <p:cNvSpPr/>
            <p:nvPr/>
          </p:nvSpPr>
          <p:spPr>
            <a:xfrm>
              <a:off x="3122008" y="1757671"/>
              <a:ext cx="1482737" cy="708884"/>
            </a:xfrm>
            <a:custGeom>
              <a:rect b="b" l="l" r="r" t="t"/>
              <a:pathLst>
                <a:path extrusionOk="0" h="22106" w="46238">
                  <a:moveTo>
                    <a:pt x="13681" y="1"/>
                  </a:moveTo>
                  <a:cubicBezTo>
                    <a:pt x="3769" y="6144"/>
                    <a:pt x="0" y="14378"/>
                    <a:pt x="2407" y="22106"/>
                  </a:cubicBezTo>
                  <a:lnTo>
                    <a:pt x="46237" y="17545"/>
                  </a:lnTo>
                  <a:lnTo>
                    <a:pt x="13681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0" name="Google Shape;5850;p37"/>
            <p:cNvSpPr/>
            <p:nvPr/>
          </p:nvSpPr>
          <p:spPr>
            <a:xfrm>
              <a:off x="3053961" y="2466523"/>
              <a:ext cx="1550784" cy="1301973"/>
            </a:xfrm>
            <a:custGeom>
              <a:rect b="b" l="l" r="r" t="t"/>
              <a:pathLst>
                <a:path extrusionOk="0" h="40601" w="48360">
                  <a:moveTo>
                    <a:pt x="48359" y="1"/>
                  </a:moveTo>
                  <a:lnTo>
                    <a:pt x="1" y="5036"/>
                  </a:lnTo>
                  <a:lnTo>
                    <a:pt x="1" y="21567"/>
                  </a:lnTo>
                  <a:cubicBezTo>
                    <a:pt x="1077" y="25051"/>
                    <a:pt x="3326" y="28471"/>
                    <a:pt x="6683" y="31574"/>
                  </a:cubicBezTo>
                  <a:lnTo>
                    <a:pt x="11465" y="35280"/>
                  </a:lnTo>
                  <a:cubicBezTo>
                    <a:pt x="12161" y="35723"/>
                    <a:pt x="12858" y="36166"/>
                    <a:pt x="13618" y="36578"/>
                  </a:cubicBezTo>
                  <a:cubicBezTo>
                    <a:pt x="16310" y="38130"/>
                    <a:pt x="19224" y="39460"/>
                    <a:pt x="22327" y="40600"/>
                  </a:cubicBezTo>
                  <a:lnTo>
                    <a:pt x="48359" y="16532"/>
                  </a:lnTo>
                  <a:lnTo>
                    <a:pt x="28218" y="18622"/>
                  </a:lnTo>
                  <a:lnTo>
                    <a:pt x="48359" y="1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1" name="Google Shape;5851;p37"/>
            <p:cNvSpPr/>
            <p:nvPr/>
          </p:nvSpPr>
          <p:spPr>
            <a:xfrm>
              <a:off x="3053961" y="2996631"/>
              <a:ext cx="1550784" cy="771865"/>
            </a:xfrm>
            <a:custGeom>
              <a:rect b="b" l="l" r="r" t="t"/>
              <a:pathLst>
                <a:path extrusionOk="0" h="24070" w="48360">
                  <a:moveTo>
                    <a:pt x="48359" y="1"/>
                  </a:moveTo>
                  <a:lnTo>
                    <a:pt x="46047" y="222"/>
                  </a:lnTo>
                  <a:lnTo>
                    <a:pt x="24164" y="5828"/>
                  </a:lnTo>
                  <a:lnTo>
                    <a:pt x="23562" y="21029"/>
                  </a:lnTo>
                  <a:lnTo>
                    <a:pt x="22327" y="22169"/>
                  </a:lnTo>
                  <a:cubicBezTo>
                    <a:pt x="19224" y="21029"/>
                    <a:pt x="16310" y="19699"/>
                    <a:pt x="13618" y="18147"/>
                  </a:cubicBezTo>
                  <a:cubicBezTo>
                    <a:pt x="12858" y="17735"/>
                    <a:pt x="12161" y="17292"/>
                    <a:pt x="11465" y="16849"/>
                  </a:cubicBezTo>
                  <a:lnTo>
                    <a:pt x="6683" y="13143"/>
                  </a:lnTo>
                  <a:cubicBezTo>
                    <a:pt x="3294" y="10040"/>
                    <a:pt x="1077" y="6620"/>
                    <a:pt x="1" y="3136"/>
                  </a:cubicBezTo>
                  <a:lnTo>
                    <a:pt x="1" y="5036"/>
                  </a:lnTo>
                  <a:cubicBezTo>
                    <a:pt x="1077" y="8520"/>
                    <a:pt x="3294" y="11940"/>
                    <a:pt x="6683" y="15043"/>
                  </a:cubicBezTo>
                  <a:lnTo>
                    <a:pt x="11465" y="18749"/>
                  </a:lnTo>
                  <a:cubicBezTo>
                    <a:pt x="12161" y="19192"/>
                    <a:pt x="12858" y="19635"/>
                    <a:pt x="13618" y="20047"/>
                  </a:cubicBezTo>
                  <a:cubicBezTo>
                    <a:pt x="16310" y="21599"/>
                    <a:pt x="19224" y="22929"/>
                    <a:pt x="22327" y="24069"/>
                  </a:cubicBezTo>
                  <a:lnTo>
                    <a:pt x="48359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2" name="Google Shape;5852;p37"/>
            <p:cNvSpPr/>
            <p:nvPr/>
          </p:nvSpPr>
          <p:spPr>
            <a:xfrm>
              <a:off x="3053961" y="2466523"/>
              <a:ext cx="1550784" cy="771833"/>
            </a:xfrm>
            <a:custGeom>
              <a:rect b="b" l="l" r="r" t="t"/>
              <a:pathLst>
                <a:path extrusionOk="0" h="24069" w="48360">
                  <a:moveTo>
                    <a:pt x="48359" y="1"/>
                  </a:moveTo>
                  <a:lnTo>
                    <a:pt x="1" y="5036"/>
                  </a:lnTo>
                  <a:cubicBezTo>
                    <a:pt x="1077" y="8520"/>
                    <a:pt x="3326" y="11940"/>
                    <a:pt x="6683" y="15043"/>
                  </a:cubicBezTo>
                  <a:lnTo>
                    <a:pt x="11465" y="18749"/>
                  </a:lnTo>
                  <a:cubicBezTo>
                    <a:pt x="12161" y="19192"/>
                    <a:pt x="12858" y="19635"/>
                    <a:pt x="13618" y="20047"/>
                  </a:cubicBezTo>
                  <a:cubicBezTo>
                    <a:pt x="16310" y="21599"/>
                    <a:pt x="19224" y="22961"/>
                    <a:pt x="22327" y="24069"/>
                  </a:cubicBezTo>
                  <a:lnTo>
                    <a:pt x="48359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3" name="Google Shape;5853;p37"/>
            <p:cNvSpPr/>
            <p:nvPr/>
          </p:nvSpPr>
          <p:spPr>
            <a:xfrm>
              <a:off x="3831887" y="2367018"/>
              <a:ext cx="1860492" cy="1471994"/>
            </a:xfrm>
            <a:custGeom>
              <a:rect b="b" l="l" r="r" t="t"/>
              <a:pathLst>
                <a:path extrusionOk="0" h="45903" w="58018">
                  <a:moveTo>
                    <a:pt x="24100" y="0"/>
                  </a:moveTo>
                  <a:lnTo>
                    <a:pt x="0" y="22295"/>
                  </a:lnTo>
                  <a:lnTo>
                    <a:pt x="0" y="41930"/>
                  </a:lnTo>
                  <a:cubicBezTo>
                    <a:pt x="7334" y="44577"/>
                    <a:pt x="15698" y="45903"/>
                    <a:pt x="24067" y="45903"/>
                  </a:cubicBezTo>
                  <a:cubicBezTo>
                    <a:pt x="35716" y="45903"/>
                    <a:pt x="47374" y="43335"/>
                    <a:pt x="56276" y="38193"/>
                  </a:cubicBezTo>
                  <a:cubicBezTo>
                    <a:pt x="56878" y="37844"/>
                    <a:pt x="57479" y="37496"/>
                    <a:pt x="58018" y="37116"/>
                  </a:cubicBezTo>
                  <a:lnTo>
                    <a:pt x="58018" y="17513"/>
                  </a:lnTo>
                  <a:lnTo>
                    <a:pt x="24100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4" name="Google Shape;5854;p37"/>
            <p:cNvSpPr/>
            <p:nvPr/>
          </p:nvSpPr>
          <p:spPr>
            <a:xfrm>
              <a:off x="3831887" y="2928584"/>
              <a:ext cx="1861518" cy="910493"/>
            </a:xfrm>
            <a:custGeom>
              <a:rect b="b" l="l" r="r" t="t"/>
              <a:pathLst>
                <a:path extrusionOk="0" h="28393" w="58050">
                  <a:moveTo>
                    <a:pt x="58049" y="1"/>
                  </a:moveTo>
                  <a:lnTo>
                    <a:pt x="56878" y="17926"/>
                  </a:lnTo>
                  <a:cubicBezTo>
                    <a:pt x="56688" y="18021"/>
                    <a:pt x="56498" y="18147"/>
                    <a:pt x="56276" y="18274"/>
                  </a:cubicBezTo>
                  <a:cubicBezTo>
                    <a:pt x="47386" y="23405"/>
                    <a:pt x="35730" y="25970"/>
                    <a:pt x="24074" y="25970"/>
                  </a:cubicBezTo>
                  <a:cubicBezTo>
                    <a:pt x="16090" y="25970"/>
                    <a:pt x="8107" y="24767"/>
                    <a:pt x="1013" y="22359"/>
                  </a:cubicBezTo>
                  <a:cubicBezTo>
                    <a:pt x="792" y="18401"/>
                    <a:pt x="0" y="4783"/>
                    <a:pt x="0" y="4783"/>
                  </a:cubicBezTo>
                  <a:lnTo>
                    <a:pt x="0" y="22011"/>
                  </a:lnTo>
                  <a:lnTo>
                    <a:pt x="0" y="24418"/>
                  </a:lnTo>
                  <a:cubicBezTo>
                    <a:pt x="7354" y="27068"/>
                    <a:pt x="15734" y="28393"/>
                    <a:pt x="24112" y="28393"/>
                  </a:cubicBezTo>
                  <a:cubicBezTo>
                    <a:pt x="35757" y="28393"/>
                    <a:pt x="47398" y="25833"/>
                    <a:pt x="56276" y="20712"/>
                  </a:cubicBezTo>
                  <a:cubicBezTo>
                    <a:pt x="56878" y="20332"/>
                    <a:pt x="57479" y="19984"/>
                    <a:pt x="58049" y="19636"/>
                  </a:cubicBezTo>
                  <a:lnTo>
                    <a:pt x="58049" y="17197"/>
                  </a:lnTo>
                  <a:lnTo>
                    <a:pt x="58049" y="1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5" name="Google Shape;5855;p37"/>
            <p:cNvSpPr/>
            <p:nvPr/>
          </p:nvSpPr>
          <p:spPr>
            <a:xfrm>
              <a:off x="3831887" y="2367018"/>
              <a:ext cx="1861518" cy="842862"/>
            </a:xfrm>
            <a:custGeom>
              <a:rect b="b" l="l" r="r" t="t"/>
              <a:pathLst>
                <a:path extrusionOk="0" h="26284" w="58050">
                  <a:moveTo>
                    <a:pt x="24100" y="0"/>
                  </a:moveTo>
                  <a:lnTo>
                    <a:pt x="0" y="22295"/>
                  </a:lnTo>
                  <a:cubicBezTo>
                    <a:pt x="7335" y="24956"/>
                    <a:pt x="15701" y="26284"/>
                    <a:pt x="24070" y="26284"/>
                  </a:cubicBezTo>
                  <a:cubicBezTo>
                    <a:pt x="35718" y="26284"/>
                    <a:pt x="47375" y="23713"/>
                    <a:pt x="56276" y="18590"/>
                  </a:cubicBezTo>
                  <a:cubicBezTo>
                    <a:pt x="56878" y="18241"/>
                    <a:pt x="57479" y="17861"/>
                    <a:pt x="58049" y="17513"/>
                  </a:cubicBezTo>
                  <a:lnTo>
                    <a:pt x="24100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56" name="Google Shape;5856;p37"/>
          <p:cNvSpPr txBox="1"/>
          <p:nvPr/>
        </p:nvSpPr>
        <p:spPr>
          <a:xfrm>
            <a:off x="978201" y="12658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857" name="Google Shape;5857;p37"/>
          <p:cNvSpPr txBox="1"/>
          <p:nvPr/>
        </p:nvSpPr>
        <p:spPr>
          <a:xfrm>
            <a:off x="978201" y="155087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8" name="Google Shape;5858;p37"/>
          <p:cNvSpPr txBox="1"/>
          <p:nvPr/>
        </p:nvSpPr>
        <p:spPr>
          <a:xfrm>
            <a:off x="978200" y="2500264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859" name="Google Shape;5859;p37"/>
          <p:cNvSpPr txBox="1"/>
          <p:nvPr/>
        </p:nvSpPr>
        <p:spPr>
          <a:xfrm>
            <a:off x="978200" y="2760961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0" name="Google Shape;5860;p37"/>
          <p:cNvSpPr txBox="1"/>
          <p:nvPr/>
        </p:nvSpPr>
        <p:spPr>
          <a:xfrm>
            <a:off x="978200" y="3710351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861" name="Google Shape;5861;p37"/>
          <p:cNvSpPr txBox="1"/>
          <p:nvPr/>
        </p:nvSpPr>
        <p:spPr>
          <a:xfrm>
            <a:off x="978200" y="3971050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862" name="Google Shape;5862;p37"/>
          <p:cNvGrpSpPr/>
          <p:nvPr/>
        </p:nvGrpSpPr>
        <p:grpSpPr>
          <a:xfrm>
            <a:off x="6356525" y="1265825"/>
            <a:ext cx="1835100" cy="640248"/>
            <a:chOff x="6356525" y="1265825"/>
            <a:chExt cx="1835100" cy="640248"/>
          </a:xfrm>
        </p:grpSpPr>
        <p:sp>
          <p:nvSpPr>
            <p:cNvPr id="5863" name="Google Shape;5863;p37"/>
            <p:cNvSpPr txBox="1"/>
            <p:nvPr/>
          </p:nvSpPr>
          <p:spPr>
            <a:xfrm>
              <a:off x="6356525" y="1265825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Fira Sans Medium"/>
                  <a:ea typeface="Fira Sans Medium"/>
                  <a:cs typeface="Fira Sans Medium"/>
                  <a:sym typeface="Fira Sans Medium"/>
                </a:rPr>
                <a:t>Venus</a:t>
              </a:r>
              <a:endParaRPr sz="1500"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5864" name="Google Shape;5864;p37"/>
            <p:cNvSpPr txBox="1"/>
            <p:nvPr/>
          </p:nvSpPr>
          <p:spPr>
            <a:xfrm>
              <a:off x="6356525" y="1550873"/>
              <a:ext cx="18351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It’s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65" name="Google Shape;5865;p37"/>
          <p:cNvGrpSpPr/>
          <p:nvPr/>
        </p:nvGrpSpPr>
        <p:grpSpPr>
          <a:xfrm>
            <a:off x="6356525" y="2500264"/>
            <a:ext cx="1835100" cy="615897"/>
            <a:chOff x="6356525" y="2540553"/>
            <a:chExt cx="1835100" cy="615897"/>
          </a:xfrm>
        </p:grpSpPr>
        <p:sp>
          <p:nvSpPr>
            <p:cNvPr id="5866" name="Google Shape;5866;p37"/>
            <p:cNvSpPr txBox="1"/>
            <p:nvPr/>
          </p:nvSpPr>
          <p:spPr>
            <a:xfrm>
              <a:off x="6356525" y="2540553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Fira Sans Medium"/>
                  <a:ea typeface="Fira Sans Medium"/>
                  <a:cs typeface="Fira Sans Medium"/>
                  <a:sym typeface="Fira Sans Medium"/>
                </a:rPr>
                <a:t>Earth</a:t>
              </a:r>
              <a:endParaRPr sz="1500"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5867" name="Google Shape;5867;p37"/>
            <p:cNvSpPr txBox="1"/>
            <p:nvPr/>
          </p:nvSpPr>
          <p:spPr>
            <a:xfrm>
              <a:off x="6356525" y="2801250"/>
              <a:ext cx="18351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It’s the third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from 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68" name="Google Shape;5868;p37"/>
          <p:cNvGrpSpPr/>
          <p:nvPr/>
        </p:nvGrpSpPr>
        <p:grpSpPr>
          <a:xfrm>
            <a:off x="6356525" y="3710353"/>
            <a:ext cx="1835100" cy="615897"/>
            <a:chOff x="6356525" y="3710353"/>
            <a:chExt cx="1835100" cy="615897"/>
          </a:xfrm>
        </p:grpSpPr>
        <p:sp>
          <p:nvSpPr>
            <p:cNvPr id="5869" name="Google Shape;5869;p37"/>
            <p:cNvSpPr txBox="1"/>
            <p:nvPr/>
          </p:nvSpPr>
          <p:spPr>
            <a:xfrm>
              <a:off x="6356525" y="3710353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Fira Sans Medium"/>
                  <a:ea typeface="Fira Sans Medium"/>
                  <a:cs typeface="Fira Sans Medium"/>
                  <a:sym typeface="Fira Sans Medium"/>
                </a:rPr>
                <a:t>Mars</a:t>
              </a:r>
              <a:endParaRPr sz="1500"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5870" name="Google Shape;5870;p37"/>
            <p:cNvSpPr txBox="1"/>
            <p:nvPr/>
          </p:nvSpPr>
          <p:spPr>
            <a:xfrm>
              <a:off x="6356525" y="3971050"/>
              <a:ext cx="18351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Despite being red, it’s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871" name="Google Shape;5871;p37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5872" name="Google Shape;5872;p37"/>
          <p:cNvGrpSpPr/>
          <p:nvPr/>
        </p:nvGrpSpPr>
        <p:grpSpPr>
          <a:xfrm>
            <a:off x="604925" y="1448919"/>
            <a:ext cx="228597" cy="274328"/>
            <a:chOff x="604925" y="1448919"/>
            <a:chExt cx="228597" cy="274328"/>
          </a:xfrm>
        </p:grpSpPr>
        <p:sp>
          <p:nvSpPr>
            <p:cNvPr id="5873" name="Google Shape;5873;p37"/>
            <p:cNvSpPr/>
            <p:nvPr/>
          </p:nvSpPr>
          <p:spPr>
            <a:xfrm>
              <a:off x="620508" y="1525221"/>
              <a:ext cx="213014" cy="198026"/>
            </a:xfrm>
            <a:custGeom>
              <a:rect b="b" l="l" r="r" t="t"/>
              <a:pathLst>
                <a:path extrusionOk="0" h="7316" w="7792">
                  <a:moveTo>
                    <a:pt x="5828" y="2217"/>
                  </a:moveTo>
                  <a:cubicBezTo>
                    <a:pt x="5986" y="2217"/>
                    <a:pt x="6144" y="2375"/>
                    <a:pt x="6144" y="2534"/>
                  </a:cubicBezTo>
                  <a:cubicBezTo>
                    <a:pt x="6144" y="2724"/>
                    <a:pt x="6018" y="2850"/>
                    <a:pt x="5828" y="2850"/>
                  </a:cubicBezTo>
                  <a:cubicBezTo>
                    <a:pt x="5669" y="2850"/>
                    <a:pt x="5511" y="2724"/>
                    <a:pt x="5511" y="2534"/>
                  </a:cubicBezTo>
                  <a:cubicBezTo>
                    <a:pt x="5511" y="2375"/>
                    <a:pt x="5669" y="2217"/>
                    <a:pt x="5828" y="2217"/>
                  </a:cubicBezTo>
                  <a:close/>
                  <a:moveTo>
                    <a:pt x="6018" y="0"/>
                  </a:moveTo>
                  <a:cubicBezTo>
                    <a:pt x="5448" y="95"/>
                    <a:pt x="5099" y="349"/>
                    <a:pt x="4909" y="602"/>
                  </a:cubicBezTo>
                  <a:cubicBezTo>
                    <a:pt x="4656" y="539"/>
                    <a:pt x="4403" y="507"/>
                    <a:pt x="4149" y="475"/>
                  </a:cubicBezTo>
                  <a:lnTo>
                    <a:pt x="4149" y="475"/>
                  </a:lnTo>
                  <a:cubicBezTo>
                    <a:pt x="4244" y="792"/>
                    <a:pt x="4308" y="1109"/>
                    <a:pt x="4308" y="1457"/>
                  </a:cubicBezTo>
                  <a:cubicBezTo>
                    <a:pt x="4308" y="2945"/>
                    <a:pt x="3104" y="4149"/>
                    <a:pt x="1584" y="4149"/>
                  </a:cubicBezTo>
                  <a:cubicBezTo>
                    <a:pt x="1014" y="4149"/>
                    <a:pt x="444" y="3959"/>
                    <a:pt x="1" y="3642"/>
                  </a:cubicBezTo>
                  <a:lnTo>
                    <a:pt x="1" y="3642"/>
                  </a:lnTo>
                  <a:cubicBezTo>
                    <a:pt x="1" y="4561"/>
                    <a:pt x="412" y="5416"/>
                    <a:pt x="1046" y="5986"/>
                  </a:cubicBezTo>
                  <a:cubicBezTo>
                    <a:pt x="1267" y="6176"/>
                    <a:pt x="1394" y="6461"/>
                    <a:pt x="1394" y="6746"/>
                  </a:cubicBezTo>
                  <a:lnTo>
                    <a:pt x="1394" y="7094"/>
                  </a:lnTo>
                  <a:cubicBezTo>
                    <a:pt x="1394" y="7221"/>
                    <a:pt x="1489" y="7316"/>
                    <a:pt x="1616" y="7316"/>
                  </a:cubicBezTo>
                  <a:lnTo>
                    <a:pt x="2851" y="7316"/>
                  </a:lnTo>
                  <a:cubicBezTo>
                    <a:pt x="2978" y="7316"/>
                    <a:pt x="3073" y="7221"/>
                    <a:pt x="3073" y="7094"/>
                  </a:cubicBezTo>
                  <a:lnTo>
                    <a:pt x="3073" y="6777"/>
                  </a:lnTo>
                  <a:lnTo>
                    <a:pt x="4054" y="6777"/>
                  </a:lnTo>
                  <a:lnTo>
                    <a:pt x="4054" y="7094"/>
                  </a:lnTo>
                  <a:cubicBezTo>
                    <a:pt x="4054" y="7221"/>
                    <a:pt x="4149" y="7316"/>
                    <a:pt x="4276" y="7316"/>
                  </a:cubicBezTo>
                  <a:lnTo>
                    <a:pt x="5543" y="7316"/>
                  </a:lnTo>
                  <a:cubicBezTo>
                    <a:pt x="5638" y="7316"/>
                    <a:pt x="5733" y="7221"/>
                    <a:pt x="5733" y="7094"/>
                  </a:cubicBezTo>
                  <a:lnTo>
                    <a:pt x="5733" y="6809"/>
                  </a:lnTo>
                  <a:cubicBezTo>
                    <a:pt x="5733" y="6492"/>
                    <a:pt x="5859" y="6239"/>
                    <a:pt x="6113" y="6017"/>
                  </a:cubicBezTo>
                  <a:cubicBezTo>
                    <a:pt x="6588" y="5606"/>
                    <a:pt x="6936" y="5067"/>
                    <a:pt x="7094" y="4466"/>
                  </a:cubicBezTo>
                  <a:cubicBezTo>
                    <a:pt x="7142" y="4481"/>
                    <a:pt x="7190" y="4489"/>
                    <a:pt x="7237" y="4489"/>
                  </a:cubicBezTo>
                  <a:cubicBezTo>
                    <a:pt x="7285" y="4489"/>
                    <a:pt x="7332" y="4481"/>
                    <a:pt x="7380" y="4466"/>
                  </a:cubicBezTo>
                  <a:cubicBezTo>
                    <a:pt x="7633" y="4402"/>
                    <a:pt x="7791" y="4181"/>
                    <a:pt x="7791" y="3959"/>
                  </a:cubicBezTo>
                  <a:lnTo>
                    <a:pt x="7791" y="3325"/>
                  </a:lnTo>
                  <a:cubicBezTo>
                    <a:pt x="7791" y="3072"/>
                    <a:pt x="7633" y="2850"/>
                    <a:pt x="7380" y="2819"/>
                  </a:cubicBezTo>
                  <a:cubicBezTo>
                    <a:pt x="7332" y="2803"/>
                    <a:pt x="7285" y="2795"/>
                    <a:pt x="7237" y="2795"/>
                  </a:cubicBezTo>
                  <a:cubicBezTo>
                    <a:pt x="7190" y="2795"/>
                    <a:pt x="7142" y="2803"/>
                    <a:pt x="7094" y="2819"/>
                  </a:cubicBezTo>
                  <a:cubicBezTo>
                    <a:pt x="6936" y="2185"/>
                    <a:pt x="6556" y="1615"/>
                    <a:pt x="6081" y="1235"/>
                  </a:cubicBezTo>
                  <a:cubicBezTo>
                    <a:pt x="5986" y="887"/>
                    <a:pt x="6113" y="570"/>
                    <a:pt x="6271" y="349"/>
                  </a:cubicBezTo>
                  <a:cubicBezTo>
                    <a:pt x="6366" y="190"/>
                    <a:pt x="6239" y="0"/>
                    <a:pt x="60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4" name="Google Shape;5874;p37"/>
            <p:cNvSpPr/>
            <p:nvPr/>
          </p:nvSpPr>
          <p:spPr>
            <a:xfrm>
              <a:off x="671604" y="1448919"/>
              <a:ext cx="82259" cy="78036"/>
            </a:xfrm>
            <a:custGeom>
              <a:rect b="b" l="l" r="r" t="t"/>
              <a:pathLst>
                <a:path extrusionOk="0" h="2883" w="3009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cubicBezTo>
                    <a:pt x="0" y="1521"/>
                    <a:pt x="0" y="1521"/>
                    <a:pt x="0" y="1521"/>
                  </a:cubicBezTo>
                  <a:cubicBezTo>
                    <a:pt x="919" y="1616"/>
                    <a:pt x="1679" y="2154"/>
                    <a:pt x="2122" y="2883"/>
                  </a:cubicBezTo>
                  <a:cubicBezTo>
                    <a:pt x="2660" y="2661"/>
                    <a:pt x="3009" y="2123"/>
                    <a:pt x="3009" y="1489"/>
                  </a:cubicBezTo>
                  <a:cubicBezTo>
                    <a:pt x="3009" y="666"/>
                    <a:pt x="2344" y="1"/>
                    <a:pt x="15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5" name="Google Shape;5875;p37"/>
            <p:cNvSpPr/>
            <p:nvPr/>
          </p:nvSpPr>
          <p:spPr>
            <a:xfrm>
              <a:off x="604925" y="1505489"/>
              <a:ext cx="118645" cy="117473"/>
            </a:xfrm>
            <a:custGeom>
              <a:rect b="b" l="l" r="r" t="t"/>
              <a:pathLst>
                <a:path extrusionOk="0" h="4340" w="4340">
                  <a:moveTo>
                    <a:pt x="2186" y="698"/>
                  </a:moveTo>
                  <a:cubicBezTo>
                    <a:pt x="2344" y="698"/>
                    <a:pt x="2344" y="698"/>
                    <a:pt x="2344" y="888"/>
                  </a:cubicBezTo>
                  <a:cubicBezTo>
                    <a:pt x="2344" y="1014"/>
                    <a:pt x="2344" y="1014"/>
                    <a:pt x="2471" y="1046"/>
                  </a:cubicBezTo>
                  <a:cubicBezTo>
                    <a:pt x="2597" y="1046"/>
                    <a:pt x="2692" y="1078"/>
                    <a:pt x="2787" y="1141"/>
                  </a:cubicBezTo>
                  <a:cubicBezTo>
                    <a:pt x="2819" y="1141"/>
                    <a:pt x="2851" y="1173"/>
                    <a:pt x="2819" y="1236"/>
                  </a:cubicBezTo>
                  <a:cubicBezTo>
                    <a:pt x="2819" y="1331"/>
                    <a:pt x="2787" y="1394"/>
                    <a:pt x="2756" y="1489"/>
                  </a:cubicBezTo>
                  <a:cubicBezTo>
                    <a:pt x="2736" y="1528"/>
                    <a:pt x="2729" y="1555"/>
                    <a:pt x="2703" y="1555"/>
                  </a:cubicBezTo>
                  <a:cubicBezTo>
                    <a:pt x="2688" y="1555"/>
                    <a:pt x="2665" y="1545"/>
                    <a:pt x="2629" y="1521"/>
                  </a:cubicBezTo>
                  <a:cubicBezTo>
                    <a:pt x="2536" y="1475"/>
                    <a:pt x="2427" y="1445"/>
                    <a:pt x="2312" y="1445"/>
                  </a:cubicBezTo>
                  <a:cubicBezTo>
                    <a:pt x="2271" y="1445"/>
                    <a:pt x="2228" y="1449"/>
                    <a:pt x="2186" y="1458"/>
                  </a:cubicBezTo>
                  <a:lnTo>
                    <a:pt x="2059" y="1458"/>
                  </a:lnTo>
                  <a:cubicBezTo>
                    <a:pt x="1901" y="1521"/>
                    <a:pt x="1901" y="1679"/>
                    <a:pt x="1996" y="1774"/>
                  </a:cubicBezTo>
                  <a:cubicBezTo>
                    <a:pt x="2059" y="1838"/>
                    <a:pt x="2122" y="1869"/>
                    <a:pt x="2217" y="1901"/>
                  </a:cubicBezTo>
                  <a:cubicBezTo>
                    <a:pt x="2344" y="1933"/>
                    <a:pt x="2439" y="1996"/>
                    <a:pt x="2566" y="2059"/>
                  </a:cubicBezTo>
                  <a:cubicBezTo>
                    <a:pt x="2946" y="2249"/>
                    <a:pt x="3041" y="2724"/>
                    <a:pt x="2787" y="3041"/>
                  </a:cubicBezTo>
                  <a:cubicBezTo>
                    <a:pt x="2692" y="3168"/>
                    <a:pt x="2566" y="3231"/>
                    <a:pt x="2439" y="3263"/>
                  </a:cubicBezTo>
                  <a:cubicBezTo>
                    <a:pt x="2376" y="3294"/>
                    <a:pt x="2344" y="3326"/>
                    <a:pt x="2344" y="3389"/>
                  </a:cubicBezTo>
                  <a:cubicBezTo>
                    <a:pt x="2344" y="3453"/>
                    <a:pt x="2344" y="3516"/>
                    <a:pt x="2344" y="3579"/>
                  </a:cubicBezTo>
                  <a:cubicBezTo>
                    <a:pt x="2344" y="3643"/>
                    <a:pt x="2312" y="3674"/>
                    <a:pt x="2249" y="3674"/>
                  </a:cubicBezTo>
                  <a:lnTo>
                    <a:pt x="2059" y="3674"/>
                  </a:lnTo>
                  <a:cubicBezTo>
                    <a:pt x="1996" y="3674"/>
                    <a:pt x="1964" y="3643"/>
                    <a:pt x="1964" y="3579"/>
                  </a:cubicBezTo>
                  <a:cubicBezTo>
                    <a:pt x="1964" y="3516"/>
                    <a:pt x="1964" y="3484"/>
                    <a:pt x="1964" y="3421"/>
                  </a:cubicBezTo>
                  <a:cubicBezTo>
                    <a:pt x="1932" y="3326"/>
                    <a:pt x="1932" y="3326"/>
                    <a:pt x="1837" y="3294"/>
                  </a:cubicBezTo>
                  <a:cubicBezTo>
                    <a:pt x="1711" y="3294"/>
                    <a:pt x="1584" y="3263"/>
                    <a:pt x="1489" y="3199"/>
                  </a:cubicBezTo>
                  <a:cubicBezTo>
                    <a:pt x="1394" y="3136"/>
                    <a:pt x="1394" y="3136"/>
                    <a:pt x="1394" y="3041"/>
                  </a:cubicBezTo>
                  <a:lnTo>
                    <a:pt x="1457" y="2819"/>
                  </a:lnTo>
                  <a:cubicBezTo>
                    <a:pt x="1477" y="2759"/>
                    <a:pt x="1498" y="2737"/>
                    <a:pt x="1526" y="2737"/>
                  </a:cubicBezTo>
                  <a:cubicBezTo>
                    <a:pt x="1542" y="2737"/>
                    <a:pt x="1561" y="2744"/>
                    <a:pt x="1584" y="2756"/>
                  </a:cubicBezTo>
                  <a:cubicBezTo>
                    <a:pt x="1711" y="2851"/>
                    <a:pt x="1869" y="2883"/>
                    <a:pt x="1996" y="2883"/>
                  </a:cubicBezTo>
                  <a:cubicBezTo>
                    <a:pt x="2024" y="2892"/>
                    <a:pt x="2051" y="2896"/>
                    <a:pt x="2079" y="2896"/>
                  </a:cubicBezTo>
                  <a:cubicBezTo>
                    <a:pt x="2146" y="2896"/>
                    <a:pt x="2214" y="2873"/>
                    <a:pt x="2281" y="2851"/>
                  </a:cubicBezTo>
                  <a:cubicBezTo>
                    <a:pt x="2439" y="2788"/>
                    <a:pt x="2439" y="2598"/>
                    <a:pt x="2312" y="2503"/>
                  </a:cubicBezTo>
                  <a:cubicBezTo>
                    <a:pt x="2281" y="2439"/>
                    <a:pt x="2217" y="2439"/>
                    <a:pt x="2154" y="2408"/>
                  </a:cubicBezTo>
                  <a:cubicBezTo>
                    <a:pt x="2027" y="2344"/>
                    <a:pt x="1869" y="2281"/>
                    <a:pt x="1742" y="2218"/>
                  </a:cubicBezTo>
                  <a:cubicBezTo>
                    <a:pt x="1521" y="2091"/>
                    <a:pt x="1394" y="1901"/>
                    <a:pt x="1426" y="1648"/>
                  </a:cubicBezTo>
                  <a:cubicBezTo>
                    <a:pt x="1426" y="1363"/>
                    <a:pt x="1616" y="1173"/>
                    <a:pt x="1869" y="1078"/>
                  </a:cubicBezTo>
                  <a:cubicBezTo>
                    <a:pt x="1996" y="1046"/>
                    <a:pt x="1996" y="1046"/>
                    <a:pt x="1996" y="919"/>
                  </a:cubicBezTo>
                  <a:lnTo>
                    <a:pt x="1996" y="793"/>
                  </a:lnTo>
                  <a:cubicBezTo>
                    <a:pt x="1996" y="729"/>
                    <a:pt x="1996" y="698"/>
                    <a:pt x="2091" y="698"/>
                  </a:cubicBezTo>
                  <a:close/>
                  <a:moveTo>
                    <a:pt x="2154" y="1"/>
                  </a:moveTo>
                  <a:cubicBezTo>
                    <a:pt x="1552" y="1"/>
                    <a:pt x="982" y="286"/>
                    <a:pt x="571" y="698"/>
                  </a:cubicBezTo>
                  <a:cubicBezTo>
                    <a:pt x="222" y="1078"/>
                    <a:pt x="1" y="1616"/>
                    <a:pt x="1" y="2186"/>
                  </a:cubicBezTo>
                  <a:cubicBezTo>
                    <a:pt x="1" y="3389"/>
                    <a:pt x="982" y="4339"/>
                    <a:pt x="2154" y="4339"/>
                  </a:cubicBezTo>
                  <a:cubicBezTo>
                    <a:pt x="3358" y="4339"/>
                    <a:pt x="4339" y="3358"/>
                    <a:pt x="4339" y="2186"/>
                  </a:cubicBezTo>
                  <a:cubicBezTo>
                    <a:pt x="4339" y="983"/>
                    <a:pt x="3358" y="1"/>
                    <a:pt x="21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76" name="Google Shape;5876;p37"/>
          <p:cNvGrpSpPr/>
          <p:nvPr/>
        </p:nvGrpSpPr>
        <p:grpSpPr>
          <a:xfrm>
            <a:off x="8338833" y="3881619"/>
            <a:ext cx="213361" cy="274329"/>
            <a:chOff x="8338833" y="3881619"/>
            <a:chExt cx="213361" cy="274329"/>
          </a:xfrm>
        </p:grpSpPr>
        <p:sp>
          <p:nvSpPr>
            <p:cNvPr id="5877" name="Google Shape;5877;p37"/>
            <p:cNvSpPr/>
            <p:nvPr/>
          </p:nvSpPr>
          <p:spPr>
            <a:xfrm>
              <a:off x="8421540" y="4002502"/>
              <a:ext cx="51416" cy="88294"/>
            </a:xfrm>
            <a:custGeom>
              <a:rect b="b" l="l" r="r" t="t"/>
              <a:pathLst>
                <a:path extrusionOk="0" h="3262" w="1870">
                  <a:moveTo>
                    <a:pt x="761" y="0"/>
                  </a:moveTo>
                  <a:cubicBezTo>
                    <a:pt x="698" y="0"/>
                    <a:pt x="666" y="0"/>
                    <a:pt x="666" y="127"/>
                  </a:cubicBezTo>
                  <a:lnTo>
                    <a:pt x="666" y="253"/>
                  </a:lnTo>
                  <a:cubicBezTo>
                    <a:pt x="666" y="380"/>
                    <a:pt x="666" y="380"/>
                    <a:pt x="539" y="412"/>
                  </a:cubicBezTo>
                  <a:cubicBezTo>
                    <a:pt x="254" y="507"/>
                    <a:pt x="64" y="728"/>
                    <a:pt x="33" y="1045"/>
                  </a:cubicBezTo>
                  <a:cubicBezTo>
                    <a:pt x="33" y="1330"/>
                    <a:pt x="159" y="1520"/>
                    <a:pt x="413" y="1678"/>
                  </a:cubicBezTo>
                  <a:cubicBezTo>
                    <a:pt x="571" y="1773"/>
                    <a:pt x="729" y="1837"/>
                    <a:pt x="888" y="1900"/>
                  </a:cubicBezTo>
                  <a:cubicBezTo>
                    <a:pt x="919" y="1900"/>
                    <a:pt x="983" y="1932"/>
                    <a:pt x="1046" y="1995"/>
                  </a:cubicBezTo>
                  <a:cubicBezTo>
                    <a:pt x="1204" y="2122"/>
                    <a:pt x="1173" y="2312"/>
                    <a:pt x="983" y="2375"/>
                  </a:cubicBezTo>
                  <a:cubicBezTo>
                    <a:pt x="888" y="2439"/>
                    <a:pt x="793" y="2439"/>
                    <a:pt x="698" y="2439"/>
                  </a:cubicBezTo>
                  <a:cubicBezTo>
                    <a:pt x="539" y="2407"/>
                    <a:pt x="381" y="2375"/>
                    <a:pt x="223" y="2312"/>
                  </a:cubicBezTo>
                  <a:cubicBezTo>
                    <a:pt x="198" y="2288"/>
                    <a:pt x="179" y="2277"/>
                    <a:pt x="162" y="2277"/>
                  </a:cubicBezTo>
                  <a:cubicBezTo>
                    <a:pt x="135" y="2277"/>
                    <a:pt x="115" y="2304"/>
                    <a:pt x="96" y="2344"/>
                  </a:cubicBezTo>
                  <a:cubicBezTo>
                    <a:pt x="96" y="2439"/>
                    <a:pt x="64" y="2502"/>
                    <a:pt x="33" y="2597"/>
                  </a:cubicBezTo>
                  <a:cubicBezTo>
                    <a:pt x="1" y="2692"/>
                    <a:pt x="1" y="2724"/>
                    <a:pt x="128" y="2755"/>
                  </a:cubicBezTo>
                  <a:cubicBezTo>
                    <a:pt x="254" y="2819"/>
                    <a:pt x="381" y="2850"/>
                    <a:pt x="539" y="2882"/>
                  </a:cubicBezTo>
                  <a:cubicBezTo>
                    <a:pt x="634" y="2882"/>
                    <a:pt x="634" y="2914"/>
                    <a:pt x="634" y="3009"/>
                  </a:cubicBezTo>
                  <a:lnTo>
                    <a:pt x="634" y="3167"/>
                  </a:lnTo>
                  <a:cubicBezTo>
                    <a:pt x="634" y="3230"/>
                    <a:pt x="666" y="3262"/>
                    <a:pt x="729" y="3262"/>
                  </a:cubicBezTo>
                  <a:lnTo>
                    <a:pt x="983" y="3262"/>
                  </a:lnTo>
                  <a:cubicBezTo>
                    <a:pt x="1046" y="3262"/>
                    <a:pt x="1078" y="3230"/>
                    <a:pt x="1078" y="3167"/>
                  </a:cubicBezTo>
                  <a:lnTo>
                    <a:pt x="1078" y="2945"/>
                  </a:lnTo>
                  <a:cubicBezTo>
                    <a:pt x="1078" y="2882"/>
                    <a:pt x="1109" y="2850"/>
                    <a:pt x="1173" y="2850"/>
                  </a:cubicBezTo>
                  <a:cubicBezTo>
                    <a:pt x="1331" y="2787"/>
                    <a:pt x="1458" y="2692"/>
                    <a:pt x="1553" y="2565"/>
                  </a:cubicBezTo>
                  <a:cubicBezTo>
                    <a:pt x="1869" y="2248"/>
                    <a:pt x="1743" y="1710"/>
                    <a:pt x="1363" y="1488"/>
                  </a:cubicBezTo>
                  <a:cubicBezTo>
                    <a:pt x="1236" y="1425"/>
                    <a:pt x="1078" y="1362"/>
                    <a:pt x="951" y="1298"/>
                  </a:cubicBezTo>
                  <a:cubicBezTo>
                    <a:pt x="856" y="1267"/>
                    <a:pt x="793" y="1235"/>
                    <a:pt x="729" y="1172"/>
                  </a:cubicBezTo>
                  <a:cubicBezTo>
                    <a:pt x="603" y="1077"/>
                    <a:pt x="603" y="887"/>
                    <a:pt x="761" y="823"/>
                  </a:cubicBezTo>
                  <a:cubicBezTo>
                    <a:pt x="793" y="823"/>
                    <a:pt x="856" y="792"/>
                    <a:pt x="888" y="792"/>
                  </a:cubicBezTo>
                  <a:cubicBezTo>
                    <a:pt x="1078" y="792"/>
                    <a:pt x="1236" y="823"/>
                    <a:pt x="1394" y="918"/>
                  </a:cubicBezTo>
                  <a:cubicBezTo>
                    <a:pt x="1429" y="930"/>
                    <a:pt x="1455" y="937"/>
                    <a:pt x="1475" y="937"/>
                  </a:cubicBezTo>
                  <a:cubicBezTo>
                    <a:pt x="1508" y="937"/>
                    <a:pt x="1521" y="915"/>
                    <a:pt x="1521" y="855"/>
                  </a:cubicBezTo>
                  <a:cubicBezTo>
                    <a:pt x="1553" y="760"/>
                    <a:pt x="1584" y="665"/>
                    <a:pt x="1616" y="602"/>
                  </a:cubicBezTo>
                  <a:cubicBezTo>
                    <a:pt x="1616" y="538"/>
                    <a:pt x="1616" y="475"/>
                    <a:pt x="1553" y="475"/>
                  </a:cubicBezTo>
                  <a:cubicBezTo>
                    <a:pt x="1458" y="412"/>
                    <a:pt x="1331" y="380"/>
                    <a:pt x="1204" y="380"/>
                  </a:cubicBezTo>
                  <a:cubicBezTo>
                    <a:pt x="1078" y="348"/>
                    <a:pt x="1078" y="348"/>
                    <a:pt x="1078" y="190"/>
                  </a:cubicBezTo>
                  <a:cubicBezTo>
                    <a:pt x="1078" y="0"/>
                    <a:pt x="1078" y="0"/>
                    <a:pt x="8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8" name="Google Shape;5878;p37"/>
            <p:cNvSpPr/>
            <p:nvPr/>
          </p:nvSpPr>
          <p:spPr>
            <a:xfrm>
              <a:off x="8338833" y="3881619"/>
              <a:ext cx="213361" cy="274329"/>
            </a:xfrm>
            <a:custGeom>
              <a:rect b="b" l="l" r="r" t="t"/>
              <a:pathLst>
                <a:path extrusionOk="0" h="10135" w="7760">
                  <a:moveTo>
                    <a:pt x="3896" y="602"/>
                  </a:moveTo>
                  <a:cubicBezTo>
                    <a:pt x="4751" y="602"/>
                    <a:pt x="5447" y="1362"/>
                    <a:pt x="5447" y="2123"/>
                  </a:cubicBezTo>
                  <a:lnTo>
                    <a:pt x="2344" y="2123"/>
                  </a:lnTo>
                  <a:cubicBezTo>
                    <a:pt x="2344" y="1362"/>
                    <a:pt x="3041" y="602"/>
                    <a:pt x="3896" y="602"/>
                  </a:cubicBezTo>
                  <a:close/>
                  <a:moveTo>
                    <a:pt x="3896" y="3516"/>
                  </a:moveTo>
                  <a:cubicBezTo>
                    <a:pt x="4561" y="3516"/>
                    <a:pt x="5226" y="3769"/>
                    <a:pt x="5732" y="4276"/>
                  </a:cubicBezTo>
                  <a:cubicBezTo>
                    <a:pt x="6746" y="5289"/>
                    <a:pt x="6746" y="6936"/>
                    <a:pt x="5732" y="7918"/>
                  </a:cubicBezTo>
                  <a:cubicBezTo>
                    <a:pt x="5222" y="8429"/>
                    <a:pt x="4553" y="8691"/>
                    <a:pt x="3881" y="8691"/>
                  </a:cubicBezTo>
                  <a:cubicBezTo>
                    <a:pt x="3428" y="8691"/>
                    <a:pt x="2973" y="8572"/>
                    <a:pt x="2566" y="8330"/>
                  </a:cubicBezTo>
                  <a:cubicBezTo>
                    <a:pt x="2243" y="8571"/>
                    <a:pt x="1875" y="8654"/>
                    <a:pt x="1597" y="8654"/>
                  </a:cubicBezTo>
                  <a:cubicBezTo>
                    <a:pt x="1547" y="8654"/>
                    <a:pt x="1500" y="8651"/>
                    <a:pt x="1457" y="8646"/>
                  </a:cubicBezTo>
                  <a:cubicBezTo>
                    <a:pt x="1362" y="8615"/>
                    <a:pt x="1330" y="8488"/>
                    <a:pt x="1425" y="8456"/>
                  </a:cubicBezTo>
                  <a:cubicBezTo>
                    <a:pt x="1710" y="8298"/>
                    <a:pt x="1869" y="8045"/>
                    <a:pt x="1964" y="7855"/>
                  </a:cubicBezTo>
                  <a:lnTo>
                    <a:pt x="1932" y="7823"/>
                  </a:lnTo>
                  <a:cubicBezTo>
                    <a:pt x="1014" y="6810"/>
                    <a:pt x="1077" y="5258"/>
                    <a:pt x="2059" y="4276"/>
                  </a:cubicBezTo>
                  <a:cubicBezTo>
                    <a:pt x="2566" y="3769"/>
                    <a:pt x="3231" y="3516"/>
                    <a:pt x="3896" y="3516"/>
                  </a:cubicBezTo>
                  <a:close/>
                  <a:moveTo>
                    <a:pt x="3896" y="1"/>
                  </a:moveTo>
                  <a:cubicBezTo>
                    <a:pt x="2692" y="1"/>
                    <a:pt x="1710" y="919"/>
                    <a:pt x="1710" y="2123"/>
                  </a:cubicBezTo>
                  <a:lnTo>
                    <a:pt x="0" y="2123"/>
                  </a:lnTo>
                  <a:lnTo>
                    <a:pt x="0" y="8615"/>
                  </a:lnTo>
                  <a:cubicBezTo>
                    <a:pt x="0" y="9438"/>
                    <a:pt x="665" y="10135"/>
                    <a:pt x="1520" y="10135"/>
                  </a:cubicBezTo>
                  <a:lnTo>
                    <a:pt x="6239" y="10135"/>
                  </a:lnTo>
                  <a:cubicBezTo>
                    <a:pt x="7063" y="10135"/>
                    <a:pt x="7759" y="9438"/>
                    <a:pt x="7759" y="8615"/>
                  </a:cubicBezTo>
                  <a:lnTo>
                    <a:pt x="7759" y="2123"/>
                  </a:lnTo>
                  <a:lnTo>
                    <a:pt x="6049" y="2123"/>
                  </a:lnTo>
                  <a:cubicBezTo>
                    <a:pt x="6049" y="919"/>
                    <a:pt x="5067" y="1"/>
                    <a:pt x="38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79" name="Google Shape;5879;p37"/>
          <p:cNvGrpSpPr/>
          <p:nvPr/>
        </p:nvGrpSpPr>
        <p:grpSpPr>
          <a:xfrm>
            <a:off x="8299078" y="2701769"/>
            <a:ext cx="293914" cy="228595"/>
            <a:chOff x="8299078" y="2701769"/>
            <a:chExt cx="293914" cy="228595"/>
          </a:xfrm>
        </p:grpSpPr>
        <p:sp>
          <p:nvSpPr>
            <p:cNvPr id="5880" name="Google Shape;5880;p37"/>
            <p:cNvSpPr/>
            <p:nvPr/>
          </p:nvSpPr>
          <p:spPr>
            <a:xfrm>
              <a:off x="8299078" y="2701769"/>
              <a:ext cx="266437" cy="204281"/>
            </a:xfrm>
            <a:custGeom>
              <a:rect b="b" l="l" r="r" t="t"/>
              <a:pathLst>
                <a:path extrusionOk="0" h="9058" w="11972">
                  <a:moveTo>
                    <a:pt x="10705" y="1267"/>
                  </a:moveTo>
                  <a:lnTo>
                    <a:pt x="10705" y="2344"/>
                  </a:lnTo>
                  <a:lnTo>
                    <a:pt x="1267" y="2344"/>
                  </a:lnTo>
                  <a:lnTo>
                    <a:pt x="1267" y="1267"/>
                  </a:lnTo>
                  <a:close/>
                  <a:moveTo>
                    <a:pt x="982" y="1"/>
                  </a:moveTo>
                  <a:cubicBezTo>
                    <a:pt x="444" y="1"/>
                    <a:pt x="1" y="444"/>
                    <a:pt x="1" y="1014"/>
                  </a:cubicBezTo>
                  <a:lnTo>
                    <a:pt x="1" y="8045"/>
                  </a:lnTo>
                  <a:cubicBezTo>
                    <a:pt x="1" y="8583"/>
                    <a:pt x="444" y="9058"/>
                    <a:pt x="982" y="9058"/>
                  </a:cubicBezTo>
                  <a:lnTo>
                    <a:pt x="8805" y="9058"/>
                  </a:lnTo>
                  <a:lnTo>
                    <a:pt x="8805" y="8013"/>
                  </a:lnTo>
                  <a:cubicBezTo>
                    <a:pt x="8805" y="7918"/>
                    <a:pt x="8805" y="7855"/>
                    <a:pt x="8836" y="7760"/>
                  </a:cubicBezTo>
                  <a:lnTo>
                    <a:pt x="1267" y="7760"/>
                  </a:lnTo>
                  <a:lnTo>
                    <a:pt x="1267" y="4403"/>
                  </a:lnTo>
                  <a:lnTo>
                    <a:pt x="10705" y="4403"/>
                  </a:lnTo>
                  <a:lnTo>
                    <a:pt x="10705" y="5099"/>
                  </a:lnTo>
                  <a:cubicBezTo>
                    <a:pt x="10895" y="5036"/>
                    <a:pt x="11085" y="4973"/>
                    <a:pt x="11275" y="4973"/>
                  </a:cubicBezTo>
                  <a:lnTo>
                    <a:pt x="11370" y="4973"/>
                  </a:lnTo>
                  <a:cubicBezTo>
                    <a:pt x="11592" y="4973"/>
                    <a:pt x="11782" y="5004"/>
                    <a:pt x="11972" y="5068"/>
                  </a:cubicBezTo>
                  <a:lnTo>
                    <a:pt x="11972" y="1014"/>
                  </a:lnTo>
                  <a:cubicBezTo>
                    <a:pt x="11972" y="444"/>
                    <a:pt x="11528" y="1"/>
                    <a:pt x="10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1" name="Google Shape;5881;p37"/>
            <p:cNvSpPr/>
            <p:nvPr/>
          </p:nvSpPr>
          <p:spPr>
            <a:xfrm>
              <a:off x="8511227" y="2830366"/>
              <a:ext cx="81765" cy="99998"/>
            </a:xfrm>
            <a:custGeom>
              <a:rect b="b" l="l" r="r" t="t"/>
              <a:pathLst>
                <a:path extrusionOk="0" h="4434" w="3674">
                  <a:moveTo>
                    <a:pt x="1837" y="633"/>
                  </a:moveTo>
                  <a:cubicBezTo>
                    <a:pt x="2280" y="633"/>
                    <a:pt x="2660" y="982"/>
                    <a:pt x="2660" y="1425"/>
                  </a:cubicBezTo>
                  <a:lnTo>
                    <a:pt x="2660" y="1932"/>
                  </a:lnTo>
                  <a:lnTo>
                    <a:pt x="1045" y="1932"/>
                  </a:lnTo>
                  <a:lnTo>
                    <a:pt x="1045" y="1457"/>
                  </a:lnTo>
                  <a:cubicBezTo>
                    <a:pt x="1045" y="1045"/>
                    <a:pt x="1330" y="665"/>
                    <a:pt x="1774" y="633"/>
                  </a:cubicBezTo>
                  <a:close/>
                  <a:moveTo>
                    <a:pt x="1805" y="2660"/>
                  </a:moveTo>
                  <a:cubicBezTo>
                    <a:pt x="1995" y="2660"/>
                    <a:pt x="2122" y="2819"/>
                    <a:pt x="2122" y="2977"/>
                  </a:cubicBezTo>
                  <a:cubicBezTo>
                    <a:pt x="2122" y="3072"/>
                    <a:pt x="2090" y="3167"/>
                    <a:pt x="2027" y="3230"/>
                  </a:cubicBezTo>
                  <a:lnTo>
                    <a:pt x="2090" y="3610"/>
                  </a:lnTo>
                  <a:cubicBezTo>
                    <a:pt x="2122" y="3674"/>
                    <a:pt x="2090" y="3705"/>
                    <a:pt x="2027" y="3705"/>
                  </a:cubicBezTo>
                  <a:lnTo>
                    <a:pt x="1615" y="3705"/>
                  </a:lnTo>
                  <a:cubicBezTo>
                    <a:pt x="1552" y="3705"/>
                    <a:pt x="1520" y="3674"/>
                    <a:pt x="1552" y="3610"/>
                  </a:cubicBezTo>
                  <a:lnTo>
                    <a:pt x="1615" y="3230"/>
                  </a:lnTo>
                  <a:cubicBezTo>
                    <a:pt x="1552" y="3167"/>
                    <a:pt x="1488" y="3040"/>
                    <a:pt x="1520" y="2945"/>
                  </a:cubicBezTo>
                  <a:cubicBezTo>
                    <a:pt x="1520" y="2787"/>
                    <a:pt x="1647" y="2692"/>
                    <a:pt x="1774" y="2660"/>
                  </a:cubicBezTo>
                  <a:close/>
                  <a:moveTo>
                    <a:pt x="1774" y="0"/>
                  </a:moveTo>
                  <a:cubicBezTo>
                    <a:pt x="1013" y="32"/>
                    <a:pt x="412" y="697"/>
                    <a:pt x="412" y="1457"/>
                  </a:cubicBezTo>
                  <a:lnTo>
                    <a:pt x="412" y="1932"/>
                  </a:lnTo>
                  <a:lnTo>
                    <a:pt x="380" y="1932"/>
                  </a:lnTo>
                  <a:cubicBezTo>
                    <a:pt x="158" y="1932"/>
                    <a:pt x="0" y="2090"/>
                    <a:pt x="0" y="2312"/>
                  </a:cubicBezTo>
                  <a:lnTo>
                    <a:pt x="0" y="4054"/>
                  </a:lnTo>
                  <a:cubicBezTo>
                    <a:pt x="0" y="4275"/>
                    <a:pt x="158" y="4434"/>
                    <a:pt x="380" y="4434"/>
                  </a:cubicBezTo>
                  <a:lnTo>
                    <a:pt x="3294" y="4434"/>
                  </a:lnTo>
                  <a:cubicBezTo>
                    <a:pt x="3484" y="4434"/>
                    <a:pt x="3674" y="4275"/>
                    <a:pt x="3674" y="4054"/>
                  </a:cubicBezTo>
                  <a:lnTo>
                    <a:pt x="3674" y="2312"/>
                  </a:lnTo>
                  <a:cubicBezTo>
                    <a:pt x="3674" y="2090"/>
                    <a:pt x="3484" y="1932"/>
                    <a:pt x="3294" y="1932"/>
                  </a:cubicBezTo>
                  <a:lnTo>
                    <a:pt x="3262" y="1932"/>
                  </a:lnTo>
                  <a:lnTo>
                    <a:pt x="3262" y="1425"/>
                  </a:lnTo>
                  <a:cubicBezTo>
                    <a:pt x="3262" y="633"/>
                    <a:pt x="2629" y="0"/>
                    <a:pt x="1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82" name="Google Shape;5882;p37"/>
          <p:cNvGrpSpPr/>
          <p:nvPr/>
        </p:nvGrpSpPr>
        <p:grpSpPr>
          <a:xfrm>
            <a:off x="537718" y="3881094"/>
            <a:ext cx="342893" cy="274314"/>
            <a:chOff x="537718" y="3881094"/>
            <a:chExt cx="342893" cy="274314"/>
          </a:xfrm>
        </p:grpSpPr>
        <p:sp>
          <p:nvSpPr>
            <p:cNvPr id="5883" name="Google Shape;5883;p37"/>
            <p:cNvSpPr/>
            <p:nvPr/>
          </p:nvSpPr>
          <p:spPr>
            <a:xfrm>
              <a:off x="678493" y="4023385"/>
              <a:ext cx="150312" cy="132023"/>
            </a:xfrm>
            <a:custGeom>
              <a:rect b="b" l="l" r="r" t="t"/>
              <a:pathLst>
                <a:path extrusionOk="0" h="4878" w="5512">
                  <a:moveTo>
                    <a:pt x="4909" y="1"/>
                  </a:moveTo>
                  <a:cubicBezTo>
                    <a:pt x="4846" y="32"/>
                    <a:pt x="4814" y="64"/>
                    <a:pt x="4783" y="96"/>
                  </a:cubicBezTo>
                  <a:lnTo>
                    <a:pt x="191" y="4688"/>
                  </a:lnTo>
                  <a:cubicBezTo>
                    <a:pt x="127" y="4751"/>
                    <a:pt x="64" y="4814"/>
                    <a:pt x="1" y="4846"/>
                  </a:cubicBezTo>
                  <a:cubicBezTo>
                    <a:pt x="96" y="4878"/>
                    <a:pt x="159" y="4878"/>
                    <a:pt x="254" y="4878"/>
                  </a:cubicBezTo>
                  <a:lnTo>
                    <a:pt x="4561" y="4878"/>
                  </a:lnTo>
                  <a:cubicBezTo>
                    <a:pt x="5099" y="4878"/>
                    <a:pt x="5511" y="4466"/>
                    <a:pt x="5511" y="3928"/>
                  </a:cubicBezTo>
                  <a:lnTo>
                    <a:pt x="5511" y="64"/>
                  </a:lnTo>
                  <a:cubicBezTo>
                    <a:pt x="5321" y="64"/>
                    <a:pt x="5099" y="32"/>
                    <a:pt x="49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4" name="Google Shape;5884;p37"/>
            <p:cNvSpPr/>
            <p:nvPr/>
          </p:nvSpPr>
          <p:spPr>
            <a:xfrm>
              <a:off x="537718" y="3881094"/>
              <a:ext cx="342893" cy="261448"/>
            </a:xfrm>
            <a:custGeom>
              <a:rect b="b" l="l" r="r" t="t"/>
              <a:pathLst>
                <a:path extrusionOk="0" h="9660" w="12574">
                  <a:moveTo>
                    <a:pt x="7538" y="1410"/>
                  </a:moveTo>
                  <a:cubicBezTo>
                    <a:pt x="7744" y="1410"/>
                    <a:pt x="7950" y="1489"/>
                    <a:pt x="8108" y="1647"/>
                  </a:cubicBezTo>
                  <a:cubicBezTo>
                    <a:pt x="8266" y="1837"/>
                    <a:pt x="8361" y="2091"/>
                    <a:pt x="8330" y="2313"/>
                  </a:cubicBezTo>
                  <a:cubicBezTo>
                    <a:pt x="8615" y="2534"/>
                    <a:pt x="8995" y="2724"/>
                    <a:pt x="9375" y="2883"/>
                  </a:cubicBezTo>
                  <a:cubicBezTo>
                    <a:pt x="9501" y="2946"/>
                    <a:pt x="9628" y="3009"/>
                    <a:pt x="9755" y="3041"/>
                  </a:cubicBezTo>
                  <a:lnTo>
                    <a:pt x="9755" y="1932"/>
                  </a:lnTo>
                  <a:cubicBezTo>
                    <a:pt x="9786" y="1932"/>
                    <a:pt x="9786" y="1964"/>
                    <a:pt x="9818" y="1964"/>
                  </a:cubicBezTo>
                  <a:cubicBezTo>
                    <a:pt x="10420" y="2218"/>
                    <a:pt x="10958" y="2566"/>
                    <a:pt x="11307" y="2914"/>
                  </a:cubicBezTo>
                  <a:cubicBezTo>
                    <a:pt x="11655" y="3263"/>
                    <a:pt x="11687" y="3453"/>
                    <a:pt x="11655" y="3548"/>
                  </a:cubicBezTo>
                  <a:cubicBezTo>
                    <a:pt x="11608" y="3641"/>
                    <a:pt x="11364" y="3734"/>
                    <a:pt x="10963" y="3734"/>
                  </a:cubicBezTo>
                  <a:cubicBezTo>
                    <a:pt x="10546" y="3734"/>
                    <a:pt x="9959" y="3633"/>
                    <a:pt x="9248" y="3326"/>
                  </a:cubicBezTo>
                  <a:cubicBezTo>
                    <a:pt x="8836" y="3168"/>
                    <a:pt x="8456" y="2946"/>
                    <a:pt x="8140" y="2724"/>
                  </a:cubicBezTo>
                  <a:cubicBezTo>
                    <a:pt x="8108" y="2724"/>
                    <a:pt x="8108" y="2756"/>
                    <a:pt x="8108" y="2756"/>
                  </a:cubicBezTo>
                  <a:cubicBezTo>
                    <a:pt x="7950" y="2914"/>
                    <a:pt x="7744" y="2993"/>
                    <a:pt x="7538" y="2993"/>
                  </a:cubicBezTo>
                  <a:cubicBezTo>
                    <a:pt x="7332" y="2993"/>
                    <a:pt x="7126" y="2914"/>
                    <a:pt x="6968" y="2756"/>
                  </a:cubicBezTo>
                  <a:cubicBezTo>
                    <a:pt x="6683" y="2471"/>
                    <a:pt x="6683" y="1964"/>
                    <a:pt x="6968" y="1647"/>
                  </a:cubicBezTo>
                  <a:cubicBezTo>
                    <a:pt x="7126" y="1489"/>
                    <a:pt x="7332" y="1410"/>
                    <a:pt x="7538" y="1410"/>
                  </a:cubicBezTo>
                  <a:close/>
                  <a:moveTo>
                    <a:pt x="5875" y="3540"/>
                  </a:moveTo>
                  <a:cubicBezTo>
                    <a:pt x="5907" y="3540"/>
                    <a:pt x="5939" y="3563"/>
                    <a:pt x="5986" y="3611"/>
                  </a:cubicBezTo>
                  <a:lnTo>
                    <a:pt x="6049" y="3706"/>
                  </a:lnTo>
                  <a:cubicBezTo>
                    <a:pt x="6239" y="3896"/>
                    <a:pt x="6239" y="3896"/>
                    <a:pt x="6049" y="4086"/>
                  </a:cubicBezTo>
                  <a:cubicBezTo>
                    <a:pt x="5923" y="4244"/>
                    <a:pt x="5923" y="4244"/>
                    <a:pt x="6049" y="4403"/>
                  </a:cubicBezTo>
                  <a:cubicBezTo>
                    <a:pt x="6113" y="4498"/>
                    <a:pt x="6208" y="4656"/>
                    <a:pt x="6239" y="4783"/>
                  </a:cubicBezTo>
                  <a:cubicBezTo>
                    <a:pt x="6303" y="4846"/>
                    <a:pt x="6271" y="4909"/>
                    <a:pt x="6208" y="4973"/>
                  </a:cubicBezTo>
                  <a:cubicBezTo>
                    <a:pt x="6081" y="5004"/>
                    <a:pt x="5986" y="5068"/>
                    <a:pt x="5859" y="5131"/>
                  </a:cubicBezTo>
                  <a:cubicBezTo>
                    <a:pt x="5826" y="5153"/>
                    <a:pt x="5800" y="5164"/>
                    <a:pt x="5780" y="5164"/>
                  </a:cubicBezTo>
                  <a:cubicBezTo>
                    <a:pt x="5742" y="5164"/>
                    <a:pt x="5722" y="5129"/>
                    <a:pt x="5701" y="5068"/>
                  </a:cubicBezTo>
                  <a:cubicBezTo>
                    <a:pt x="5606" y="4846"/>
                    <a:pt x="5479" y="4656"/>
                    <a:pt x="5321" y="4498"/>
                  </a:cubicBezTo>
                  <a:cubicBezTo>
                    <a:pt x="5258" y="4466"/>
                    <a:pt x="5226" y="4403"/>
                    <a:pt x="5163" y="4403"/>
                  </a:cubicBezTo>
                  <a:cubicBezTo>
                    <a:pt x="5112" y="4381"/>
                    <a:pt x="5063" y="4371"/>
                    <a:pt x="5018" y="4371"/>
                  </a:cubicBezTo>
                  <a:cubicBezTo>
                    <a:pt x="4866" y="4371"/>
                    <a:pt x="4758" y="4485"/>
                    <a:pt x="4783" y="4656"/>
                  </a:cubicBezTo>
                  <a:cubicBezTo>
                    <a:pt x="4814" y="4783"/>
                    <a:pt x="4846" y="4878"/>
                    <a:pt x="4878" y="4973"/>
                  </a:cubicBezTo>
                  <a:cubicBezTo>
                    <a:pt x="4941" y="5163"/>
                    <a:pt x="5036" y="5353"/>
                    <a:pt x="5099" y="5543"/>
                  </a:cubicBezTo>
                  <a:cubicBezTo>
                    <a:pt x="5258" y="6144"/>
                    <a:pt x="4878" y="6746"/>
                    <a:pt x="4276" y="6778"/>
                  </a:cubicBezTo>
                  <a:cubicBezTo>
                    <a:pt x="4224" y="6785"/>
                    <a:pt x="4171" y="6789"/>
                    <a:pt x="4119" y="6789"/>
                  </a:cubicBezTo>
                  <a:cubicBezTo>
                    <a:pt x="3951" y="6789"/>
                    <a:pt x="3788" y="6748"/>
                    <a:pt x="3643" y="6651"/>
                  </a:cubicBezTo>
                  <a:cubicBezTo>
                    <a:pt x="3616" y="6638"/>
                    <a:pt x="3590" y="6630"/>
                    <a:pt x="3564" y="6630"/>
                  </a:cubicBezTo>
                  <a:cubicBezTo>
                    <a:pt x="3527" y="6630"/>
                    <a:pt x="3490" y="6646"/>
                    <a:pt x="3453" y="6683"/>
                  </a:cubicBezTo>
                  <a:cubicBezTo>
                    <a:pt x="3389" y="6746"/>
                    <a:pt x="3294" y="6810"/>
                    <a:pt x="3231" y="6873"/>
                  </a:cubicBezTo>
                  <a:cubicBezTo>
                    <a:pt x="3199" y="6905"/>
                    <a:pt x="3168" y="6920"/>
                    <a:pt x="3136" y="6920"/>
                  </a:cubicBezTo>
                  <a:cubicBezTo>
                    <a:pt x="3104" y="6920"/>
                    <a:pt x="3073" y="6905"/>
                    <a:pt x="3041" y="6873"/>
                  </a:cubicBezTo>
                  <a:cubicBezTo>
                    <a:pt x="2978" y="6810"/>
                    <a:pt x="2914" y="6746"/>
                    <a:pt x="2851" y="6683"/>
                  </a:cubicBezTo>
                  <a:cubicBezTo>
                    <a:pt x="2788" y="6619"/>
                    <a:pt x="2788" y="6524"/>
                    <a:pt x="2851" y="6493"/>
                  </a:cubicBezTo>
                  <a:cubicBezTo>
                    <a:pt x="2883" y="6429"/>
                    <a:pt x="2946" y="6366"/>
                    <a:pt x="2978" y="6334"/>
                  </a:cubicBezTo>
                  <a:cubicBezTo>
                    <a:pt x="3104" y="6208"/>
                    <a:pt x="3104" y="6208"/>
                    <a:pt x="3009" y="6081"/>
                  </a:cubicBezTo>
                  <a:cubicBezTo>
                    <a:pt x="2883" y="5954"/>
                    <a:pt x="2788" y="5796"/>
                    <a:pt x="2724" y="5606"/>
                  </a:cubicBezTo>
                  <a:cubicBezTo>
                    <a:pt x="2693" y="5448"/>
                    <a:pt x="2693" y="5416"/>
                    <a:pt x="2819" y="5353"/>
                  </a:cubicBezTo>
                  <a:cubicBezTo>
                    <a:pt x="2914" y="5289"/>
                    <a:pt x="3009" y="5258"/>
                    <a:pt x="3104" y="5194"/>
                  </a:cubicBezTo>
                  <a:cubicBezTo>
                    <a:pt x="3157" y="5168"/>
                    <a:pt x="3193" y="5153"/>
                    <a:pt x="3219" y="5153"/>
                  </a:cubicBezTo>
                  <a:cubicBezTo>
                    <a:pt x="3257" y="5153"/>
                    <a:pt x="3276" y="5184"/>
                    <a:pt x="3294" y="5258"/>
                  </a:cubicBezTo>
                  <a:cubicBezTo>
                    <a:pt x="3358" y="5479"/>
                    <a:pt x="3453" y="5638"/>
                    <a:pt x="3579" y="5828"/>
                  </a:cubicBezTo>
                  <a:cubicBezTo>
                    <a:pt x="3674" y="5923"/>
                    <a:pt x="3769" y="6018"/>
                    <a:pt x="3896" y="6049"/>
                  </a:cubicBezTo>
                  <a:cubicBezTo>
                    <a:pt x="3951" y="6077"/>
                    <a:pt x="4006" y="6090"/>
                    <a:pt x="4056" y="6090"/>
                  </a:cubicBezTo>
                  <a:cubicBezTo>
                    <a:pt x="4234" y="6090"/>
                    <a:pt x="4364" y="5931"/>
                    <a:pt x="4339" y="5733"/>
                  </a:cubicBezTo>
                  <a:cubicBezTo>
                    <a:pt x="4339" y="5638"/>
                    <a:pt x="4308" y="5574"/>
                    <a:pt x="4276" y="5479"/>
                  </a:cubicBezTo>
                  <a:cubicBezTo>
                    <a:pt x="4181" y="5258"/>
                    <a:pt x="4086" y="5068"/>
                    <a:pt x="4023" y="4846"/>
                  </a:cubicBezTo>
                  <a:cubicBezTo>
                    <a:pt x="3928" y="4498"/>
                    <a:pt x="3991" y="4181"/>
                    <a:pt x="4276" y="3928"/>
                  </a:cubicBezTo>
                  <a:cubicBezTo>
                    <a:pt x="4454" y="3749"/>
                    <a:pt x="4653" y="3671"/>
                    <a:pt x="4860" y="3671"/>
                  </a:cubicBezTo>
                  <a:cubicBezTo>
                    <a:pt x="5021" y="3671"/>
                    <a:pt x="5187" y="3718"/>
                    <a:pt x="5353" y="3801"/>
                  </a:cubicBezTo>
                  <a:cubicBezTo>
                    <a:pt x="5418" y="3827"/>
                    <a:pt x="5457" y="3843"/>
                    <a:pt x="5488" y="3843"/>
                  </a:cubicBezTo>
                  <a:cubicBezTo>
                    <a:pt x="5533" y="3843"/>
                    <a:pt x="5564" y="3812"/>
                    <a:pt x="5638" y="3738"/>
                  </a:cubicBezTo>
                  <a:cubicBezTo>
                    <a:pt x="5669" y="3706"/>
                    <a:pt x="5701" y="3643"/>
                    <a:pt x="5764" y="3611"/>
                  </a:cubicBezTo>
                  <a:cubicBezTo>
                    <a:pt x="5812" y="3563"/>
                    <a:pt x="5844" y="3540"/>
                    <a:pt x="5875" y="3540"/>
                  </a:cubicBezTo>
                  <a:close/>
                  <a:moveTo>
                    <a:pt x="5954" y="1"/>
                  </a:moveTo>
                  <a:cubicBezTo>
                    <a:pt x="5574" y="1"/>
                    <a:pt x="5226" y="127"/>
                    <a:pt x="4973" y="381"/>
                  </a:cubicBezTo>
                  <a:lnTo>
                    <a:pt x="381" y="4973"/>
                  </a:lnTo>
                  <a:cubicBezTo>
                    <a:pt x="1" y="5353"/>
                    <a:pt x="1" y="5954"/>
                    <a:pt x="381" y="6334"/>
                  </a:cubicBezTo>
                  <a:lnTo>
                    <a:pt x="3421" y="9375"/>
                  </a:lnTo>
                  <a:cubicBezTo>
                    <a:pt x="3611" y="9565"/>
                    <a:pt x="3856" y="9660"/>
                    <a:pt x="4102" y="9660"/>
                  </a:cubicBezTo>
                  <a:cubicBezTo>
                    <a:pt x="4347" y="9660"/>
                    <a:pt x="4593" y="9565"/>
                    <a:pt x="4783" y="9375"/>
                  </a:cubicBezTo>
                  <a:lnTo>
                    <a:pt x="9375" y="4783"/>
                  </a:lnTo>
                  <a:cubicBezTo>
                    <a:pt x="9501" y="4656"/>
                    <a:pt x="9596" y="4498"/>
                    <a:pt x="9660" y="4339"/>
                  </a:cubicBezTo>
                  <a:cubicBezTo>
                    <a:pt x="10135" y="4466"/>
                    <a:pt x="10578" y="4529"/>
                    <a:pt x="10990" y="4529"/>
                  </a:cubicBezTo>
                  <a:cubicBezTo>
                    <a:pt x="11972" y="4529"/>
                    <a:pt x="12288" y="4086"/>
                    <a:pt x="12383" y="3833"/>
                  </a:cubicBezTo>
                  <a:cubicBezTo>
                    <a:pt x="12510" y="3579"/>
                    <a:pt x="12573" y="3041"/>
                    <a:pt x="11877" y="2344"/>
                  </a:cubicBezTo>
                  <a:lnTo>
                    <a:pt x="11877" y="2313"/>
                  </a:lnTo>
                  <a:cubicBezTo>
                    <a:pt x="11433" y="1901"/>
                    <a:pt x="10831" y="1521"/>
                    <a:pt x="10103" y="1204"/>
                  </a:cubicBezTo>
                  <a:cubicBezTo>
                    <a:pt x="9976" y="1172"/>
                    <a:pt x="9850" y="1109"/>
                    <a:pt x="9723" y="1077"/>
                  </a:cubicBezTo>
                  <a:lnTo>
                    <a:pt x="9723" y="1046"/>
                  </a:lnTo>
                  <a:cubicBezTo>
                    <a:pt x="9723" y="507"/>
                    <a:pt x="9280" y="32"/>
                    <a:pt x="8710" y="32"/>
                  </a:cubicBezTo>
                  <a:lnTo>
                    <a:pt x="59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85" name="Google Shape;5885;p37"/>
          <p:cNvGrpSpPr/>
          <p:nvPr/>
        </p:nvGrpSpPr>
        <p:grpSpPr>
          <a:xfrm>
            <a:off x="8308874" y="1448400"/>
            <a:ext cx="274331" cy="274331"/>
            <a:chOff x="8308874" y="1448400"/>
            <a:chExt cx="274331" cy="274331"/>
          </a:xfrm>
        </p:grpSpPr>
        <p:sp>
          <p:nvSpPr>
            <p:cNvPr id="5886" name="Google Shape;5886;p37"/>
            <p:cNvSpPr/>
            <p:nvPr/>
          </p:nvSpPr>
          <p:spPr>
            <a:xfrm>
              <a:off x="8398590" y="1550528"/>
              <a:ext cx="22234" cy="23097"/>
            </a:xfrm>
            <a:custGeom>
              <a:rect b="b" l="l" r="r" t="t"/>
              <a:pathLst>
                <a:path extrusionOk="0" h="856" w="824">
                  <a:moveTo>
                    <a:pt x="412" y="0"/>
                  </a:moveTo>
                  <a:cubicBezTo>
                    <a:pt x="191" y="0"/>
                    <a:pt x="1" y="190"/>
                    <a:pt x="1" y="444"/>
                  </a:cubicBezTo>
                  <a:cubicBezTo>
                    <a:pt x="1" y="665"/>
                    <a:pt x="191" y="855"/>
                    <a:pt x="412" y="855"/>
                  </a:cubicBezTo>
                  <a:cubicBezTo>
                    <a:pt x="634" y="855"/>
                    <a:pt x="824" y="665"/>
                    <a:pt x="824" y="444"/>
                  </a:cubicBezTo>
                  <a:cubicBezTo>
                    <a:pt x="824" y="190"/>
                    <a:pt x="634" y="0"/>
                    <a:pt x="4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7" name="Google Shape;5887;p37"/>
            <p:cNvSpPr/>
            <p:nvPr/>
          </p:nvSpPr>
          <p:spPr>
            <a:xfrm>
              <a:off x="8471226" y="1597531"/>
              <a:ext cx="22234" cy="22234"/>
            </a:xfrm>
            <a:custGeom>
              <a:rect b="b" l="l" r="r" t="t"/>
              <a:pathLst>
                <a:path extrusionOk="0" h="824" w="824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cubicBezTo>
                    <a:pt x="0" y="665"/>
                    <a:pt x="190" y="823"/>
                    <a:pt x="412" y="823"/>
                  </a:cubicBezTo>
                  <a:cubicBezTo>
                    <a:pt x="634" y="823"/>
                    <a:pt x="824" y="665"/>
                    <a:pt x="824" y="412"/>
                  </a:cubicBezTo>
                  <a:cubicBezTo>
                    <a:pt x="824" y="190"/>
                    <a:pt x="665" y="0"/>
                    <a:pt x="4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8" name="Google Shape;5888;p37"/>
            <p:cNvSpPr/>
            <p:nvPr/>
          </p:nvSpPr>
          <p:spPr>
            <a:xfrm>
              <a:off x="8308874" y="1448400"/>
              <a:ext cx="274331" cy="274331"/>
            </a:xfrm>
            <a:custGeom>
              <a:rect b="b" l="l" r="r" t="t"/>
              <a:pathLst>
                <a:path extrusionOk="0" h="10167" w="10167">
                  <a:moveTo>
                    <a:pt x="3737" y="3184"/>
                  </a:moveTo>
                  <a:cubicBezTo>
                    <a:pt x="4307" y="3184"/>
                    <a:pt x="4751" y="3659"/>
                    <a:pt x="4751" y="4229"/>
                  </a:cubicBezTo>
                  <a:cubicBezTo>
                    <a:pt x="4751" y="4799"/>
                    <a:pt x="4307" y="5242"/>
                    <a:pt x="3737" y="5242"/>
                  </a:cubicBezTo>
                  <a:cubicBezTo>
                    <a:pt x="3167" y="5242"/>
                    <a:pt x="2724" y="4767"/>
                    <a:pt x="2724" y="4229"/>
                  </a:cubicBezTo>
                  <a:cubicBezTo>
                    <a:pt x="2724" y="3659"/>
                    <a:pt x="3167" y="3184"/>
                    <a:pt x="3737" y="3184"/>
                  </a:cubicBezTo>
                  <a:close/>
                  <a:moveTo>
                    <a:pt x="6427" y="3211"/>
                  </a:moveTo>
                  <a:cubicBezTo>
                    <a:pt x="6486" y="3211"/>
                    <a:pt x="6543" y="3234"/>
                    <a:pt x="6587" y="3279"/>
                  </a:cubicBezTo>
                  <a:cubicBezTo>
                    <a:pt x="6682" y="3374"/>
                    <a:pt x="6714" y="3532"/>
                    <a:pt x="6619" y="3627"/>
                  </a:cubicBezTo>
                  <a:lnTo>
                    <a:pt x="3927" y="6857"/>
                  </a:lnTo>
                  <a:cubicBezTo>
                    <a:pt x="3872" y="6912"/>
                    <a:pt x="3795" y="6946"/>
                    <a:pt x="3722" y="6946"/>
                  </a:cubicBezTo>
                  <a:cubicBezTo>
                    <a:pt x="3670" y="6946"/>
                    <a:pt x="3619" y="6929"/>
                    <a:pt x="3579" y="6889"/>
                  </a:cubicBezTo>
                  <a:cubicBezTo>
                    <a:pt x="3484" y="6794"/>
                    <a:pt x="3452" y="6635"/>
                    <a:pt x="3547" y="6540"/>
                  </a:cubicBezTo>
                  <a:lnTo>
                    <a:pt x="6239" y="3310"/>
                  </a:lnTo>
                  <a:cubicBezTo>
                    <a:pt x="6290" y="3242"/>
                    <a:pt x="6359" y="3211"/>
                    <a:pt x="6427" y="3211"/>
                  </a:cubicBezTo>
                  <a:close/>
                  <a:moveTo>
                    <a:pt x="6429" y="4925"/>
                  </a:moveTo>
                  <a:cubicBezTo>
                    <a:pt x="6999" y="4925"/>
                    <a:pt x="7442" y="5369"/>
                    <a:pt x="7442" y="5939"/>
                  </a:cubicBezTo>
                  <a:cubicBezTo>
                    <a:pt x="7442" y="6509"/>
                    <a:pt x="6999" y="6952"/>
                    <a:pt x="6429" y="6952"/>
                  </a:cubicBezTo>
                  <a:cubicBezTo>
                    <a:pt x="5859" y="6952"/>
                    <a:pt x="5416" y="6509"/>
                    <a:pt x="5416" y="5939"/>
                  </a:cubicBezTo>
                  <a:cubicBezTo>
                    <a:pt x="5416" y="5369"/>
                    <a:pt x="5859" y="4925"/>
                    <a:pt x="6429" y="4925"/>
                  </a:cubicBezTo>
                  <a:close/>
                  <a:moveTo>
                    <a:pt x="5051" y="1"/>
                  </a:moveTo>
                  <a:cubicBezTo>
                    <a:pt x="4869" y="1"/>
                    <a:pt x="4687" y="80"/>
                    <a:pt x="4561" y="238"/>
                  </a:cubicBezTo>
                  <a:lnTo>
                    <a:pt x="4371" y="428"/>
                  </a:lnTo>
                  <a:cubicBezTo>
                    <a:pt x="4238" y="584"/>
                    <a:pt x="4058" y="661"/>
                    <a:pt x="3864" y="661"/>
                  </a:cubicBezTo>
                  <a:cubicBezTo>
                    <a:pt x="3782" y="661"/>
                    <a:pt x="3696" y="647"/>
                    <a:pt x="3611" y="618"/>
                  </a:cubicBezTo>
                  <a:lnTo>
                    <a:pt x="3389" y="492"/>
                  </a:lnTo>
                  <a:cubicBezTo>
                    <a:pt x="3310" y="465"/>
                    <a:pt x="3229" y="453"/>
                    <a:pt x="3150" y="453"/>
                  </a:cubicBezTo>
                  <a:cubicBezTo>
                    <a:pt x="2851" y="453"/>
                    <a:pt x="2577" y="634"/>
                    <a:pt x="2502" y="935"/>
                  </a:cubicBezTo>
                  <a:lnTo>
                    <a:pt x="2439" y="1188"/>
                  </a:lnTo>
                  <a:cubicBezTo>
                    <a:pt x="2344" y="1473"/>
                    <a:pt x="2122" y="1663"/>
                    <a:pt x="1837" y="1663"/>
                  </a:cubicBezTo>
                  <a:lnTo>
                    <a:pt x="1552" y="1695"/>
                  </a:lnTo>
                  <a:cubicBezTo>
                    <a:pt x="1172" y="1727"/>
                    <a:pt x="887" y="2075"/>
                    <a:pt x="950" y="2487"/>
                  </a:cubicBezTo>
                  <a:lnTo>
                    <a:pt x="1014" y="2740"/>
                  </a:lnTo>
                  <a:cubicBezTo>
                    <a:pt x="1045" y="2994"/>
                    <a:pt x="919" y="3279"/>
                    <a:pt x="665" y="3437"/>
                  </a:cubicBezTo>
                  <a:lnTo>
                    <a:pt x="444" y="3564"/>
                  </a:lnTo>
                  <a:cubicBezTo>
                    <a:pt x="95" y="3754"/>
                    <a:pt x="0" y="4197"/>
                    <a:pt x="254" y="4514"/>
                  </a:cubicBezTo>
                  <a:lnTo>
                    <a:pt x="380" y="4735"/>
                  </a:lnTo>
                  <a:cubicBezTo>
                    <a:pt x="570" y="4957"/>
                    <a:pt x="570" y="5274"/>
                    <a:pt x="412" y="5495"/>
                  </a:cubicBezTo>
                  <a:lnTo>
                    <a:pt x="254" y="5717"/>
                  </a:lnTo>
                  <a:cubicBezTo>
                    <a:pt x="32" y="6034"/>
                    <a:pt x="127" y="6477"/>
                    <a:pt x="475" y="6667"/>
                  </a:cubicBezTo>
                  <a:lnTo>
                    <a:pt x="697" y="6794"/>
                  </a:lnTo>
                  <a:cubicBezTo>
                    <a:pt x="950" y="6952"/>
                    <a:pt x="1109" y="7206"/>
                    <a:pt x="1045" y="7491"/>
                  </a:cubicBezTo>
                  <a:lnTo>
                    <a:pt x="1014" y="7744"/>
                  </a:lnTo>
                  <a:cubicBezTo>
                    <a:pt x="950" y="8156"/>
                    <a:pt x="1235" y="8504"/>
                    <a:pt x="1647" y="8536"/>
                  </a:cubicBezTo>
                  <a:lnTo>
                    <a:pt x="1900" y="8536"/>
                  </a:lnTo>
                  <a:cubicBezTo>
                    <a:pt x="2185" y="8536"/>
                    <a:pt x="2407" y="8726"/>
                    <a:pt x="2502" y="9011"/>
                  </a:cubicBezTo>
                  <a:lnTo>
                    <a:pt x="2565" y="9264"/>
                  </a:lnTo>
                  <a:cubicBezTo>
                    <a:pt x="2662" y="9553"/>
                    <a:pt x="2922" y="9732"/>
                    <a:pt x="3195" y="9732"/>
                  </a:cubicBezTo>
                  <a:cubicBezTo>
                    <a:pt x="3281" y="9732"/>
                    <a:pt x="3368" y="9714"/>
                    <a:pt x="3452" y="9676"/>
                  </a:cubicBezTo>
                  <a:lnTo>
                    <a:pt x="3706" y="9581"/>
                  </a:lnTo>
                  <a:cubicBezTo>
                    <a:pt x="3792" y="9537"/>
                    <a:pt x="3887" y="9516"/>
                    <a:pt x="3981" y="9516"/>
                  </a:cubicBezTo>
                  <a:cubicBezTo>
                    <a:pt x="4161" y="9516"/>
                    <a:pt x="4341" y="9593"/>
                    <a:pt x="4466" y="9739"/>
                  </a:cubicBezTo>
                  <a:lnTo>
                    <a:pt x="4624" y="9929"/>
                  </a:lnTo>
                  <a:cubicBezTo>
                    <a:pt x="4766" y="10087"/>
                    <a:pt x="4949" y="10167"/>
                    <a:pt x="5127" y="10167"/>
                  </a:cubicBezTo>
                  <a:cubicBezTo>
                    <a:pt x="5305" y="10167"/>
                    <a:pt x="5479" y="10087"/>
                    <a:pt x="5606" y="9929"/>
                  </a:cubicBezTo>
                  <a:lnTo>
                    <a:pt x="5796" y="9739"/>
                  </a:lnTo>
                  <a:cubicBezTo>
                    <a:pt x="5929" y="9584"/>
                    <a:pt x="6108" y="9506"/>
                    <a:pt x="6302" y="9506"/>
                  </a:cubicBezTo>
                  <a:cubicBezTo>
                    <a:pt x="6385" y="9506"/>
                    <a:pt x="6470" y="9521"/>
                    <a:pt x="6556" y="9549"/>
                  </a:cubicBezTo>
                  <a:lnTo>
                    <a:pt x="6777" y="9644"/>
                  </a:lnTo>
                  <a:cubicBezTo>
                    <a:pt x="6869" y="9682"/>
                    <a:pt x="6962" y="9700"/>
                    <a:pt x="7052" y="9700"/>
                  </a:cubicBezTo>
                  <a:cubicBezTo>
                    <a:pt x="7337" y="9700"/>
                    <a:pt x="7592" y="9521"/>
                    <a:pt x="7664" y="9232"/>
                  </a:cubicBezTo>
                  <a:lnTo>
                    <a:pt x="7728" y="8979"/>
                  </a:lnTo>
                  <a:cubicBezTo>
                    <a:pt x="7823" y="8694"/>
                    <a:pt x="8044" y="8504"/>
                    <a:pt x="8329" y="8472"/>
                  </a:cubicBezTo>
                  <a:lnTo>
                    <a:pt x="8614" y="8472"/>
                  </a:lnTo>
                  <a:cubicBezTo>
                    <a:pt x="8994" y="8441"/>
                    <a:pt x="9279" y="8092"/>
                    <a:pt x="9216" y="7681"/>
                  </a:cubicBezTo>
                  <a:lnTo>
                    <a:pt x="9153" y="7427"/>
                  </a:lnTo>
                  <a:cubicBezTo>
                    <a:pt x="9121" y="7142"/>
                    <a:pt x="9248" y="6889"/>
                    <a:pt x="9501" y="6730"/>
                  </a:cubicBezTo>
                  <a:lnTo>
                    <a:pt x="9723" y="6604"/>
                  </a:lnTo>
                  <a:cubicBezTo>
                    <a:pt x="10071" y="6414"/>
                    <a:pt x="10166" y="5970"/>
                    <a:pt x="9944" y="5654"/>
                  </a:cubicBezTo>
                  <a:lnTo>
                    <a:pt x="9786" y="5432"/>
                  </a:lnTo>
                  <a:cubicBezTo>
                    <a:pt x="9596" y="5210"/>
                    <a:pt x="9596" y="4894"/>
                    <a:pt x="9754" y="4672"/>
                  </a:cubicBezTo>
                  <a:lnTo>
                    <a:pt x="9913" y="4450"/>
                  </a:lnTo>
                  <a:cubicBezTo>
                    <a:pt x="10134" y="4134"/>
                    <a:pt x="10039" y="3659"/>
                    <a:pt x="9691" y="3469"/>
                  </a:cubicBezTo>
                  <a:lnTo>
                    <a:pt x="9469" y="3374"/>
                  </a:lnTo>
                  <a:cubicBezTo>
                    <a:pt x="9216" y="3215"/>
                    <a:pt x="9058" y="2962"/>
                    <a:pt x="9121" y="2677"/>
                  </a:cubicBezTo>
                  <a:lnTo>
                    <a:pt x="9153" y="2424"/>
                  </a:lnTo>
                  <a:cubicBezTo>
                    <a:pt x="9216" y="2012"/>
                    <a:pt x="8931" y="1663"/>
                    <a:pt x="8519" y="1632"/>
                  </a:cubicBezTo>
                  <a:lnTo>
                    <a:pt x="8266" y="1632"/>
                  </a:lnTo>
                  <a:cubicBezTo>
                    <a:pt x="7981" y="1632"/>
                    <a:pt x="7759" y="1442"/>
                    <a:pt x="7664" y="1157"/>
                  </a:cubicBezTo>
                  <a:lnTo>
                    <a:pt x="7601" y="903"/>
                  </a:lnTo>
                  <a:cubicBezTo>
                    <a:pt x="7505" y="615"/>
                    <a:pt x="7244" y="436"/>
                    <a:pt x="6971" y="436"/>
                  </a:cubicBezTo>
                  <a:cubicBezTo>
                    <a:pt x="6885" y="436"/>
                    <a:pt x="6798" y="454"/>
                    <a:pt x="6714" y="492"/>
                  </a:cubicBezTo>
                  <a:lnTo>
                    <a:pt x="6461" y="587"/>
                  </a:lnTo>
                  <a:cubicBezTo>
                    <a:pt x="6382" y="616"/>
                    <a:pt x="6298" y="630"/>
                    <a:pt x="6213" y="630"/>
                  </a:cubicBezTo>
                  <a:cubicBezTo>
                    <a:pt x="6023" y="630"/>
                    <a:pt x="5832" y="560"/>
                    <a:pt x="5701" y="428"/>
                  </a:cubicBezTo>
                  <a:lnTo>
                    <a:pt x="5542" y="238"/>
                  </a:lnTo>
                  <a:cubicBezTo>
                    <a:pt x="5416" y="80"/>
                    <a:pt x="5234" y="1"/>
                    <a:pt x="50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89" name="Google Shape;5889;p37"/>
          <p:cNvSpPr/>
          <p:nvPr/>
        </p:nvSpPr>
        <p:spPr>
          <a:xfrm>
            <a:off x="560568" y="2678906"/>
            <a:ext cx="297185" cy="274312"/>
          </a:xfrm>
          <a:custGeom>
            <a:rect b="b" l="l" r="r" t="t"/>
            <a:pathLst>
              <a:path extrusionOk="0" h="10140" w="10864">
                <a:moveTo>
                  <a:pt x="3864" y="2123"/>
                </a:moveTo>
                <a:lnTo>
                  <a:pt x="4055" y="3041"/>
                </a:lnTo>
                <a:lnTo>
                  <a:pt x="3104" y="3041"/>
                </a:lnTo>
                <a:lnTo>
                  <a:pt x="2914" y="2439"/>
                </a:lnTo>
                <a:cubicBezTo>
                  <a:pt x="2883" y="2344"/>
                  <a:pt x="2946" y="2249"/>
                  <a:pt x="2946" y="2218"/>
                </a:cubicBezTo>
                <a:cubicBezTo>
                  <a:pt x="2978" y="2186"/>
                  <a:pt x="3041" y="2123"/>
                  <a:pt x="3136" y="2123"/>
                </a:cubicBezTo>
                <a:close/>
                <a:moveTo>
                  <a:pt x="6113" y="2154"/>
                </a:moveTo>
                <a:lnTo>
                  <a:pt x="6113" y="3041"/>
                </a:lnTo>
                <a:lnTo>
                  <a:pt x="4846" y="3041"/>
                </a:lnTo>
                <a:lnTo>
                  <a:pt x="4656" y="2154"/>
                </a:lnTo>
                <a:close/>
                <a:moveTo>
                  <a:pt x="8362" y="2154"/>
                </a:moveTo>
                <a:lnTo>
                  <a:pt x="8171" y="3041"/>
                </a:lnTo>
                <a:lnTo>
                  <a:pt x="6873" y="3041"/>
                </a:lnTo>
                <a:lnTo>
                  <a:pt x="6873" y="2154"/>
                </a:lnTo>
                <a:close/>
                <a:moveTo>
                  <a:pt x="9787" y="2123"/>
                </a:moveTo>
                <a:cubicBezTo>
                  <a:pt x="9882" y="2123"/>
                  <a:pt x="9945" y="2186"/>
                  <a:pt x="9977" y="2218"/>
                </a:cubicBezTo>
                <a:cubicBezTo>
                  <a:pt x="10008" y="2249"/>
                  <a:pt x="10040" y="2313"/>
                  <a:pt x="10008" y="2408"/>
                </a:cubicBezTo>
                <a:lnTo>
                  <a:pt x="9850" y="3041"/>
                </a:lnTo>
                <a:lnTo>
                  <a:pt x="8963" y="3041"/>
                </a:lnTo>
                <a:lnTo>
                  <a:pt x="9153" y="2123"/>
                </a:lnTo>
                <a:close/>
                <a:moveTo>
                  <a:pt x="4245" y="3833"/>
                </a:moveTo>
                <a:lnTo>
                  <a:pt x="4435" y="4656"/>
                </a:lnTo>
                <a:lnTo>
                  <a:pt x="3548" y="4656"/>
                </a:lnTo>
                <a:lnTo>
                  <a:pt x="3326" y="3833"/>
                </a:lnTo>
                <a:close/>
                <a:moveTo>
                  <a:pt x="6113" y="3801"/>
                </a:moveTo>
                <a:lnTo>
                  <a:pt x="6113" y="4656"/>
                </a:lnTo>
                <a:lnTo>
                  <a:pt x="5226" y="4656"/>
                </a:lnTo>
                <a:lnTo>
                  <a:pt x="5036" y="3801"/>
                </a:lnTo>
                <a:close/>
                <a:moveTo>
                  <a:pt x="8013" y="3801"/>
                </a:moveTo>
                <a:lnTo>
                  <a:pt x="7823" y="4656"/>
                </a:lnTo>
                <a:lnTo>
                  <a:pt x="6873" y="4656"/>
                </a:lnTo>
                <a:lnTo>
                  <a:pt x="6873" y="3801"/>
                </a:lnTo>
                <a:close/>
                <a:moveTo>
                  <a:pt x="9660" y="3801"/>
                </a:moveTo>
                <a:lnTo>
                  <a:pt x="9470" y="4656"/>
                </a:lnTo>
                <a:lnTo>
                  <a:pt x="8615" y="4656"/>
                </a:lnTo>
                <a:lnTo>
                  <a:pt x="8805" y="3801"/>
                </a:lnTo>
                <a:close/>
                <a:moveTo>
                  <a:pt x="4593" y="5416"/>
                </a:moveTo>
                <a:lnTo>
                  <a:pt x="4751" y="6208"/>
                </a:lnTo>
                <a:lnTo>
                  <a:pt x="4150" y="6208"/>
                </a:lnTo>
                <a:cubicBezTo>
                  <a:pt x="4055" y="6208"/>
                  <a:pt x="3960" y="6144"/>
                  <a:pt x="3960" y="6049"/>
                </a:cubicBezTo>
                <a:lnTo>
                  <a:pt x="3769" y="5416"/>
                </a:lnTo>
                <a:close/>
                <a:moveTo>
                  <a:pt x="6113" y="5448"/>
                </a:moveTo>
                <a:lnTo>
                  <a:pt x="6113" y="6208"/>
                </a:lnTo>
                <a:lnTo>
                  <a:pt x="5543" y="6208"/>
                </a:lnTo>
                <a:lnTo>
                  <a:pt x="5385" y="5448"/>
                </a:lnTo>
                <a:close/>
                <a:moveTo>
                  <a:pt x="7665" y="5448"/>
                </a:moveTo>
                <a:lnTo>
                  <a:pt x="7506" y="6208"/>
                </a:lnTo>
                <a:lnTo>
                  <a:pt x="6905" y="6208"/>
                </a:lnTo>
                <a:lnTo>
                  <a:pt x="6905" y="5448"/>
                </a:lnTo>
                <a:close/>
                <a:moveTo>
                  <a:pt x="9280" y="5448"/>
                </a:moveTo>
                <a:lnTo>
                  <a:pt x="9122" y="6049"/>
                </a:lnTo>
                <a:cubicBezTo>
                  <a:pt x="9090" y="6144"/>
                  <a:pt x="8995" y="6208"/>
                  <a:pt x="8900" y="6208"/>
                </a:cubicBezTo>
                <a:lnTo>
                  <a:pt x="8298" y="6208"/>
                </a:lnTo>
                <a:lnTo>
                  <a:pt x="8457" y="5448"/>
                </a:lnTo>
                <a:close/>
                <a:moveTo>
                  <a:pt x="4498" y="8583"/>
                </a:moveTo>
                <a:cubicBezTo>
                  <a:pt x="4720" y="8583"/>
                  <a:pt x="4878" y="8773"/>
                  <a:pt x="4878" y="8995"/>
                </a:cubicBezTo>
                <a:cubicBezTo>
                  <a:pt x="4878" y="9185"/>
                  <a:pt x="4720" y="9375"/>
                  <a:pt x="4498" y="9375"/>
                </a:cubicBezTo>
                <a:cubicBezTo>
                  <a:pt x="4276" y="9375"/>
                  <a:pt x="4118" y="9185"/>
                  <a:pt x="4118" y="8995"/>
                </a:cubicBezTo>
                <a:cubicBezTo>
                  <a:pt x="4118" y="8773"/>
                  <a:pt x="4276" y="8583"/>
                  <a:pt x="4498" y="8583"/>
                </a:cubicBezTo>
                <a:close/>
                <a:moveTo>
                  <a:pt x="8045" y="8583"/>
                </a:moveTo>
                <a:cubicBezTo>
                  <a:pt x="8266" y="8583"/>
                  <a:pt x="8425" y="8773"/>
                  <a:pt x="8425" y="8995"/>
                </a:cubicBezTo>
                <a:cubicBezTo>
                  <a:pt x="8425" y="9185"/>
                  <a:pt x="8266" y="9375"/>
                  <a:pt x="8045" y="9375"/>
                </a:cubicBezTo>
                <a:cubicBezTo>
                  <a:pt x="7855" y="9375"/>
                  <a:pt x="7665" y="9185"/>
                  <a:pt x="7665" y="8995"/>
                </a:cubicBezTo>
                <a:cubicBezTo>
                  <a:pt x="7665" y="8773"/>
                  <a:pt x="7823" y="8583"/>
                  <a:pt x="8045" y="8583"/>
                </a:cubicBezTo>
                <a:close/>
                <a:moveTo>
                  <a:pt x="349" y="1"/>
                </a:moveTo>
                <a:cubicBezTo>
                  <a:pt x="159" y="1"/>
                  <a:pt x="1" y="127"/>
                  <a:pt x="1" y="317"/>
                </a:cubicBezTo>
                <a:lnTo>
                  <a:pt x="1" y="381"/>
                </a:lnTo>
                <a:cubicBezTo>
                  <a:pt x="1" y="539"/>
                  <a:pt x="159" y="697"/>
                  <a:pt x="349" y="697"/>
                </a:cubicBezTo>
                <a:lnTo>
                  <a:pt x="1616" y="697"/>
                </a:lnTo>
                <a:lnTo>
                  <a:pt x="2281" y="3041"/>
                </a:lnTo>
                <a:lnTo>
                  <a:pt x="3199" y="6239"/>
                </a:lnTo>
                <a:cubicBezTo>
                  <a:pt x="2693" y="6398"/>
                  <a:pt x="2281" y="6841"/>
                  <a:pt x="2281" y="7411"/>
                </a:cubicBezTo>
                <a:cubicBezTo>
                  <a:pt x="2281" y="8045"/>
                  <a:pt x="2788" y="8551"/>
                  <a:pt x="3389" y="8583"/>
                </a:cubicBezTo>
                <a:cubicBezTo>
                  <a:pt x="3358" y="8741"/>
                  <a:pt x="3326" y="8900"/>
                  <a:pt x="3326" y="9058"/>
                </a:cubicBezTo>
                <a:cubicBezTo>
                  <a:pt x="3389" y="9628"/>
                  <a:pt x="3833" y="10103"/>
                  <a:pt x="4403" y="10135"/>
                </a:cubicBezTo>
                <a:cubicBezTo>
                  <a:pt x="4439" y="10138"/>
                  <a:pt x="4474" y="10140"/>
                  <a:pt x="4509" y="10140"/>
                </a:cubicBezTo>
                <a:cubicBezTo>
                  <a:pt x="5156" y="10140"/>
                  <a:pt x="5670" y="9596"/>
                  <a:pt x="5670" y="8995"/>
                </a:cubicBezTo>
                <a:cubicBezTo>
                  <a:pt x="5670" y="8836"/>
                  <a:pt x="5638" y="8710"/>
                  <a:pt x="5606" y="8583"/>
                </a:cubicBezTo>
                <a:lnTo>
                  <a:pt x="6936" y="8583"/>
                </a:lnTo>
                <a:cubicBezTo>
                  <a:pt x="6905" y="8741"/>
                  <a:pt x="6873" y="8931"/>
                  <a:pt x="6905" y="9121"/>
                </a:cubicBezTo>
                <a:cubicBezTo>
                  <a:pt x="6968" y="9660"/>
                  <a:pt x="7411" y="10103"/>
                  <a:pt x="7950" y="10135"/>
                </a:cubicBezTo>
                <a:cubicBezTo>
                  <a:pt x="7969" y="10136"/>
                  <a:pt x="7989" y="10136"/>
                  <a:pt x="8008" y="10136"/>
                </a:cubicBezTo>
                <a:cubicBezTo>
                  <a:pt x="8678" y="10136"/>
                  <a:pt x="9217" y="9609"/>
                  <a:pt x="9217" y="8963"/>
                </a:cubicBezTo>
                <a:cubicBezTo>
                  <a:pt x="9217" y="8330"/>
                  <a:pt x="8678" y="7823"/>
                  <a:pt x="8013" y="7823"/>
                </a:cubicBezTo>
                <a:lnTo>
                  <a:pt x="3484" y="7823"/>
                </a:lnTo>
                <a:cubicBezTo>
                  <a:pt x="3263" y="7823"/>
                  <a:pt x="3073" y="7633"/>
                  <a:pt x="3073" y="7411"/>
                </a:cubicBezTo>
                <a:cubicBezTo>
                  <a:pt x="3073" y="7190"/>
                  <a:pt x="3263" y="7000"/>
                  <a:pt x="3484" y="7000"/>
                </a:cubicBezTo>
                <a:lnTo>
                  <a:pt x="8900" y="7000"/>
                </a:lnTo>
                <a:cubicBezTo>
                  <a:pt x="9343" y="7000"/>
                  <a:pt x="9755" y="6683"/>
                  <a:pt x="9882" y="6239"/>
                </a:cubicBezTo>
                <a:lnTo>
                  <a:pt x="10768" y="2598"/>
                </a:lnTo>
                <a:cubicBezTo>
                  <a:pt x="10863" y="2313"/>
                  <a:pt x="10768" y="1964"/>
                  <a:pt x="10578" y="1742"/>
                </a:cubicBezTo>
                <a:cubicBezTo>
                  <a:pt x="10388" y="1489"/>
                  <a:pt x="10072" y="1362"/>
                  <a:pt x="9787" y="1362"/>
                </a:cubicBezTo>
                <a:lnTo>
                  <a:pt x="3136" y="1362"/>
                </a:lnTo>
                <a:cubicBezTo>
                  <a:pt x="2946" y="1362"/>
                  <a:pt x="2756" y="1426"/>
                  <a:pt x="2598" y="1521"/>
                </a:cubicBezTo>
                <a:lnTo>
                  <a:pt x="2281" y="317"/>
                </a:lnTo>
                <a:cubicBezTo>
                  <a:pt x="2218" y="127"/>
                  <a:pt x="2028" y="1"/>
                  <a:pt x="183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3" name="Shape 5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4" name="Google Shape;5894;p38"/>
          <p:cNvSpPr txBox="1"/>
          <p:nvPr/>
        </p:nvSpPr>
        <p:spPr>
          <a:xfrm>
            <a:off x="457201" y="1182763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895" name="Google Shape;5895;p38"/>
          <p:cNvSpPr txBox="1"/>
          <p:nvPr/>
        </p:nvSpPr>
        <p:spPr>
          <a:xfrm>
            <a:off x="457201" y="1467812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6" name="Google Shape;5896;p38"/>
          <p:cNvSpPr txBox="1"/>
          <p:nvPr/>
        </p:nvSpPr>
        <p:spPr>
          <a:xfrm>
            <a:off x="457201" y="247850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897" name="Google Shape;5897;p38"/>
          <p:cNvSpPr txBox="1"/>
          <p:nvPr/>
        </p:nvSpPr>
        <p:spPr>
          <a:xfrm>
            <a:off x="457201" y="2739206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8" name="Google Shape;5898;p38"/>
          <p:cNvSpPr txBox="1"/>
          <p:nvPr/>
        </p:nvSpPr>
        <p:spPr>
          <a:xfrm>
            <a:off x="457201" y="3868751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899" name="Google Shape;5899;p38"/>
          <p:cNvSpPr txBox="1"/>
          <p:nvPr/>
        </p:nvSpPr>
        <p:spPr>
          <a:xfrm>
            <a:off x="457201" y="4129450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0" name="Google Shape;5900;p38"/>
          <p:cNvSpPr txBox="1"/>
          <p:nvPr/>
        </p:nvSpPr>
        <p:spPr>
          <a:xfrm>
            <a:off x="6863250" y="193668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901" name="Google Shape;5901;p38"/>
          <p:cNvSpPr txBox="1"/>
          <p:nvPr/>
        </p:nvSpPr>
        <p:spPr>
          <a:xfrm>
            <a:off x="6863250" y="222172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2" name="Google Shape;5902;p38"/>
          <p:cNvSpPr txBox="1"/>
          <p:nvPr/>
        </p:nvSpPr>
        <p:spPr>
          <a:xfrm>
            <a:off x="6851700" y="3220763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903" name="Google Shape;5903;p38"/>
          <p:cNvSpPr txBox="1"/>
          <p:nvPr/>
        </p:nvSpPr>
        <p:spPr>
          <a:xfrm>
            <a:off x="6851700" y="349750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Earth is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the third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904" name="Google Shape;5904;p38"/>
          <p:cNvGrpSpPr/>
          <p:nvPr/>
        </p:nvGrpSpPr>
        <p:grpSpPr>
          <a:xfrm>
            <a:off x="2279321" y="1065366"/>
            <a:ext cx="4585357" cy="3671237"/>
            <a:chOff x="1707550" y="1420900"/>
            <a:chExt cx="3884250" cy="3109900"/>
          </a:xfrm>
        </p:grpSpPr>
        <p:sp>
          <p:nvSpPr>
            <p:cNvPr id="5905" name="Google Shape;5905;p38"/>
            <p:cNvSpPr/>
            <p:nvPr/>
          </p:nvSpPr>
          <p:spPr>
            <a:xfrm>
              <a:off x="3013125" y="3955200"/>
              <a:ext cx="1269150" cy="575600"/>
            </a:xfrm>
            <a:custGeom>
              <a:rect b="b" l="l" r="r" t="t"/>
              <a:pathLst>
                <a:path extrusionOk="0" h="23024" w="50766">
                  <a:moveTo>
                    <a:pt x="0" y="0"/>
                  </a:moveTo>
                  <a:lnTo>
                    <a:pt x="23499" y="15170"/>
                  </a:lnTo>
                  <a:lnTo>
                    <a:pt x="25367" y="23024"/>
                  </a:lnTo>
                  <a:lnTo>
                    <a:pt x="27267" y="15708"/>
                  </a:lnTo>
                  <a:lnTo>
                    <a:pt x="50766" y="0"/>
                  </a:lnTo>
                  <a:lnTo>
                    <a:pt x="50766" y="0"/>
                  </a:lnTo>
                  <a:lnTo>
                    <a:pt x="25557" y="11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6" name="Google Shape;5906;p38"/>
            <p:cNvSpPr/>
            <p:nvPr/>
          </p:nvSpPr>
          <p:spPr>
            <a:xfrm>
              <a:off x="3013125" y="3590225"/>
              <a:ext cx="1268350" cy="731575"/>
            </a:xfrm>
            <a:custGeom>
              <a:rect b="b" l="l" r="r" t="t"/>
              <a:pathLst>
                <a:path extrusionOk="0" h="29263" w="50734">
                  <a:moveTo>
                    <a:pt x="25367" y="0"/>
                  </a:moveTo>
                  <a:lnTo>
                    <a:pt x="0" y="14599"/>
                  </a:lnTo>
                  <a:lnTo>
                    <a:pt x="25367" y="29262"/>
                  </a:lnTo>
                  <a:lnTo>
                    <a:pt x="50734" y="14599"/>
                  </a:lnTo>
                  <a:lnTo>
                    <a:pt x="25367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7" name="Google Shape;5907;p38"/>
            <p:cNvSpPr/>
            <p:nvPr/>
          </p:nvSpPr>
          <p:spPr>
            <a:xfrm>
              <a:off x="3013125" y="3955200"/>
              <a:ext cx="634175" cy="575600"/>
            </a:xfrm>
            <a:custGeom>
              <a:rect b="b" l="l" r="r" t="t"/>
              <a:pathLst>
                <a:path extrusionOk="0" h="23024" w="25367">
                  <a:moveTo>
                    <a:pt x="0" y="0"/>
                  </a:moveTo>
                  <a:lnTo>
                    <a:pt x="0" y="8393"/>
                  </a:lnTo>
                  <a:lnTo>
                    <a:pt x="25367" y="23024"/>
                  </a:lnTo>
                  <a:lnTo>
                    <a:pt x="25367" y="14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8" name="Google Shape;5908;p38"/>
            <p:cNvSpPr/>
            <p:nvPr/>
          </p:nvSpPr>
          <p:spPr>
            <a:xfrm>
              <a:off x="3647300" y="3955200"/>
              <a:ext cx="634975" cy="575600"/>
            </a:xfrm>
            <a:custGeom>
              <a:rect b="b" l="l" r="r" t="t"/>
              <a:pathLst>
                <a:path extrusionOk="0" h="23024" w="25399">
                  <a:moveTo>
                    <a:pt x="25399" y="0"/>
                  </a:moveTo>
                  <a:lnTo>
                    <a:pt x="0" y="14663"/>
                  </a:lnTo>
                  <a:lnTo>
                    <a:pt x="0" y="23024"/>
                  </a:lnTo>
                  <a:lnTo>
                    <a:pt x="25399" y="8393"/>
                  </a:lnTo>
                  <a:lnTo>
                    <a:pt x="25399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9" name="Google Shape;5909;p38"/>
            <p:cNvSpPr/>
            <p:nvPr/>
          </p:nvSpPr>
          <p:spPr>
            <a:xfrm>
              <a:off x="1707550" y="4056550"/>
              <a:ext cx="1215325" cy="7925"/>
            </a:xfrm>
            <a:custGeom>
              <a:rect b="b" l="l" r="r" t="t"/>
              <a:pathLst>
                <a:path extrusionOk="0" h="317" w="48613">
                  <a:moveTo>
                    <a:pt x="1" y="0"/>
                  </a:moveTo>
                  <a:lnTo>
                    <a:pt x="1" y="317"/>
                  </a:lnTo>
                  <a:lnTo>
                    <a:pt x="1173" y="317"/>
                  </a:lnTo>
                  <a:lnTo>
                    <a:pt x="1173" y="0"/>
                  </a:lnTo>
                  <a:close/>
                  <a:moveTo>
                    <a:pt x="2376" y="0"/>
                  </a:moveTo>
                  <a:lnTo>
                    <a:pt x="2376" y="317"/>
                  </a:lnTo>
                  <a:lnTo>
                    <a:pt x="3548" y="317"/>
                  </a:lnTo>
                  <a:lnTo>
                    <a:pt x="3548" y="0"/>
                  </a:lnTo>
                  <a:close/>
                  <a:moveTo>
                    <a:pt x="4751" y="0"/>
                  </a:moveTo>
                  <a:lnTo>
                    <a:pt x="4751" y="317"/>
                  </a:lnTo>
                  <a:lnTo>
                    <a:pt x="5923" y="317"/>
                  </a:lnTo>
                  <a:lnTo>
                    <a:pt x="5923" y="0"/>
                  </a:lnTo>
                  <a:close/>
                  <a:moveTo>
                    <a:pt x="7126" y="0"/>
                  </a:moveTo>
                  <a:lnTo>
                    <a:pt x="7126" y="317"/>
                  </a:lnTo>
                  <a:lnTo>
                    <a:pt x="8298" y="317"/>
                  </a:lnTo>
                  <a:lnTo>
                    <a:pt x="8298" y="0"/>
                  </a:lnTo>
                  <a:close/>
                  <a:moveTo>
                    <a:pt x="9502" y="0"/>
                  </a:moveTo>
                  <a:lnTo>
                    <a:pt x="9502" y="317"/>
                  </a:lnTo>
                  <a:lnTo>
                    <a:pt x="10673" y="317"/>
                  </a:lnTo>
                  <a:lnTo>
                    <a:pt x="10673" y="0"/>
                  </a:lnTo>
                  <a:close/>
                  <a:moveTo>
                    <a:pt x="11877" y="0"/>
                  </a:moveTo>
                  <a:lnTo>
                    <a:pt x="11877" y="317"/>
                  </a:lnTo>
                  <a:lnTo>
                    <a:pt x="13048" y="317"/>
                  </a:lnTo>
                  <a:lnTo>
                    <a:pt x="13048" y="0"/>
                  </a:lnTo>
                  <a:close/>
                  <a:moveTo>
                    <a:pt x="14252" y="0"/>
                  </a:moveTo>
                  <a:lnTo>
                    <a:pt x="14252" y="317"/>
                  </a:lnTo>
                  <a:lnTo>
                    <a:pt x="15424" y="317"/>
                  </a:lnTo>
                  <a:lnTo>
                    <a:pt x="15424" y="0"/>
                  </a:lnTo>
                  <a:close/>
                  <a:moveTo>
                    <a:pt x="16627" y="0"/>
                  </a:moveTo>
                  <a:lnTo>
                    <a:pt x="16627" y="317"/>
                  </a:lnTo>
                  <a:lnTo>
                    <a:pt x="17799" y="317"/>
                  </a:lnTo>
                  <a:lnTo>
                    <a:pt x="17799" y="0"/>
                  </a:lnTo>
                  <a:close/>
                  <a:moveTo>
                    <a:pt x="19002" y="0"/>
                  </a:moveTo>
                  <a:lnTo>
                    <a:pt x="19002" y="317"/>
                  </a:lnTo>
                  <a:lnTo>
                    <a:pt x="20174" y="317"/>
                  </a:lnTo>
                  <a:lnTo>
                    <a:pt x="20174" y="0"/>
                  </a:lnTo>
                  <a:close/>
                  <a:moveTo>
                    <a:pt x="21377" y="0"/>
                  </a:moveTo>
                  <a:lnTo>
                    <a:pt x="21377" y="317"/>
                  </a:lnTo>
                  <a:lnTo>
                    <a:pt x="22549" y="317"/>
                  </a:lnTo>
                  <a:lnTo>
                    <a:pt x="22549" y="0"/>
                  </a:lnTo>
                  <a:close/>
                  <a:moveTo>
                    <a:pt x="23753" y="0"/>
                  </a:moveTo>
                  <a:lnTo>
                    <a:pt x="23753" y="317"/>
                  </a:lnTo>
                  <a:lnTo>
                    <a:pt x="24924" y="317"/>
                  </a:lnTo>
                  <a:lnTo>
                    <a:pt x="24924" y="0"/>
                  </a:lnTo>
                  <a:close/>
                  <a:moveTo>
                    <a:pt x="26128" y="0"/>
                  </a:moveTo>
                  <a:lnTo>
                    <a:pt x="26128" y="317"/>
                  </a:lnTo>
                  <a:lnTo>
                    <a:pt x="27300" y="317"/>
                  </a:lnTo>
                  <a:lnTo>
                    <a:pt x="27300" y="0"/>
                  </a:lnTo>
                  <a:close/>
                  <a:moveTo>
                    <a:pt x="28503" y="0"/>
                  </a:moveTo>
                  <a:lnTo>
                    <a:pt x="28503" y="317"/>
                  </a:lnTo>
                  <a:lnTo>
                    <a:pt x="29675" y="317"/>
                  </a:lnTo>
                  <a:lnTo>
                    <a:pt x="29675" y="0"/>
                  </a:lnTo>
                  <a:close/>
                  <a:moveTo>
                    <a:pt x="30878" y="0"/>
                  </a:moveTo>
                  <a:lnTo>
                    <a:pt x="30878" y="317"/>
                  </a:lnTo>
                  <a:lnTo>
                    <a:pt x="32050" y="317"/>
                  </a:lnTo>
                  <a:lnTo>
                    <a:pt x="32050" y="0"/>
                  </a:lnTo>
                  <a:close/>
                  <a:moveTo>
                    <a:pt x="33253" y="0"/>
                  </a:moveTo>
                  <a:lnTo>
                    <a:pt x="33253" y="317"/>
                  </a:lnTo>
                  <a:lnTo>
                    <a:pt x="34425" y="317"/>
                  </a:lnTo>
                  <a:lnTo>
                    <a:pt x="34425" y="0"/>
                  </a:lnTo>
                  <a:close/>
                  <a:moveTo>
                    <a:pt x="35628" y="0"/>
                  </a:moveTo>
                  <a:lnTo>
                    <a:pt x="35628" y="317"/>
                  </a:lnTo>
                  <a:lnTo>
                    <a:pt x="36800" y="317"/>
                  </a:lnTo>
                  <a:lnTo>
                    <a:pt x="36800" y="0"/>
                  </a:lnTo>
                  <a:close/>
                  <a:moveTo>
                    <a:pt x="38004" y="0"/>
                  </a:moveTo>
                  <a:lnTo>
                    <a:pt x="38004" y="317"/>
                  </a:lnTo>
                  <a:lnTo>
                    <a:pt x="39175" y="317"/>
                  </a:lnTo>
                  <a:lnTo>
                    <a:pt x="39175" y="0"/>
                  </a:lnTo>
                  <a:close/>
                  <a:moveTo>
                    <a:pt x="40379" y="0"/>
                  </a:moveTo>
                  <a:lnTo>
                    <a:pt x="40379" y="317"/>
                  </a:lnTo>
                  <a:lnTo>
                    <a:pt x="41551" y="317"/>
                  </a:lnTo>
                  <a:lnTo>
                    <a:pt x="41551" y="0"/>
                  </a:lnTo>
                  <a:close/>
                  <a:moveTo>
                    <a:pt x="42754" y="0"/>
                  </a:moveTo>
                  <a:lnTo>
                    <a:pt x="42754" y="317"/>
                  </a:lnTo>
                  <a:lnTo>
                    <a:pt x="43926" y="317"/>
                  </a:lnTo>
                  <a:lnTo>
                    <a:pt x="43926" y="0"/>
                  </a:lnTo>
                  <a:close/>
                  <a:moveTo>
                    <a:pt x="45129" y="0"/>
                  </a:moveTo>
                  <a:lnTo>
                    <a:pt x="45129" y="317"/>
                  </a:lnTo>
                  <a:lnTo>
                    <a:pt x="46301" y="317"/>
                  </a:lnTo>
                  <a:lnTo>
                    <a:pt x="46301" y="0"/>
                  </a:lnTo>
                  <a:close/>
                  <a:moveTo>
                    <a:pt x="47504" y="0"/>
                  </a:moveTo>
                  <a:lnTo>
                    <a:pt x="47504" y="317"/>
                  </a:lnTo>
                  <a:lnTo>
                    <a:pt x="48613" y="317"/>
                  </a:lnTo>
                  <a:lnTo>
                    <a:pt x="48613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0" name="Google Shape;5910;p38"/>
            <p:cNvSpPr/>
            <p:nvPr/>
          </p:nvSpPr>
          <p:spPr>
            <a:xfrm>
              <a:off x="1707550" y="2971875"/>
              <a:ext cx="1215325" cy="7950"/>
            </a:xfrm>
            <a:custGeom>
              <a:rect b="b" l="l" r="r" t="t"/>
              <a:pathLst>
                <a:path extrusionOk="0" h="318" w="48613">
                  <a:moveTo>
                    <a:pt x="1" y="1"/>
                  </a:moveTo>
                  <a:lnTo>
                    <a:pt x="1" y="317"/>
                  </a:lnTo>
                  <a:lnTo>
                    <a:pt x="1173" y="317"/>
                  </a:lnTo>
                  <a:lnTo>
                    <a:pt x="1173" y="1"/>
                  </a:lnTo>
                  <a:close/>
                  <a:moveTo>
                    <a:pt x="2376" y="1"/>
                  </a:moveTo>
                  <a:lnTo>
                    <a:pt x="2376" y="317"/>
                  </a:lnTo>
                  <a:lnTo>
                    <a:pt x="3548" y="317"/>
                  </a:lnTo>
                  <a:lnTo>
                    <a:pt x="3548" y="1"/>
                  </a:lnTo>
                  <a:close/>
                  <a:moveTo>
                    <a:pt x="4751" y="1"/>
                  </a:moveTo>
                  <a:lnTo>
                    <a:pt x="4751" y="317"/>
                  </a:lnTo>
                  <a:lnTo>
                    <a:pt x="5923" y="317"/>
                  </a:lnTo>
                  <a:lnTo>
                    <a:pt x="5923" y="1"/>
                  </a:lnTo>
                  <a:close/>
                  <a:moveTo>
                    <a:pt x="7126" y="1"/>
                  </a:moveTo>
                  <a:lnTo>
                    <a:pt x="7126" y="317"/>
                  </a:lnTo>
                  <a:lnTo>
                    <a:pt x="8298" y="317"/>
                  </a:lnTo>
                  <a:lnTo>
                    <a:pt x="8298" y="1"/>
                  </a:lnTo>
                  <a:close/>
                  <a:moveTo>
                    <a:pt x="9502" y="1"/>
                  </a:moveTo>
                  <a:lnTo>
                    <a:pt x="9502" y="317"/>
                  </a:lnTo>
                  <a:lnTo>
                    <a:pt x="10673" y="317"/>
                  </a:lnTo>
                  <a:lnTo>
                    <a:pt x="10673" y="1"/>
                  </a:lnTo>
                  <a:close/>
                  <a:moveTo>
                    <a:pt x="11877" y="1"/>
                  </a:moveTo>
                  <a:lnTo>
                    <a:pt x="11877" y="317"/>
                  </a:lnTo>
                  <a:lnTo>
                    <a:pt x="13048" y="317"/>
                  </a:lnTo>
                  <a:lnTo>
                    <a:pt x="13048" y="1"/>
                  </a:lnTo>
                  <a:close/>
                  <a:moveTo>
                    <a:pt x="14252" y="1"/>
                  </a:moveTo>
                  <a:lnTo>
                    <a:pt x="14252" y="317"/>
                  </a:lnTo>
                  <a:lnTo>
                    <a:pt x="15424" y="317"/>
                  </a:lnTo>
                  <a:lnTo>
                    <a:pt x="15424" y="1"/>
                  </a:lnTo>
                  <a:close/>
                  <a:moveTo>
                    <a:pt x="16627" y="1"/>
                  </a:moveTo>
                  <a:lnTo>
                    <a:pt x="16627" y="317"/>
                  </a:lnTo>
                  <a:lnTo>
                    <a:pt x="17799" y="317"/>
                  </a:lnTo>
                  <a:lnTo>
                    <a:pt x="17799" y="1"/>
                  </a:lnTo>
                  <a:close/>
                  <a:moveTo>
                    <a:pt x="19002" y="1"/>
                  </a:moveTo>
                  <a:lnTo>
                    <a:pt x="19002" y="317"/>
                  </a:lnTo>
                  <a:lnTo>
                    <a:pt x="20174" y="317"/>
                  </a:lnTo>
                  <a:lnTo>
                    <a:pt x="20174" y="1"/>
                  </a:lnTo>
                  <a:close/>
                  <a:moveTo>
                    <a:pt x="21377" y="1"/>
                  </a:moveTo>
                  <a:lnTo>
                    <a:pt x="21377" y="317"/>
                  </a:lnTo>
                  <a:lnTo>
                    <a:pt x="22549" y="317"/>
                  </a:lnTo>
                  <a:lnTo>
                    <a:pt x="22549" y="1"/>
                  </a:lnTo>
                  <a:close/>
                  <a:moveTo>
                    <a:pt x="23753" y="1"/>
                  </a:moveTo>
                  <a:lnTo>
                    <a:pt x="23753" y="317"/>
                  </a:lnTo>
                  <a:lnTo>
                    <a:pt x="24924" y="317"/>
                  </a:lnTo>
                  <a:lnTo>
                    <a:pt x="24924" y="1"/>
                  </a:lnTo>
                  <a:close/>
                  <a:moveTo>
                    <a:pt x="26128" y="1"/>
                  </a:moveTo>
                  <a:lnTo>
                    <a:pt x="26128" y="317"/>
                  </a:lnTo>
                  <a:lnTo>
                    <a:pt x="27300" y="317"/>
                  </a:lnTo>
                  <a:lnTo>
                    <a:pt x="27300" y="1"/>
                  </a:lnTo>
                  <a:close/>
                  <a:moveTo>
                    <a:pt x="28503" y="1"/>
                  </a:moveTo>
                  <a:lnTo>
                    <a:pt x="28503" y="317"/>
                  </a:lnTo>
                  <a:lnTo>
                    <a:pt x="29675" y="317"/>
                  </a:lnTo>
                  <a:lnTo>
                    <a:pt x="29675" y="1"/>
                  </a:lnTo>
                  <a:close/>
                  <a:moveTo>
                    <a:pt x="30878" y="1"/>
                  </a:moveTo>
                  <a:lnTo>
                    <a:pt x="30878" y="317"/>
                  </a:lnTo>
                  <a:lnTo>
                    <a:pt x="32050" y="317"/>
                  </a:lnTo>
                  <a:lnTo>
                    <a:pt x="32050" y="1"/>
                  </a:lnTo>
                  <a:close/>
                  <a:moveTo>
                    <a:pt x="33253" y="1"/>
                  </a:moveTo>
                  <a:lnTo>
                    <a:pt x="33253" y="317"/>
                  </a:lnTo>
                  <a:lnTo>
                    <a:pt x="34425" y="317"/>
                  </a:lnTo>
                  <a:lnTo>
                    <a:pt x="34425" y="1"/>
                  </a:lnTo>
                  <a:close/>
                  <a:moveTo>
                    <a:pt x="35628" y="1"/>
                  </a:moveTo>
                  <a:lnTo>
                    <a:pt x="35628" y="317"/>
                  </a:lnTo>
                  <a:lnTo>
                    <a:pt x="36800" y="317"/>
                  </a:lnTo>
                  <a:lnTo>
                    <a:pt x="36800" y="1"/>
                  </a:lnTo>
                  <a:close/>
                  <a:moveTo>
                    <a:pt x="38004" y="1"/>
                  </a:moveTo>
                  <a:lnTo>
                    <a:pt x="38004" y="317"/>
                  </a:lnTo>
                  <a:lnTo>
                    <a:pt x="39175" y="317"/>
                  </a:lnTo>
                  <a:lnTo>
                    <a:pt x="39175" y="1"/>
                  </a:lnTo>
                  <a:close/>
                  <a:moveTo>
                    <a:pt x="40379" y="1"/>
                  </a:moveTo>
                  <a:lnTo>
                    <a:pt x="40379" y="317"/>
                  </a:lnTo>
                  <a:lnTo>
                    <a:pt x="41551" y="317"/>
                  </a:lnTo>
                  <a:lnTo>
                    <a:pt x="41551" y="1"/>
                  </a:lnTo>
                  <a:close/>
                  <a:moveTo>
                    <a:pt x="42754" y="1"/>
                  </a:moveTo>
                  <a:lnTo>
                    <a:pt x="42754" y="317"/>
                  </a:lnTo>
                  <a:lnTo>
                    <a:pt x="43926" y="317"/>
                  </a:lnTo>
                  <a:lnTo>
                    <a:pt x="43926" y="1"/>
                  </a:lnTo>
                  <a:close/>
                  <a:moveTo>
                    <a:pt x="45129" y="1"/>
                  </a:moveTo>
                  <a:lnTo>
                    <a:pt x="45129" y="317"/>
                  </a:lnTo>
                  <a:lnTo>
                    <a:pt x="46301" y="317"/>
                  </a:lnTo>
                  <a:lnTo>
                    <a:pt x="46301" y="1"/>
                  </a:lnTo>
                  <a:close/>
                  <a:moveTo>
                    <a:pt x="47504" y="1"/>
                  </a:moveTo>
                  <a:lnTo>
                    <a:pt x="47504" y="317"/>
                  </a:lnTo>
                  <a:lnTo>
                    <a:pt x="48613" y="317"/>
                  </a:lnTo>
                  <a:lnTo>
                    <a:pt x="48613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1" name="Google Shape;5911;p38"/>
            <p:cNvSpPr/>
            <p:nvPr/>
          </p:nvSpPr>
          <p:spPr>
            <a:xfrm>
              <a:off x="1707550" y="1887225"/>
              <a:ext cx="1215325" cy="7925"/>
            </a:xfrm>
            <a:custGeom>
              <a:rect b="b" l="l" r="r" t="t"/>
              <a:pathLst>
                <a:path extrusionOk="0" h="317" w="48613">
                  <a:moveTo>
                    <a:pt x="1" y="0"/>
                  </a:moveTo>
                  <a:lnTo>
                    <a:pt x="1" y="317"/>
                  </a:lnTo>
                  <a:lnTo>
                    <a:pt x="1173" y="317"/>
                  </a:lnTo>
                  <a:lnTo>
                    <a:pt x="1173" y="0"/>
                  </a:lnTo>
                  <a:close/>
                  <a:moveTo>
                    <a:pt x="2376" y="0"/>
                  </a:moveTo>
                  <a:lnTo>
                    <a:pt x="2376" y="317"/>
                  </a:lnTo>
                  <a:lnTo>
                    <a:pt x="3548" y="317"/>
                  </a:lnTo>
                  <a:lnTo>
                    <a:pt x="3548" y="0"/>
                  </a:lnTo>
                  <a:close/>
                  <a:moveTo>
                    <a:pt x="4751" y="0"/>
                  </a:moveTo>
                  <a:lnTo>
                    <a:pt x="4751" y="317"/>
                  </a:lnTo>
                  <a:lnTo>
                    <a:pt x="5923" y="317"/>
                  </a:lnTo>
                  <a:lnTo>
                    <a:pt x="5923" y="0"/>
                  </a:lnTo>
                  <a:close/>
                  <a:moveTo>
                    <a:pt x="7126" y="0"/>
                  </a:moveTo>
                  <a:lnTo>
                    <a:pt x="7126" y="317"/>
                  </a:lnTo>
                  <a:lnTo>
                    <a:pt x="8298" y="317"/>
                  </a:lnTo>
                  <a:lnTo>
                    <a:pt x="8298" y="0"/>
                  </a:lnTo>
                  <a:close/>
                  <a:moveTo>
                    <a:pt x="9502" y="0"/>
                  </a:moveTo>
                  <a:lnTo>
                    <a:pt x="9502" y="317"/>
                  </a:lnTo>
                  <a:lnTo>
                    <a:pt x="10673" y="317"/>
                  </a:lnTo>
                  <a:lnTo>
                    <a:pt x="10673" y="0"/>
                  </a:lnTo>
                  <a:close/>
                  <a:moveTo>
                    <a:pt x="11877" y="0"/>
                  </a:moveTo>
                  <a:lnTo>
                    <a:pt x="11877" y="317"/>
                  </a:lnTo>
                  <a:lnTo>
                    <a:pt x="13048" y="317"/>
                  </a:lnTo>
                  <a:lnTo>
                    <a:pt x="13048" y="0"/>
                  </a:lnTo>
                  <a:close/>
                  <a:moveTo>
                    <a:pt x="14252" y="0"/>
                  </a:moveTo>
                  <a:lnTo>
                    <a:pt x="14252" y="317"/>
                  </a:lnTo>
                  <a:lnTo>
                    <a:pt x="15424" y="317"/>
                  </a:lnTo>
                  <a:lnTo>
                    <a:pt x="15424" y="0"/>
                  </a:lnTo>
                  <a:close/>
                  <a:moveTo>
                    <a:pt x="16627" y="0"/>
                  </a:moveTo>
                  <a:lnTo>
                    <a:pt x="16627" y="317"/>
                  </a:lnTo>
                  <a:lnTo>
                    <a:pt x="17799" y="317"/>
                  </a:lnTo>
                  <a:lnTo>
                    <a:pt x="17799" y="0"/>
                  </a:lnTo>
                  <a:close/>
                  <a:moveTo>
                    <a:pt x="19002" y="0"/>
                  </a:moveTo>
                  <a:lnTo>
                    <a:pt x="19002" y="317"/>
                  </a:lnTo>
                  <a:lnTo>
                    <a:pt x="20174" y="317"/>
                  </a:lnTo>
                  <a:lnTo>
                    <a:pt x="20174" y="0"/>
                  </a:lnTo>
                  <a:close/>
                  <a:moveTo>
                    <a:pt x="21377" y="0"/>
                  </a:moveTo>
                  <a:lnTo>
                    <a:pt x="21377" y="317"/>
                  </a:lnTo>
                  <a:lnTo>
                    <a:pt x="22549" y="317"/>
                  </a:lnTo>
                  <a:lnTo>
                    <a:pt x="22549" y="0"/>
                  </a:lnTo>
                  <a:close/>
                  <a:moveTo>
                    <a:pt x="23753" y="0"/>
                  </a:moveTo>
                  <a:lnTo>
                    <a:pt x="23753" y="317"/>
                  </a:lnTo>
                  <a:lnTo>
                    <a:pt x="24924" y="317"/>
                  </a:lnTo>
                  <a:lnTo>
                    <a:pt x="24924" y="0"/>
                  </a:lnTo>
                  <a:close/>
                  <a:moveTo>
                    <a:pt x="26128" y="0"/>
                  </a:moveTo>
                  <a:lnTo>
                    <a:pt x="26128" y="317"/>
                  </a:lnTo>
                  <a:lnTo>
                    <a:pt x="27300" y="317"/>
                  </a:lnTo>
                  <a:lnTo>
                    <a:pt x="27300" y="0"/>
                  </a:lnTo>
                  <a:close/>
                  <a:moveTo>
                    <a:pt x="28503" y="0"/>
                  </a:moveTo>
                  <a:lnTo>
                    <a:pt x="28503" y="317"/>
                  </a:lnTo>
                  <a:lnTo>
                    <a:pt x="29675" y="317"/>
                  </a:lnTo>
                  <a:lnTo>
                    <a:pt x="29675" y="0"/>
                  </a:lnTo>
                  <a:close/>
                  <a:moveTo>
                    <a:pt x="30878" y="0"/>
                  </a:moveTo>
                  <a:lnTo>
                    <a:pt x="30878" y="317"/>
                  </a:lnTo>
                  <a:lnTo>
                    <a:pt x="32050" y="317"/>
                  </a:lnTo>
                  <a:lnTo>
                    <a:pt x="32050" y="0"/>
                  </a:lnTo>
                  <a:close/>
                  <a:moveTo>
                    <a:pt x="33253" y="0"/>
                  </a:moveTo>
                  <a:lnTo>
                    <a:pt x="33253" y="317"/>
                  </a:lnTo>
                  <a:lnTo>
                    <a:pt x="34425" y="317"/>
                  </a:lnTo>
                  <a:lnTo>
                    <a:pt x="34425" y="0"/>
                  </a:lnTo>
                  <a:close/>
                  <a:moveTo>
                    <a:pt x="35628" y="0"/>
                  </a:moveTo>
                  <a:lnTo>
                    <a:pt x="35628" y="317"/>
                  </a:lnTo>
                  <a:lnTo>
                    <a:pt x="36800" y="317"/>
                  </a:lnTo>
                  <a:lnTo>
                    <a:pt x="36800" y="0"/>
                  </a:lnTo>
                  <a:close/>
                  <a:moveTo>
                    <a:pt x="38004" y="0"/>
                  </a:moveTo>
                  <a:lnTo>
                    <a:pt x="38004" y="317"/>
                  </a:lnTo>
                  <a:lnTo>
                    <a:pt x="39175" y="317"/>
                  </a:lnTo>
                  <a:lnTo>
                    <a:pt x="39175" y="0"/>
                  </a:lnTo>
                  <a:close/>
                  <a:moveTo>
                    <a:pt x="40379" y="0"/>
                  </a:moveTo>
                  <a:lnTo>
                    <a:pt x="40379" y="317"/>
                  </a:lnTo>
                  <a:lnTo>
                    <a:pt x="41551" y="317"/>
                  </a:lnTo>
                  <a:lnTo>
                    <a:pt x="41551" y="0"/>
                  </a:lnTo>
                  <a:close/>
                  <a:moveTo>
                    <a:pt x="42754" y="0"/>
                  </a:moveTo>
                  <a:lnTo>
                    <a:pt x="42754" y="317"/>
                  </a:lnTo>
                  <a:lnTo>
                    <a:pt x="43926" y="317"/>
                  </a:lnTo>
                  <a:lnTo>
                    <a:pt x="43926" y="0"/>
                  </a:lnTo>
                  <a:close/>
                  <a:moveTo>
                    <a:pt x="45129" y="0"/>
                  </a:moveTo>
                  <a:lnTo>
                    <a:pt x="45129" y="317"/>
                  </a:lnTo>
                  <a:lnTo>
                    <a:pt x="46301" y="317"/>
                  </a:lnTo>
                  <a:lnTo>
                    <a:pt x="46301" y="0"/>
                  </a:lnTo>
                  <a:close/>
                  <a:moveTo>
                    <a:pt x="47504" y="0"/>
                  </a:moveTo>
                  <a:lnTo>
                    <a:pt x="47504" y="317"/>
                  </a:lnTo>
                  <a:lnTo>
                    <a:pt x="48613" y="317"/>
                  </a:lnTo>
                  <a:lnTo>
                    <a:pt x="48613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2" name="Google Shape;5912;p38"/>
            <p:cNvSpPr/>
            <p:nvPr/>
          </p:nvSpPr>
          <p:spPr>
            <a:xfrm>
              <a:off x="4374100" y="3514200"/>
              <a:ext cx="1217700" cy="7950"/>
            </a:xfrm>
            <a:custGeom>
              <a:rect b="b" l="l" r="r" t="t"/>
              <a:pathLst>
                <a:path extrusionOk="0" h="318" w="48708">
                  <a:moveTo>
                    <a:pt x="0" y="1"/>
                  </a:moveTo>
                  <a:lnTo>
                    <a:pt x="0" y="318"/>
                  </a:lnTo>
                  <a:lnTo>
                    <a:pt x="1204" y="318"/>
                  </a:lnTo>
                  <a:lnTo>
                    <a:pt x="1204" y="1"/>
                  </a:lnTo>
                  <a:close/>
                  <a:moveTo>
                    <a:pt x="2375" y="1"/>
                  </a:moveTo>
                  <a:lnTo>
                    <a:pt x="2375" y="318"/>
                  </a:lnTo>
                  <a:lnTo>
                    <a:pt x="3579" y="318"/>
                  </a:lnTo>
                  <a:lnTo>
                    <a:pt x="3579" y="1"/>
                  </a:lnTo>
                  <a:close/>
                  <a:moveTo>
                    <a:pt x="4751" y="1"/>
                  </a:moveTo>
                  <a:lnTo>
                    <a:pt x="4751" y="318"/>
                  </a:lnTo>
                  <a:lnTo>
                    <a:pt x="5954" y="318"/>
                  </a:lnTo>
                  <a:lnTo>
                    <a:pt x="5954" y="1"/>
                  </a:lnTo>
                  <a:close/>
                  <a:moveTo>
                    <a:pt x="7126" y="1"/>
                  </a:moveTo>
                  <a:lnTo>
                    <a:pt x="7126" y="318"/>
                  </a:lnTo>
                  <a:lnTo>
                    <a:pt x="8329" y="318"/>
                  </a:lnTo>
                  <a:lnTo>
                    <a:pt x="8329" y="1"/>
                  </a:lnTo>
                  <a:close/>
                  <a:moveTo>
                    <a:pt x="9501" y="1"/>
                  </a:moveTo>
                  <a:lnTo>
                    <a:pt x="9501" y="318"/>
                  </a:lnTo>
                  <a:lnTo>
                    <a:pt x="10704" y="318"/>
                  </a:lnTo>
                  <a:lnTo>
                    <a:pt x="10704" y="1"/>
                  </a:lnTo>
                  <a:close/>
                  <a:moveTo>
                    <a:pt x="11876" y="1"/>
                  </a:moveTo>
                  <a:lnTo>
                    <a:pt x="11876" y="318"/>
                  </a:lnTo>
                  <a:lnTo>
                    <a:pt x="13080" y="318"/>
                  </a:lnTo>
                  <a:lnTo>
                    <a:pt x="13080" y="1"/>
                  </a:lnTo>
                  <a:close/>
                  <a:moveTo>
                    <a:pt x="14251" y="1"/>
                  </a:moveTo>
                  <a:lnTo>
                    <a:pt x="14251" y="318"/>
                  </a:lnTo>
                  <a:lnTo>
                    <a:pt x="15455" y="318"/>
                  </a:lnTo>
                  <a:lnTo>
                    <a:pt x="15455" y="1"/>
                  </a:lnTo>
                  <a:close/>
                  <a:moveTo>
                    <a:pt x="16626" y="1"/>
                  </a:moveTo>
                  <a:lnTo>
                    <a:pt x="16626" y="318"/>
                  </a:lnTo>
                  <a:lnTo>
                    <a:pt x="17830" y="318"/>
                  </a:lnTo>
                  <a:lnTo>
                    <a:pt x="17830" y="1"/>
                  </a:lnTo>
                  <a:close/>
                  <a:moveTo>
                    <a:pt x="19002" y="1"/>
                  </a:moveTo>
                  <a:lnTo>
                    <a:pt x="19002" y="318"/>
                  </a:lnTo>
                  <a:lnTo>
                    <a:pt x="20205" y="318"/>
                  </a:lnTo>
                  <a:lnTo>
                    <a:pt x="20205" y="1"/>
                  </a:lnTo>
                  <a:close/>
                  <a:moveTo>
                    <a:pt x="21377" y="1"/>
                  </a:moveTo>
                  <a:lnTo>
                    <a:pt x="21377" y="318"/>
                  </a:lnTo>
                  <a:lnTo>
                    <a:pt x="22580" y="318"/>
                  </a:lnTo>
                  <a:lnTo>
                    <a:pt x="22580" y="1"/>
                  </a:lnTo>
                  <a:close/>
                  <a:moveTo>
                    <a:pt x="23752" y="1"/>
                  </a:moveTo>
                  <a:lnTo>
                    <a:pt x="23752" y="318"/>
                  </a:lnTo>
                  <a:lnTo>
                    <a:pt x="24955" y="318"/>
                  </a:lnTo>
                  <a:lnTo>
                    <a:pt x="24955" y="1"/>
                  </a:lnTo>
                  <a:close/>
                  <a:moveTo>
                    <a:pt x="26127" y="1"/>
                  </a:moveTo>
                  <a:lnTo>
                    <a:pt x="26127" y="318"/>
                  </a:lnTo>
                  <a:lnTo>
                    <a:pt x="27331" y="318"/>
                  </a:lnTo>
                  <a:lnTo>
                    <a:pt x="27331" y="1"/>
                  </a:lnTo>
                  <a:close/>
                  <a:moveTo>
                    <a:pt x="28502" y="1"/>
                  </a:moveTo>
                  <a:lnTo>
                    <a:pt x="28502" y="318"/>
                  </a:lnTo>
                  <a:lnTo>
                    <a:pt x="29706" y="318"/>
                  </a:lnTo>
                  <a:lnTo>
                    <a:pt x="29706" y="1"/>
                  </a:lnTo>
                  <a:close/>
                  <a:moveTo>
                    <a:pt x="30878" y="1"/>
                  </a:moveTo>
                  <a:lnTo>
                    <a:pt x="30878" y="318"/>
                  </a:lnTo>
                  <a:lnTo>
                    <a:pt x="32081" y="318"/>
                  </a:lnTo>
                  <a:lnTo>
                    <a:pt x="32081" y="1"/>
                  </a:lnTo>
                  <a:close/>
                  <a:moveTo>
                    <a:pt x="33253" y="1"/>
                  </a:moveTo>
                  <a:lnTo>
                    <a:pt x="33253" y="318"/>
                  </a:lnTo>
                  <a:lnTo>
                    <a:pt x="34456" y="318"/>
                  </a:lnTo>
                  <a:lnTo>
                    <a:pt x="34456" y="1"/>
                  </a:lnTo>
                  <a:close/>
                  <a:moveTo>
                    <a:pt x="35628" y="1"/>
                  </a:moveTo>
                  <a:lnTo>
                    <a:pt x="35628" y="318"/>
                  </a:lnTo>
                  <a:lnTo>
                    <a:pt x="36831" y="318"/>
                  </a:lnTo>
                  <a:lnTo>
                    <a:pt x="36831" y="1"/>
                  </a:lnTo>
                  <a:close/>
                  <a:moveTo>
                    <a:pt x="38003" y="1"/>
                  </a:moveTo>
                  <a:lnTo>
                    <a:pt x="38003" y="318"/>
                  </a:lnTo>
                  <a:lnTo>
                    <a:pt x="39207" y="318"/>
                  </a:lnTo>
                  <a:lnTo>
                    <a:pt x="39207" y="1"/>
                  </a:lnTo>
                  <a:close/>
                  <a:moveTo>
                    <a:pt x="40378" y="1"/>
                  </a:moveTo>
                  <a:lnTo>
                    <a:pt x="40378" y="318"/>
                  </a:lnTo>
                  <a:lnTo>
                    <a:pt x="41582" y="318"/>
                  </a:lnTo>
                  <a:lnTo>
                    <a:pt x="41582" y="1"/>
                  </a:lnTo>
                  <a:close/>
                  <a:moveTo>
                    <a:pt x="42753" y="1"/>
                  </a:moveTo>
                  <a:lnTo>
                    <a:pt x="42753" y="318"/>
                  </a:lnTo>
                  <a:lnTo>
                    <a:pt x="43957" y="318"/>
                  </a:lnTo>
                  <a:lnTo>
                    <a:pt x="43957" y="1"/>
                  </a:lnTo>
                  <a:close/>
                  <a:moveTo>
                    <a:pt x="45129" y="1"/>
                  </a:moveTo>
                  <a:lnTo>
                    <a:pt x="45129" y="318"/>
                  </a:lnTo>
                  <a:lnTo>
                    <a:pt x="46332" y="318"/>
                  </a:lnTo>
                  <a:lnTo>
                    <a:pt x="46332" y="1"/>
                  </a:lnTo>
                  <a:close/>
                  <a:moveTo>
                    <a:pt x="47504" y="1"/>
                  </a:moveTo>
                  <a:lnTo>
                    <a:pt x="47504" y="318"/>
                  </a:lnTo>
                  <a:lnTo>
                    <a:pt x="48707" y="318"/>
                  </a:lnTo>
                  <a:lnTo>
                    <a:pt x="48707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3" name="Google Shape;5913;p38"/>
            <p:cNvSpPr/>
            <p:nvPr/>
          </p:nvSpPr>
          <p:spPr>
            <a:xfrm>
              <a:off x="4374100" y="2429550"/>
              <a:ext cx="1217700" cy="7950"/>
            </a:xfrm>
            <a:custGeom>
              <a:rect b="b" l="l" r="r" t="t"/>
              <a:pathLst>
                <a:path extrusionOk="0" h="318" w="48708">
                  <a:moveTo>
                    <a:pt x="0" y="0"/>
                  </a:moveTo>
                  <a:lnTo>
                    <a:pt x="0" y="317"/>
                  </a:lnTo>
                  <a:lnTo>
                    <a:pt x="1204" y="317"/>
                  </a:lnTo>
                  <a:lnTo>
                    <a:pt x="1204" y="0"/>
                  </a:lnTo>
                  <a:close/>
                  <a:moveTo>
                    <a:pt x="2375" y="0"/>
                  </a:moveTo>
                  <a:lnTo>
                    <a:pt x="2375" y="317"/>
                  </a:lnTo>
                  <a:lnTo>
                    <a:pt x="3579" y="317"/>
                  </a:lnTo>
                  <a:lnTo>
                    <a:pt x="3579" y="0"/>
                  </a:lnTo>
                  <a:close/>
                  <a:moveTo>
                    <a:pt x="4751" y="0"/>
                  </a:moveTo>
                  <a:lnTo>
                    <a:pt x="4751" y="317"/>
                  </a:lnTo>
                  <a:lnTo>
                    <a:pt x="5954" y="317"/>
                  </a:lnTo>
                  <a:lnTo>
                    <a:pt x="5954" y="0"/>
                  </a:lnTo>
                  <a:close/>
                  <a:moveTo>
                    <a:pt x="7126" y="0"/>
                  </a:moveTo>
                  <a:lnTo>
                    <a:pt x="7126" y="317"/>
                  </a:lnTo>
                  <a:lnTo>
                    <a:pt x="8329" y="317"/>
                  </a:lnTo>
                  <a:lnTo>
                    <a:pt x="8329" y="0"/>
                  </a:lnTo>
                  <a:close/>
                  <a:moveTo>
                    <a:pt x="9501" y="0"/>
                  </a:moveTo>
                  <a:lnTo>
                    <a:pt x="9501" y="317"/>
                  </a:lnTo>
                  <a:lnTo>
                    <a:pt x="10704" y="317"/>
                  </a:lnTo>
                  <a:lnTo>
                    <a:pt x="10704" y="0"/>
                  </a:lnTo>
                  <a:close/>
                  <a:moveTo>
                    <a:pt x="11876" y="0"/>
                  </a:moveTo>
                  <a:lnTo>
                    <a:pt x="11876" y="317"/>
                  </a:lnTo>
                  <a:lnTo>
                    <a:pt x="13080" y="317"/>
                  </a:lnTo>
                  <a:lnTo>
                    <a:pt x="13080" y="0"/>
                  </a:lnTo>
                  <a:close/>
                  <a:moveTo>
                    <a:pt x="14251" y="0"/>
                  </a:moveTo>
                  <a:lnTo>
                    <a:pt x="14251" y="317"/>
                  </a:lnTo>
                  <a:lnTo>
                    <a:pt x="15455" y="317"/>
                  </a:lnTo>
                  <a:lnTo>
                    <a:pt x="15455" y="0"/>
                  </a:lnTo>
                  <a:close/>
                  <a:moveTo>
                    <a:pt x="16626" y="0"/>
                  </a:moveTo>
                  <a:lnTo>
                    <a:pt x="16626" y="317"/>
                  </a:lnTo>
                  <a:lnTo>
                    <a:pt x="17830" y="317"/>
                  </a:lnTo>
                  <a:lnTo>
                    <a:pt x="17830" y="0"/>
                  </a:lnTo>
                  <a:close/>
                  <a:moveTo>
                    <a:pt x="19002" y="0"/>
                  </a:moveTo>
                  <a:lnTo>
                    <a:pt x="19002" y="317"/>
                  </a:lnTo>
                  <a:lnTo>
                    <a:pt x="20205" y="317"/>
                  </a:lnTo>
                  <a:lnTo>
                    <a:pt x="20205" y="0"/>
                  </a:lnTo>
                  <a:close/>
                  <a:moveTo>
                    <a:pt x="21377" y="0"/>
                  </a:moveTo>
                  <a:lnTo>
                    <a:pt x="21377" y="317"/>
                  </a:lnTo>
                  <a:lnTo>
                    <a:pt x="22580" y="317"/>
                  </a:lnTo>
                  <a:lnTo>
                    <a:pt x="22580" y="0"/>
                  </a:lnTo>
                  <a:close/>
                  <a:moveTo>
                    <a:pt x="23752" y="0"/>
                  </a:moveTo>
                  <a:lnTo>
                    <a:pt x="23752" y="317"/>
                  </a:lnTo>
                  <a:lnTo>
                    <a:pt x="24955" y="317"/>
                  </a:lnTo>
                  <a:lnTo>
                    <a:pt x="24955" y="0"/>
                  </a:lnTo>
                  <a:close/>
                  <a:moveTo>
                    <a:pt x="26127" y="0"/>
                  </a:moveTo>
                  <a:lnTo>
                    <a:pt x="26127" y="317"/>
                  </a:lnTo>
                  <a:lnTo>
                    <a:pt x="27331" y="317"/>
                  </a:lnTo>
                  <a:lnTo>
                    <a:pt x="27331" y="0"/>
                  </a:lnTo>
                  <a:close/>
                  <a:moveTo>
                    <a:pt x="28502" y="0"/>
                  </a:moveTo>
                  <a:lnTo>
                    <a:pt x="28502" y="317"/>
                  </a:lnTo>
                  <a:lnTo>
                    <a:pt x="29706" y="317"/>
                  </a:lnTo>
                  <a:lnTo>
                    <a:pt x="29706" y="0"/>
                  </a:lnTo>
                  <a:close/>
                  <a:moveTo>
                    <a:pt x="30878" y="0"/>
                  </a:moveTo>
                  <a:lnTo>
                    <a:pt x="30878" y="317"/>
                  </a:lnTo>
                  <a:lnTo>
                    <a:pt x="32081" y="317"/>
                  </a:lnTo>
                  <a:lnTo>
                    <a:pt x="32081" y="0"/>
                  </a:lnTo>
                  <a:close/>
                  <a:moveTo>
                    <a:pt x="33253" y="0"/>
                  </a:moveTo>
                  <a:lnTo>
                    <a:pt x="33253" y="317"/>
                  </a:lnTo>
                  <a:lnTo>
                    <a:pt x="34456" y="317"/>
                  </a:lnTo>
                  <a:lnTo>
                    <a:pt x="34456" y="0"/>
                  </a:lnTo>
                  <a:close/>
                  <a:moveTo>
                    <a:pt x="35628" y="0"/>
                  </a:moveTo>
                  <a:lnTo>
                    <a:pt x="35628" y="317"/>
                  </a:lnTo>
                  <a:lnTo>
                    <a:pt x="36831" y="317"/>
                  </a:lnTo>
                  <a:lnTo>
                    <a:pt x="36831" y="0"/>
                  </a:lnTo>
                  <a:close/>
                  <a:moveTo>
                    <a:pt x="38003" y="0"/>
                  </a:moveTo>
                  <a:lnTo>
                    <a:pt x="38003" y="317"/>
                  </a:lnTo>
                  <a:lnTo>
                    <a:pt x="39207" y="317"/>
                  </a:lnTo>
                  <a:lnTo>
                    <a:pt x="39207" y="0"/>
                  </a:lnTo>
                  <a:close/>
                  <a:moveTo>
                    <a:pt x="40378" y="0"/>
                  </a:moveTo>
                  <a:lnTo>
                    <a:pt x="40378" y="317"/>
                  </a:lnTo>
                  <a:lnTo>
                    <a:pt x="41582" y="317"/>
                  </a:lnTo>
                  <a:lnTo>
                    <a:pt x="41582" y="0"/>
                  </a:lnTo>
                  <a:close/>
                  <a:moveTo>
                    <a:pt x="42753" y="0"/>
                  </a:moveTo>
                  <a:lnTo>
                    <a:pt x="42753" y="317"/>
                  </a:lnTo>
                  <a:lnTo>
                    <a:pt x="43957" y="317"/>
                  </a:lnTo>
                  <a:lnTo>
                    <a:pt x="43957" y="0"/>
                  </a:lnTo>
                  <a:close/>
                  <a:moveTo>
                    <a:pt x="45129" y="0"/>
                  </a:moveTo>
                  <a:lnTo>
                    <a:pt x="45129" y="317"/>
                  </a:lnTo>
                  <a:lnTo>
                    <a:pt x="46332" y="317"/>
                  </a:lnTo>
                  <a:lnTo>
                    <a:pt x="46332" y="0"/>
                  </a:lnTo>
                  <a:close/>
                  <a:moveTo>
                    <a:pt x="47504" y="0"/>
                  </a:moveTo>
                  <a:lnTo>
                    <a:pt x="47504" y="317"/>
                  </a:lnTo>
                  <a:lnTo>
                    <a:pt x="48707" y="317"/>
                  </a:lnTo>
                  <a:lnTo>
                    <a:pt x="48707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4" name="Google Shape;5914;p38"/>
            <p:cNvSpPr/>
            <p:nvPr/>
          </p:nvSpPr>
          <p:spPr>
            <a:xfrm>
              <a:off x="3013125" y="3412875"/>
              <a:ext cx="1269150" cy="575600"/>
            </a:xfrm>
            <a:custGeom>
              <a:rect b="b" l="l" r="r" t="t"/>
              <a:pathLst>
                <a:path extrusionOk="0" h="23024" w="50766">
                  <a:moveTo>
                    <a:pt x="0" y="0"/>
                  </a:moveTo>
                  <a:lnTo>
                    <a:pt x="23657" y="15961"/>
                  </a:lnTo>
                  <a:lnTo>
                    <a:pt x="25367" y="23024"/>
                  </a:lnTo>
                  <a:lnTo>
                    <a:pt x="28692" y="15106"/>
                  </a:lnTo>
                  <a:lnTo>
                    <a:pt x="50766" y="0"/>
                  </a:lnTo>
                  <a:lnTo>
                    <a:pt x="25114" y="121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5" name="Google Shape;5915;p38"/>
            <p:cNvSpPr/>
            <p:nvPr/>
          </p:nvSpPr>
          <p:spPr>
            <a:xfrm>
              <a:off x="3013125" y="3047875"/>
              <a:ext cx="1268350" cy="731575"/>
            </a:xfrm>
            <a:custGeom>
              <a:rect b="b" l="l" r="r" t="t"/>
              <a:pathLst>
                <a:path extrusionOk="0" h="29263" w="50734">
                  <a:moveTo>
                    <a:pt x="25367" y="1"/>
                  </a:moveTo>
                  <a:lnTo>
                    <a:pt x="0" y="14600"/>
                  </a:lnTo>
                  <a:lnTo>
                    <a:pt x="25367" y="29263"/>
                  </a:lnTo>
                  <a:lnTo>
                    <a:pt x="50734" y="14600"/>
                  </a:lnTo>
                  <a:lnTo>
                    <a:pt x="25367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6" name="Google Shape;5916;p38"/>
            <p:cNvSpPr/>
            <p:nvPr/>
          </p:nvSpPr>
          <p:spPr>
            <a:xfrm>
              <a:off x="3013125" y="3412875"/>
              <a:ext cx="634175" cy="575600"/>
            </a:xfrm>
            <a:custGeom>
              <a:rect b="b" l="l" r="r" t="t"/>
              <a:pathLst>
                <a:path extrusionOk="0" h="23024" w="25367">
                  <a:moveTo>
                    <a:pt x="0" y="0"/>
                  </a:moveTo>
                  <a:lnTo>
                    <a:pt x="0" y="8392"/>
                  </a:lnTo>
                  <a:lnTo>
                    <a:pt x="25367" y="23024"/>
                  </a:lnTo>
                  <a:lnTo>
                    <a:pt x="25367" y="14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7" name="Google Shape;5917;p38"/>
            <p:cNvSpPr/>
            <p:nvPr/>
          </p:nvSpPr>
          <p:spPr>
            <a:xfrm>
              <a:off x="3647300" y="3412875"/>
              <a:ext cx="634975" cy="575600"/>
            </a:xfrm>
            <a:custGeom>
              <a:rect b="b" l="l" r="r" t="t"/>
              <a:pathLst>
                <a:path extrusionOk="0" h="23024" w="25399">
                  <a:moveTo>
                    <a:pt x="25399" y="0"/>
                  </a:moveTo>
                  <a:lnTo>
                    <a:pt x="0" y="14663"/>
                  </a:lnTo>
                  <a:lnTo>
                    <a:pt x="0" y="23024"/>
                  </a:lnTo>
                  <a:lnTo>
                    <a:pt x="25399" y="8392"/>
                  </a:lnTo>
                  <a:lnTo>
                    <a:pt x="25399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8" name="Google Shape;5918;p38"/>
            <p:cNvSpPr/>
            <p:nvPr/>
          </p:nvSpPr>
          <p:spPr>
            <a:xfrm>
              <a:off x="3013125" y="2870550"/>
              <a:ext cx="1269150" cy="575600"/>
            </a:xfrm>
            <a:custGeom>
              <a:rect b="b" l="l" r="r" t="t"/>
              <a:pathLst>
                <a:path extrusionOk="0" h="23024" w="50766">
                  <a:moveTo>
                    <a:pt x="0" y="0"/>
                  </a:moveTo>
                  <a:lnTo>
                    <a:pt x="23625" y="15233"/>
                  </a:lnTo>
                  <a:lnTo>
                    <a:pt x="25367" y="23023"/>
                  </a:lnTo>
                  <a:lnTo>
                    <a:pt x="26729" y="16056"/>
                  </a:lnTo>
                  <a:lnTo>
                    <a:pt x="50766" y="0"/>
                  </a:lnTo>
                  <a:lnTo>
                    <a:pt x="25430" y="121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9" name="Google Shape;5919;p38"/>
            <p:cNvSpPr/>
            <p:nvPr/>
          </p:nvSpPr>
          <p:spPr>
            <a:xfrm>
              <a:off x="3013125" y="2505550"/>
              <a:ext cx="1268350" cy="731575"/>
            </a:xfrm>
            <a:custGeom>
              <a:rect b="b" l="l" r="r" t="t"/>
              <a:pathLst>
                <a:path extrusionOk="0" h="29263" w="50734">
                  <a:moveTo>
                    <a:pt x="25367" y="1"/>
                  </a:moveTo>
                  <a:lnTo>
                    <a:pt x="0" y="14600"/>
                  </a:lnTo>
                  <a:lnTo>
                    <a:pt x="25367" y="29263"/>
                  </a:lnTo>
                  <a:lnTo>
                    <a:pt x="50734" y="14600"/>
                  </a:lnTo>
                  <a:lnTo>
                    <a:pt x="25367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0" name="Google Shape;5920;p38"/>
            <p:cNvSpPr/>
            <p:nvPr/>
          </p:nvSpPr>
          <p:spPr>
            <a:xfrm>
              <a:off x="3013125" y="2870550"/>
              <a:ext cx="634175" cy="575600"/>
            </a:xfrm>
            <a:custGeom>
              <a:rect b="b" l="l" r="r" t="t"/>
              <a:pathLst>
                <a:path extrusionOk="0" h="23024" w="25367">
                  <a:moveTo>
                    <a:pt x="0" y="0"/>
                  </a:moveTo>
                  <a:lnTo>
                    <a:pt x="0" y="8392"/>
                  </a:lnTo>
                  <a:lnTo>
                    <a:pt x="25367" y="23023"/>
                  </a:lnTo>
                  <a:lnTo>
                    <a:pt x="25367" y="14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1" name="Google Shape;5921;p38"/>
            <p:cNvSpPr/>
            <p:nvPr/>
          </p:nvSpPr>
          <p:spPr>
            <a:xfrm>
              <a:off x="3647300" y="2870550"/>
              <a:ext cx="634975" cy="575600"/>
            </a:xfrm>
            <a:custGeom>
              <a:rect b="b" l="l" r="r" t="t"/>
              <a:pathLst>
                <a:path extrusionOk="0" h="23024" w="25399">
                  <a:moveTo>
                    <a:pt x="25399" y="0"/>
                  </a:moveTo>
                  <a:lnTo>
                    <a:pt x="0" y="14663"/>
                  </a:lnTo>
                  <a:lnTo>
                    <a:pt x="0" y="23023"/>
                  </a:lnTo>
                  <a:lnTo>
                    <a:pt x="25399" y="8392"/>
                  </a:lnTo>
                  <a:lnTo>
                    <a:pt x="25399" y="0"/>
                  </a:ln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2" name="Google Shape;5922;p38"/>
            <p:cNvSpPr/>
            <p:nvPr/>
          </p:nvSpPr>
          <p:spPr>
            <a:xfrm>
              <a:off x="3013125" y="2328200"/>
              <a:ext cx="1269150" cy="573250"/>
            </a:xfrm>
            <a:custGeom>
              <a:rect b="b" l="l" r="r" t="t"/>
              <a:pathLst>
                <a:path extrusionOk="0" h="22930" w="50766">
                  <a:moveTo>
                    <a:pt x="0" y="1"/>
                  </a:moveTo>
                  <a:lnTo>
                    <a:pt x="23404" y="15487"/>
                  </a:lnTo>
                  <a:lnTo>
                    <a:pt x="25177" y="22929"/>
                  </a:lnTo>
                  <a:lnTo>
                    <a:pt x="27457" y="14790"/>
                  </a:lnTo>
                  <a:lnTo>
                    <a:pt x="50766" y="1"/>
                  </a:lnTo>
                  <a:lnTo>
                    <a:pt x="25019" y="123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3" name="Google Shape;5923;p38"/>
            <p:cNvSpPr/>
            <p:nvPr/>
          </p:nvSpPr>
          <p:spPr>
            <a:xfrm>
              <a:off x="3013125" y="2328200"/>
              <a:ext cx="634175" cy="575625"/>
            </a:xfrm>
            <a:custGeom>
              <a:rect b="b" l="l" r="r" t="t"/>
              <a:pathLst>
                <a:path extrusionOk="0" h="23025" w="25367">
                  <a:moveTo>
                    <a:pt x="0" y="1"/>
                  </a:moveTo>
                  <a:lnTo>
                    <a:pt x="0" y="8393"/>
                  </a:lnTo>
                  <a:lnTo>
                    <a:pt x="25367" y="23024"/>
                  </a:lnTo>
                  <a:lnTo>
                    <a:pt x="25367" y="146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4" name="Google Shape;5924;p38"/>
            <p:cNvSpPr/>
            <p:nvPr/>
          </p:nvSpPr>
          <p:spPr>
            <a:xfrm>
              <a:off x="3647300" y="2328200"/>
              <a:ext cx="634975" cy="575625"/>
            </a:xfrm>
            <a:custGeom>
              <a:rect b="b" l="l" r="r" t="t"/>
              <a:pathLst>
                <a:path extrusionOk="0" h="23025" w="25399">
                  <a:moveTo>
                    <a:pt x="25399" y="1"/>
                  </a:moveTo>
                  <a:lnTo>
                    <a:pt x="0" y="14664"/>
                  </a:lnTo>
                  <a:lnTo>
                    <a:pt x="0" y="23024"/>
                  </a:lnTo>
                  <a:lnTo>
                    <a:pt x="25399" y="8393"/>
                  </a:lnTo>
                  <a:lnTo>
                    <a:pt x="25399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5" name="Google Shape;5925;p38"/>
            <p:cNvSpPr/>
            <p:nvPr/>
          </p:nvSpPr>
          <p:spPr>
            <a:xfrm>
              <a:off x="3013125" y="1963225"/>
              <a:ext cx="1268350" cy="731575"/>
            </a:xfrm>
            <a:custGeom>
              <a:rect b="b" l="l" r="r" t="t"/>
              <a:pathLst>
                <a:path extrusionOk="0" h="29263" w="50734">
                  <a:moveTo>
                    <a:pt x="25367" y="0"/>
                  </a:moveTo>
                  <a:lnTo>
                    <a:pt x="0" y="14600"/>
                  </a:lnTo>
                  <a:lnTo>
                    <a:pt x="25367" y="29263"/>
                  </a:lnTo>
                  <a:lnTo>
                    <a:pt x="50734" y="14600"/>
                  </a:lnTo>
                  <a:lnTo>
                    <a:pt x="25367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6" name="Google Shape;5926;p38"/>
            <p:cNvSpPr/>
            <p:nvPr/>
          </p:nvSpPr>
          <p:spPr>
            <a:xfrm>
              <a:off x="3013125" y="1785875"/>
              <a:ext cx="1269150" cy="575600"/>
            </a:xfrm>
            <a:custGeom>
              <a:rect b="b" l="l" r="r" t="t"/>
              <a:pathLst>
                <a:path extrusionOk="0" h="23024" w="50766">
                  <a:moveTo>
                    <a:pt x="50766" y="1"/>
                  </a:moveTo>
                  <a:lnTo>
                    <a:pt x="25525" y="11940"/>
                  </a:lnTo>
                  <a:lnTo>
                    <a:pt x="0" y="1"/>
                  </a:lnTo>
                  <a:lnTo>
                    <a:pt x="0" y="1"/>
                  </a:lnTo>
                  <a:lnTo>
                    <a:pt x="22928" y="15835"/>
                  </a:lnTo>
                  <a:lnTo>
                    <a:pt x="25367" y="23024"/>
                  </a:lnTo>
                  <a:lnTo>
                    <a:pt x="28946" y="15613"/>
                  </a:lnTo>
                  <a:lnTo>
                    <a:pt x="50766" y="1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7" name="Google Shape;5927;p38"/>
            <p:cNvSpPr/>
            <p:nvPr/>
          </p:nvSpPr>
          <p:spPr>
            <a:xfrm>
              <a:off x="3013125" y="1420900"/>
              <a:ext cx="1268350" cy="731575"/>
            </a:xfrm>
            <a:custGeom>
              <a:rect b="b" l="l" r="r" t="t"/>
              <a:pathLst>
                <a:path extrusionOk="0" h="29263" w="50734">
                  <a:moveTo>
                    <a:pt x="25367" y="0"/>
                  </a:moveTo>
                  <a:lnTo>
                    <a:pt x="0" y="14600"/>
                  </a:lnTo>
                  <a:lnTo>
                    <a:pt x="25367" y="29262"/>
                  </a:lnTo>
                  <a:lnTo>
                    <a:pt x="50734" y="14600"/>
                  </a:lnTo>
                  <a:lnTo>
                    <a:pt x="25367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8" name="Google Shape;5928;p38"/>
            <p:cNvSpPr/>
            <p:nvPr/>
          </p:nvSpPr>
          <p:spPr>
            <a:xfrm>
              <a:off x="3013125" y="1785875"/>
              <a:ext cx="634175" cy="575600"/>
            </a:xfrm>
            <a:custGeom>
              <a:rect b="b" l="l" r="r" t="t"/>
              <a:pathLst>
                <a:path extrusionOk="0" h="23024" w="25367">
                  <a:moveTo>
                    <a:pt x="0" y="1"/>
                  </a:moveTo>
                  <a:lnTo>
                    <a:pt x="0" y="8393"/>
                  </a:lnTo>
                  <a:lnTo>
                    <a:pt x="25367" y="23024"/>
                  </a:lnTo>
                  <a:lnTo>
                    <a:pt x="25367" y="1466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9" name="Google Shape;5929;p38"/>
            <p:cNvSpPr/>
            <p:nvPr/>
          </p:nvSpPr>
          <p:spPr>
            <a:xfrm>
              <a:off x="3647300" y="1785875"/>
              <a:ext cx="634975" cy="575600"/>
            </a:xfrm>
            <a:custGeom>
              <a:rect b="b" l="l" r="r" t="t"/>
              <a:pathLst>
                <a:path extrusionOk="0" h="23024" w="25399">
                  <a:moveTo>
                    <a:pt x="25399" y="1"/>
                  </a:moveTo>
                  <a:lnTo>
                    <a:pt x="0" y="14663"/>
                  </a:lnTo>
                  <a:lnTo>
                    <a:pt x="0" y="23024"/>
                  </a:lnTo>
                  <a:lnTo>
                    <a:pt x="25399" y="8393"/>
                  </a:lnTo>
                  <a:lnTo>
                    <a:pt x="25399" y="1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30" name="Google Shape;5930;p38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5931" name="Google Shape;5931;p38"/>
          <p:cNvGrpSpPr/>
          <p:nvPr/>
        </p:nvGrpSpPr>
        <p:grpSpPr>
          <a:xfrm>
            <a:off x="557325" y="908463"/>
            <a:ext cx="314972" cy="274320"/>
            <a:chOff x="557325" y="908463"/>
            <a:chExt cx="314972" cy="274320"/>
          </a:xfrm>
        </p:grpSpPr>
        <p:sp>
          <p:nvSpPr>
            <p:cNvPr id="5932" name="Google Shape;5932;p38"/>
            <p:cNvSpPr/>
            <p:nvPr/>
          </p:nvSpPr>
          <p:spPr>
            <a:xfrm>
              <a:off x="610699" y="908463"/>
              <a:ext cx="54303" cy="83962"/>
            </a:xfrm>
            <a:custGeom>
              <a:rect b="b" l="l" r="r" t="t"/>
              <a:pathLst>
                <a:path extrusionOk="0" h="3073" w="1933">
                  <a:moveTo>
                    <a:pt x="792" y="1"/>
                  </a:moveTo>
                  <a:lnTo>
                    <a:pt x="792" y="381"/>
                  </a:lnTo>
                  <a:lnTo>
                    <a:pt x="697" y="381"/>
                  </a:lnTo>
                  <a:cubicBezTo>
                    <a:pt x="317" y="381"/>
                    <a:pt x="1" y="698"/>
                    <a:pt x="1" y="1046"/>
                  </a:cubicBezTo>
                  <a:cubicBezTo>
                    <a:pt x="1" y="1426"/>
                    <a:pt x="317" y="1743"/>
                    <a:pt x="697" y="1743"/>
                  </a:cubicBezTo>
                  <a:lnTo>
                    <a:pt x="1267" y="1743"/>
                  </a:lnTo>
                  <a:cubicBezTo>
                    <a:pt x="1426" y="1743"/>
                    <a:pt x="1552" y="1869"/>
                    <a:pt x="1552" y="2028"/>
                  </a:cubicBezTo>
                  <a:cubicBezTo>
                    <a:pt x="1552" y="2186"/>
                    <a:pt x="1426" y="2313"/>
                    <a:pt x="1267" y="2313"/>
                  </a:cubicBezTo>
                  <a:lnTo>
                    <a:pt x="697" y="2313"/>
                  </a:lnTo>
                  <a:cubicBezTo>
                    <a:pt x="539" y="2313"/>
                    <a:pt x="381" y="2186"/>
                    <a:pt x="381" y="2028"/>
                  </a:cubicBezTo>
                  <a:lnTo>
                    <a:pt x="381" y="1933"/>
                  </a:lnTo>
                  <a:lnTo>
                    <a:pt x="1" y="1933"/>
                  </a:lnTo>
                  <a:lnTo>
                    <a:pt x="1" y="2028"/>
                  </a:lnTo>
                  <a:cubicBezTo>
                    <a:pt x="1" y="2408"/>
                    <a:pt x="317" y="2693"/>
                    <a:pt x="697" y="2693"/>
                  </a:cubicBezTo>
                  <a:lnTo>
                    <a:pt x="792" y="2693"/>
                  </a:lnTo>
                  <a:lnTo>
                    <a:pt x="792" y="3073"/>
                  </a:lnTo>
                  <a:lnTo>
                    <a:pt x="1172" y="3073"/>
                  </a:lnTo>
                  <a:lnTo>
                    <a:pt x="1172" y="2693"/>
                  </a:lnTo>
                  <a:lnTo>
                    <a:pt x="1267" y="2693"/>
                  </a:lnTo>
                  <a:cubicBezTo>
                    <a:pt x="1647" y="2693"/>
                    <a:pt x="1932" y="2408"/>
                    <a:pt x="1932" y="2028"/>
                  </a:cubicBezTo>
                  <a:cubicBezTo>
                    <a:pt x="1932" y="1648"/>
                    <a:pt x="1647" y="1331"/>
                    <a:pt x="1267" y="1331"/>
                  </a:cubicBezTo>
                  <a:lnTo>
                    <a:pt x="697" y="1331"/>
                  </a:lnTo>
                  <a:cubicBezTo>
                    <a:pt x="539" y="1331"/>
                    <a:pt x="381" y="1204"/>
                    <a:pt x="381" y="1046"/>
                  </a:cubicBezTo>
                  <a:cubicBezTo>
                    <a:pt x="381" y="888"/>
                    <a:pt x="507" y="761"/>
                    <a:pt x="697" y="761"/>
                  </a:cubicBezTo>
                  <a:lnTo>
                    <a:pt x="1267" y="761"/>
                  </a:lnTo>
                  <a:cubicBezTo>
                    <a:pt x="1426" y="761"/>
                    <a:pt x="1552" y="888"/>
                    <a:pt x="1552" y="1046"/>
                  </a:cubicBezTo>
                  <a:lnTo>
                    <a:pt x="1552" y="1141"/>
                  </a:lnTo>
                  <a:lnTo>
                    <a:pt x="1932" y="1141"/>
                  </a:lnTo>
                  <a:lnTo>
                    <a:pt x="1932" y="1046"/>
                  </a:lnTo>
                  <a:cubicBezTo>
                    <a:pt x="1932" y="698"/>
                    <a:pt x="1647" y="381"/>
                    <a:pt x="1267" y="381"/>
                  </a:cubicBezTo>
                  <a:lnTo>
                    <a:pt x="1172" y="381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3" name="Google Shape;5933;p38"/>
            <p:cNvSpPr/>
            <p:nvPr/>
          </p:nvSpPr>
          <p:spPr>
            <a:xfrm>
              <a:off x="724581" y="1119612"/>
              <a:ext cx="11574" cy="10410"/>
            </a:xfrm>
            <a:custGeom>
              <a:rect b="b" l="l" r="r" t="t"/>
              <a:pathLst>
                <a:path extrusionOk="0" h="381" w="412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222" y="380"/>
                  </a:cubicBezTo>
                  <a:cubicBezTo>
                    <a:pt x="317" y="380"/>
                    <a:pt x="412" y="285"/>
                    <a:pt x="412" y="190"/>
                  </a:cubicBezTo>
                  <a:cubicBezTo>
                    <a:pt x="412" y="95"/>
                    <a:pt x="317" y="0"/>
                    <a:pt x="222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4" name="Google Shape;5934;p38"/>
            <p:cNvSpPr/>
            <p:nvPr/>
          </p:nvSpPr>
          <p:spPr>
            <a:xfrm>
              <a:off x="811748" y="1094503"/>
              <a:ext cx="11602" cy="10410"/>
            </a:xfrm>
            <a:custGeom>
              <a:rect b="b" l="l" r="r" t="t"/>
              <a:pathLst>
                <a:path extrusionOk="0" h="381" w="413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7"/>
                    <a:pt x="96" y="381"/>
                    <a:pt x="191" y="381"/>
                  </a:cubicBezTo>
                  <a:cubicBezTo>
                    <a:pt x="317" y="381"/>
                    <a:pt x="412" y="317"/>
                    <a:pt x="412" y="191"/>
                  </a:cubicBezTo>
                  <a:cubicBezTo>
                    <a:pt x="412" y="96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5" name="Google Shape;5935;p38"/>
            <p:cNvSpPr/>
            <p:nvPr/>
          </p:nvSpPr>
          <p:spPr>
            <a:xfrm>
              <a:off x="578674" y="1161990"/>
              <a:ext cx="293623" cy="20792"/>
            </a:xfrm>
            <a:custGeom>
              <a:rect b="b" l="l" r="r" t="t"/>
              <a:pathLst>
                <a:path extrusionOk="0" h="761" w="10452">
                  <a:moveTo>
                    <a:pt x="0" y="1"/>
                  </a:moveTo>
                  <a:lnTo>
                    <a:pt x="0" y="191"/>
                  </a:lnTo>
                  <a:cubicBezTo>
                    <a:pt x="0" y="507"/>
                    <a:pt x="254" y="761"/>
                    <a:pt x="570" y="761"/>
                  </a:cubicBezTo>
                  <a:lnTo>
                    <a:pt x="9850" y="761"/>
                  </a:lnTo>
                  <a:cubicBezTo>
                    <a:pt x="10166" y="761"/>
                    <a:pt x="10451" y="507"/>
                    <a:pt x="10451" y="191"/>
                  </a:cubicBezTo>
                  <a:lnTo>
                    <a:pt x="10451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6" name="Google Shape;5936;p38"/>
            <p:cNvSpPr/>
            <p:nvPr/>
          </p:nvSpPr>
          <p:spPr>
            <a:xfrm>
              <a:off x="762813" y="1062481"/>
              <a:ext cx="11602" cy="11284"/>
            </a:xfrm>
            <a:custGeom>
              <a:rect b="b" l="l" r="r" t="t"/>
              <a:pathLst>
                <a:path extrusionOk="0" h="413" w="413">
                  <a:moveTo>
                    <a:pt x="191" y="1"/>
                  </a:moveTo>
                  <a:cubicBezTo>
                    <a:pt x="96" y="1"/>
                    <a:pt x="1" y="96"/>
                    <a:pt x="1" y="223"/>
                  </a:cubicBezTo>
                  <a:cubicBezTo>
                    <a:pt x="1" y="318"/>
                    <a:pt x="96" y="413"/>
                    <a:pt x="191" y="413"/>
                  </a:cubicBezTo>
                  <a:cubicBezTo>
                    <a:pt x="318" y="413"/>
                    <a:pt x="413" y="318"/>
                    <a:pt x="413" y="223"/>
                  </a:cubicBezTo>
                  <a:cubicBezTo>
                    <a:pt x="413" y="96"/>
                    <a:pt x="318" y="33"/>
                    <a:pt x="191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7" name="Google Shape;5937;p38"/>
            <p:cNvSpPr/>
            <p:nvPr/>
          </p:nvSpPr>
          <p:spPr>
            <a:xfrm>
              <a:off x="839334" y="1041715"/>
              <a:ext cx="10703" cy="10410"/>
            </a:xfrm>
            <a:custGeom>
              <a:rect b="b" l="l" r="r" t="t"/>
              <a:pathLst>
                <a:path extrusionOk="0" h="381" w="381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8"/>
                    <a:pt x="95" y="381"/>
                    <a:pt x="190" y="381"/>
                  </a:cubicBezTo>
                  <a:cubicBezTo>
                    <a:pt x="285" y="381"/>
                    <a:pt x="381" y="318"/>
                    <a:pt x="381" y="191"/>
                  </a:cubicBezTo>
                  <a:cubicBezTo>
                    <a:pt x="381" y="96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8" name="Google Shape;5938;p38"/>
            <p:cNvSpPr/>
            <p:nvPr/>
          </p:nvSpPr>
          <p:spPr>
            <a:xfrm>
              <a:off x="578674" y="961250"/>
              <a:ext cx="293623" cy="190383"/>
            </a:xfrm>
            <a:custGeom>
              <a:rect b="b" l="l" r="r" t="t"/>
              <a:pathLst>
                <a:path extrusionOk="0" h="6968" w="10452">
                  <a:moveTo>
                    <a:pt x="10040" y="761"/>
                  </a:moveTo>
                  <a:lnTo>
                    <a:pt x="10040" y="1141"/>
                  </a:lnTo>
                  <a:lnTo>
                    <a:pt x="5796" y="1141"/>
                  </a:lnTo>
                  <a:lnTo>
                    <a:pt x="5796" y="761"/>
                  </a:lnTo>
                  <a:close/>
                  <a:moveTo>
                    <a:pt x="10040" y="1552"/>
                  </a:moveTo>
                  <a:lnTo>
                    <a:pt x="10040" y="1932"/>
                  </a:lnTo>
                  <a:lnTo>
                    <a:pt x="5796" y="1932"/>
                  </a:lnTo>
                  <a:lnTo>
                    <a:pt x="5796" y="1552"/>
                  </a:lnTo>
                  <a:close/>
                  <a:moveTo>
                    <a:pt x="2312" y="5796"/>
                  </a:moveTo>
                  <a:lnTo>
                    <a:pt x="2312" y="6176"/>
                  </a:lnTo>
                  <a:lnTo>
                    <a:pt x="380" y="6176"/>
                  </a:lnTo>
                  <a:lnTo>
                    <a:pt x="380" y="5796"/>
                  </a:lnTo>
                  <a:close/>
                  <a:moveTo>
                    <a:pt x="4434" y="5796"/>
                  </a:moveTo>
                  <a:lnTo>
                    <a:pt x="4434" y="6176"/>
                  </a:lnTo>
                  <a:lnTo>
                    <a:pt x="2692" y="6176"/>
                  </a:lnTo>
                  <a:lnTo>
                    <a:pt x="2692" y="5796"/>
                  </a:lnTo>
                  <a:close/>
                  <a:moveTo>
                    <a:pt x="9469" y="2566"/>
                  </a:moveTo>
                  <a:cubicBezTo>
                    <a:pt x="9786" y="2566"/>
                    <a:pt x="10040" y="2819"/>
                    <a:pt x="10040" y="3136"/>
                  </a:cubicBezTo>
                  <a:cubicBezTo>
                    <a:pt x="10040" y="3453"/>
                    <a:pt x="9786" y="3738"/>
                    <a:pt x="9469" y="3738"/>
                  </a:cubicBezTo>
                  <a:cubicBezTo>
                    <a:pt x="9438" y="3738"/>
                    <a:pt x="9438" y="3706"/>
                    <a:pt x="9406" y="3706"/>
                  </a:cubicBezTo>
                  <a:lnTo>
                    <a:pt x="8931" y="4688"/>
                  </a:lnTo>
                  <a:cubicBezTo>
                    <a:pt x="9026" y="4783"/>
                    <a:pt x="9089" y="4909"/>
                    <a:pt x="9089" y="5068"/>
                  </a:cubicBezTo>
                  <a:cubicBezTo>
                    <a:pt x="9089" y="5384"/>
                    <a:pt x="8836" y="5669"/>
                    <a:pt x="8488" y="5669"/>
                  </a:cubicBezTo>
                  <a:cubicBezTo>
                    <a:pt x="8171" y="5669"/>
                    <a:pt x="7918" y="5384"/>
                    <a:pt x="7918" y="5068"/>
                  </a:cubicBezTo>
                  <a:cubicBezTo>
                    <a:pt x="7918" y="5036"/>
                    <a:pt x="7918" y="4973"/>
                    <a:pt x="7949" y="4941"/>
                  </a:cubicBezTo>
                  <a:lnTo>
                    <a:pt x="7094" y="4371"/>
                  </a:lnTo>
                  <a:cubicBezTo>
                    <a:pt x="6999" y="4434"/>
                    <a:pt x="6873" y="4498"/>
                    <a:pt x="6746" y="4498"/>
                  </a:cubicBezTo>
                  <a:cubicBezTo>
                    <a:pt x="6714" y="4498"/>
                    <a:pt x="6651" y="4498"/>
                    <a:pt x="6588" y="4466"/>
                  </a:cubicBezTo>
                  <a:lnTo>
                    <a:pt x="5859" y="5638"/>
                  </a:lnTo>
                  <a:cubicBezTo>
                    <a:pt x="5923" y="5733"/>
                    <a:pt x="5986" y="5859"/>
                    <a:pt x="5986" y="5986"/>
                  </a:cubicBezTo>
                  <a:cubicBezTo>
                    <a:pt x="5986" y="6303"/>
                    <a:pt x="5733" y="6588"/>
                    <a:pt x="5416" y="6588"/>
                  </a:cubicBezTo>
                  <a:cubicBezTo>
                    <a:pt x="5099" y="6588"/>
                    <a:pt x="4814" y="6303"/>
                    <a:pt x="4814" y="5986"/>
                  </a:cubicBezTo>
                  <a:cubicBezTo>
                    <a:pt x="4814" y="5669"/>
                    <a:pt x="5099" y="5416"/>
                    <a:pt x="5416" y="5416"/>
                  </a:cubicBezTo>
                  <a:lnTo>
                    <a:pt x="5543" y="5416"/>
                  </a:lnTo>
                  <a:lnTo>
                    <a:pt x="6271" y="4244"/>
                  </a:lnTo>
                  <a:cubicBezTo>
                    <a:pt x="6208" y="4149"/>
                    <a:pt x="6176" y="4054"/>
                    <a:pt x="6176" y="3928"/>
                  </a:cubicBezTo>
                  <a:cubicBezTo>
                    <a:pt x="6176" y="3611"/>
                    <a:pt x="6429" y="3326"/>
                    <a:pt x="6746" y="3326"/>
                  </a:cubicBezTo>
                  <a:cubicBezTo>
                    <a:pt x="7094" y="3326"/>
                    <a:pt x="7348" y="3611"/>
                    <a:pt x="7348" y="3928"/>
                  </a:cubicBezTo>
                  <a:cubicBezTo>
                    <a:pt x="7348" y="3959"/>
                    <a:pt x="7316" y="4023"/>
                    <a:pt x="7316" y="4054"/>
                  </a:cubicBezTo>
                  <a:lnTo>
                    <a:pt x="8171" y="4624"/>
                  </a:lnTo>
                  <a:cubicBezTo>
                    <a:pt x="8266" y="4561"/>
                    <a:pt x="8361" y="4498"/>
                    <a:pt x="8488" y="4498"/>
                  </a:cubicBezTo>
                  <a:lnTo>
                    <a:pt x="8583" y="4498"/>
                  </a:lnTo>
                  <a:lnTo>
                    <a:pt x="9058" y="3548"/>
                  </a:lnTo>
                  <a:cubicBezTo>
                    <a:pt x="8963" y="3453"/>
                    <a:pt x="8899" y="3294"/>
                    <a:pt x="8899" y="3136"/>
                  </a:cubicBezTo>
                  <a:cubicBezTo>
                    <a:pt x="8899" y="2819"/>
                    <a:pt x="9153" y="2566"/>
                    <a:pt x="9469" y="2566"/>
                  </a:cubicBezTo>
                  <a:close/>
                  <a:moveTo>
                    <a:pt x="4624" y="1"/>
                  </a:moveTo>
                  <a:cubicBezTo>
                    <a:pt x="5099" y="571"/>
                    <a:pt x="5416" y="1299"/>
                    <a:pt x="5416" y="2122"/>
                  </a:cubicBezTo>
                  <a:cubicBezTo>
                    <a:pt x="5416" y="3928"/>
                    <a:pt x="3927" y="5416"/>
                    <a:pt x="2122" y="5416"/>
                  </a:cubicBezTo>
                  <a:cubicBezTo>
                    <a:pt x="1299" y="5416"/>
                    <a:pt x="570" y="5099"/>
                    <a:pt x="0" y="4624"/>
                  </a:cubicBezTo>
                  <a:lnTo>
                    <a:pt x="0" y="6968"/>
                  </a:lnTo>
                  <a:lnTo>
                    <a:pt x="10451" y="6968"/>
                  </a:lnTo>
                  <a:lnTo>
                    <a:pt x="10451" y="571"/>
                  </a:lnTo>
                  <a:cubicBezTo>
                    <a:pt x="10451" y="254"/>
                    <a:pt x="10166" y="1"/>
                    <a:pt x="9850" y="1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9" name="Google Shape;5939;p38"/>
            <p:cNvSpPr/>
            <p:nvPr/>
          </p:nvSpPr>
          <p:spPr>
            <a:xfrm>
              <a:off x="557325" y="1024420"/>
              <a:ext cx="75653" cy="73579"/>
            </a:xfrm>
            <a:custGeom>
              <a:rect b="b" l="l" r="r" t="t"/>
              <a:pathLst>
                <a:path extrusionOk="0" h="2693" w="2693">
                  <a:moveTo>
                    <a:pt x="0" y="0"/>
                  </a:moveTo>
                  <a:cubicBezTo>
                    <a:pt x="95" y="1457"/>
                    <a:pt x="1235" y="2597"/>
                    <a:pt x="2692" y="2692"/>
                  </a:cubicBezTo>
                  <a:lnTo>
                    <a:pt x="2692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0" name="Google Shape;5940;p38"/>
            <p:cNvSpPr/>
            <p:nvPr/>
          </p:nvSpPr>
          <p:spPr>
            <a:xfrm>
              <a:off x="643622" y="949146"/>
              <a:ext cx="75653" cy="148853"/>
            </a:xfrm>
            <a:custGeom>
              <a:rect b="b" l="l" r="r" t="t"/>
              <a:pathLst>
                <a:path extrusionOk="0" h="5448" w="2693">
                  <a:moveTo>
                    <a:pt x="760" y="2375"/>
                  </a:moveTo>
                  <a:lnTo>
                    <a:pt x="760" y="2755"/>
                  </a:lnTo>
                  <a:lnTo>
                    <a:pt x="380" y="2755"/>
                  </a:lnTo>
                  <a:lnTo>
                    <a:pt x="380" y="2375"/>
                  </a:lnTo>
                  <a:close/>
                  <a:moveTo>
                    <a:pt x="1552" y="2375"/>
                  </a:moveTo>
                  <a:lnTo>
                    <a:pt x="1552" y="2755"/>
                  </a:lnTo>
                  <a:lnTo>
                    <a:pt x="1172" y="2755"/>
                  </a:lnTo>
                  <a:lnTo>
                    <a:pt x="1172" y="2375"/>
                  </a:lnTo>
                  <a:close/>
                  <a:moveTo>
                    <a:pt x="2312" y="2375"/>
                  </a:moveTo>
                  <a:lnTo>
                    <a:pt x="2312" y="2755"/>
                  </a:lnTo>
                  <a:lnTo>
                    <a:pt x="1932" y="2755"/>
                  </a:lnTo>
                  <a:lnTo>
                    <a:pt x="1932" y="2375"/>
                  </a:lnTo>
                  <a:close/>
                  <a:moveTo>
                    <a:pt x="1140" y="0"/>
                  </a:moveTo>
                  <a:lnTo>
                    <a:pt x="1140" y="634"/>
                  </a:lnTo>
                  <a:cubicBezTo>
                    <a:pt x="1140" y="1077"/>
                    <a:pt x="824" y="1489"/>
                    <a:pt x="380" y="1584"/>
                  </a:cubicBezTo>
                  <a:lnTo>
                    <a:pt x="380" y="1995"/>
                  </a:lnTo>
                  <a:lnTo>
                    <a:pt x="0" y="1995"/>
                  </a:lnTo>
                  <a:lnTo>
                    <a:pt x="0" y="5447"/>
                  </a:lnTo>
                  <a:cubicBezTo>
                    <a:pt x="1520" y="5352"/>
                    <a:pt x="2692" y="4086"/>
                    <a:pt x="2692" y="2565"/>
                  </a:cubicBezTo>
                  <a:cubicBezTo>
                    <a:pt x="2692" y="1457"/>
                    <a:pt x="2059" y="475"/>
                    <a:pt x="1140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1" name="Google Shape;5941;p38"/>
            <p:cNvSpPr/>
            <p:nvPr/>
          </p:nvSpPr>
          <p:spPr>
            <a:xfrm>
              <a:off x="557325" y="949146"/>
              <a:ext cx="75653" cy="64918"/>
            </a:xfrm>
            <a:custGeom>
              <a:rect b="b" l="l" r="r" t="t"/>
              <a:pathLst>
                <a:path extrusionOk="0" h="2376" w="2693">
                  <a:moveTo>
                    <a:pt x="1520" y="0"/>
                  </a:moveTo>
                  <a:cubicBezTo>
                    <a:pt x="665" y="444"/>
                    <a:pt x="64" y="1330"/>
                    <a:pt x="0" y="2375"/>
                  </a:cubicBezTo>
                  <a:lnTo>
                    <a:pt x="2692" y="2375"/>
                  </a:lnTo>
                  <a:lnTo>
                    <a:pt x="2692" y="1995"/>
                  </a:lnTo>
                  <a:lnTo>
                    <a:pt x="2312" y="1995"/>
                  </a:lnTo>
                  <a:lnTo>
                    <a:pt x="2312" y="1552"/>
                  </a:lnTo>
                  <a:cubicBezTo>
                    <a:pt x="1837" y="1425"/>
                    <a:pt x="1520" y="1014"/>
                    <a:pt x="1520" y="539"/>
                  </a:cubicBezTo>
                  <a:lnTo>
                    <a:pt x="1520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42" name="Google Shape;5942;p38"/>
          <p:cNvGrpSpPr/>
          <p:nvPr/>
        </p:nvGrpSpPr>
        <p:grpSpPr>
          <a:xfrm>
            <a:off x="8325150" y="2940475"/>
            <a:ext cx="261275" cy="280300"/>
            <a:chOff x="8325150" y="2940475"/>
            <a:chExt cx="261275" cy="280300"/>
          </a:xfrm>
        </p:grpSpPr>
        <p:sp>
          <p:nvSpPr>
            <p:cNvPr id="5943" name="Google Shape;5943;p38"/>
            <p:cNvSpPr/>
            <p:nvPr/>
          </p:nvSpPr>
          <p:spPr>
            <a:xfrm>
              <a:off x="8325150" y="2940475"/>
              <a:ext cx="106900" cy="106125"/>
            </a:xfrm>
            <a:custGeom>
              <a:rect b="b" l="l" r="r" t="t"/>
              <a:pathLst>
                <a:path extrusionOk="0" h="4245" w="4276">
                  <a:moveTo>
                    <a:pt x="2122" y="381"/>
                  </a:moveTo>
                  <a:cubicBezTo>
                    <a:pt x="3104" y="381"/>
                    <a:pt x="3864" y="1141"/>
                    <a:pt x="3864" y="2123"/>
                  </a:cubicBezTo>
                  <a:cubicBezTo>
                    <a:pt x="3864" y="2503"/>
                    <a:pt x="3737" y="2883"/>
                    <a:pt x="3515" y="3168"/>
                  </a:cubicBezTo>
                  <a:lnTo>
                    <a:pt x="3199" y="2946"/>
                  </a:lnTo>
                  <a:cubicBezTo>
                    <a:pt x="3389" y="2693"/>
                    <a:pt x="3484" y="2408"/>
                    <a:pt x="3484" y="2123"/>
                  </a:cubicBezTo>
                  <a:cubicBezTo>
                    <a:pt x="3484" y="1363"/>
                    <a:pt x="2882" y="761"/>
                    <a:pt x="2154" y="761"/>
                  </a:cubicBezTo>
                  <a:cubicBezTo>
                    <a:pt x="1837" y="761"/>
                    <a:pt x="1552" y="856"/>
                    <a:pt x="1299" y="1046"/>
                  </a:cubicBezTo>
                  <a:lnTo>
                    <a:pt x="1077" y="729"/>
                  </a:lnTo>
                  <a:cubicBezTo>
                    <a:pt x="1394" y="508"/>
                    <a:pt x="1742" y="381"/>
                    <a:pt x="2122" y="381"/>
                  </a:cubicBezTo>
                  <a:close/>
                  <a:moveTo>
                    <a:pt x="2344" y="951"/>
                  </a:moveTo>
                  <a:lnTo>
                    <a:pt x="2344" y="1173"/>
                  </a:lnTo>
                  <a:cubicBezTo>
                    <a:pt x="2565" y="1268"/>
                    <a:pt x="2724" y="1489"/>
                    <a:pt x="2724" y="1743"/>
                  </a:cubicBezTo>
                  <a:lnTo>
                    <a:pt x="2344" y="1743"/>
                  </a:lnTo>
                  <a:cubicBezTo>
                    <a:pt x="2344" y="1616"/>
                    <a:pt x="2249" y="1521"/>
                    <a:pt x="2122" y="1521"/>
                  </a:cubicBezTo>
                  <a:cubicBezTo>
                    <a:pt x="2027" y="1521"/>
                    <a:pt x="1932" y="1616"/>
                    <a:pt x="1932" y="1743"/>
                  </a:cubicBezTo>
                  <a:cubicBezTo>
                    <a:pt x="1932" y="1838"/>
                    <a:pt x="2027" y="1933"/>
                    <a:pt x="2122" y="1933"/>
                  </a:cubicBezTo>
                  <a:cubicBezTo>
                    <a:pt x="2470" y="1933"/>
                    <a:pt x="2724" y="2186"/>
                    <a:pt x="2724" y="2503"/>
                  </a:cubicBezTo>
                  <a:cubicBezTo>
                    <a:pt x="2724" y="2756"/>
                    <a:pt x="2565" y="2978"/>
                    <a:pt x="2344" y="3041"/>
                  </a:cubicBezTo>
                  <a:lnTo>
                    <a:pt x="2344" y="3294"/>
                  </a:lnTo>
                  <a:lnTo>
                    <a:pt x="1964" y="3294"/>
                  </a:lnTo>
                  <a:lnTo>
                    <a:pt x="1964" y="3041"/>
                  </a:lnTo>
                  <a:cubicBezTo>
                    <a:pt x="1710" y="2978"/>
                    <a:pt x="1552" y="2756"/>
                    <a:pt x="1552" y="2503"/>
                  </a:cubicBezTo>
                  <a:lnTo>
                    <a:pt x="1964" y="2503"/>
                  </a:lnTo>
                  <a:cubicBezTo>
                    <a:pt x="1964" y="2598"/>
                    <a:pt x="2027" y="2693"/>
                    <a:pt x="2154" y="2693"/>
                  </a:cubicBezTo>
                  <a:cubicBezTo>
                    <a:pt x="2249" y="2693"/>
                    <a:pt x="2344" y="2598"/>
                    <a:pt x="2344" y="2503"/>
                  </a:cubicBezTo>
                  <a:cubicBezTo>
                    <a:pt x="2344" y="2408"/>
                    <a:pt x="2249" y="2313"/>
                    <a:pt x="2122" y="2313"/>
                  </a:cubicBezTo>
                  <a:cubicBezTo>
                    <a:pt x="1805" y="2313"/>
                    <a:pt x="1552" y="2059"/>
                    <a:pt x="1552" y="1743"/>
                  </a:cubicBezTo>
                  <a:cubicBezTo>
                    <a:pt x="1552" y="1489"/>
                    <a:pt x="1710" y="1268"/>
                    <a:pt x="1932" y="1173"/>
                  </a:cubicBezTo>
                  <a:lnTo>
                    <a:pt x="1932" y="951"/>
                  </a:lnTo>
                  <a:close/>
                  <a:moveTo>
                    <a:pt x="760" y="1046"/>
                  </a:moveTo>
                  <a:lnTo>
                    <a:pt x="1077" y="1299"/>
                  </a:lnTo>
                  <a:cubicBezTo>
                    <a:pt x="887" y="1521"/>
                    <a:pt x="792" y="1806"/>
                    <a:pt x="792" y="2123"/>
                  </a:cubicBezTo>
                  <a:cubicBezTo>
                    <a:pt x="792" y="2883"/>
                    <a:pt x="1394" y="3484"/>
                    <a:pt x="2122" y="3484"/>
                  </a:cubicBezTo>
                  <a:cubicBezTo>
                    <a:pt x="2439" y="3484"/>
                    <a:pt x="2724" y="3389"/>
                    <a:pt x="2977" y="3199"/>
                  </a:cubicBezTo>
                  <a:lnTo>
                    <a:pt x="3199" y="3484"/>
                  </a:lnTo>
                  <a:cubicBezTo>
                    <a:pt x="2914" y="3738"/>
                    <a:pt x="2534" y="3864"/>
                    <a:pt x="2122" y="3864"/>
                  </a:cubicBezTo>
                  <a:cubicBezTo>
                    <a:pt x="1172" y="3864"/>
                    <a:pt x="380" y="3073"/>
                    <a:pt x="380" y="2123"/>
                  </a:cubicBezTo>
                  <a:cubicBezTo>
                    <a:pt x="380" y="1743"/>
                    <a:pt x="507" y="1363"/>
                    <a:pt x="760" y="1046"/>
                  </a:cubicBezTo>
                  <a:close/>
                  <a:moveTo>
                    <a:pt x="2154" y="1"/>
                  </a:moveTo>
                  <a:cubicBezTo>
                    <a:pt x="982" y="1"/>
                    <a:pt x="0" y="951"/>
                    <a:pt x="0" y="2123"/>
                  </a:cubicBezTo>
                  <a:cubicBezTo>
                    <a:pt x="0" y="3294"/>
                    <a:pt x="950" y="4244"/>
                    <a:pt x="2154" y="4244"/>
                  </a:cubicBezTo>
                  <a:cubicBezTo>
                    <a:pt x="3325" y="4244"/>
                    <a:pt x="4275" y="3294"/>
                    <a:pt x="4275" y="2123"/>
                  </a:cubicBezTo>
                  <a:cubicBezTo>
                    <a:pt x="4275" y="951"/>
                    <a:pt x="3325" y="1"/>
                    <a:pt x="2154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4" name="Google Shape;5944;p38"/>
            <p:cNvSpPr/>
            <p:nvPr/>
          </p:nvSpPr>
          <p:spPr>
            <a:xfrm>
              <a:off x="8441525" y="3046575"/>
              <a:ext cx="19025" cy="9525"/>
            </a:xfrm>
            <a:custGeom>
              <a:rect b="b" l="l" r="r" t="t"/>
              <a:pathLst>
                <a:path extrusionOk="0" h="381" w="761">
                  <a:moveTo>
                    <a:pt x="0" y="0"/>
                  </a:moveTo>
                  <a:lnTo>
                    <a:pt x="0" y="380"/>
                  </a:lnTo>
                  <a:lnTo>
                    <a:pt x="760" y="380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5" name="Google Shape;5945;p38"/>
            <p:cNvSpPr/>
            <p:nvPr/>
          </p:nvSpPr>
          <p:spPr>
            <a:xfrm>
              <a:off x="8432025" y="3066375"/>
              <a:ext cx="38825" cy="19025"/>
            </a:xfrm>
            <a:custGeom>
              <a:rect b="b" l="l" r="r" t="t"/>
              <a:pathLst>
                <a:path extrusionOk="0" h="761" w="1553">
                  <a:moveTo>
                    <a:pt x="0" y="0"/>
                  </a:moveTo>
                  <a:lnTo>
                    <a:pt x="0" y="760"/>
                  </a:lnTo>
                  <a:lnTo>
                    <a:pt x="570" y="760"/>
                  </a:lnTo>
                  <a:lnTo>
                    <a:pt x="570" y="380"/>
                  </a:lnTo>
                  <a:lnTo>
                    <a:pt x="950" y="380"/>
                  </a:lnTo>
                  <a:lnTo>
                    <a:pt x="950" y="760"/>
                  </a:lnTo>
                  <a:lnTo>
                    <a:pt x="1552" y="760"/>
                  </a:lnTo>
                  <a:lnTo>
                    <a:pt x="1552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6" name="Google Shape;5946;p38"/>
            <p:cNvSpPr/>
            <p:nvPr/>
          </p:nvSpPr>
          <p:spPr>
            <a:xfrm>
              <a:off x="8509600" y="2988775"/>
              <a:ext cx="57825" cy="28525"/>
            </a:xfrm>
            <a:custGeom>
              <a:rect b="b" l="l" r="r" t="t"/>
              <a:pathLst>
                <a:path extrusionOk="0" h="1141" w="2313">
                  <a:moveTo>
                    <a:pt x="1" y="1"/>
                  </a:moveTo>
                  <a:lnTo>
                    <a:pt x="1" y="1141"/>
                  </a:lnTo>
                  <a:lnTo>
                    <a:pt x="381" y="1141"/>
                  </a:lnTo>
                  <a:lnTo>
                    <a:pt x="381" y="381"/>
                  </a:lnTo>
                  <a:lnTo>
                    <a:pt x="761" y="381"/>
                  </a:lnTo>
                  <a:lnTo>
                    <a:pt x="761" y="1141"/>
                  </a:lnTo>
                  <a:lnTo>
                    <a:pt x="1521" y="1141"/>
                  </a:lnTo>
                  <a:lnTo>
                    <a:pt x="1521" y="381"/>
                  </a:lnTo>
                  <a:lnTo>
                    <a:pt x="1933" y="381"/>
                  </a:lnTo>
                  <a:lnTo>
                    <a:pt x="1933" y="1141"/>
                  </a:lnTo>
                  <a:lnTo>
                    <a:pt x="2313" y="1141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7" name="Google Shape;5947;p38"/>
            <p:cNvSpPr/>
            <p:nvPr/>
          </p:nvSpPr>
          <p:spPr>
            <a:xfrm>
              <a:off x="8402725" y="3027575"/>
              <a:ext cx="183700" cy="193200"/>
            </a:xfrm>
            <a:custGeom>
              <a:rect b="b" l="l" r="r" t="t"/>
              <a:pathLst>
                <a:path extrusionOk="0" h="7728" w="7348">
                  <a:moveTo>
                    <a:pt x="4656" y="380"/>
                  </a:moveTo>
                  <a:lnTo>
                    <a:pt x="4656" y="760"/>
                  </a:lnTo>
                  <a:lnTo>
                    <a:pt x="4276" y="760"/>
                  </a:lnTo>
                  <a:lnTo>
                    <a:pt x="4276" y="380"/>
                  </a:lnTo>
                  <a:close/>
                  <a:moveTo>
                    <a:pt x="5606" y="380"/>
                  </a:moveTo>
                  <a:lnTo>
                    <a:pt x="5606" y="760"/>
                  </a:lnTo>
                  <a:lnTo>
                    <a:pt x="5226" y="760"/>
                  </a:lnTo>
                  <a:lnTo>
                    <a:pt x="5226" y="380"/>
                  </a:lnTo>
                  <a:close/>
                  <a:moveTo>
                    <a:pt x="6588" y="380"/>
                  </a:moveTo>
                  <a:lnTo>
                    <a:pt x="6588" y="760"/>
                  </a:lnTo>
                  <a:lnTo>
                    <a:pt x="6208" y="760"/>
                  </a:lnTo>
                  <a:lnTo>
                    <a:pt x="6208" y="380"/>
                  </a:lnTo>
                  <a:close/>
                  <a:moveTo>
                    <a:pt x="4656" y="1520"/>
                  </a:moveTo>
                  <a:lnTo>
                    <a:pt x="4656" y="1932"/>
                  </a:lnTo>
                  <a:lnTo>
                    <a:pt x="4276" y="1932"/>
                  </a:lnTo>
                  <a:lnTo>
                    <a:pt x="4276" y="1520"/>
                  </a:lnTo>
                  <a:close/>
                  <a:moveTo>
                    <a:pt x="5606" y="1520"/>
                  </a:moveTo>
                  <a:lnTo>
                    <a:pt x="5606" y="1932"/>
                  </a:lnTo>
                  <a:lnTo>
                    <a:pt x="5226" y="1932"/>
                  </a:lnTo>
                  <a:lnTo>
                    <a:pt x="5226" y="1520"/>
                  </a:lnTo>
                  <a:close/>
                  <a:moveTo>
                    <a:pt x="6588" y="1520"/>
                  </a:moveTo>
                  <a:lnTo>
                    <a:pt x="6588" y="1932"/>
                  </a:lnTo>
                  <a:lnTo>
                    <a:pt x="6208" y="1932"/>
                  </a:lnTo>
                  <a:lnTo>
                    <a:pt x="6208" y="1520"/>
                  </a:lnTo>
                  <a:close/>
                  <a:moveTo>
                    <a:pt x="4656" y="2692"/>
                  </a:moveTo>
                  <a:lnTo>
                    <a:pt x="4656" y="3072"/>
                  </a:lnTo>
                  <a:lnTo>
                    <a:pt x="4276" y="3072"/>
                  </a:lnTo>
                  <a:lnTo>
                    <a:pt x="4276" y="2692"/>
                  </a:lnTo>
                  <a:close/>
                  <a:moveTo>
                    <a:pt x="5606" y="2692"/>
                  </a:moveTo>
                  <a:lnTo>
                    <a:pt x="5606" y="3072"/>
                  </a:lnTo>
                  <a:lnTo>
                    <a:pt x="5226" y="3072"/>
                  </a:lnTo>
                  <a:lnTo>
                    <a:pt x="5226" y="2692"/>
                  </a:lnTo>
                  <a:close/>
                  <a:moveTo>
                    <a:pt x="6588" y="2692"/>
                  </a:moveTo>
                  <a:lnTo>
                    <a:pt x="6588" y="3072"/>
                  </a:lnTo>
                  <a:lnTo>
                    <a:pt x="6208" y="3072"/>
                  </a:lnTo>
                  <a:lnTo>
                    <a:pt x="6208" y="2692"/>
                  </a:lnTo>
                  <a:close/>
                  <a:moveTo>
                    <a:pt x="4656" y="3864"/>
                  </a:moveTo>
                  <a:lnTo>
                    <a:pt x="4656" y="4244"/>
                  </a:lnTo>
                  <a:lnTo>
                    <a:pt x="4276" y="4244"/>
                  </a:lnTo>
                  <a:lnTo>
                    <a:pt x="4276" y="3864"/>
                  </a:lnTo>
                  <a:close/>
                  <a:moveTo>
                    <a:pt x="5606" y="3864"/>
                  </a:moveTo>
                  <a:lnTo>
                    <a:pt x="5606" y="4244"/>
                  </a:lnTo>
                  <a:lnTo>
                    <a:pt x="5226" y="4244"/>
                  </a:lnTo>
                  <a:lnTo>
                    <a:pt x="5226" y="3864"/>
                  </a:lnTo>
                  <a:close/>
                  <a:moveTo>
                    <a:pt x="6588" y="3864"/>
                  </a:moveTo>
                  <a:lnTo>
                    <a:pt x="6588" y="4244"/>
                  </a:lnTo>
                  <a:lnTo>
                    <a:pt x="6208" y="4244"/>
                  </a:lnTo>
                  <a:lnTo>
                    <a:pt x="6208" y="3864"/>
                  </a:lnTo>
                  <a:close/>
                  <a:moveTo>
                    <a:pt x="4656" y="5004"/>
                  </a:moveTo>
                  <a:lnTo>
                    <a:pt x="4656" y="5416"/>
                  </a:lnTo>
                  <a:lnTo>
                    <a:pt x="4276" y="5416"/>
                  </a:lnTo>
                  <a:lnTo>
                    <a:pt x="4276" y="5004"/>
                  </a:lnTo>
                  <a:close/>
                  <a:moveTo>
                    <a:pt x="5606" y="5004"/>
                  </a:moveTo>
                  <a:lnTo>
                    <a:pt x="5606" y="5416"/>
                  </a:lnTo>
                  <a:lnTo>
                    <a:pt x="5226" y="5416"/>
                  </a:lnTo>
                  <a:lnTo>
                    <a:pt x="5226" y="5004"/>
                  </a:lnTo>
                  <a:close/>
                  <a:moveTo>
                    <a:pt x="6588" y="5004"/>
                  </a:moveTo>
                  <a:lnTo>
                    <a:pt x="6588" y="5416"/>
                  </a:lnTo>
                  <a:lnTo>
                    <a:pt x="6208" y="5416"/>
                  </a:lnTo>
                  <a:lnTo>
                    <a:pt x="6208" y="5004"/>
                  </a:lnTo>
                  <a:close/>
                  <a:moveTo>
                    <a:pt x="1172" y="3072"/>
                  </a:moveTo>
                  <a:lnTo>
                    <a:pt x="1172" y="7348"/>
                  </a:lnTo>
                  <a:lnTo>
                    <a:pt x="792" y="7348"/>
                  </a:lnTo>
                  <a:lnTo>
                    <a:pt x="792" y="3072"/>
                  </a:lnTo>
                  <a:close/>
                  <a:moveTo>
                    <a:pt x="2122" y="3072"/>
                  </a:moveTo>
                  <a:lnTo>
                    <a:pt x="2122" y="7348"/>
                  </a:lnTo>
                  <a:lnTo>
                    <a:pt x="1742" y="7348"/>
                  </a:lnTo>
                  <a:lnTo>
                    <a:pt x="1742" y="3072"/>
                  </a:lnTo>
                  <a:close/>
                  <a:moveTo>
                    <a:pt x="3104" y="3072"/>
                  </a:moveTo>
                  <a:lnTo>
                    <a:pt x="3104" y="7348"/>
                  </a:lnTo>
                  <a:lnTo>
                    <a:pt x="2724" y="7348"/>
                  </a:lnTo>
                  <a:lnTo>
                    <a:pt x="2724" y="3072"/>
                  </a:lnTo>
                  <a:close/>
                  <a:moveTo>
                    <a:pt x="6398" y="5796"/>
                  </a:moveTo>
                  <a:lnTo>
                    <a:pt x="6398" y="7348"/>
                  </a:lnTo>
                  <a:lnTo>
                    <a:pt x="6018" y="7348"/>
                  </a:lnTo>
                  <a:lnTo>
                    <a:pt x="6018" y="6176"/>
                  </a:lnTo>
                  <a:lnTo>
                    <a:pt x="4846" y="6176"/>
                  </a:lnTo>
                  <a:lnTo>
                    <a:pt x="4846" y="7348"/>
                  </a:lnTo>
                  <a:lnTo>
                    <a:pt x="4466" y="7348"/>
                  </a:lnTo>
                  <a:lnTo>
                    <a:pt x="4466" y="5796"/>
                  </a:lnTo>
                  <a:close/>
                  <a:moveTo>
                    <a:pt x="3864" y="0"/>
                  </a:moveTo>
                  <a:lnTo>
                    <a:pt x="3864" y="7348"/>
                  </a:lnTo>
                  <a:lnTo>
                    <a:pt x="3484" y="7348"/>
                  </a:lnTo>
                  <a:lnTo>
                    <a:pt x="3484" y="2692"/>
                  </a:lnTo>
                  <a:lnTo>
                    <a:pt x="381" y="2692"/>
                  </a:lnTo>
                  <a:lnTo>
                    <a:pt x="381" y="7348"/>
                  </a:lnTo>
                  <a:lnTo>
                    <a:pt x="1" y="7348"/>
                  </a:lnTo>
                  <a:lnTo>
                    <a:pt x="1" y="7728"/>
                  </a:lnTo>
                  <a:lnTo>
                    <a:pt x="7348" y="7728"/>
                  </a:lnTo>
                  <a:lnTo>
                    <a:pt x="7348" y="7348"/>
                  </a:lnTo>
                  <a:lnTo>
                    <a:pt x="6968" y="7348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8" name="Google Shape;5948;p38"/>
            <p:cNvSpPr/>
            <p:nvPr/>
          </p:nvSpPr>
          <p:spPr>
            <a:xfrm>
              <a:off x="8519125" y="2940475"/>
              <a:ext cx="38800" cy="38825"/>
            </a:xfrm>
            <a:custGeom>
              <a:rect b="b" l="l" r="r" t="t"/>
              <a:pathLst>
                <a:path extrusionOk="0" h="1553" w="1552">
                  <a:moveTo>
                    <a:pt x="380" y="1"/>
                  </a:moveTo>
                  <a:lnTo>
                    <a:pt x="380" y="1141"/>
                  </a:lnTo>
                  <a:lnTo>
                    <a:pt x="0" y="1141"/>
                  </a:lnTo>
                  <a:lnTo>
                    <a:pt x="0" y="1553"/>
                  </a:lnTo>
                  <a:lnTo>
                    <a:pt x="1552" y="1553"/>
                  </a:lnTo>
                  <a:lnTo>
                    <a:pt x="1552" y="1141"/>
                  </a:lnTo>
                  <a:lnTo>
                    <a:pt x="1140" y="1141"/>
                  </a:lnTo>
                  <a:lnTo>
                    <a:pt x="1140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9" name="Google Shape;5949;p38"/>
            <p:cNvSpPr/>
            <p:nvPr/>
          </p:nvSpPr>
          <p:spPr>
            <a:xfrm>
              <a:off x="8325150" y="3075875"/>
              <a:ext cx="10300" cy="9525"/>
            </a:xfrm>
            <a:custGeom>
              <a:rect b="b" l="l" r="r" t="t"/>
              <a:pathLst>
                <a:path extrusionOk="0" h="381" w="412">
                  <a:moveTo>
                    <a:pt x="0" y="0"/>
                  </a:moveTo>
                  <a:lnTo>
                    <a:pt x="0" y="380"/>
                  </a:lnTo>
                  <a:lnTo>
                    <a:pt x="412" y="38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0" name="Google Shape;5950;p38"/>
            <p:cNvSpPr/>
            <p:nvPr/>
          </p:nvSpPr>
          <p:spPr>
            <a:xfrm>
              <a:off x="8325150" y="3094875"/>
              <a:ext cx="10300" cy="57825"/>
            </a:xfrm>
            <a:custGeom>
              <a:rect b="b" l="l" r="r" t="t"/>
              <a:pathLst>
                <a:path extrusionOk="0" h="2313" w="412">
                  <a:moveTo>
                    <a:pt x="0" y="0"/>
                  </a:moveTo>
                  <a:lnTo>
                    <a:pt x="0" y="2312"/>
                  </a:lnTo>
                  <a:lnTo>
                    <a:pt x="412" y="2312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1" name="Google Shape;5951;p38"/>
            <p:cNvSpPr/>
            <p:nvPr/>
          </p:nvSpPr>
          <p:spPr>
            <a:xfrm>
              <a:off x="8354425" y="3109125"/>
              <a:ext cx="9525" cy="10300"/>
            </a:xfrm>
            <a:custGeom>
              <a:rect b="b" l="l" r="r" t="t"/>
              <a:pathLst>
                <a:path extrusionOk="0" h="412" w="381">
                  <a:moveTo>
                    <a:pt x="1" y="0"/>
                  </a:moveTo>
                  <a:lnTo>
                    <a:pt x="1" y="412"/>
                  </a:lnTo>
                  <a:lnTo>
                    <a:pt x="381" y="4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2" name="Google Shape;5952;p38"/>
            <p:cNvSpPr/>
            <p:nvPr/>
          </p:nvSpPr>
          <p:spPr>
            <a:xfrm>
              <a:off x="8354425" y="3128925"/>
              <a:ext cx="9525" cy="57800"/>
            </a:xfrm>
            <a:custGeom>
              <a:rect b="b" l="l" r="r" t="t"/>
              <a:pathLst>
                <a:path extrusionOk="0" h="2312" w="381">
                  <a:moveTo>
                    <a:pt x="1" y="0"/>
                  </a:moveTo>
                  <a:lnTo>
                    <a:pt x="1" y="2312"/>
                  </a:lnTo>
                  <a:lnTo>
                    <a:pt x="38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3" name="Google Shape;5953;p38"/>
            <p:cNvSpPr/>
            <p:nvPr/>
          </p:nvSpPr>
          <p:spPr>
            <a:xfrm>
              <a:off x="8383725" y="3075875"/>
              <a:ext cx="9525" cy="9525"/>
            </a:xfrm>
            <a:custGeom>
              <a:rect b="b" l="l" r="r" t="t"/>
              <a:pathLst>
                <a:path extrusionOk="0" h="381" w="381">
                  <a:moveTo>
                    <a:pt x="1" y="0"/>
                  </a:moveTo>
                  <a:lnTo>
                    <a:pt x="1" y="380"/>
                  </a:lnTo>
                  <a:lnTo>
                    <a:pt x="381" y="3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4" name="Google Shape;5954;p38"/>
            <p:cNvSpPr/>
            <p:nvPr/>
          </p:nvSpPr>
          <p:spPr>
            <a:xfrm>
              <a:off x="8383725" y="3094875"/>
              <a:ext cx="9525" cy="57825"/>
            </a:xfrm>
            <a:custGeom>
              <a:rect b="b" l="l" r="r" t="t"/>
              <a:pathLst>
                <a:path extrusionOk="0" h="2313" w="381">
                  <a:moveTo>
                    <a:pt x="1" y="0"/>
                  </a:moveTo>
                  <a:lnTo>
                    <a:pt x="1" y="2312"/>
                  </a:lnTo>
                  <a:lnTo>
                    <a:pt x="38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55" name="Google Shape;5955;p38"/>
          <p:cNvGrpSpPr/>
          <p:nvPr/>
        </p:nvGrpSpPr>
        <p:grpSpPr>
          <a:xfrm>
            <a:off x="557325" y="3572400"/>
            <a:ext cx="281100" cy="280300"/>
            <a:chOff x="557325" y="3572400"/>
            <a:chExt cx="281100" cy="280300"/>
          </a:xfrm>
        </p:grpSpPr>
        <p:sp>
          <p:nvSpPr>
            <p:cNvPr id="5956" name="Google Shape;5956;p38"/>
            <p:cNvSpPr/>
            <p:nvPr/>
          </p:nvSpPr>
          <p:spPr>
            <a:xfrm>
              <a:off x="577125" y="3658700"/>
              <a:ext cx="96625" cy="106925"/>
            </a:xfrm>
            <a:custGeom>
              <a:rect b="b" l="l" r="r" t="t"/>
              <a:pathLst>
                <a:path extrusionOk="0" h="4277" w="3865">
                  <a:moveTo>
                    <a:pt x="2312" y="982"/>
                  </a:moveTo>
                  <a:lnTo>
                    <a:pt x="2312" y="1204"/>
                  </a:lnTo>
                  <a:cubicBezTo>
                    <a:pt x="2534" y="1299"/>
                    <a:pt x="2724" y="1521"/>
                    <a:pt x="2724" y="1774"/>
                  </a:cubicBezTo>
                  <a:lnTo>
                    <a:pt x="2312" y="1774"/>
                  </a:lnTo>
                  <a:cubicBezTo>
                    <a:pt x="2312" y="1648"/>
                    <a:pt x="2249" y="1552"/>
                    <a:pt x="2122" y="1552"/>
                  </a:cubicBezTo>
                  <a:cubicBezTo>
                    <a:pt x="2027" y="1552"/>
                    <a:pt x="1932" y="1648"/>
                    <a:pt x="1932" y="1774"/>
                  </a:cubicBezTo>
                  <a:cubicBezTo>
                    <a:pt x="1932" y="1869"/>
                    <a:pt x="2027" y="1964"/>
                    <a:pt x="2122" y="1964"/>
                  </a:cubicBezTo>
                  <a:cubicBezTo>
                    <a:pt x="2439" y="1964"/>
                    <a:pt x="2724" y="2218"/>
                    <a:pt x="2724" y="2534"/>
                  </a:cubicBezTo>
                  <a:cubicBezTo>
                    <a:pt x="2724" y="2788"/>
                    <a:pt x="2534" y="3009"/>
                    <a:pt x="2312" y="3073"/>
                  </a:cubicBezTo>
                  <a:lnTo>
                    <a:pt x="2312" y="3326"/>
                  </a:lnTo>
                  <a:lnTo>
                    <a:pt x="1932" y="3326"/>
                  </a:lnTo>
                  <a:lnTo>
                    <a:pt x="1932" y="3073"/>
                  </a:lnTo>
                  <a:cubicBezTo>
                    <a:pt x="1711" y="3009"/>
                    <a:pt x="1552" y="2788"/>
                    <a:pt x="1552" y="2534"/>
                  </a:cubicBezTo>
                  <a:lnTo>
                    <a:pt x="1932" y="2534"/>
                  </a:lnTo>
                  <a:cubicBezTo>
                    <a:pt x="1932" y="2629"/>
                    <a:pt x="2027" y="2724"/>
                    <a:pt x="2122" y="2724"/>
                  </a:cubicBezTo>
                  <a:cubicBezTo>
                    <a:pt x="2249" y="2724"/>
                    <a:pt x="2312" y="2629"/>
                    <a:pt x="2312" y="2534"/>
                  </a:cubicBezTo>
                  <a:cubicBezTo>
                    <a:pt x="2312" y="2439"/>
                    <a:pt x="2249" y="2344"/>
                    <a:pt x="2122" y="2344"/>
                  </a:cubicBezTo>
                  <a:cubicBezTo>
                    <a:pt x="1806" y="2344"/>
                    <a:pt x="1552" y="2091"/>
                    <a:pt x="1552" y="1774"/>
                  </a:cubicBezTo>
                  <a:cubicBezTo>
                    <a:pt x="1552" y="1521"/>
                    <a:pt x="1711" y="1299"/>
                    <a:pt x="1932" y="1204"/>
                  </a:cubicBezTo>
                  <a:lnTo>
                    <a:pt x="1932" y="982"/>
                  </a:lnTo>
                  <a:close/>
                  <a:moveTo>
                    <a:pt x="761" y="1077"/>
                  </a:moveTo>
                  <a:lnTo>
                    <a:pt x="1077" y="1331"/>
                  </a:lnTo>
                  <a:cubicBezTo>
                    <a:pt x="887" y="1552"/>
                    <a:pt x="792" y="1838"/>
                    <a:pt x="792" y="2154"/>
                  </a:cubicBezTo>
                  <a:cubicBezTo>
                    <a:pt x="761" y="2883"/>
                    <a:pt x="1394" y="3516"/>
                    <a:pt x="2122" y="3516"/>
                  </a:cubicBezTo>
                  <a:cubicBezTo>
                    <a:pt x="2439" y="3516"/>
                    <a:pt x="2724" y="3389"/>
                    <a:pt x="2946" y="3231"/>
                  </a:cubicBezTo>
                  <a:lnTo>
                    <a:pt x="3199" y="3516"/>
                  </a:lnTo>
                  <a:cubicBezTo>
                    <a:pt x="2882" y="3769"/>
                    <a:pt x="2534" y="3896"/>
                    <a:pt x="2122" y="3896"/>
                  </a:cubicBezTo>
                  <a:cubicBezTo>
                    <a:pt x="1172" y="3896"/>
                    <a:pt x="381" y="3104"/>
                    <a:pt x="381" y="2154"/>
                  </a:cubicBezTo>
                  <a:cubicBezTo>
                    <a:pt x="381" y="1774"/>
                    <a:pt x="507" y="1394"/>
                    <a:pt x="761" y="1077"/>
                  </a:cubicBezTo>
                  <a:close/>
                  <a:moveTo>
                    <a:pt x="2122" y="1"/>
                  </a:moveTo>
                  <a:cubicBezTo>
                    <a:pt x="951" y="32"/>
                    <a:pt x="1" y="982"/>
                    <a:pt x="1" y="2154"/>
                  </a:cubicBezTo>
                  <a:cubicBezTo>
                    <a:pt x="1" y="3326"/>
                    <a:pt x="951" y="4276"/>
                    <a:pt x="2122" y="4276"/>
                  </a:cubicBezTo>
                  <a:cubicBezTo>
                    <a:pt x="2819" y="4276"/>
                    <a:pt x="3452" y="3928"/>
                    <a:pt x="3864" y="3358"/>
                  </a:cubicBezTo>
                  <a:lnTo>
                    <a:pt x="3864" y="2154"/>
                  </a:lnTo>
                  <a:cubicBezTo>
                    <a:pt x="3864" y="2534"/>
                    <a:pt x="3737" y="2914"/>
                    <a:pt x="3516" y="3199"/>
                  </a:cubicBezTo>
                  <a:lnTo>
                    <a:pt x="3199" y="2978"/>
                  </a:lnTo>
                  <a:cubicBezTo>
                    <a:pt x="3389" y="2724"/>
                    <a:pt x="3484" y="2439"/>
                    <a:pt x="3484" y="2154"/>
                  </a:cubicBezTo>
                  <a:cubicBezTo>
                    <a:pt x="3484" y="1394"/>
                    <a:pt x="2882" y="792"/>
                    <a:pt x="2122" y="792"/>
                  </a:cubicBezTo>
                  <a:cubicBezTo>
                    <a:pt x="1837" y="792"/>
                    <a:pt x="1521" y="887"/>
                    <a:pt x="1299" y="1077"/>
                  </a:cubicBezTo>
                  <a:lnTo>
                    <a:pt x="1046" y="761"/>
                  </a:lnTo>
                  <a:cubicBezTo>
                    <a:pt x="1362" y="539"/>
                    <a:pt x="1742" y="412"/>
                    <a:pt x="2122" y="412"/>
                  </a:cubicBezTo>
                  <a:cubicBezTo>
                    <a:pt x="3072" y="412"/>
                    <a:pt x="3864" y="1172"/>
                    <a:pt x="3864" y="2154"/>
                  </a:cubicBezTo>
                  <a:lnTo>
                    <a:pt x="3864" y="919"/>
                  </a:lnTo>
                  <a:cubicBezTo>
                    <a:pt x="3452" y="349"/>
                    <a:pt x="2819" y="1"/>
                    <a:pt x="2122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7" name="Google Shape;5957;p38"/>
            <p:cNvSpPr/>
            <p:nvPr/>
          </p:nvSpPr>
          <p:spPr>
            <a:xfrm>
              <a:off x="800400" y="3717300"/>
              <a:ext cx="18225" cy="29300"/>
            </a:xfrm>
            <a:custGeom>
              <a:rect b="b" l="l" r="r" t="t"/>
              <a:pathLst>
                <a:path extrusionOk="0" h="1172" w="729">
                  <a:moveTo>
                    <a:pt x="159" y="0"/>
                  </a:moveTo>
                  <a:cubicBezTo>
                    <a:pt x="95" y="0"/>
                    <a:pt x="32" y="0"/>
                    <a:pt x="0" y="32"/>
                  </a:cubicBezTo>
                  <a:cubicBezTo>
                    <a:pt x="95" y="190"/>
                    <a:pt x="159" y="380"/>
                    <a:pt x="159" y="570"/>
                  </a:cubicBezTo>
                  <a:cubicBezTo>
                    <a:pt x="159" y="792"/>
                    <a:pt x="95" y="982"/>
                    <a:pt x="0" y="1109"/>
                  </a:cubicBezTo>
                  <a:cubicBezTo>
                    <a:pt x="32" y="1140"/>
                    <a:pt x="95" y="1172"/>
                    <a:pt x="159" y="1172"/>
                  </a:cubicBezTo>
                  <a:cubicBezTo>
                    <a:pt x="475" y="1172"/>
                    <a:pt x="729" y="887"/>
                    <a:pt x="729" y="570"/>
                  </a:cubicBezTo>
                  <a:cubicBezTo>
                    <a:pt x="729" y="254"/>
                    <a:pt x="475" y="0"/>
                    <a:pt x="159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8" name="Google Shape;5958;p38"/>
            <p:cNvSpPr/>
            <p:nvPr/>
          </p:nvSpPr>
          <p:spPr>
            <a:xfrm>
              <a:off x="790100" y="3723625"/>
              <a:ext cx="4775" cy="15850"/>
            </a:xfrm>
            <a:custGeom>
              <a:rect b="b" l="l" r="r" t="t"/>
              <a:pathLst>
                <a:path extrusionOk="0" h="634" w="191">
                  <a:moveTo>
                    <a:pt x="95" y="1"/>
                  </a:moveTo>
                  <a:cubicBezTo>
                    <a:pt x="32" y="1"/>
                    <a:pt x="0" y="159"/>
                    <a:pt x="0" y="317"/>
                  </a:cubicBezTo>
                  <a:cubicBezTo>
                    <a:pt x="0" y="507"/>
                    <a:pt x="32" y="634"/>
                    <a:pt x="95" y="634"/>
                  </a:cubicBezTo>
                  <a:cubicBezTo>
                    <a:pt x="127" y="634"/>
                    <a:pt x="190" y="507"/>
                    <a:pt x="190" y="317"/>
                  </a:cubicBezTo>
                  <a:cubicBezTo>
                    <a:pt x="190" y="159"/>
                    <a:pt x="127" y="1"/>
                    <a:pt x="95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9" name="Google Shape;5959;p38"/>
            <p:cNvSpPr/>
            <p:nvPr/>
          </p:nvSpPr>
          <p:spPr>
            <a:xfrm>
              <a:off x="557325" y="3600900"/>
              <a:ext cx="155200" cy="213000"/>
            </a:xfrm>
            <a:custGeom>
              <a:rect b="b" l="l" r="r" t="t"/>
              <a:pathLst>
                <a:path extrusionOk="0" h="8520" w="6208">
                  <a:moveTo>
                    <a:pt x="1" y="1"/>
                  </a:moveTo>
                  <a:lnTo>
                    <a:pt x="1" y="8520"/>
                  </a:lnTo>
                  <a:lnTo>
                    <a:pt x="6208" y="8520"/>
                  </a:lnTo>
                  <a:lnTo>
                    <a:pt x="6208" y="6968"/>
                  </a:lnTo>
                  <a:lnTo>
                    <a:pt x="5226" y="6968"/>
                  </a:lnTo>
                  <a:cubicBezTo>
                    <a:pt x="4909" y="6968"/>
                    <a:pt x="4656" y="6715"/>
                    <a:pt x="4656" y="6398"/>
                  </a:cubicBezTo>
                  <a:lnTo>
                    <a:pt x="4656" y="6271"/>
                  </a:lnTo>
                  <a:cubicBezTo>
                    <a:pt x="4181" y="6715"/>
                    <a:pt x="3579" y="6968"/>
                    <a:pt x="2914" y="6968"/>
                  </a:cubicBezTo>
                  <a:cubicBezTo>
                    <a:pt x="1521" y="6968"/>
                    <a:pt x="412" y="5860"/>
                    <a:pt x="412" y="4466"/>
                  </a:cubicBezTo>
                  <a:cubicBezTo>
                    <a:pt x="412" y="3073"/>
                    <a:pt x="1521" y="1933"/>
                    <a:pt x="2914" y="1933"/>
                  </a:cubicBezTo>
                  <a:cubicBezTo>
                    <a:pt x="3579" y="1933"/>
                    <a:pt x="4181" y="2218"/>
                    <a:pt x="4656" y="2661"/>
                  </a:cubicBezTo>
                  <a:lnTo>
                    <a:pt x="4656" y="2534"/>
                  </a:lnTo>
                  <a:cubicBezTo>
                    <a:pt x="4656" y="2218"/>
                    <a:pt x="4909" y="1933"/>
                    <a:pt x="5226" y="1933"/>
                  </a:cubicBezTo>
                  <a:lnTo>
                    <a:pt x="6208" y="1933"/>
                  </a:lnTo>
                  <a:lnTo>
                    <a:pt x="6208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0" name="Google Shape;5960;p38"/>
            <p:cNvSpPr/>
            <p:nvPr/>
          </p:nvSpPr>
          <p:spPr>
            <a:xfrm>
              <a:off x="557325" y="3823375"/>
              <a:ext cx="155200" cy="29325"/>
            </a:xfrm>
            <a:custGeom>
              <a:rect b="b" l="l" r="r" t="t"/>
              <a:pathLst>
                <a:path extrusionOk="0" h="1173" w="6208">
                  <a:moveTo>
                    <a:pt x="4276" y="413"/>
                  </a:moveTo>
                  <a:lnTo>
                    <a:pt x="4276" y="793"/>
                  </a:lnTo>
                  <a:lnTo>
                    <a:pt x="1964" y="793"/>
                  </a:lnTo>
                  <a:lnTo>
                    <a:pt x="1964" y="413"/>
                  </a:lnTo>
                  <a:close/>
                  <a:moveTo>
                    <a:pt x="32" y="1"/>
                  </a:moveTo>
                  <a:lnTo>
                    <a:pt x="32" y="603"/>
                  </a:lnTo>
                  <a:lnTo>
                    <a:pt x="1" y="603"/>
                  </a:lnTo>
                  <a:cubicBezTo>
                    <a:pt x="1" y="919"/>
                    <a:pt x="286" y="1173"/>
                    <a:pt x="602" y="1173"/>
                  </a:cubicBezTo>
                  <a:lnTo>
                    <a:pt x="5638" y="1173"/>
                  </a:lnTo>
                  <a:cubicBezTo>
                    <a:pt x="5955" y="1173"/>
                    <a:pt x="6208" y="919"/>
                    <a:pt x="6208" y="603"/>
                  </a:cubicBezTo>
                  <a:lnTo>
                    <a:pt x="6208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1" name="Google Shape;5961;p38"/>
            <p:cNvSpPr/>
            <p:nvPr/>
          </p:nvSpPr>
          <p:spPr>
            <a:xfrm>
              <a:off x="765550" y="3717300"/>
              <a:ext cx="19025" cy="29300"/>
            </a:xfrm>
            <a:custGeom>
              <a:rect b="b" l="l" r="r" t="t"/>
              <a:pathLst>
                <a:path extrusionOk="0" h="1172" w="761">
                  <a:moveTo>
                    <a:pt x="602" y="0"/>
                  </a:moveTo>
                  <a:cubicBezTo>
                    <a:pt x="254" y="0"/>
                    <a:pt x="1" y="254"/>
                    <a:pt x="1" y="570"/>
                  </a:cubicBezTo>
                  <a:cubicBezTo>
                    <a:pt x="1" y="887"/>
                    <a:pt x="254" y="1172"/>
                    <a:pt x="602" y="1172"/>
                  </a:cubicBezTo>
                  <a:cubicBezTo>
                    <a:pt x="634" y="1172"/>
                    <a:pt x="697" y="1140"/>
                    <a:pt x="761" y="1140"/>
                  </a:cubicBezTo>
                  <a:cubicBezTo>
                    <a:pt x="666" y="982"/>
                    <a:pt x="602" y="792"/>
                    <a:pt x="602" y="570"/>
                  </a:cubicBezTo>
                  <a:cubicBezTo>
                    <a:pt x="602" y="380"/>
                    <a:pt x="666" y="190"/>
                    <a:pt x="761" y="32"/>
                  </a:cubicBezTo>
                  <a:cubicBezTo>
                    <a:pt x="697" y="0"/>
                    <a:pt x="634" y="0"/>
                    <a:pt x="602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2" name="Google Shape;5962;p38"/>
            <p:cNvSpPr/>
            <p:nvPr/>
          </p:nvSpPr>
          <p:spPr>
            <a:xfrm>
              <a:off x="683225" y="3688000"/>
              <a:ext cx="155200" cy="77625"/>
            </a:xfrm>
            <a:custGeom>
              <a:rect b="b" l="l" r="r" t="t"/>
              <a:pathLst>
                <a:path extrusionOk="0" h="3105" w="6208">
                  <a:moveTo>
                    <a:pt x="792" y="2122"/>
                  </a:moveTo>
                  <a:lnTo>
                    <a:pt x="792" y="2534"/>
                  </a:lnTo>
                  <a:lnTo>
                    <a:pt x="412" y="2534"/>
                  </a:lnTo>
                  <a:lnTo>
                    <a:pt x="412" y="2122"/>
                  </a:lnTo>
                  <a:close/>
                  <a:moveTo>
                    <a:pt x="1552" y="2122"/>
                  </a:moveTo>
                  <a:lnTo>
                    <a:pt x="1552" y="2534"/>
                  </a:lnTo>
                  <a:lnTo>
                    <a:pt x="1172" y="2534"/>
                  </a:lnTo>
                  <a:lnTo>
                    <a:pt x="1172" y="2122"/>
                  </a:lnTo>
                  <a:close/>
                  <a:moveTo>
                    <a:pt x="2344" y="2122"/>
                  </a:moveTo>
                  <a:lnTo>
                    <a:pt x="2344" y="2534"/>
                  </a:lnTo>
                  <a:lnTo>
                    <a:pt x="1932" y="2534"/>
                  </a:lnTo>
                  <a:lnTo>
                    <a:pt x="1932" y="2122"/>
                  </a:lnTo>
                  <a:close/>
                  <a:moveTo>
                    <a:pt x="4846" y="792"/>
                  </a:moveTo>
                  <a:cubicBezTo>
                    <a:pt x="5384" y="792"/>
                    <a:pt x="5827" y="1204"/>
                    <a:pt x="5827" y="1742"/>
                  </a:cubicBezTo>
                  <a:cubicBezTo>
                    <a:pt x="5827" y="2281"/>
                    <a:pt x="5384" y="2724"/>
                    <a:pt x="4846" y="2724"/>
                  </a:cubicBezTo>
                  <a:cubicBezTo>
                    <a:pt x="4656" y="2724"/>
                    <a:pt x="4497" y="2661"/>
                    <a:pt x="4370" y="2566"/>
                  </a:cubicBezTo>
                  <a:cubicBezTo>
                    <a:pt x="4212" y="2661"/>
                    <a:pt x="4054" y="2724"/>
                    <a:pt x="3895" y="2724"/>
                  </a:cubicBezTo>
                  <a:cubicBezTo>
                    <a:pt x="3357" y="2724"/>
                    <a:pt x="2914" y="2281"/>
                    <a:pt x="2914" y="1742"/>
                  </a:cubicBezTo>
                  <a:cubicBezTo>
                    <a:pt x="2914" y="1204"/>
                    <a:pt x="3357" y="792"/>
                    <a:pt x="3895" y="792"/>
                  </a:cubicBezTo>
                  <a:cubicBezTo>
                    <a:pt x="4054" y="792"/>
                    <a:pt x="4212" y="824"/>
                    <a:pt x="4370" y="919"/>
                  </a:cubicBezTo>
                  <a:cubicBezTo>
                    <a:pt x="4497" y="824"/>
                    <a:pt x="4656" y="792"/>
                    <a:pt x="4846" y="792"/>
                  </a:cubicBezTo>
                  <a:close/>
                  <a:moveTo>
                    <a:pt x="0" y="0"/>
                  </a:moveTo>
                  <a:lnTo>
                    <a:pt x="0" y="2914"/>
                  </a:lnTo>
                  <a:cubicBezTo>
                    <a:pt x="0" y="3009"/>
                    <a:pt x="95" y="3104"/>
                    <a:pt x="190" y="3104"/>
                  </a:cubicBezTo>
                  <a:lnTo>
                    <a:pt x="6017" y="3104"/>
                  </a:lnTo>
                  <a:cubicBezTo>
                    <a:pt x="6112" y="3104"/>
                    <a:pt x="6207" y="3009"/>
                    <a:pt x="6207" y="2914"/>
                  </a:cubicBezTo>
                  <a:lnTo>
                    <a:pt x="6207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3" name="Google Shape;5963;p38"/>
            <p:cNvSpPr/>
            <p:nvPr/>
          </p:nvSpPr>
          <p:spPr>
            <a:xfrm>
              <a:off x="557325" y="3572400"/>
              <a:ext cx="155200" cy="19025"/>
            </a:xfrm>
            <a:custGeom>
              <a:rect b="b" l="l" r="r" t="t"/>
              <a:pathLst>
                <a:path extrusionOk="0" h="761" w="6208">
                  <a:moveTo>
                    <a:pt x="602" y="1"/>
                  </a:moveTo>
                  <a:cubicBezTo>
                    <a:pt x="286" y="1"/>
                    <a:pt x="1" y="254"/>
                    <a:pt x="1" y="571"/>
                  </a:cubicBezTo>
                  <a:lnTo>
                    <a:pt x="1" y="761"/>
                  </a:lnTo>
                  <a:lnTo>
                    <a:pt x="6208" y="761"/>
                  </a:lnTo>
                  <a:lnTo>
                    <a:pt x="6208" y="571"/>
                  </a:lnTo>
                  <a:cubicBezTo>
                    <a:pt x="6208" y="254"/>
                    <a:pt x="5955" y="1"/>
                    <a:pt x="5638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4" name="Google Shape;5964;p38"/>
            <p:cNvSpPr/>
            <p:nvPr/>
          </p:nvSpPr>
          <p:spPr>
            <a:xfrm>
              <a:off x="683225" y="3659500"/>
              <a:ext cx="155200" cy="19025"/>
            </a:xfrm>
            <a:custGeom>
              <a:rect b="b" l="l" r="r" t="t"/>
              <a:pathLst>
                <a:path extrusionOk="0" h="761" w="6208">
                  <a:moveTo>
                    <a:pt x="190" y="0"/>
                  </a:moveTo>
                  <a:cubicBezTo>
                    <a:pt x="95" y="0"/>
                    <a:pt x="0" y="64"/>
                    <a:pt x="0" y="190"/>
                  </a:cubicBezTo>
                  <a:lnTo>
                    <a:pt x="0" y="760"/>
                  </a:lnTo>
                  <a:lnTo>
                    <a:pt x="6207" y="760"/>
                  </a:lnTo>
                  <a:lnTo>
                    <a:pt x="6207" y="190"/>
                  </a:lnTo>
                  <a:cubicBezTo>
                    <a:pt x="6207" y="64"/>
                    <a:pt x="6112" y="0"/>
                    <a:pt x="6017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5" name="Google Shape;5965;p38"/>
            <p:cNvSpPr/>
            <p:nvPr/>
          </p:nvSpPr>
          <p:spPr>
            <a:xfrm>
              <a:off x="741800" y="3784600"/>
              <a:ext cx="48325" cy="10300"/>
            </a:xfrm>
            <a:custGeom>
              <a:rect b="b" l="l" r="r" t="t"/>
              <a:pathLst>
                <a:path extrusionOk="0" h="412" w="1933">
                  <a:moveTo>
                    <a:pt x="1" y="0"/>
                  </a:moveTo>
                  <a:lnTo>
                    <a:pt x="1" y="412"/>
                  </a:lnTo>
                  <a:lnTo>
                    <a:pt x="1932" y="412"/>
                  </a:lnTo>
                  <a:lnTo>
                    <a:pt x="1932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6" name="Google Shape;5966;p38"/>
            <p:cNvSpPr/>
            <p:nvPr/>
          </p:nvSpPr>
          <p:spPr>
            <a:xfrm>
              <a:off x="722000" y="3784600"/>
              <a:ext cx="9525" cy="10300"/>
            </a:xfrm>
            <a:custGeom>
              <a:rect b="b" l="l" r="r" t="t"/>
              <a:pathLst>
                <a:path extrusionOk="0" h="412" w="381">
                  <a:moveTo>
                    <a:pt x="1" y="0"/>
                  </a:moveTo>
                  <a:lnTo>
                    <a:pt x="1" y="412"/>
                  </a:lnTo>
                  <a:lnTo>
                    <a:pt x="381" y="4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7" name="Google Shape;5967;p38"/>
            <p:cNvSpPr/>
            <p:nvPr/>
          </p:nvSpPr>
          <p:spPr>
            <a:xfrm>
              <a:off x="751300" y="3804375"/>
              <a:ext cx="86325" cy="22200"/>
            </a:xfrm>
            <a:custGeom>
              <a:rect b="b" l="l" r="r" t="t"/>
              <a:pathLst>
                <a:path extrusionOk="0" h="888" w="3453">
                  <a:moveTo>
                    <a:pt x="1" y="1"/>
                  </a:moveTo>
                  <a:lnTo>
                    <a:pt x="1" y="381"/>
                  </a:lnTo>
                  <a:lnTo>
                    <a:pt x="2724" y="381"/>
                  </a:lnTo>
                  <a:lnTo>
                    <a:pt x="2534" y="666"/>
                  </a:lnTo>
                  <a:lnTo>
                    <a:pt x="2851" y="888"/>
                  </a:lnTo>
                  <a:lnTo>
                    <a:pt x="3453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8" name="Google Shape;5968;p38"/>
            <p:cNvSpPr/>
            <p:nvPr/>
          </p:nvSpPr>
          <p:spPr>
            <a:xfrm>
              <a:off x="770300" y="3630200"/>
              <a:ext cx="48325" cy="9525"/>
            </a:xfrm>
            <a:custGeom>
              <a:rect b="b" l="l" r="r" t="t"/>
              <a:pathLst>
                <a:path extrusionOk="0" h="381" w="1933">
                  <a:moveTo>
                    <a:pt x="1" y="1"/>
                  </a:moveTo>
                  <a:lnTo>
                    <a:pt x="1" y="381"/>
                  </a:lnTo>
                  <a:lnTo>
                    <a:pt x="1933" y="381"/>
                  </a:lnTo>
                  <a:lnTo>
                    <a:pt x="1933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9" name="Google Shape;5969;p38"/>
            <p:cNvSpPr/>
            <p:nvPr/>
          </p:nvSpPr>
          <p:spPr>
            <a:xfrm>
              <a:off x="828100" y="3630200"/>
              <a:ext cx="10325" cy="9525"/>
            </a:xfrm>
            <a:custGeom>
              <a:rect b="b" l="l" r="r" t="t"/>
              <a:pathLst>
                <a:path extrusionOk="0" h="381" w="413">
                  <a:moveTo>
                    <a:pt x="1" y="1"/>
                  </a:moveTo>
                  <a:lnTo>
                    <a:pt x="1" y="381"/>
                  </a:lnTo>
                  <a:lnTo>
                    <a:pt x="412" y="381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0" name="Google Shape;5970;p38"/>
            <p:cNvSpPr/>
            <p:nvPr/>
          </p:nvSpPr>
          <p:spPr>
            <a:xfrm>
              <a:off x="732300" y="3598525"/>
              <a:ext cx="81575" cy="22200"/>
            </a:xfrm>
            <a:custGeom>
              <a:rect b="b" l="l" r="r" t="t"/>
              <a:pathLst>
                <a:path extrusionOk="0" h="888" w="3263">
                  <a:moveTo>
                    <a:pt x="602" y="1"/>
                  </a:moveTo>
                  <a:lnTo>
                    <a:pt x="1" y="888"/>
                  </a:lnTo>
                  <a:lnTo>
                    <a:pt x="3263" y="888"/>
                  </a:lnTo>
                  <a:lnTo>
                    <a:pt x="3263" y="476"/>
                  </a:lnTo>
                  <a:lnTo>
                    <a:pt x="729" y="476"/>
                  </a:lnTo>
                  <a:lnTo>
                    <a:pt x="919" y="223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1" name="Google Shape;5971;p38"/>
          <p:cNvGrpSpPr/>
          <p:nvPr/>
        </p:nvGrpSpPr>
        <p:grpSpPr>
          <a:xfrm>
            <a:off x="8315650" y="1656375"/>
            <a:ext cx="280275" cy="280300"/>
            <a:chOff x="8315650" y="1656375"/>
            <a:chExt cx="280275" cy="280300"/>
          </a:xfrm>
        </p:grpSpPr>
        <p:sp>
          <p:nvSpPr>
            <p:cNvPr id="5972" name="Google Shape;5972;p38"/>
            <p:cNvSpPr/>
            <p:nvPr/>
          </p:nvSpPr>
          <p:spPr>
            <a:xfrm>
              <a:off x="8378175" y="1656375"/>
              <a:ext cx="174225" cy="81575"/>
            </a:xfrm>
            <a:custGeom>
              <a:rect b="b" l="l" r="r" t="t"/>
              <a:pathLst>
                <a:path extrusionOk="0" h="3263" w="6969">
                  <a:moveTo>
                    <a:pt x="5986" y="1"/>
                  </a:moveTo>
                  <a:lnTo>
                    <a:pt x="5986" y="381"/>
                  </a:lnTo>
                  <a:lnTo>
                    <a:pt x="6303" y="381"/>
                  </a:lnTo>
                  <a:lnTo>
                    <a:pt x="3801" y="2883"/>
                  </a:lnTo>
                  <a:lnTo>
                    <a:pt x="1" y="2883"/>
                  </a:lnTo>
                  <a:lnTo>
                    <a:pt x="1" y="3263"/>
                  </a:lnTo>
                  <a:lnTo>
                    <a:pt x="3960" y="3263"/>
                  </a:lnTo>
                  <a:lnTo>
                    <a:pt x="6588" y="634"/>
                  </a:lnTo>
                  <a:lnTo>
                    <a:pt x="6588" y="951"/>
                  </a:lnTo>
                  <a:lnTo>
                    <a:pt x="6968" y="951"/>
                  </a:lnTo>
                  <a:lnTo>
                    <a:pt x="6968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3" name="Google Shape;5973;p38"/>
            <p:cNvSpPr/>
            <p:nvPr/>
          </p:nvSpPr>
          <p:spPr>
            <a:xfrm>
              <a:off x="8412225" y="1810775"/>
              <a:ext cx="87125" cy="87100"/>
            </a:xfrm>
            <a:custGeom>
              <a:rect b="b" l="l" r="r" t="t"/>
              <a:pathLst>
                <a:path extrusionOk="0" h="3484" w="3485">
                  <a:moveTo>
                    <a:pt x="1933" y="380"/>
                  </a:moveTo>
                  <a:lnTo>
                    <a:pt x="1933" y="824"/>
                  </a:lnTo>
                  <a:cubicBezTo>
                    <a:pt x="2154" y="887"/>
                    <a:pt x="2313" y="1109"/>
                    <a:pt x="2313" y="1362"/>
                  </a:cubicBezTo>
                  <a:lnTo>
                    <a:pt x="1933" y="1362"/>
                  </a:lnTo>
                  <a:cubicBezTo>
                    <a:pt x="1933" y="1235"/>
                    <a:pt x="1838" y="1172"/>
                    <a:pt x="1743" y="1172"/>
                  </a:cubicBezTo>
                  <a:cubicBezTo>
                    <a:pt x="1616" y="1172"/>
                    <a:pt x="1553" y="1235"/>
                    <a:pt x="1553" y="1362"/>
                  </a:cubicBezTo>
                  <a:cubicBezTo>
                    <a:pt x="1553" y="1457"/>
                    <a:pt x="1616" y="1552"/>
                    <a:pt x="1743" y="1552"/>
                  </a:cubicBezTo>
                  <a:cubicBezTo>
                    <a:pt x="2059" y="1552"/>
                    <a:pt x="2313" y="1805"/>
                    <a:pt x="2313" y="2122"/>
                  </a:cubicBezTo>
                  <a:cubicBezTo>
                    <a:pt x="2313" y="2375"/>
                    <a:pt x="2154" y="2597"/>
                    <a:pt x="1933" y="2692"/>
                  </a:cubicBezTo>
                  <a:lnTo>
                    <a:pt x="1933" y="3104"/>
                  </a:lnTo>
                  <a:lnTo>
                    <a:pt x="1553" y="3104"/>
                  </a:lnTo>
                  <a:lnTo>
                    <a:pt x="1553" y="2692"/>
                  </a:lnTo>
                  <a:cubicBezTo>
                    <a:pt x="1299" y="2597"/>
                    <a:pt x="1141" y="2375"/>
                    <a:pt x="1141" y="2122"/>
                  </a:cubicBezTo>
                  <a:lnTo>
                    <a:pt x="1553" y="2122"/>
                  </a:lnTo>
                  <a:cubicBezTo>
                    <a:pt x="1553" y="2249"/>
                    <a:pt x="1616" y="2312"/>
                    <a:pt x="1743" y="2312"/>
                  </a:cubicBezTo>
                  <a:cubicBezTo>
                    <a:pt x="1838" y="2312"/>
                    <a:pt x="1933" y="2249"/>
                    <a:pt x="1933" y="2122"/>
                  </a:cubicBezTo>
                  <a:cubicBezTo>
                    <a:pt x="1933" y="2027"/>
                    <a:pt x="1838" y="1932"/>
                    <a:pt x="1743" y="1932"/>
                  </a:cubicBezTo>
                  <a:cubicBezTo>
                    <a:pt x="1426" y="1932"/>
                    <a:pt x="1141" y="1679"/>
                    <a:pt x="1141" y="1362"/>
                  </a:cubicBezTo>
                  <a:cubicBezTo>
                    <a:pt x="1141" y="1109"/>
                    <a:pt x="1299" y="887"/>
                    <a:pt x="1553" y="824"/>
                  </a:cubicBezTo>
                  <a:lnTo>
                    <a:pt x="1553" y="380"/>
                  </a:lnTo>
                  <a:close/>
                  <a:moveTo>
                    <a:pt x="1743" y="0"/>
                  </a:moveTo>
                  <a:cubicBezTo>
                    <a:pt x="761" y="0"/>
                    <a:pt x="1" y="792"/>
                    <a:pt x="1" y="1742"/>
                  </a:cubicBezTo>
                  <a:cubicBezTo>
                    <a:pt x="1" y="2692"/>
                    <a:pt x="761" y="3484"/>
                    <a:pt x="1743" y="3484"/>
                  </a:cubicBezTo>
                  <a:cubicBezTo>
                    <a:pt x="2693" y="3484"/>
                    <a:pt x="3484" y="2692"/>
                    <a:pt x="3484" y="1742"/>
                  </a:cubicBezTo>
                  <a:cubicBezTo>
                    <a:pt x="3484" y="792"/>
                    <a:pt x="2693" y="0"/>
                    <a:pt x="1743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4" name="Google Shape;5974;p38"/>
            <p:cNvSpPr/>
            <p:nvPr/>
          </p:nvSpPr>
          <p:spPr>
            <a:xfrm>
              <a:off x="8315650" y="1656375"/>
              <a:ext cx="280275" cy="280300"/>
            </a:xfrm>
            <a:custGeom>
              <a:rect b="b" l="l" r="r" t="t"/>
              <a:pathLst>
                <a:path extrusionOk="0" h="11212" w="11211">
                  <a:moveTo>
                    <a:pt x="5796" y="4054"/>
                  </a:moveTo>
                  <a:lnTo>
                    <a:pt x="5796" y="5416"/>
                  </a:lnTo>
                  <a:lnTo>
                    <a:pt x="5416" y="5416"/>
                  </a:lnTo>
                  <a:lnTo>
                    <a:pt x="5416" y="4054"/>
                  </a:lnTo>
                  <a:close/>
                  <a:moveTo>
                    <a:pt x="5004" y="4054"/>
                  </a:moveTo>
                  <a:lnTo>
                    <a:pt x="5004" y="5480"/>
                  </a:lnTo>
                  <a:cubicBezTo>
                    <a:pt x="4877" y="5511"/>
                    <a:pt x="4750" y="5543"/>
                    <a:pt x="4624" y="5606"/>
                  </a:cubicBezTo>
                  <a:lnTo>
                    <a:pt x="4624" y="4054"/>
                  </a:lnTo>
                  <a:close/>
                  <a:moveTo>
                    <a:pt x="6556" y="4054"/>
                  </a:moveTo>
                  <a:lnTo>
                    <a:pt x="6556" y="5606"/>
                  </a:lnTo>
                  <a:cubicBezTo>
                    <a:pt x="6429" y="5543"/>
                    <a:pt x="6302" y="5511"/>
                    <a:pt x="6176" y="5480"/>
                  </a:cubicBezTo>
                  <a:lnTo>
                    <a:pt x="6176" y="4054"/>
                  </a:lnTo>
                  <a:close/>
                  <a:moveTo>
                    <a:pt x="4244" y="4054"/>
                  </a:moveTo>
                  <a:lnTo>
                    <a:pt x="4244" y="5796"/>
                  </a:lnTo>
                  <a:cubicBezTo>
                    <a:pt x="4085" y="5891"/>
                    <a:pt x="3959" y="5986"/>
                    <a:pt x="3864" y="6113"/>
                  </a:cubicBezTo>
                  <a:lnTo>
                    <a:pt x="3864" y="4054"/>
                  </a:lnTo>
                  <a:close/>
                  <a:moveTo>
                    <a:pt x="7347" y="3548"/>
                  </a:moveTo>
                  <a:lnTo>
                    <a:pt x="7347" y="6113"/>
                  </a:lnTo>
                  <a:cubicBezTo>
                    <a:pt x="7221" y="5986"/>
                    <a:pt x="7094" y="5891"/>
                    <a:pt x="6936" y="5796"/>
                  </a:cubicBezTo>
                  <a:lnTo>
                    <a:pt x="6936" y="3928"/>
                  </a:lnTo>
                  <a:lnTo>
                    <a:pt x="7347" y="3548"/>
                  </a:lnTo>
                  <a:close/>
                  <a:moveTo>
                    <a:pt x="2692" y="5480"/>
                  </a:moveTo>
                  <a:lnTo>
                    <a:pt x="2692" y="6176"/>
                  </a:lnTo>
                  <a:lnTo>
                    <a:pt x="2280" y="6176"/>
                  </a:lnTo>
                  <a:lnTo>
                    <a:pt x="2692" y="5480"/>
                  </a:lnTo>
                  <a:close/>
                  <a:moveTo>
                    <a:pt x="8899" y="1996"/>
                  </a:moveTo>
                  <a:lnTo>
                    <a:pt x="8899" y="6176"/>
                  </a:lnTo>
                  <a:lnTo>
                    <a:pt x="8487" y="6176"/>
                  </a:lnTo>
                  <a:lnTo>
                    <a:pt x="8487" y="2376"/>
                  </a:lnTo>
                  <a:lnTo>
                    <a:pt x="8899" y="1996"/>
                  </a:lnTo>
                  <a:close/>
                  <a:moveTo>
                    <a:pt x="9659" y="1743"/>
                  </a:moveTo>
                  <a:lnTo>
                    <a:pt x="9659" y="6176"/>
                  </a:lnTo>
                  <a:lnTo>
                    <a:pt x="9279" y="6176"/>
                  </a:lnTo>
                  <a:lnTo>
                    <a:pt x="9279" y="1743"/>
                  </a:lnTo>
                  <a:close/>
                  <a:moveTo>
                    <a:pt x="1330" y="6556"/>
                  </a:moveTo>
                  <a:lnTo>
                    <a:pt x="1330" y="6936"/>
                  </a:lnTo>
                  <a:lnTo>
                    <a:pt x="760" y="6936"/>
                  </a:lnTo>
                  <a:lnTo>
                    <a:pt x="760" y="7538"/>
                  </a:lnTo>
                  <a:lnTo>
                    <a:pt x="380" y="7538"/>
                  </a:lnTo>
                  <a:lnTo>
                    <a:pt x="380" y="6556"/>
                  </a:lnTo>
                  <a:close/>
                  <a:moveTo>
                    <a:pt x="10799" y="6556"/>
                  </a:moveTo>
                  <a:lnTo>
                    <a:pt x="10799" y="7538"/>
                  </a:lnTo>
                  <a:lnTo>
                    <a:pt x="10419" y="7538"/>
                  </a:lnTo>
                  <a:lnTo>
                    <a:pt x="10419" y="6968"/>
                  </a:lnTo>
                  <a:lnTo>
                    <a:pt x="9849" y="6968"/>
                  </a:lnTo>
                  <a:lnTo>
                    <a:pt x="9849" y="6556"/>
                  </a:lnTo>
                  <a:close/>
                  <a:moveTo>
                    <a:pt x="760" y="8488"/>
                  </a:moveTo>
                  <a:lnTo>
                    <a:pt x="760" y="8900"/>
                  </a:lnTo>
                  <a:lnTo>
                    <a:pt x="380" y="8900"/>
                  </a:lnTo>
                  <a:lnTo>
                    <a:pt x="380" y="8488"/>
                  </a:lnTo>
                  <a:close/>
                  <a:moveTo>
                    <a:pt x="1520" y="8488"/>
                  </a:moveTo>
                  <a:lnTo>
                    <a:pt x="1520" y="8900"/>
                  </a:lnTo>
                  <a:lnTo>
                    <a:pt x="1140" y="8900"/>
                  </a:lnTo>
                  <a:lnTo>
                    <a:pt x="1140" y="8488"/>
                  </a:lnTo>
                  <a:close/>
                  <a:moveTo>
                    <a:pt x="2312" y="8488"/>
                  </a:moveTo>
                  <a:lnTo>
                    <a:pt x="2312" y="8900"/>
                  </a:lnTo>
                  <a:lnTo>
                    <a:pt x="1932" y="8900"/>
                  </a:lnTo>
                  <a:lnTo>
                    <a:pt x="1932" y="8488"/>
                  </a:lnTo>
                  <a:close/>
                  <a:moveTo>
                    <a:pt x="9279" y="8488"/>
                  </a:moveTo>
                  <a:lnTo>
                    <a:pt x="9279" y="8900"/>
                  </a:lnTo>
                  <a:lnTo>
                    <a:pt x="8867" y="8900"/>
                  </a:lnTo>
                  <a:lnTo>
                    <a:pt x="8867" y="8488"/>
                  </a:lnTo>
                  <a:close/>
                  <a:moveTo>
                    <a:pt x="10039" y="8488"/>
                  </a:moveTo>
                  <a:lnTo>
                    <a:pt x="10039" y="8900"/>
                  </a:lnTo>
                  <a:lnTo>
                    <a:pt x="9659" y="8900"/>
                  </a:lnTo>
                  <a:lnTo>
                    <a:pt x="9659" y="8488"/>
                  </a:lnTo>
                  <a:close/>
                  <a:moveTo>
                    <a:pt x="10831" y="8488"/>
                  </a:moveTo>
                  <a:lnTo>
                    <a:pt x="10831" y="8900"/>
                  </a:lnTo>
                  <a:lnTo>
                    <a:pt x="10419" y="8900"/>
                  </a:lnTo>
                  <a:lnTo>
                    <a:pt x="10419" y="8488"/>
                  </a:lnTo>
                  <a:close/>
                  <a:moveTo>
                    <a:pt x="5606" y="5796"/>
                  </a:moveTo>
                  <a:cubicBezTo>
                    <a:pt x="6777" y="5796"/>
                    <a:pt x="7727" y="6746"/>
                    <a:pt x="7727" y="7918"/>
                  </a:cubicBezTo>
                  <a:cubicBezTo>
                    <a:pt x="7727" y="9090"/>
                    <a:pt x="6777" y="10040"/>
                    <a:pt x="5606" y="10040"/>
                  </a:cubicBezTo>
                  <a:cubicBezTo>
                    <a:pt x="4434" y="10040"/>
                    <a:pt x="3452" y="9090"/>
                    <a:pt x="3452" y="7918"/>
                  </a:cubicBezTo>
                  <a:cubicBezTo>
                    <a:pt x="3452" y="6746"/>
                    <a:pt x="4434" y="5796"/>
                    <a:pt x="5606" y="5796"/>
                  </a:cubicBezTo>
                  <a:close/>
                  <a:moveTo>
                    <a:pt x="760" y="9850"/>
                  </a:moveTo>
                  <a:lnTo>
                    <a:pt x="760" y="10452"/>
                  </a:lnTo>
                  <a:lnTo>
                    <a:pt x="1330" y="10452"/>
                  </a:lnTo>
                  <a:lnTo>
                    <a:pt x="1330" y="10832"/>
                  </a:lnTo>
                  <a:lnTo>
                    <a:pt x="380" y="10832"/>
                  </a:lnTo>
                  <a:lnTo>
                    <a:pt x="380" y="9850"/>
                  </a:lnTo>
                  <a:close/>
                  <a:moveTo>
                    <a:pt x="8107" y="2788"/>
                  </a:moveTo>
                  <a:lnTo>
                    <a:pt x="8107" y="6176"/>
                  </a:lnTo>
                  <a:lnTo>
                    <a:pt x="7917" y="6176"/>
                  </a:lnTo>
                  <a:cubicBezTo>
                    <a:pt x="8266" y="6651"/>
                    <a:pt x="8487" y="7253"/>
                    <a:pt x="8487" y="7918"/>
                  </a:cubicBezTo>
                  <a:cubicBezTo>
                    <a:pt x="8487" y="9533"/>
                    <a:pt x="7189" y="10832"/>
                    <a:pt x="5606" y="10832"/>
                  </a:cubicBezTo>
                  <a:cubicBezTo>
                    <a:pt x="3990" y="10832"/>
                    <a:pt x="2692" y="9533"/>
                    <a:pt x="2692" y="7918"/>
                  </a:cubicBezTo>
                  <a:cubicBezTo>
                    <a:pt x="2692" y="7253"/>
                    <a:pt x="2914" y="6651"/>
                    <a:pt x="3294" y="6176"/>
                  </a:cubicBezTo>
                  <a:lnTo>
                    <a:pt x="3072" y="6176"/>
                  </a:lnTo>
                  <a:lnTo>
                    <a:pt x="3072" y="4846"/>
                  </a:lnTo>
                  <a:lnTo>
                    <a:pt x="3484" y="4213"/>
                  </a:lnTo>
                  <a:lnTo>
                    <a:pt x="3484" y="6556"/>
                  </a:lnTo>
                  <a:cubicBezTo>
                    <a:pt x="3230" y="6968"/>
                    <a:pt x="3072" y="7411"/>
                    <a:pt x="3072" y="7918"/>
                  </a:cubicBezTo>
                  <a:cubicBezTo>
                    <a:pt x="3072" y="9311"/>
                    <a:pt x="4212" y="10420"/>
                    <a:pt x="5606" y="10420"/>
                  </a:cubicBezTo>
                  <a:cubicBezTo>
                    <a:pt x="6967" y="10420"/>
                    <a:pt x="8107" y="9311"/>
                    <a:pt x="8107" y="7918"/>
                  </a:cubicBezTo>
                  <a:cubicBezTo>
                    <a:pt x="8107" y="7411"/>
                    <a:pt x="7949" y="6968"/>
                    <a:pt x="7696" y="6556"/>
                  </a:cubicBezTo>
                  <a:lnTo>
                    <a:pt x="7727" y="6556"/>
                  </a:lnTo>
                  <a:lnTo>
                    <a:pt x="7727" y="3168"/>
                  </a:lnTo>
                  <a:lnTo>
                    <a:pt x="8107" y="2788"/>
                  </a:lnTo>
                  <a:close/>
                  <a:moveTo>
                    <a:pt x="10831" y="9850"/>
                  </a:moveTo>
                  <a:lnTo>
                    <a:pt x="10831" y="10832"/>
                  </a:lnTo>
                  <a:lnTo>
                    <a:pt x="9849" y="10832"/>
                  </a:lnTo>
                  <a:lnTo>
                    <a:pt x="9849" y="10420"/>
                  </a:lnTo>
                  <a:lnTo>
                    <a:pt x="10451" y="10420"/>
                  </a:lnTo>
                  <a:lnTo>
                    <a:pt x="10451" y="9850"/>
                  </a:lnTo>
                  <a:close/>
                  <a:moveTo>
                    <a:pt x="1742" y="1"/>
                  </a:moveTo>
                  <a:lnTo>
                    <a:pt x="1742" y="761"/>
                  </a:lnTo>
                  <a:lnTo>
                    <a:pt x="950" y="761"/>
                  </a:lnTo>
                  <a:lnTo>
                    <a:pt x="950" y="1141"/>
                  </a:lnTo>
                  <a:lnTo>
                    <a:pt x="1742" y="1141"/>
                  </a:lnTo>
                  <a:lnTo>
                    <a:pt x="1742" y="1901"/>
                  </a:lnTo>
                  <a:lnTo>
                    <a:pt x="950" y="1901"/>
                  </a:lnTo>
                  <a:lnTo>
                    <a:pt x="950" y="2313"/>
                  </a:lnTo>
                  <a:lnTo>
                    <a:pt x="1742" y="2313"/>
                  </a:lnTo>
                  <a:lnTo>
                    <a:pt x="1742" y="3073"/>
                  </a:lnTo>
                  <a:lnTo>
                    <a:pt x="950" y="3073"/>
                  </a:lnTo>
                  <a:lnTo>
                    <a:pt x="950" y="3453"/>
                  </a:lnTo>
                  <a:lnTo>
                    <a:pt x="1742" y="3453"/>
                  </a:lnTo>
                  <a:lnTo>
                    <a:pt x="1742" y="4244"/>
                  </a:lnTo>
                  <a:lnTo>
                    <a:pt x="950" y="4244"/>
                  </a:lnTo>
                  <a:lnTo>
                    <a:pt x="950" y="4624"/>
                  </a:lnTo>
                  <a:lnTo>
                    <a:pt x="1742" y="4624"/>
                  </a:lnTo>
                  <a:lnTo>
                    <a:pt x="1742" y="5385"/>
                  </a:lnTo>
                  <a:lnTo>
                    <a:pt x="950" y="5385"/>
                  </a:lnTo>
                  <a:lnTo>
                    <a:pt x="950" y="5796"/>
                  </a:lnTo>
                  <a:lnTo>
                    <a:pt x="1742" y="5796"/>
                  </a:lnTo>
                  <a:lnTo>
                    <a:pt x="1742" y="6176"/>
                  </a:lnTo>
                  <a:lnTo>
                    <a:pt x="0" y="6176"/>
                  </a:lnTo>
                  <a:lnTo>
                    <a:pt x="0" y="11212"/>
                  </a:lnTo>
                  <a:lnTo>
                    <a:pt x="11211" y="11212"/>
                  </a:lnTo>
                  <a:lnTo>
                    <a:pt x="11211" y="6176"/>
                  </a:lnTo>
                  <a:lnTo>
                    <a:pt x="10039" y="6176"/>
                  </a:lnTo>
                  <a:lnTo>
                    <a:pt x="10039" y="1331"/>
                  </a:lnTo>
                  <a:lnTo>
                    <a:pt x="8994" y="1331"/>
                  </a:lnTo>
                  <a:lnTo>
                    <a:pt x="6682" y="3674"/>
                  </a:lnTo>
                  <a:lnTo>
                    <a:pt x="3357" y="3674"/>
                  </a:lnTo>
                  <a:lnTo>
                    <a:pt x="2122" y="5701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5" name="Google Shape;5975;p38"/>
          <p:cNvGrpSpPr/>
          <p:nvPr/>
        </p:nvGrpSpPr>
        <p:grpSpPr>
          <a:xfrm>
            <a:off x="572675" y="2197375"/>
            <a:ext cx="274324" cy="274330"/>
            <a:chOff x="572675" y="2197375"/>
            <a:chExt cx="274324" cy="274330"/>
          </a:xfrm>
        </p:grpSpPr>
        <p:sp>
          <p:nvSpPr>
            <p:cNvPr id="5976" name="Google Shape;5976;p38"/>
            <p:cNvSpPr/>
            <p:nvPr/>
          </p:nvSpPr>
          <p:spPr>
            <a:xfrm>
              <a:off x="591999" y="2442996"/>
              <a:ext cx="89646" cy="10105"/>
            </a:xfrm>
            <a:custGeom>
              <a:rect b="b" l="l" r="r" t="t"/>
              <a:pathLst>
                <a:path extrusionOk="0" h="413" w="3674">
                  <a:moveTo>
                    <a:pt x="0" y="1"/>
                  </a:moveTo>
                  <a:lnTo>
                    <a:pt x="0" y="413"/>
                  </a:lnTo>
                  <a:lnTo>
                    <a:pt x="3674" y="413"/>
                  </a:lnTo>
                  <a:lnTo>
                    <a:pt x="3674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7" name="Google Shape;5977;p38"/>
            <p:cNvSpPr/>
            <p:nvPr/>
          </p:nvSpPr>
          <p:spPr>
            <a:xfrm>
              <a:off x="581947" y="2424401"/>
              <a:ext cx="90426" cy="9322"/>
            </a:xfrm>
            <a:custGeom>
              <a:rect b="b" l="l" r="r" t="t"/>
              <a:pathLst>
                <a:path extrusionOk="0" h="381" w="3706">
                  <a:moveTo>
                    <a:pt x="0" y="1"/>
                  </a:moveTo>
                  <a:lnTo>
                    <a:pt x="0" y="381"/>
                  </a:lnTo>
                  <a:lnTo>
                    <a:pt x="3706" y="381"/>
                  </a:lnTo>
                  <a:lnTo>
                    <a:pt x="3706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8" name="Google Shape;5978;p38"/>
            <p:cNvSpPr/>
            <p:nvPr/>
          </p:nvSpPr>
          <p:spPr>
            <a:xfrm>
              <a:off x="572675" y="2386453"/>
              <a:ext cx="89670" cy="9322"/>
            </a:xfrm>
            <a:custGeom>
              <a:rect b="b" l="l" r="r" t="t"/>
              <a:pathLst>
                <a:path extrusionOk="0" h="381" w="3675">
                  <a:moveTo>
                    <a:pt x="0" y="0"/>
                  </a:moveTo>
                  <a:lnTo>
                    <a:pt x="0" y="380"/>
                  </a:lnTo>
                  <a:lnTo>
                    <a:pt x="3674" y="380"/>
                  </a:lnTo>
                  <a:lnTo>
                    <a:pt x="3674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9" name="Google Shape;5979;p38"/>
            <p:cNvSpPr/>
            <p:nvPr/>
          </p:nvSpPr>
          <p:spPr>
            <a:xfrm>
              <a:off x="747300" y="2272537"/>
              <a:ext cx="10077" cy="37998"/>
            </a:xfrm>
            <a:custGeom>
              <a:rect b="b" l="l" r="r" t="t"/>
              <a:pathLst>
                <a:path extrusionOk="0" h="1553" w="413">
                  <a:moveTo>
                    <a:pt x="1" y="1"/>
                  </a:moveTo>
                  <a:lnTo>
                    <a:pt x="1" y="1552"/>
                  </a:lnTo>
                  <a:lnTo>
                    <a:pt x="412" y="1552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0" name="Google Shape;5980;p38"/>
            <p:cNvSpPr/>
            <p:nvPr/>
          </p:nvSpPr>
          <p:spPr>
            <a:xfrm>
              <a:off x="582727" y="2405048"/>
              <a:ext cx="89646" cy="10081"/>
            </a:xfrm>
            <a:custGeom>
              <a:rect b="b" l="l" r="r" t="t"/>
              <a:pathLst>
                <a:path extrusionOk="0" h="412" w="3674">
                  <a:moveTo>
                    <a:pt x="0" y="0"/>
                  </a:moveTo>
                  <a:lnTo>
                    <a:pt x="0" y="412"/>
                  </a:lnTo>
                  <a:lnTo>
                    <a:pt x="3674" y="412"/>
                  </a:lnTo>
                  <a:lnTo>
                    <a:pt x="3674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1" name="Google Shape;5981;p38"/>
            <p:cNvSpPr/>
            <p:nvPr/>
          </p:nvSpPr>
          <p:spPr>
            <a:xfrm>
              <a:off x="714849" y="2197375"/>
              <a:ext cx="132150" cy="132540"/>
            </a:xfrm>
            <a:custGeom>
              <a:rect b="b" l="l" r="r" t="t"/>
              <a:pathLst>
                <a:path extrusionOk="0" h="5417" w="5416">
                  <a:moveTo>
                    <a:pt x="1" y="1"/>
                  </a:moveTo>
                  <a:lnTo>
                    <a:pt x="1" y="5416"/>
                  </a:lnTo>
                  <a:lnTo>
                    <a:pt x="5416" y="5416"/>
                  </a:lnTo>
                  <a:cubicBezTo>
                    <a:pt x="5384" y="4973"/>
                    <a:pt x="5321" y="4561"/>
                    <a:pt x="5226" y="4149"/>
                  </a:cubicBezTo>
                  <a:lnTo>
                    <a:pt x="5226" y="5004"/>
                  </a:lnTo>
                  <a:lnTo>
                    <a:pt x="381" y="5004"/>
                  </a:lnTo>
                  <a:lnTo>
                    <a:pt x="381" y="4624"/>
                  </a:lnTo>
                  <a:lnTo>
                    <a:pt x="951" y="4624"/>
                  </a:lnTo>
                  <a:lnTo>
                    <a:pt x="951" y="2693"/>
                  </a:lnTo>
                  <a:lnTo>
                    <a:pt x="2122" y="2693"/>
                  </a:lnTo>
                  <a:lnTo>
                    <a:pt x="2122" y="4624"/>
                  </a:lnTo>
                  <a:lnTo>
                    <a:pt x="2502" y="4624"/>
                  </a:lnTo>
                  <a:lnTo>
                    <a:pt x="2502" y="2123"/>
                  </a:lnTo>
                  <a:lnTo>
                    <a:pt x="3674" y="2123"/>
                  </a:lnTo>
                  <a:lnTo>
                    <a:pt x="3674" y="4624"/>
                  </a:lnTo>
                  <a:lnTo>
                    <a:pt x="4054" y="4624"/>
                  </a:lnTo>
                  <a:lnTo>
                    <a:pt x="4054" y="1933"/>
                  </a:lnTo>
                  <a:cubicBezTo>
                    <a:pt x="3041" y="761"/>
                    <a:pt x="1552" y="32"/>
                    <a:pt x="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2" name="Google Shape;5982;p38"/>
            <p:cNvSpPr/>
            <p:nvPr/>
          </p:nvSpPr>
          <p:spPr>
            <a:xfrm>
              <a:off x="785167" y="2258591"/>
              <a:ext cx="10077" cy="51945"/>
            </a:xfrm>
            <a:custGeom>
              <a:rect b="b" l="l" r="r" t="t"/>
              <a:pathLst>
                <a:path extrusionOk="0" h="2123" w="413">
                  <a:moveTo>
                    <a:pt x="0" y="1"/>
                  </a:moveTo>
                  <a:lnTo>
                    <a:pt x="0" y="2122"/>
                  </a:lnTo>
                  <a:lnTo>
                    <a:pt x="412" y="2122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3" name="Google Shape;5983;p38"/>
            <p:cNvSpPr/>
            <p:nvPr/>
          </p:nvSpPr>
          <p:spPr>
            <a:xfrm>
              <a:off x="823035" y="2234564"/>
              <a:ext cx="10053" cy="75972"/>
            </a:xfrm>
            <a:custGeom>
              <a:rect b="b" l="l" r="r" t="t"/>
              <a:pathLst>
                <a:path extrusionOk="0" h="3105" w="412">
                  <a:moveTo>
                    <a:pt x="0" y="1"/>
                  </a:moveTo>
                  <a:lnTo>
                    <a:pt x="0" y="3104"/>
                  </a:lnTo>
                  <a:lnTo>
                    <a:pt x="412" y="3104"/>
                  </a:lnTo>
                  <a:lnTo>
                    <a:pt x="412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4" name="Google Shape;5984;p38"/>
            <p:cNvSpPr/>
            <p:nvPr/>
          </p:nvSpPr>
          <p:spPr>
            <a:xfrm>
              <a:off x="591999" y="2367076"/>
              <a:ext cx="89646" cy="10081"/>
            </a:xfrm>
            <a:custGeom>
              <a:rect b="b" l="l" r="r" t="t"/>
              <a:pathLst>
                <a:path extrusionOk="0" h="412" w="3674">
                  <a:moveTo>
                    <a:pt x="0" y="0"/>
                  </a:moveTo>
                  <a:lnTo>
                    <a:pt x="0" y="412"/>
                  </a:lnTo>
                  <a:lnTo>
                    <a:pt x="3674" y="412"/>
                  </a:lnTo>
                  <a:lnTo>
                    <a:pt x="3674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5" name="Google Shape;5985;p38"/>
            <p:cNvSpPr/>
            <p:nvPr/>
          </p:nvSpPr>
          <p:spPr>
            <a:xfrm>
              <a:off x="714849" y="2339184"/>
              <a:ext cx="132150" cy="132516"/>
            </a:xfrm>
            <a:custGeom>
              <a:rect b="b" l="l" r="r" t="t"/>
              <a:pathLst>
                <a:path extrusionOk="0" h="5416" w="5416">
                  <a:moveTo>
                    <a:pt x="1552" y="1552"/>
                  </a:moveTo>
                  <a:lnTo>
                    <a:pt x="1552" y="1932"/>
                  </a:lnTo>
                  <a:lnTo>
                    <a:pt x="1141" y="1932"/>
                  </a:lnTo>
                  <a:lnTo>
                    <a:pt x="1141" y="1552"/>
                  </a:lnTo>
                  <a:close/>
                  <a:moveTo>
                    <a:pt x="2692" y="1552"/>
                  </a:moveTo>
                  <a:lnTo>
                    <a:pt x="2692" y="1932"/>
                  </a:lnTo>
                  <a:lnTo>
                    <a:pt x="2312" y="1932"/>
                  </a:lnTo>
                  <a:lnTo>
                    <a:pt x="2312" y="1552"/>
                  </a:lnTo>
                  <a:close/>
                  <a:moveTo>
                    <a:pt x="3864" y="1552"/>
                  </a:moveTo>
                  <a:lnTo>
                    <a:pt x="3864" y="1932"/>
                  </a:lnTo>
                  <a:lnTo>
                    <a:pt x="3484" y="1932"/>
                  </a:lnTo>
                  <a:lnTo>
                    <a:pt x="3484" y="1552"/>
                  </a:lnTo>
                  <a:close/>
                  <a:moveTo>
                    <a:pt x="1" y="0"/>
                  </a:moveTo>
                  <a:lnTo>
                    <a:pt x="1" y="5416"/>
                  </a:lnTo>
                  <a:cubicBezTo>
                    <a:pt x="2946" y="5321"/>
                    <a:pt x="5289" y="2945"/>
                    <a:pt x="5416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6" name="Google Shape;5986;p38"/>
            <p:cNvSpPr/>
            <p:nvPr/>
          </p:nvSpPr>
          <p:spPr>
            <a:xfrm>
              <a:off x="572675" y="2197375"/>
              <a:ext cx="132150" cy="274330"/>
            </a:xfrm>
            <a:custGeom>
              <a:rect b="b" l="l" r="r" t="t"/>
              <a:pathLst>
                <a:path extrusionOk="0" h="11212" w="5416">
                  <a:moveTo>
                    <a:pt x="3104" y="2313"/>
                  </a:moveTo>
                  <a:lnTo>
                    <a:pt x="3104" y="2693"/>
                  </a:lnTo>
                  <a:lnTo>
                    <a:pt x="3294" y="2693"/>
                  </a:lnTo>
                  <a:cubicBezTo>
                    <a:pt x="3737" y="2693"/>
                    <a:pt x="4086" y="3041"/>
                    <a:pt x="4086" y="3453"/>
                  </a:cubicBezTo>
                  <a:lnTo>
                    <a:pt x="3674" y="3453"/>
                  </a:lnTo>
                  <a:cubicBezTo>
                    <a:pt x="3674" y="3263"/>
                    <a:pt x="3516" y="3073"/>
                    <a:pt x="3294" y="3073"/>
                  </a:cubicBezTo>
                  <a:lnTo>
                    <a:pt x="2534" y="3073"/>
                  </a:lnTo>
                  <a:cubicBezTo>
                    <a:pt x="2312" y="3073"/>
                    <a:pt x="2154" y="3263"/>
                    <a:pt x="2154" y="3453"/>
                  </a:cubicBezTo>
                  <a:cubicBezTo>
                    <a:pt x="2154" y="3674"/>
                    <a:pt x="2312" y="3864"/>
                    <a:pt x="2534" y="3864"/>
                  </a:cubicBezTo>
                  <a:lnTo>
                    <a:pt x="3294" y="3864"/>
                  </a:lnTo>
                  <a:cubicBezTo>
                    <a:pt x="3737" y="3864"/>
                    <a:pt x="4086" y="4213"/>
                    <a:pt x="4086" y="4624"/>
                  </a:cubicBezTo>
                  <a:cubicBezTo>
                    <a:pt x="4086" y="5068"/>
                    <a:pt x="3737" y="5416"/>
                    <a:pt x="3294" y="5416"/>
                  </a:cubicBezTo>
                  <a:lnTo>
                    <a:pt x="3104" y="5416"/>
                  </a:lnTo>
                  <a:lnTo>
                    <a:pt x="3104" y="5796"/>
                  </a:lnTo>
                  <a:lnTo>
                    <a:pt x="2724" y="5796"/>
                  </a:lnTo>
                  <a:lnTo>
                    <a:pt x="2724" y="5416"/>
                  </a:lnTo>
                  <a:lnTo>
                    <a:pt x="2534" y="5416"/>
                  </a:lnTo>
                  <a:cubicBezTo>
                    <a:pt x="2091" y="5416"/>
                    <a:pt x="1742" y="5068"/>
                    <a:pt x="1742" y="4624"/>
                  </a:cubicBezTo>
                  <a:lnTo>
                    <a:pt x="2154" y="4624"/>
                  </a:lnTo>
                  <a:cubicBezTo>
                    <a:pt x="2154" y="4846"/>
                    <a:pt x="2312" y="5004"/>
                    <a:pt x="2534" y="5004"/>
                  </a:cubicBezTo>
                  <a:lnTo>
                    <a:pt x="3294" y="5004"/>
                  </a:lnTo>
                  <a:cubicBezTo>
                    <a:pt x="3516" y="5004"/>
                    <a:pt x="3706" y="4846"/>
                    <a:pt x="3706" y="4624"/>
                  </a:cubicBezTo>
                  <a:cubicBezTo>
                    <a:pt x="3674" y="4403"/>
                    <a:pt x="3516" y="4244"/>
                    <a:pt x="3294" y="4244"/>
                  </a:cubicBezTo>
                  <a:lnTo>
                    <a:pt x="2534" y="4244"/>
                  </a:lnTo>
                  <a:cubicBezTo>
                    <a:pt x="2091" y="4244"/>
                    <a:pt x="1742" y="3896"/>
                    <a:pt x="1742" y="3453"/>
                  </a:cubicBezTo>
                  <a:cubicBezTo>
                    <a:pt x="1742" y="3041"/>
                    <a:pt x="2091" y="2693"/>
                    <a:pt x="2534" y="2693"/>
                  </a:cubicBezTo>
                  <a:lnTo>
                    <a:pt x="2724" y="2693"/>
                  </a:lnTo>
                  <a:lnTo>
                    <a:pt x="2724" y="2313"/>
                  </a:lnTo>
                  <a:close/>
                  <a:moveTo>
                    <a:pt x="5416" y="1"/>
                  </a:moveTo>
                  <a:cubicBezTo>
                    <a:pt x="2439" y="96"/>
                    <a:pt x="0" y="2566"/>
                    <a:pt x="0" y="5606"/>
                  </a:cubicBezTo>
                  <a:cubicBezTo>
                    <a:pt x="0" y="6208"/>
                    <a:pt x="95" y="6778"/>
                    <a:pt x="285" y="7348"/>
                  </a:cubicBezTo>
                  <a:lnTo>
                    <a:pt x="380" y="7348"/>
                  </a:lnTo>
                  <a:lnTo>
                    <a:pt x="380" y="6936"/>
                  </a:lnTo>
                  <a:cubicBezTo>
                    <a:pt x="380" y="6746"/>
                    <a:pt x="570" y="6556"/>
                    <a:pt x="792" y="6556"/>
                  </a:cubicBezTo>
                  <a:lnTo>
                    <a:pt x="4466" y="6556"/>
                  </a:lnTo>
                  <a:cubicBezTo>
                    <a:pt x="4687" y="6556"/>
                    <a:pt x="4846" y="6746"/>
                    <a:pt x="4846" y="6936"/>
                  </a:cubicBezTo>
                  <a:lnTo>
                    <a:pt x="4846" y="7348"/>
                  </a:lnTo>
                  <a:cubicBezTo>
                    <a:pt x="4846" y="7538"/>
                    <a:pt x="4687" y="7728"/>
                    <a:pt x="4466" y="7728"/>
                  </a:cubicBezTo>
                  <a:lnTo>
                    <a:pt x="4086" y="7728"/>
                  </a:lnTo>
                  <a:lnTo>
                    <a:pt x="4086" y="8108"/>
                  </a:lnTo>
                  <a:cubicBezTo>
                    <a:pt x="4276" y="8108"/>
                    <a:pt x="4466" y="8298"/>
                    <a:pt x="4466" y="8488"/>
                  </a:cubicBezTo>
                  <a:lnTo>
                    <a:pt x="4466" y="8900"/>
                  </a:lnTo>
                  <a:cubicBezTo>
                    <a:pt x="4466" y="8963"/>
                    <a:pt x="4434" y="9026"/>
                    <a:pt x="4402" y="9090"/>
                  </a:cubicBezTo>
                  <a:cubicBezTo>
                    <a:pt x="4434" y="9121"/>
                    <a:pt x="4466" y="9216"/>
                    <a:pt x="4466" y="9280"/>
                  </a:cubicBezTo>
                  <a:lnTo>
                    <a:pt x="4466" y="9660"/>
                  </a:lnTo>
                  <a:cubicBezTo>
                    <a:pt x="4687" y="9660"/>
                    <a:pt x="4846" y="9850"/>
                    <a:pt x="4846" y="10040"/>
                  </a:cubicBezTo>
                  <a:lnTo>
                    <a:pt x="4846" y="10452"/>
                  </a:lnTo>
                  <a:cubicBezTo>
                    <a:pt x="4846" y="10642"/>
                    <a:pt x="4687" y="10832"/>
                    <a:pt x="4466" y="10832"/>
                  </a:cubicBezTo>
                  <a:lnTo>
                    <a:pt x="4466" y="11085"/>
                  </a:lnTo>
                  <a:cubicBezTo>
                    <a:pt x="4782" y="11148"/>
                    <a:pt x="5099" y="11212"/>
                    <a:pt x="5416" y="11212"/>
                  </a:cubicBezTo>
                  <a:lnTo>
                    <a:pt x="5416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0" name="Shape 5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1" name="Google Shape;5991;p39"/>
          <p:cNvSpPr/>
          <p:nvPr/>
        </p:nvSpPr>
        <p:spPr>
          <a:xfrm>
            <a:off x="1603263" y="4058457"/>
            <a:ext cx="38001" cy="61367"/>
          </a:xfrm>
          <a:custGeom>
            <a:rect b="b" l="l" r="r" t="t"/>
            <a:pathLst>
              <a:path extrusionOk="0" h="1996" w="1236">
                <a:moveTo>
                  <a:pt x="634" y="0"/>
                </a:moveTo>
                <a:cubicBezTo>
                  <a:pt x="286" y="0"/>
                  <a:pt x="1" y="285"/>
                  <a:pt x="1" y="602"/>
                </a:cubicBezTo>
                <a:lnTo>
                  <a:pt x="1" y="1394"/>
                </a:lnTo>
                <a:cubicBezTo>
                  <a:pt x="1" y="1710"/>
                  <a:pt x="286" y="1995"/>
                  <a:pt x="634" y="1995"/>
                </a:cubicBezTo>
                <a:cubicBezTo>
                  <a:pt x="951" y="1995"/>
                  <a:pt x="1236" y="1710"/>
                  <a:pt x="1236" y="1394"/>
                </a:cubicBezTo>
                <a:lnTo>
                  <a:pt x="1236" y="602"/>
                </a:lnTo>
                <a:cubicBezTo>
                  <a:pt x="1236" y="285"/>
                  <a:pt x="951" y="0"/>
                  <a:pt x="634" y="0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2" name="Google Shape;5992;p39"/>
          <p:cNvSpPr/>
          <p:nvPr/>
        </p:nvSpPr>
        <p:spPr>
          <a:xfrm>
            <a:off x="1603263" y="3485924"/>
            <a:ext cx="38001" cy="518023"/>
          </a:xfrm>
          <a:custGeom>
            <a:rect b="b" l="l" r="r" t="t"/>
            <a:pathLst>
              <a:path extrusionOk="0" h="16849" w="1236">
                <a:moveTo>
                  <a:pt x="634" y="1"/>
                </a:moveTo>
                <a:cubicBezTo>
                  <a:pt x="286" y="1"/>
                  <a:pt x="1" y="286"/>
                  <a:pt x="1" y="634"/>
                </a:cubicBezTo>
                <a:lnTo>
                  <a:pt x="1" y="2281"/>
                </a:lnTo>
                <a:cubicBezTo>
                  <a:pt x="1" y="2629"/>
                  <a:pt x="286" y="2914"/>
                  <a:pt x="634" y="2914"/>
                </a:cubicBezTo>
                <a:cubicBezTo>
                  <a:pt x="951" y="2914"/>
                  <a:pt x="1236" y="2629"/>
                  <a:pt x="1236" y="2281"/>
                </a:cubicBezTo>
                <a:lnTo>
                  <a:pt x="1236" y="634"/>
                </a:lnTo>
                <a:cubicBezTo>
                  <a:pt x="1236" y="286"/>
                  <a:pt x="951" y="1"/>
                  <a:pt x="634" y="1"/>
                </a:cubicBezTo>
                <a:close/>
                <a:moveTo>
                  <a:pt x="634" y="4656"/>
                </a:moveTo>
                <a:cubicBezTo>
                  <a:pt x="286" y="4656"/>
                  <a:pt x="1" y="4941"/>
                  <a:pt x="1" y="5290"/>
                </a:cubicBezTo>
                <a:lnTo>
                  <a:pt x="1" y="6936"/>
                </a:lnTo>
                <a:cubicBezTo>
                  <a:pt x="1" y="7285"/>
                  <a:pt x="286" y="7538"/>
                  <a:pt x="634" y="7538"/>
                </a:cubicBezTo>
                <a:cubicBezTo>
                  <a:pt x="951" y="7538"/>
                  <a:pt x="1236" y="7285"/>
                  <a:pt x="1236" y="6936"/>
                </a:cubicBezTo>
                <a:lnTo>
                  <a:pt x="1236" y="5290"/>
                </a:lnTo>
                <a:cubicBezTo>
                  <a:pt x="1236" y="4941"/>
                  <a:pt x="951" y="4656"/>
                  <a:pt x="634" y="4656"/>
                </a:cubicBezTo>
                <a:close/>
                <a:moveTo>
                  <a:pt x="634" y="9311"/>
                </a:moveTo>
                <a:cubicBezTo>
                  <a:pt x="286" y="9311"/>
                  <a:pt x="1" y="9597"/>
                  <a:pt x="1" y="9945"/>
                </a:cubicBezTo>
                <a:lnTo>
                  <a:pt x="1" y="11592"/>
                </a:lnTo>
                <a:cubicBezTo>
                  <a:pt x="1" y="11940"/>
                  <a:pt x="286" y="12193"/>
                  <a:pt x="634" y="12193"/>
                </a:cubicBezTo>
                <a:cubicBezTo>
                  <a:pt x="951" y="12193"/>
                  <a:pt x="1236" y="11940"/>
                  <a:pt x="1236" y="11592"/>
                </a:cubicBezTo>
                <a:lnTo>
                  <a:pt x="1236" y="9945"/>
                </a:lnTo>
                <a:cubicBezTo>
                  <a:pt x="1236" y="9597"/>
                  <a:pt x="951" y="9311"/>
                  <a:pt x="634" y="9311"/>
                </a:cubicBezTo>
                <a:close/>
                <a:moveTo>
                  <a:pt x="634" y="13967"/>
                </a:moveTo>
                <a:cubicBezTo>
                  <a:pt x="286" y="13967"/>
                  <a:pt x="1" y="14252"/>
                  <a:pt x="1" y="14569"/>
                </a:cubicBezTo>
                <a:lnTo>
                  <a:pt x="1" y="16247"/>
                </a:lnTo>
                <a:cubicBezTo>
                  <a:pt x="1" y="16595"/>
                  <a:pt x="286" y="16849"/>
                  <a:pt x="634" y="16849"/>
                </a:cubicBezTo>
                <a:cubicBezTo>
                  <a:pt x="951" y="16849"/>
                  <a:pt x="1236" y="16595"/>
                  <a:pt x="1236" y="16247"/>
                </a:cubicBezTo>
                <a:lnTo>
                  <a:pt x="1236" y="14569"/>
                </a:lnTo>
                <a:cubicBezTo>
                  <a:pt x="1236" y="14252"/>
                  <a:pt x="951" y="13967"/>
                  <a:pt x="634" y="13967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3" name="Google Shape;5993;p39"/>
          <p:cNvSpPr/>
          <p:nvPr/>
        </p:nvSpPr>
        <p:spPr>
          <a:xfrm>
            <a:off x="1603263" y="3371030"/>
            <a:ext cx="38001" cy="61398"/>
          </a:xfrm>
          <a:custGeom>
            <a:rect b="b" l="l" r="r" t="t"/>
            <a:pathLst>
              <a:path extrusionOk="0" h="1997" w="1236">
                <a:moveTo>
                  <a:pt x="634" y="1"/>
                </a:moveTo>
                <a:cubicBezTo>
                  <a:pt x="286" y="1"/>
                  <a:pt x="1" y="254"/>
                  <a:pt x="1" y="603"/>
                </a:cubicBezTo>
                <a:lnTo>
                  <a:pt x="1" y="1363"/>
                </a:lnTo>
                <a:cubicBezTo>
                  <a:pt x="1" y="1711"/>
                  <a:pt x="286" y="1996"/>
                  <a:pt x="634" y="1996"/>
                </a:cubicBezTo>
                <a:cubicBezTo>
                  <a:pt x="951" y="1996"/>
                  <a:pt x="1236" y="1711"/>
                  <a:pt x="1236" y="1363"/>
                </a:cubicBezTo>
                <a:lnTo>
                  <a:pt x="1236" y="603"/>
                </a:lnTo>
                <a:cubicBezTo>
                  <a:pt x="1236" y="254"/>
                  <a:pt x="951" y="1"/>
                  <a:pt x="634" y="1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4" name="Google Shape;5994;p39"/>
          <p:cNvSpPr/>
          <p:nvPr/>
        </p:nvSpPr>
        <p:spPr>
          <a:xfrm>
            <a:off x="1609104" y="2563881"/>
            <a:ext cx="28285" cy="740001"/>
          </a:xfrm>
          <a:custGeom>
            <a:rect b="b" l="l" r="r" t="t"/>
            <a:pathLst>
              <a:path extrusionOk="0" h="24069" w="920">
                <a:moveTo>
                  <a:pt x="476" y="0"/>
                </a:moveTo>
                <a:cubicBezTo>
                  <a:pt x="223" y="0"/>
                  <a:pt x="1" y="222"/>
                  <a:pt x="1" y="475"/>
                </a:cubicBezTo>
                <a:lnTo>
                  <a:pt x="1" y="23594"/>
                </a:lnTo>
                <a:cubicBezTo>
                  <a:pt x="1" y="23847"/>
                  <a:pt x="223" y="24069"/>
                  <a:pt x="476" y="24069"/>
                </a:cubicBezTo>
                <a:cubicBezTo>
                  <a:pt x="729" y="24069"/>
                  <a:pt x="919" y="23847"/>
                  <a:pt x="919" y="23594"/>
                </a:cubicBezTo>
                <a:lnTo>
                  <a:pt x="919" y="475"/>
                </a:lnTo>
                <a:cubicBezTo>
                  <a:pt x="919" y="222"/>
                  <a:pt x="729" y="0"/>
                  <a:pt x="476" y="0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5" name="Google Shape;5995;p39"/>
          <p:cNvSpPr/>
          <p:nvPr/>
        </p:nvSpPr>
        <p:spPr>
          <a:xfrm>
            <a:off x="962598" y="1819022"/>
            <a:ext cx="1319360" cy="1019473"/>
          </a:xfrm>
          <a:custGeom>
            <a:rect b="b" l="l" r="r" t="t"/>
            <a:pathLst>
              <a:path extrusionOk="0" h="33159" w="42913">
                <a:moveTo>
                  <a:pt x="5068" y="1"/>
                </a:moveTo>
                <a:cubicBezTo>
                  <a:pt x="2281" y="1"/>
                  <a:pt x="1" y="2281"/>
                  <a:pt x="1" y="5068"/>
                </a:cubicBezTo>
                <a:lnTo>
                  <a:pt x="1" y="28091"/>
                </a:lnTo>
                <a:cubicBezTo>
                  <a:pt x="1" y="30910"/>
                  <a:pt x="2281" y="33158"/>
                  <a:pt x="5068" y="33158"/>
                </a:cubicBezTo>
                <a:lnTo>
                  <a:pt x="37877" y="33158"/>
                </a:lnTo>
                <a:cubicBezTo>
                  <a:pt x="40664" y="33158"/>
                  <a:pt x="42912" y="30910"/>
                  <a:pt x="42912" y="28123"/>
                </a:cubicBezTo>
                <a:lnTo>
                  <a:pt x="42912" y="5068"/>
                </a:lnTo>
                <a:cubicBezTo>
                  <a:pt x="42912" y="2281"/>
                  <a:pt x="40664" y="1"/>
                  <a:pt x="37877" y="1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6" name="Google Shape;5996;p39"/>
          <p:cNvSpPr/>
          <p:nvPr/>
        </p:nvSpPr>
        <p:spPr>
          <a:xfrm>
            <a:off x="990822" y="2104305"/>
            <a:ext cx="1263865" cy="707873"/>
          </a:xfrm>
          <a:custGeom>
            <a:rect b="b" l="l" r="r" t="t"/>
            <a:pathLst>
              <a:path extrusionOk="0" h="23024" w="41108">
                <a:moveTo>
                  <a:pt x="1" y="1"/>
                </a:moveTo>
                <a:lnTo>
                  <a:pt x="1" y="18939"/>
                </a:lnTo>
                <a:cubicBezTo>
                  <a:pt x="1" y="21187"/>
                  <a:pt x="1806" y="23024"/>
                  <a:pt x="4086" y="23024"/>
                </a:cubicBezTo>
                <a:lnTo>
                  <a:pt x="37022" y="23024"/>
                </a:lnTo>
                <a:cubicBezTo>
                  <a:pt x="39271" y="23024"/>
                  <a:pt x="41107" y="21187"/>
                  <a:pt x="41107" y="18939"/>
                </a:cubicBezTo>
                <a:lnTo>
                  <a:pt x="4110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7" name="Google Shape;5997;p39"/>
          <p:cNvSpPr/>
          <p:nvPr/>
        </p:nvSpPr>
        <p:spPr>
          <a:xfrm>
            <a:off x="1298518" y="4100301"/>
            <a:ext cx="647520" cy="634146"/>
          </a:xfrm>
          <a:custGeom>
            <a:rect b="b" l="l" r="r" t="t"/>
            <a:pathLst>
              <a:path extrusionOk="0" h="20626" w="21061">
                <a:moveTo>
                  <a:pt x="21060" y="64"/>
                </a:moveTo>
                <a:lnTo>
                  <a:pt x="21060" y="72"/>
                </a:lnTo>
                <a:lnTo>
                  <a:pt x="21060" y="72"/>
                </a:lnTo>
                <a:cubicBezTo>
                  <a:pt x="21060" y="69"/>
                  <a:pt x="21060" y="67"/>
                  <a:pt x="21060" y="64"/>
                </a:cubicBezTo>
                <a:close/>
                <a:moveTo>
                  <a:pt x="64" y="1"/>
                </a:moveTo>
                <a:lnTo>
                  <a:pt x="0" y="14505"/>
                </a:lnTo>
                <a:cubicBezTo>
                  <a:pt x="0" y="16089"/>
                  <a:pt x="1045" y="17640"/>
                  <a:pt x="3104" y="18844"/>
                </a:cubicBezTo>
                <a:cubicBezTo>
                  <a:pt x="5162" y="20031"/>
                  <a:pt x="7854" y="20625"/>
                  <a:pt x="10542" y="20625"/>
                </a:cubicBezTo>
                <a:cubicBezTo>
                  <a:pt x="13230" y="20625"/>
                  <a:pt x="15914" y="20031"/>
                  <a:pt x="17957" y="18844"/>
                </a:cubicBezTo>
                <a:cubicBezTo>
                  <a:pt x="19984" y="17672"/>
                  <a:pt x="20997" y="16120"/>
                  <a:pt x="20997" y="14569"/>
                </a:cubicBezTo>
                <a:lnTo>
                  <a:pt x="21060" y="72"/>
                </a:lnTo>
                <a:lnTo>
                  <a:pt x="21060" y="72"/>
                </a:lnTo>
                <a:cubicBezTo>
                  <a:pt x="21056" y="574"/>
                  <a:pt x="20606" y="709"/>
                  <a:pt x="19934" y="709"/>
                </a:cubicBezTo>
                <a:cubicBezTo>
                  <a:pt x="19155" y="709"/>
                  <a:pt x="18078" y="529"/>
                  <a:pt x="17047" y="529"/>
                </a:cubicBezTo>
                <a:cubicBezTo>
                  <a:pt x="16300" y="529"/>
                  <a:pt x="15578" y="623"/>
                  <a:pt x="15012" y="951"/>
                </a:cubicBezTo>
                <a:cubicBezTo>
                  <a:pt x="12528" y="2395"/>
                  <a:pt x="10641" y="3359"/>
                  <a:pt x="8618" y="3359"/>
                </a:cubicBezTo>
                <a:cubicBezTo>
                  <a:pt x="7313" y="3359"/>
                  <a:pt x="5953" y="2959"/>
                  <a:pt x="4339" y="2028"/>
                </a:cubicBezTo>
                <a:cubicBezTo>
                  <a:pt x="2281" y="824"/>
                  <a:pt x="64" y="1553"/>
                  <a:pt x="64" y="1"/>
                </a:cubicBezTo>
                <a:close/>
              </a:path>
            </a:pathLst>
          </a:custGeom>
          <a:solidFill>
            <a:srgbClr val="010A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8" name="Google Shape;5998;p39"/>
          <p:cNvSpPr/>
          <p:nvPr/>
        </p:nvSpPr>
        <p:spPr>
          <a:xfrm>
            <a:off x="1299502" y="3914325"/>
            <a:ext cx="646537" cy="373921"/>
          </a:xfrm>
          <a:custGeom>
            <a:rect b="b" l="l" r="r" t="t"/>
            <a:pathLst>
              <a:path extrusionOk="0" h="12162" w="21029">
                <a:moveTo>
                  <a:pt x="10446" y="1"/>
                </a:moveTo>
                <a:cubicBezTo>
                  <a:pt x="4696" y="1"/>
                  <a:pt x="32" y="2712"/>
                  <a:pt x="32" y="6050"/>
                </a:cubicBezTo>
                <a:cubicBezTo>
                  <a:pt x="0" y="9407"/>
                  <a:pt x="4719" y="12130"/>
                  <a:pt x="10514" y="12162"/>
                </a:cubicBezTo>
                <a:cubicBezTo>
                  <a:pt x="16310" y="12162"/>
                  <a:pt x="21028" y="9470"/>
                  <a:pt x="21028" y="6113"/>
                </a:cubicBezTo>
                <a:cubicBezTo>
                  <a:pt x="21028" y="2725"/>
                  <a:pt x="16341" y="1"/>
                  <a:pt x="10546" y="1"/>
                </a:cubicBezTo>
                <a:cubicBezTo>
                  <a:pt x="10512" y="1"/>
                  <a:pt x="10479" y="1"/>
                  <a:pt x="10446" y="1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9" name="Google Shape;5999;p39"/>
          <p:cNvSpPr/>
          <p:nvPr/>
        </p:nvSpPr>
        <p:spPr>
          <a:xfrm>
            <a:off x="3570082" y="3798477"/>
            <a:ext cx="38001" cy="61367"/>
          </a:xfrm>
          <a:custGeom>
            <a:rect b="b" l="l" r="r" t="t"/>
            <a:pathLst>
              <a:path extrusionOk="0" h="1996" w="1236">
                <a:moveTo>
                  <a:pt x="602" y="1"/>
                </a:moveTo>
                <a:cubicBezTo>
                  <a:pt x="254" y="1"/>
                  <a:pt x="0" y="286"/>
                  <a:pt x="0" y="634"/>
                </a:cubicBezTo>
                <a:lnTo>
                  <a:pt x="0" y="1394"/>
                </a:lnTo>
                <a:cubicBezTo>
                  <a:pt x="0" y="1742"/>
                  <a:pt x="254" y="1996"/>
                  <a:pt x="602" y="1996"/>
                </a:cubicBezTo>
                <a:cubicBezTo>
                  <a:pt x="950" y="1996"/>
                  <a:pt x="1235" y="1742"/>
                  <a:pt x="1235" y="1394"/>
                </a:cubicBezTo>
                <a:lnTo>
                  <a:pt x="1235" y="634"/>
                </a:lnTo>
                <a:cubicBezTo>
                  <a:pt x="1235" y="286"/>
                  <a:pt x="950" y="1"/>
                  <a:pt x="602" y="1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0" name="Google Shape;6000;p39"/>
          <p:cNvSpPr/>
          <p:nvPr/>
        </p:nvSpPr>
        <p:spPr>
          <a:xfrm>
            <a:off x="3570082" y="3226928"/>
            <a:ext cx="38001" cy="518023"/>
          </a:xfrm>
          <a:custGeom>
            <a:rect b="b" l="l" r="r" t="t"/>
            <a:pathLst>
              <a:path extrusionOk="0" h="16849" w="1236">
                <a:moveTo>
                  <a:pt x="602" y="1"/>
                </a:moveTo>
                <a:cubicBezTo>
                  <a:pt x="254" y="1"/>
                  <a:pt x="0" y="254"/>
                  <a:pt x="0" y="603"/>
                </a:cubicBezTo>
                <a:lnTo>
                  <a:pt x="0" y="2249"/>
                </a:lnTo>
                <a:cubicBezTo>
                  <a:pt x="0" y="2598"/>
                  <a:pt x="254" y="2883"/>
                  <a:pt x="602" y="2883"/>
                </a:cubicBezTo>
                <a:cubicBezTo>
                  <a:pt x="950" y="2883"/>
                  <a:pt x="1235" y="2598"/>
                  <a:pt x="1235" y="2249"/>
                </a:cubicBezTo>
                <a:lnTo>
                  <a:pt x="1235" y="603"/>
                </a:lnTo>
                <a:cubicBezTo>
                  <a:pt x="1235" y="254"/>
                  <a:pt x="950" y="1"/>
                  <a:pt x="602" y="1"/>
                </a:cubicBezTo>
                <a:close/>
                <a:moveTo>
                  <a:pt x="602" y="4656"/>
                </a:moveTo>
                <a:cubicBezTo>
                  <a:pt x="254" y="4656"/>
                  <a:pt x="0" y="4910"/>
                  <a:pt x="0" y="5258"/>
                </a:cubicBezTo>
                <a:lnTo>
                  <a:pt x="0" y="6936"/>
                </a:lnTo>
                <a:cubicBezTo>
                  <a:pt x="0" y="7253"/>
                  <a:pt x="254" y="7538"/>
                  <a:pt x="602" y="7538"/>
                </a:cubicBezTo>
                <a:cubicBezTo>
                  <a:pt x="950" y="7538"/>
                  <a:pt x="1235" y="7253"/>
                  <a:pt x="1235" y="6936"/>
                </a:cubicBezTo>
                <a:lnTo>
                  <a:pt x="1235" y="5258"/>
                </a:lnTo>
                <a:cubicBezTo>
                  <a:pt x="1235" y="4910"/>
                  <a:pt x="950" y="4656"/>
                  <a:pt x="602" y="4656"/>
                </a:cubicBezTo>
                <a:close/>
                <a:moveTo>
                  <a:pt x="602" y="9312"/>
                </a:moveTo>
                <a:cubicBezTo>
                  <a:pt x="254" y="9312"/>
                  <a:pt x="0" y="9565"/>
                  <a:pt x="0" y="9913"/>
                </a:cubicBezTo>
                <a:lnTo>
                  <a:pt x="0" y="11560"/>
                </a:lnTo>
                <a:cubicBezTo>
                  <a:pt x="0" y="11908"/>
                  <a:pt x="254" y="12193"/>
                  <a:pt x="602" y="12193"/>
                </a:cubicBezTo>
                <a:cubicBezTo>
                  <a:pt x="950" y="12193"/>
                  <a:pt x="1235" y="11908"/>
                  <a:pt x="1235" y="11560"/>
                </a:cubicBezTo>
                <a:lnTo>
                  <a:pt x="1235" y="9913"/>
                </a:lnTo>
                <a:cubicBezTo>
                  <a:pt x="1235" y="9565"/>
                  <a:pt x="950" y="9312"/>
                  <a:pt x="602" y="9312"/>
                </a:cubicBezTo>
                <a:close/>
                <a:moveTo>
                  <a:pt x="602" y="13935"/>
                </a:moveTo>
                <a:cubicBezTo>
                  <a:pt x="254" y="13935"/>
                  <a:pt x="0" y="14220"/>
                  <a:pt x="0" y="14569"/>
                </a:cubicBezTo>
                <a:lnTo>
                  <a:pt x="0" y="16215"/>
                </a:lnTo>
                <a:cubicBezTo>
                  <a:pt x="0" y="16564"/>
                  <a:pt x="254" y="16849"/>
                  <a:pt x="602" y="16849"/>
                </a:cubicBezTo>
                <a:cubicBezTo>
                  <a:pt x="950" y="16849"/>
                  <a:pt x="1235" y="16564"/>
                  <a:pt x="1235" y="16215"/>
                </a:cubicBezTo>
                <a:lnTo>
                  <a:pt x="1235" y="14569"/>
                </a:lnTo>
                <a:cubicBezTo>
                  <a:pt x="1235" y="14220"/>
                  <a:pt x="950" y="13935"/>
                  <a:pt x="602" y="13935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1" name="Google Shape;6001;p39"/>
          <p:cNvSpPr/>
          <p:nvPr/>
        </p:nvSpPr>
        <p:spPr>
          <a:xfrm>
            <a:off x="3570082" y="3111081"/>
            <a:ext cx="38001" cy="61367"/>
          </a:xfrm>
          <a:custGeom>
            <a:rect b="b" l="l" r="r" t="t"/>
            <a:pathLst>
              <a:path extrusionOk="0" h="1996" w="1236">
                <a:moveTo>
                  <a:pt x="602" y="0"/>
                </a:moveTo>
                <a:cubicBezTo>
                  <a:pt x="254" y="0"/>
                  <a:pt x="0" y="285"/>
                  <a:pt x="0" y="602"/>
                </a:cubicBezTo>
                <a:lnTo>
                  <a:pt x="0" y="1394"/>
                </a:lnTo>
                <a:cubicBezTo>
                  <a:pt x="0" y="1710"/>
                  <a:pt x="254" y="1995"/>
                  <a:pt x="602" y="1995"/>
                </a:cubicBezTo>
                <a:cubicBezTo>
                  <a:pt x="950" y="1995"/>
                  <a:pt x="1235" y="1710"/>
                  <a:pt x="1235" y="1394"/>
                </a:cubicBezTo>
                <a:lnTo>
                  <a:pt x="1235" y="602"/>
                </a:lnTo>
                <a:cubicBezTo>
                  <a:pt x="1235" y="285"/>
                  <a:pt x="950" y="0"/>
                  <a:pt x="602" y="0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2" name="Google Shape;6002;p39"/>
          <p:cNvSpPr/>
          <p:nvPr/>
        </p:nvSpPr>
        <p:spPr>
          <a:xfrm>
            <a:off x="3575923" y="2304885"/>
            <a:ext cx="28255" cy="739048"/>
          </a:xfrm>
          <a:custGeom>
            <a:rect b="b" l="l" r="r" t="t"/>
            <a:pathLst>
              <a:path extrusionOk="0" h="24038" w="919">
                <a:moveTo>
                  <a:pt x="444" y="0"/>
                </a:moveTo>
                <a:cubicBezTo>
                  <a:pt x="190" y="0"/>
                  <a:pt x="0" y="190"/>
                  <a:pt x="0" y="444"/>
                </a:cubicBezTo>
                <a:lnTo>
                  <a:pt x="0" y="23594"/>
                </a:lnTo>
                <a:cubicBezTo>
                  <a:pt x="0" y="23847"/>
                  <a:pt x="190" y="24037"/>
                  <a:pt x="444" y="24037"/>
                </a:cubicBezTo>
                <a:cubicBezTo>
                  <a:pt x="697" y="24037"/>
                  <a:pt x="919" y="23847"/>
                  <a:pt x="919" y="23594"/>
                </a:cubicBezTo>
                <a:lnTo>
                  <a:pt x="919" y="444"/>
                </a:lnTo>
                <a:cubicBezTo>
                  <a:pt x="919" y="190"/>
                  <a:pt x="697" y="0"/>
                  <a:pt x="444" y="0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3" name="Google Shape;6003;p39"/>
          <p:cNvSpPr/>
          <p:nvPr/>
        </p:nvSpPr>
        <p:spPr>
          <a:xfrm>
            <a:off x="2928434" y="1560026"/>
            <a:ext cx="1320313" cy="1019473"/>
          </a:xfrm>
          <a:custGeom>
            <a:rect b="b" l="l" r="r" t="t"/>
            <a:pathLst>
              <a:path extrusionOk="0" h="33159" w="42944">
                <a:moveTo>
                  <a:pt x="5067" y="1"/>
                </a:moveTo>
                <a:cubicBezTo>
                  <a:pt x="2281" y="1"/>
                  <a:pt x="0" y="2249"/>
                  <a:pt x="0" y="5036"/>
                </a:cubicBezTo>
                <a:lnTo>
                  <a:pt x="0" y="28091"/>
                </a:lnTo>
                <a:cubicBezTo>
                  <a:pt x="0" y="30878"/>
                  <a:pt x="2281" y="33158"/>
                  <a:pt x="5067" y="33158"/>
                </a:cubicBezTo>
                <a:lnTo>
                  <a:pt x="37877" y="33158"/>
                </a:lnTo>
                <a:cubicBezTo>
                  <a:pt x="40664" y="33158"/>
                  <a:pt x="42944" y="30878"/>
                  <a:pt x="42944" y="28091"/>
                </a:cubicBezTo>
                <a:lnTo>
                  <a:pt x="42944" y="5036"/>
                </a:lnTo>
                <a:cubicBezTo>
                  <a:pt x="42944" y="2249"/>
                  <a:pt x="40664" y="1"/>
                  <a:pt x="37877" y="1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4" name="Google Shape;6004;p39"/>
          <p:cNvSpPr/>
          <p:nvPr/>
        </p:nvSpPr>
        <p:spPr>
          <a:xfrm>
            <a:off x="2956658" y="1845309"/>
            <a:ext cx="1263865" cy="706920"/>
          </a:xfrm>
          <a:custGeom>
            <a:rect b="b" l="l" r="r" t="t"/>
            <a:pathLst>
              <a:path extrusionOk="0" h="22993" w="41108">
                <a:moveTo>
                  <a:pt x="1" y="1"/>
                </a:moveTo>
                <a:lnTo>
                  <a:pt x="1" y="18907"/>
                </a:lnTo>
                <a:cubicBezTo>
                  <a:pt x="1" y="21156"/>
                  <a:pt x="1838" y="22992"/>
                  <a:pt x="4086" y="22992"/>
                </a:cubicBezTo>
                <a:lnTo>
                  <a:pt x="37022" y="22992"/>
                </a:lnTo>
                <a:cubicBezTo>
                  <a:pt x="39302" y="22992"/>
                  <a:pt x="41107" y="21156"/>
                  <a:pt x="41107" y="18907"/>
                </a:cubicBezTo>
                <a:lnTo>
                  <a:pt x="4110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5" name="Google Shape;6005;p39"/>
          <p:cNvSpPr/>
          <p:nvPr/>
        </p:nvSpPr>
        <p:spPr>
          <a:xfrm>
            <a:off x="3265307" y="3840352"/>
            <a:ext cx="646567" cy="897016"/>
          </a:xfrm>
          <a:custGeom>
            <a:rect b="b" l="l" r="r" t="t"/>
            <a:pathLst>
              <a:path extrusionOk="0" h="29176" w="21030">
                <a:moveTo>
                  <a:pt x="21029" y="64"/>
                </a:moveTo>
                <a:lnTo>
                  <a:pt x="21029" y="66"/>
                </a:lnTo>
                <a:lnTo>
                  <a:pt x="21029" y="66"/>
                </a:lnTo>
                <a:cubicBezTo>
                  <a:pt x="21029" y="65"/>
                  <a:pt x="21029" y="64"/>
                  <a:pt x="21029" y="64"/>
                </a:cubicBezTo>
                <a:close/>
                <a:moveTo>
                  <a:pt x="33" y="0"/>
                </a:moveTo>
                <a:lnTo>
                  <a:pt x="1" y="23055"/>
                </a:lnTo>
                <a:cubicBezTo>
                  <a:pt x="1" y="24639"/>
                  <a:pt x="1014" y="26190"/>
                  <a:pt x="3104" y="27394"/>
                </a:cubicBezTo>
                <a:cubicBezTo>
                  <a:pt x="5147" y="28581"/>
                  <a:pt x="7831" y="29175"/>
                  <a:pt x="10515" y="29175"/>
                </a:cubicBezTo>
                <a:cubicBezTo>
                  <a:pt x="13199" y="29175"/>
                  <a:pt x="15883" y="28581"/>
                  <a:pt x="17926" y="27394"/>
                </a:cubicBezTo>
                <a:cubicBezTo>
                  <a:pt x="19984" y="26222"/>
                  <a:pt x="20998" y="24670"/>
                  <a:pt x="20998" y="23119"/>
                </a:cubicBezTo>
                <a:lnTo>
                  <a:pt x="21029" y="66"/>
                </a:lnTo>
                <a:lnTo>
                  <a:pt x="21029" y="66"/>
                </a:lnTo>
                <a:cubicBezTo>
                  <a:pt x="21025" y="1614"/>
                  <a:pt x="15898" y="349"/>
                  <a:pt x="13840" y="1520"/>
                </a:cubicBezTo>
                <a:cubicBezTo>
                  <a:pt x="11441" y="2915"/>
                  <a:pt x="9872" y="3786"/>
                  <a:pt x="8158" y="3786"/>
                </a:cubicBezTo>
                <a:cubicBezTo>
                  <a:pt x="6954" y="3786"/>
                  <a:pt x="5677" y="3356"/>
                  <a:pt x="3991" y="2375"/>
                </a:cubicBezTo>
                <a:cubicBezTo>
                  <a:pt x="1901" y="1204"/>
                  <a:pt x="33" y="1584"/>
                  <a:pt x="33" y="0"/>
                </a:cubicBezTo>
                <a:close/>
              </a:path>
            </a:pathLst>
          </a:custGeom>
          <a:solidFill>
            <a:srgbClr val="E59F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6" name="Google Shape;6006;p39"/>
          <p:cNvSpPr/>
          <p:nvPr/>
        </p:nvSpPr>
        <p:spPr>
          <a:xfrm>
            <a:off x="3266291" y="3654376"/>
            <a:ext cx="646537" cy="373921"/>
          </a:xfrm>
          <a:custGeom>
            <a:rect b="b" l="l" r="r" t="t"/>
            <a:pathLst>
              <a:path extrusionOk="0" h="12162" w="21029">
                <a:moveTo>
                  <a:pt x="10415" y="0"/>
                </a:moveTo>
                <a:cubicBezTo>
                  <a:pt x="4665" y="0"/>
                  <a:pt x="32" y="2712"/>
                  <a:pt x="1" y="6049"/>
                </a:cubicBezTo>
                <a:cubicBezTo>
                  <a:pt x="1" y="9406"/>
                  <a:pt x="4688" y="12130"/>
                  <a:pt x="10483" y="12161"/>
                </a:cubicBezTo>
                <a:cubicBezTo>
                  <a:pt x="16278" y="12161"/>
                  <a:pt x="20997" y="9470"/>
                  <a:pt x="20997" y="6113"/>
                </a:cubicBezTo>
                <a:cubicBezTo>
                  <a:pt x="21029" y="2756"/>
                  <a:pt x="16342" y="1"/>
                  <a:pt x="10515" y="1"/>
                </a:cubicBezTo>
                <a:cubicBezTo>
                  <a:pt x="10481" y="0"/>
                  <a:pt x="10448" y="0"/>
                  <a:pt x="10415" y="0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7" name="Google Shape;6007;p39"/>
          <p:cNvSpPr/>
          <p:nvPr/>
        </p:nvSpPr>
        <p:spPr>
          <a:xfrm>
            <a:off x="5535917" y="3539482"/>
            <a:ext cx="38001" cy="61367"/>
          </a:xfrm>
          <a:custGeom>
            <a:rect b="b" l="l" r="r" t="t"/>
            <a:pathLst>
              <a:path extrusionOk="0" h="1996" w="1236">
                <a:moveTo>
                  <a:pt x="634" y="1"/>
                </a:moveTo>
                <a:cubicBezTo>
                  <a:pt x="285" y="1"/>
                  <a:pt x="0" y="254"/>
                  <a:pt x="0" y="602"/>
                </a:cubicBezTo>
                <a:lnTo>
                  <a:pt x="0" y="1362"/>
                </a:lnTo>
                <a:cubicBezTo>
                  <a:pt x="0" y="1711"/>
                  <a:pt x="285" y="1996"/>
                  <a:pt x="634" y="1996"/>
                </a:cubicBezTo>
                <a:cubicBezTo>
                  <a:pt x="950" y="1996"/>
                  <a:pt x="1235" y="1711"/>
                  <a:pt x="1235" y="1362"/>
                </a:cubicBezTo>
                <a:lnTo>
                  <a:pt x="1235" y="602"/>
                </a:lnTo>
                <a:cubicBezTo>
                  <a:pt x="1235" y="254"/>
                  <a:pt x="950" y="1"/>
                  <a:pt x="634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8" name="Google Shape;6008;p39"/>
          <p:cNvSpPr/>
          <p:nvPr/>
        </p:nvSpPr>
        <p:spPr>
          <a:xfrm>
            <a:off x="5535917" y="2966979"/>
            <a:ext cx="38001" cy="518023"/>
          </a:xfrm>
          <a:custGeom>
            <a:rect b="b" l="l" r="r" t="t"/>
            <a:pathLst>
              <a:path extrusionOk="0" h="16849" w="1236">
                <a:moveTo>
                  <a:pt x="634" y="0"/>
                </a:moveTo>
                <a:cubicBezTo>
                  <a:pt x="285" y="0"/>
                  <a:pt x="0" y="285"/>
                  <a:pt x="0" y="602"/>
                </a:cubicBezTo>
                <a:lnTo>
                  <a:pt x="0" y="2280"/>
                </a:lnTo>
                <a:cubicBezTo>
                  <a:pt x="0" y="2629"/>
                  <a:pt x="285" y="2882"/>
                  <a:pt x="634" y="2882"/>
                </a:cubicBezTo>
                <a:cubicBezTo>
                  <a:pt x="950" y="2882"/>
                  <a:pt x="1235" y="2629"/>
                  <a:pt x="1235" y="2280"/>
                </a:cubicBezTo>
                <a:lnTo>
                  <a:pt x="1235" y="602"/>
                </a:lnTo>
                <a:cubicBezTo>
                  <a:pt x="1235" y="285"/>
                  <a:pt x="950" y="0"/>
                  <a:pt x="634" y="0"/>
                </a:cubicBezTo>
                <a:close/>
                <a:moveTo>
                  <a:pt x="634" y="4656"/>
                </a:moveTo>
                <a:cubicBezTo>
                  <a:pt x="285" y="4656"/>
                  <a:pt x="0" y="4941"/>
                  <a:pt x="0" y="5257"/>
                </a:cubicBezTo>
                <a:lnTo>
                  <a:pt x="0" y="6936"/>
                </a:lnTo>
                <a:cubicBezTo>
                  <a:pt x="0" y="7284"/>
                  <a:pt x="285" y="7538"/>
                  <a:pt x="634" y="7538"/>
                </a:cubicBezTo>
                <a:cubicBezTo>
                  <a:pt x="950" y="7538"/>
                  <a:pt x="1235" y="7284"/>
                  <a:pt x="1235" y="6936"/>
                </a:cubicBezTo>
                <a:lnTo>
                  <a:pt x="1235" y="5257"/>
                </a:lnTo>
                <a:cubicBezTo>
                  <a:pt x="1235" y="4941"/>
                  <a:pt x="950" y="4656"/>
                  <a:pt x="634" y="4656"/>
                </a:cubicBezTo>
                <a:close/>
                <a:moveTo>
                  <a:pt x="634" y="9311"/>
                </a:moveTo>
                <a:cubicBezTo>
                  <a:pt x="285" y="9311"/>
                  <a:pt x="0" y="9564"/>
                  <a:pt x="0" y="9913"/>
                </a:cubicBezTo>
                <a:lnTo>
                  <a:pt x="0" y="11591"/>
                </a:lnTo>
                <a:cubicBezTo>
                  <a:pt x="0" y="11939"/>
                  <a:pt x="285" y="12193"/>
                  <a:pt x="634" y="12193"/>
                </a:cubicBezTo>
                <a:cubicBezTo>
                  <a:pt x="950" y="12193"/>
                  <a:pt x="1235" y="11939"/>
                  <a:pt x="1235" y="11591"/>
                </a:cubicBezTo>
                <a:lnTo>
                  <a:pt x="1235" y="9913"/>
                </a:lnTo>
                <a:cubicBezTo>
                  <a:pt x="1235" y="9564"/>
                  <a:pt x="950" y="9311"/>
                  <a:pt x="634" y="9311"/>
                </a:cubicBezTo>
                <a:close/>
                <a:moveTo>
                  <a:pt x="634" y="13966"/>
                </a:moveTo>
                <a:cubicBezTo>
                  <a:pt x="285" y="13966"/>
                  <a:pt x="0" y="14220"/>
                  <a:pt x="0" y="14568"/>
                </a:cubicBezTo>
                <a:lnTo>
                  <a:pt x="0" y="16246"/>
                </a:lnTo>
                <a:cubicBezTo>
                  <a:pt x="0" y="16563"/>
                  <a:pt x="285" y="16848"/>
                  <a:pt x="634" y="16848"/>
                </a:cubicBezTo>
                <a:cubicBezTo>
                  <a:pt x="950" y="16848"/>
                  <a:pt x="1235" y="16563"/>
                  <a:pt x="1235" y="16246"/>
                </a:cubicBezTo>
                <a:lnTo>
                  <a:pt x="1235" y="14568"/>
                </a:lnTo>
                <a:cubicBezTo>
                  <a:pt x="1235" y="14220"/>
                  <a:pt x="950" y="13966"/>
                  <a:pt x="634" y="13966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9" name="Google Shape;6009;p39"/>
          <p:cNvSpPr/>
          <p:nvPr/>
        </p:nvSpPr>
        <p:spPr>
          <a:xfrm>
            <a:off x="5535917" y="2851101"/>
            <a:ext cx="38001" cy="61367"/>
          </a:xfrm>
          <a:custGeom>
            <a:rect b="b" l="l" r="r" t="t"/>
            <a:pathLst>
              <a:path extrusionOk="0" h="1996" w="1236">
                <a:moveTo>
                  <a:pt x="634" y="1"/>
                </a:moveTo>
                <a:cubicBezTo>
                  <a:pt x="285" y="1"/>
                  <a:pt x="0" y="286"/>
                  <a:pt x="0" y="634"/>
                </a:cubicBezTo>
                <a:lnTo>
                  <a:pt x="0" y="1394"/>
                </a:lnTo>
                <a:cubicBezTo>
                  <a:pt x="0" y="1743"/>
                  <a:pt x="285" y="1996"/>
                  <a:pt x="634" y="1996"/>
                </a:cubicBezTo>
                <a:cubicBezTo>
                  <a:pt x="950" y="1996"/>
                  <a:pt x="1235" y="1743"/>
                  <a:pt x="1235" y="1394"/>
                </a:cubicBezTo>
                <a:lnTo>
                  <a:pt x="1235" y="634"/>
                </a:lnTo>
                <a:cubicBezTo>
                  <a:pt x="1235" y="286"/>
                  <a:pt x="950" y="1"/>
                  <a:pt x="634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0" name="Google Shape;6010;p39"/>
          <p:cNvSpPr/>
          <p:nvPr/>
        </p:nvSpPr>
        <p:spPr>
          <a:xfrm>
            <a:off x="5541759" y="2044906"/>
            <a:ext cx="28255" cy="740032"/>
          </a:xfrm>
          <a:custGeom>
            <a:rect b="b" l="l" r="r" t="t"/>
            <a:pathLst>
              <a:path extrusionOk="0" h="24070" w="919">
                <a:moveTo>
                  <a:pt x="475" y="1"/>
                </a:moveTo>
                <a:cubicBezTo>
                  <a:pt x="222" y="1"/>
                  <a:pt x="0" y="223"/>
                  <a:pt x="0" y="476"/>
                </a:cubicBezTo>
                <a:lnTo>
                  <a:pt x="0" y="23594"/>
                </a:lnTo>
                <a:cubicBezTo>
                  <a:pt x="0" y="23848"/>
                  <a:pt x="222" y="24069"/>
                  <a:pt x="475" y="24069"/>
                </a:cubicBezTo>
                <a:cubicBezTo>
                  <a:pt x="729" y="24069"/>
                  <a:pt x="919" y="23848"/>
                  <a:pt x="919" y="23594"/>
                </a:cubicBezTo>
                <a:lnTo>
                  <a:pt x="919" y="476"/>
                </a:lnTo>
                <a:cubicBezTo>
                  <a:pt x="919" y="223"/>
                  <a:pt x="729" y="1"/>
                  <a:pt x="475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1" name="Google Shape;6011;p39"/>
          <p:cNvSpPr/>
          <p:nvPr/>
        </p:nvSpPr>
        <p:spPr>
          <a:xfrm>
            <a:off x="4895222" y="1300077"/>
            <a:ext cx="1319360" cy="1019443"/>
          </a:xfrm>
          <a:custGeom>
            <a:rect b="b" l="l" r="r" t="t"/>
            <a:pathLst>
              <a:path extrusionOk="0" h="33158" w="42913">
                <a:moveTo>
                  <a:pt x="5068" y="0"/>
                </a:moveTo>
                <a:cubicBezTo>
                  <a:pt x="2281" y="0"/>
                  <a:pt x="1" y="2280"/>
                  <a:pt x="1" y="5067"/>
                </a:cubicBezTo>
                <a:lnTo>
                  <a:pt x="1" y="28090"/>
                </a:lnTo>
                <a:cubicBezTo>
                  <a:pt x="1" y="30877"/>
                  <a:pt x="2281" y="33158"/>
                  <a:pt x="5068" y="33158"/>
                </a:cubicBezTo>
                <a:lnTo>
                  <a:pt x="37877" y="33158"/>
                </a:lnTo>
                <a:cubicBezTo>
                  <a:pt x="40664" y="33158"/>
                  <a:pt x="42913" y="30877"/>
                  <a:pt x="42913" y="28090"/>
                </a:cubicBezTo>
                <a:lnTo>
                  <a:pt x="42913" y="5067"/>
                </a:lnTo>
                <a:cubicBezTo>
                  <a:pt x="42913" y="2280"/>
                  <a:pt x="40664" y="0"/>
                  <a:pt x="37877" y="0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2" name="Google Shape;6012;p39"/>
          <p:cNvSpPr/>
          <p:nvPr/>
        </p:nvSpPr>
        <p:spPr>
          <a:xfrm>
            <a:off x="4923477" y="1585360"/>
            <a:ext cx="1263835" cy="707873"/>
          </a:xfrm>
          <a:custGeom>
            <a:rect b="b" l="l" r="r" t="t"/>
            <a:pathLst>
              <a:path extrusionOk="0" h="23024" w="41107">
                <a:moveTo>
                  <a:pt x="0" y="0"/>
                </a:moveTo>
                <a:lnTo>
                  <a:pt x="0" y="18938"/>
                </a:lnTo>
                <a:cubicBezTo>
                  <a:pt x="0" y="21187"/>
                  <a:pt x="1805" y="23023"/>
                  <a:pt x="4086" y="23023"/>
                </a:cubicBezTo>
                <a:lnTo>
                  <a:pt x="37021" y="23023"/>
                </a:lnTo>
                <a:cubicBezTo>
                  <a:pt x="39270" y="23023"/>
                  <a:pt x="41107" y="21187"/>
                  <a:pt x="41107" y="18938"/>
                </a:cubicBezTo>
                <a:lnTo>
                  <a:pt x="4110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cold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3" name="Google Shape;6013;p39"/>
          <p:cNvSpPr/>
          <p:nvPr/>
        </p:nvSpPr>
        <p:spPr>
          <a:xfrm>
            <a:off x="5231142" y="3580372"/>
            <a:ext cx="647520" cy="1154075"/>
          </a:xfrm>
          <a:custGeom>
            <a:rect b="b" l="l" r="r" t="t"/>
            <a:pathLst>
              <a:path extrusionOk="0" h="37537" w="21061">
                <a:moveTo>
                  <a:pt x="21061" y="64"/>
                </a:moveTo>
                <a:lnTo>
                  <a:pt x="21061" y="68"/>
                </a:lnTo>
                <a:lnTo>
                  <a:pt x="21061" y="68"/>
                </a:lnTo>
                <a:cubicBezTo>
                  <a:pt x="21061" y="67"/>
                  <a:pt x="21061" y="65"/>
                  <a:pt x="21061" y="64"/>
                </a:cubicBezTo>
                <a:close/>
                <a:moveTo>
                  <a:pt x="64" y="1"/>
                </a:moveTo>
                <a:lnTo>
                  <a:pt x="1" y="31416"/>
                </a:lnTo>
                <a:cubicBezTo>
                  <a:pt x="1" y="33000"/>
                  <a:pt x="1046" y="34551"/>
                  <a:pt x="3104" y="35755"/>
                </a:cubicBezTo>
                <a:cubicBezTo>
                  <a:pt x="5163" y="36942"/>
                  <a:pt x="7855" y="37536"/>
                  <a:pt x="10543" y="37536"/>
                </a:cubicBezTo>
                <a:cubicBezTo>
                  <a:pt x="13231" y="37536"/>
                  <a:pt x="15914" y="36942"/>
                  <a:pt x="17957" y="35755"/>
                </a:cubicBezTo>
                <a:cubicBezTo>
                  <a:pt x="19984" y="34583"/>
                  <a:pt x="20997" y="33031"/>
                  <a:pt x="20997" y="31480"/>
                </a:cubicBezTo>
                <a:lnTo>
                  <a:pt x="21061" y="68"/>
                </a:lnTo>
                <a:lnTo>
                  <a:pt x="21061" y="68"/>
                </a:lnTo>
                <a:cubicBezTo>
                  <a:pt x="21059" y="501"/>
                  <a:pt x="20782" y="638"/>
                  <a:pt x="20340" y="638"/>
                </a:cubicBezTo>
                <a:cubicBezTo>
                  <a:pt x="19564" y="638"/>
                  <a:pt x="18277" y="213"/>
                  <a:pt x="17075" y="213"/>
                </a:cubicBezTo>
                <a:cubicBezTo>
                  <a:pt x="16518" y="213"/>
                  <a:pt x="15980" y="304"/>
                  <a:pt x="15519" y="571"/>
                </a:cubicBezTo>
                <a:cubicBezTo>
                  <a:pt x="13011" y="2029"/>
                  <a:pt x="10981" y="3021"/>
                  <a:pt x="8842" y="3021"/>
                </a:cubicBezTo>
                <a:cubicBezTo>
                  <a:pt x="7496" y="3021"/>
                  <a:pt x="6107" y="2628"/>
                  <a:pt x="4529" y="1711"/>
                </a:cubicBezTo>
                <a:cubicBezTo>
                  <a:pt x="2439" y="507"/>
                  <a:pt x="64" y="1584"/>
                  <a:pt x="64" y="1"/>
                </a:cubicBezTo>
                <a:close/>
              </a:path>
            </a:pathLst>
          </a:custGeom>
          <a:solidFill>
            <a:srgbClr val="336B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4" name="Google Shape;6014;p39"/>
          <p:cNvSpPr/>
          <p:nvPr/>
        </p:nvSpPr>
        <p:spPr>
          <a:xfrm>
            <a:off x="5232126" y="3394396"/>
            <a:ext cx="646537" cy="373951"/>
          </a:xfrm>
          <a:custGeom>
            <a:rect b="b" l="l" r="r" t="t"/>
            <a:pathLst>
              <a:path extrusionOk="0" h="12163" w="21029">
                <a:moveTo>
                  <a:pt x="10546" y="1"/>
                </a:moveTo>
                <a:cubicBezTo>
                  <a:pt x="4751" y="1"/>
                  <a:pt x="32" y="2693"/>
                  <a:pt x="32" y="6050"/>
                </a:cubicBezTo>
                <a:cubicBezTo>
                  <a:pt x="0" y="9407"/>
                  <a:pt x="4719" y="12162"/>
                  <a:pt x="10515" y="12162"/>
                </a:cubicBezTo>
                <a:cubicBezTo>
                  <a:pt x="10548" y="12162"/>
                  <a:pt x="10581" y="12162"/>
                  <a:pt x="10615" y="12162"/>
                </a:cubicBezTo>
                <a:cubicBezTo>
                  <a:pt x="16364" y="12162"/>
                  <a:pt x="21029" y="9451"/>
                  <a:pt x="21029" y="6113"/>
                </a:cubicBezTo>
                <a:cubicBezTo>
                  <a:pt x="21029" y="2756"/>
                  <a:pt x="16342" y="33"/>
                  <a:pt x="10546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5" name="Google Shape;6015;p39"/>
          <p:cNvSpPr/>
          <p:nvPr/>
        </p:nvSpPr>
        <p:spPr>
          <a:xfrm>
            <a:off x="7502706" y="3279533"/>
            <a:ext cx="37048" cy="61367"/>
          </a:xfrm>
          <a:custGeom>
            <a:rect b="b" l="l" r="r" t="t"/>
            <a:pathLst>
              <a:path extrusionOk="0" h="1996" w="1205">
                <a:moveTo>
                  <a:pt x="602" y="0"/>
                </a:moveTo>
                <a:cubicBezTo>
                  <a:pt x="254" y="0"/>
                  <a:pt x="1" y="285"/>
                  <a:pt x="1" y="633"/>
                </a:cubicBezTo>
                <a:lnTo>
                  <a:pt x="1" y="1393"/>
                </a:lnTo>
                <a:cubicBezTo>
                  <a:pt x="1" y="1742"/>
                  <a:pt x="254" y="1995"/>
                  <a:pt x="602" y="1995"/>
                </a:cubicBezTo>
                <a:cubicBezTo>
                  <a:pt x="951" y="1995"/>
                  <a:pt x="1204" y="1742"/>
                  <a:pt x="1204" y="1393"/>
                </a:cubicBezTo>
                <a:lnTo>
                  <a:pt x="1204" y="633"/>
                </a:lnTo>
                <a:cubicBezTo>
                  <a:pt x="1204" y="285"/>
                  <a:pt x="951" y="0"/>
                  <a:pt x="602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6" name="Google Shape;6016;p39"/>
          <p:cNvSpPr/>
          <p:nvPr/>
        </p:nvSpPr>
        <p:spPr>
          <a:xfrm>
            <a:off x="7502706" y="2707983"/>
            <a:ext cx="37048" cy="518023"/>
          </a:xfrm>
          <a:custGeom>
            <a:rect b="b" l="l" r="r" t="t"/>
            <a:pathLst>
              <a:path extrusionOk="0" h="16849" w="1205">
                <a:moveTo>
                  <a:pt x="602" y="0"/>
                </a:moveTo>
                <a:cubicBezTo>
                  <a:pt x="254" y="0"/>
                  <a:pt x="1" y="254"/>
                  <a:pt x="1" y="602"/>
                </a:cubicBezTo>
                <a:lnTo>
                  <a:pt x="1" y="2249"/>
                </a:lnTo>
                <a:cubicBezTo>
                  <a:pt x="1" y="2597"/>
                  <a:pt x="254" y="2882"/>
                  <a:pt x="602" y="2882"/>
                </a:cubicBezTo>
                <a:cubicBezTo>
                  <a:pt x="951" y="2882"/>
                  <a:pt x="1204" y="2597"/>
                  <a:pt x="1204" y="2249"/>
                </a:cubicBezTo>
                <a:lnTo>
                  <a:pt x="1204" y="602"/>
                </a:lnTo>
                <a:cubicBezTo>
                  <a:pt x="1204" y="254"/>
                  <a:pt x="951" y="0"/>
                  <a:pt x="602" y="0"/>
                </a:cubicBezTo>
                <a:close/>
                <a:moveTo>
                  <a:pt x="602" y="4624"/>
                </a:moveTo>
                <a:cubicBezTo>
                  <a:pt x="254" y="4624"/>
                  <a:pt x="1" y="4909"/>
                  <a:pt x="1" y="5257"/>
                </a:cubicBezTo>
                <a:lnTo>
                  <a:pt x="1" y="6904"/>
                </a:lnTo>
                <a:cubicBezTo>
                  <a:pt x="1" y="7253"/>
                  <a:pt x="254" y="7538"/>
                  <a:pt x="602" y="7538"/>
                </a:cubicBezTo>
                <a:cubicBezTo>
                  <a:pt x="951" y="7538"/>
                  <a:pt x="1204" y="7253"/>
                  <a:pt x="1204" y="6904"/>
                </a:cubicBezTo>
                <a:lnTo>
                  <a:pt x="1204" y="5257"/>
                </a:lnTo>
                <a:cubicBezTo>
                  <a:pt x="1204" y="4909"/>
                  <a:pt x="951" y="4624"/>
                  <a:pt x="602" y="4624"/>
                </a:cubicBezTo>
                <a:close/>
                <a:moveTo>
                  <a:pt x="602" y="9279"/>
                </a:moveTo>
                <a:cubicBezTo>
                  <a:pt x="254" y="9279"/>
                  <a:pt x="1" y="9564"/>
                  <a:pt x="1" y="9913"/>
                </a:cubicBezTo>
                <a:lnTo>
                  <a:pt x="1" y="11560"/>
                </a:lnTo>
                <a:cubicBezTo>
                  <a:pt x="1" y="11908"/>
                  <a:pt x="254" y="12193"/>
                  <a:pt x="602" y="12193"/>
                </a:cubicBezTo>
                <a:cubicBezTo>
                  <a:pt x="951" y="12193"/>
                  <a:pt x="1204" y="11908"/>
                  <a:pt x="1204" y="11560"/>
                </a:cubicBezTo>
                <a:lnTo>
                  <a:pt x="1204" y="9913"/>
                </a:lnTo>
                <a:cubicBezTo>
                  <a:pt x="1204" y="9564"/>
                  <a:pt x="951" y="9279"/>
                  <a:pt x="602" y="9279"/>
                </a:cubicBezTo>
                <a:close/>
                <a:moveTo>
                  <a:pt x="602" y="13935"/>
                </a:moveTo>
                <a:cubicBezTo>
                  <a:pt x="254" y="13935"/>
                  <a:pt x="1" y="14220"/>
                  <a:pt x="1" y="14568"/>
                </a:cubicBezTo>
                <a:lnTo>
                  <a:pt x="1" y="16215"/>
                </a:lnTo>
                <a:cubicBezTo>
                  <a:pt x="1" y="16563"/>
                  <a:pt x="254" y="16848"/>
                  <a:pt x="602" y="16848"/>
                </a:cubicBezTo>
                <a:cubicBezTo>
                  <a:pt x="951" y="16848"/>
                  <a:pt x="1204" y="16563"/>
                  <a:pt x="1204" y="16215"/>
                </a:cubicBezTo>
                <a:lnTo>
                  <a:pt x="1204" y="14568"/>
                </a:lnTo>
                <a:cubicBezTo>
                  <a:pt x="1204" y="14220"/>
                  <a:pt x="951" y="13935"/>
                  <a:pt x="602" y="13935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7" name="Google Shape;6017;p39"/>
          <p:cNvSpPr/>
          <p:nvPr/>
        </p:nvSpPr>
        <p:spPr>
          <a:xfrm>
            <a:off x="7502706" y="2592105"/>
            <a:ext cx="37048" cy="61367"/>
          </a:xfrm>
          <a:custGeom>
            <a:rect b="b" l="l" r="r" t="t"/>
            <a:pathLst>
              <a:path extrusionOk="0" h="1996" w="1205">
                <a:moveTo>
                  <a:pt x="602" y="1"/>
                </a:moveTo>
                <a:cubicBezTo>
                  <a:pt x="254" y="1"/>
                  <a:pt x="1" y="254"/>
                  <a:pt x="1" y="603"/>
                </a:cubicBezTo>
                <a:lnTo>
                  <a:pt x="1" y="1363"/>
                </a:lnTo>
                <a:cubicBezTo>
                  <a:pt x="1" y="1711"/>
                  <a:pt x="254" y="1996"/>
                  <a:pt x="602" y="1996"/>
                </a:cubicBezTo>
                <a:cubicBezTo>
                  <a:pt x="951" y="1996"/>
                  <a:pt x="1204" y="1711"/>
                  <a:pt x="1204" y="1363"/>
                </a:cubicBezTo>
                <a:lnTo>
                  <a:pt x="1204" y="603"/>
                </a:lnTo>
                <a:cubicBezTo>
                  <a:pt x="1204" y="254"/>
                  <a:pt x="951" y="1"/>
                  <a:pt x="602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8" name="Google Shape;6018;p39"/>
          <p:cNvSpPr/>
          <p:nvPr/>
        </p:nvSpPr>
        <p:spPr>
          <a:xfrm>
            <a:off x="7508547" y="1785910"/>
            <a:ext cx="28285" cy="739048"/>
          </a:xfrm>
          <a:custGeom>
            <a:rect b="b" l="l" r="r" t="t"/>
            <a:pathLst>
              <a:path extrusionOk="0" h="24038" w="920">
                <a:moveTo>
                  <a:pt x="444" y="1"/>
                </a:moveTo>
                <a:cubicBezTo>
                  <a:pt x="191" y="1"/>
                  <a:pt x="1" y="191"/>
                  <a:pt x="1" y="444"/>
                </a:cubicBezTo>
                <a:lnTo>
                  <a:pt x="1" y="23594"/>
                </a:lnTo>
                <a:cubicBezTo>
                  <a:pt x="1" y="23848"/>
                  <a:pt x="191" y="24038"/>
                  <a:pt x="444" y="24038"/>
                </a:cubicBezTo>
                <a:cubicBezTo>
                  <a:pt x="697" y="24038"/>
                  <a:pt x="919" y="23848"/>
                  <a:pt x="919" y="23594"/>
                </a:cubicBezTo>
                <a:lnTo>
                  <a:pt x="919" y="444"/>
                </a:lnTo>
                <a:cubicBezTo>
                  <a:pt x="919" y="191"/>
                  <a:pt x="697" y="1"/>
                  <a:pt x="444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9" name="Google Shape;6019;p39"/>
          <p:cNvSpPr/>
          <p:nvPr/>
        </p:nvSpPr>
        <p:spPr>
          <a:xfrm>
            <a:off x="6862041" y="1040098"/>
            <a:ext cx="1319360" cy="1019443"/>
          </a:xfrm>
          <a:custGeom>
            <a:rect b="b" l="l" r="r" t="t"/>
            <a:pathLst>
              <a:path extrusionOk="0" h="33158" w="42913">
                <a:moveTo>
                  <a:pt x="5036" y="1"/>
                </a:moveTo>
                <a:cubicBezTo>
                  <a:pt x="2249" y="1"/>
                  <a:pt x="0" y="2281"/>
                  <a:pt x="0" y="5068"/>
                </a:cubicBezTo>
                <a:lnTo>
                  <a:pt x="0" y="28123"/>
                </a:lnTo>
                <a:cubicBezTo>
                  <a:pt x="0" y="30909"/>
                  <a:pt x="2249" y="33158"/>
                  <a:pt x="5036" y="33158"/>
                </a:cubicBezTo>
                <a:lnTo>
                  <a:pt x="37845" y="33158"/>
                </a:lnTo>
                <a:cubicBezTo>
                  <a:pt x="40632" y="33158"/>
                  <a:pt x="42912" y="30909"/>
                  <a:pt x="42912" y="28123"/>
                </a:cubicBezTo>
                <a:lnTo>
                  <a:pt x="42912" y="5068"/>
                </a:lnTo>
                <a:cubicBezTo>
                  <a:pt x="42912" y="2281"/>
                  <a:pt x="40632" y="1"/>
                  <a:pt x="37845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0" name="Google Shape;6020;p39"/>
          <p:cNvSpPr/>
          <p:nvPr/>
        </p:nvSpPr>
        <p:spPr>
          <a:xfrm>
            <a:off x="6889312" y="1325380"/>
            <a:ext cx="1263835" cy="707873"/>
          </a:xfrm>
          <a:custGeom>
            <a:rect b="b" l="l" r="r" t="t"/>
            <a:pathLst>
              <a:path extrusionOk="0" h="23024" w="41107">
                <a:moveTo>
                  <a:pt x="0" y="1"/>
                </a:moveTo>
                <a:lnTo>
                  <a:pt x="0" y="18939"/>
                </a:lnTo>
                <a:cubicBezTo>
                  <a:pt x="0" y="21187"/>
                  <a:pt x="1837" y="23024"/>
                  <a:pt x="4086" y="23024"/>
                </a:cubicBezTo>
                <a:lnTo>
                  <a:pt x="37021" y="23024"/>
                </a:lnTo>
                <a:cubicBezTo>
                  <a:pt x="39270" y="23024"/>
                  <a:pt x="41107" y="21187"/>
                  <a:pt x="41107" y="18939"/>
                </a:cubicBezTo>
                <a:lnTo>
                  <a:pt x="4110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1" name="Google Shape;6021;p39"/>
          <p:cNvSpPr/>
          <p:nvPr/>
        </p:nvSpPr>
        <p:spPr>
          <a:xfrm>
            <a:off x="7196977" y="3321377"/>
            <a:ext cx="647520" cy="1413071"/>
          </a:xfrm>
          <a:custGeom>
            <a:rect b="b" l="l" r="r" t="t"/>
            <a:pathLst>
              <a:path extrusionOk="0" h="45961" w="21061">
                <a:moveTo>
                  <a:pt x="21061" y="64"/>
                </a:moveTo>
                <a:lnTo>
                  <a:pt x="21061" y="66"/>
                </a:lnTo>
                <a:lnTo>
                  <a:pt x="21061" y="66"/>
                </a:lnTo>
                <a:cubicBezTo>
                  <a:pt x="21061" y="65"/>
                  <a:pt x="21061" y="65"/>
                  <a:pt x="21061" y="64"/>
                </a:cubicBezTo>
                <a:close/>
                <a:moveTo>
                  <a:pt x="64" y="1"/>
                </a:moveTo>
                <a:lnTo>
                  <a:pt x="32" y="39840"/>
                </a:lnTo>
                <a:cubicBezTo>
                  <a:pt x="1" y="41424"/>
                  <a:pt x="1046" y="42975"/>
                  <a:pt x="3104" y="44179"/>
                </a:cubicBezTo>
                <a:cubicBezTo>
                  <a:pt x="5163" y="45366"/>
                  <a:pt x="7855" y="45960"/>
                  <a:pt x="10542" y="45960"/>
                </a:cubicBezTo>
                <a:cubicBezTo>
                  <a:pt x="13230" y="45960"/>
                  <a:pt x="15914" y="45366"/>
                  <a:pt x="17957" y="44179"/>
                </a:cubicBezTo>
                <a:cubicBezTo>
                  <a:pt x="19984" y="43007"/>
                  <a:pt x="21029" y="41455"/>
                  <a:pt x="21029" y="39904"/>
                </a:cubicBezTo>
                <a:lnTo>
                  <a:pt x="21061" y="66"/>
                </a:lnTo>
                <a:lnTo>
                  <a:pt x="21061" y="66"/>
                </a:lnTo>
                <a:cubicBezTo>
                  <a:pt x="21058" y="1615"/>
                  <a:pt x="17481" y="413"/>
                  <a:pt x="15455" y="1584"/>
                </a:cubicBezTo>
                <a:cubicBezTo>
                  <a:pt x="13358" y="2803"/>
                  <a:pt x="11828" y="3430"/>
                  <a:pt x="10279" y="3430"/>
                </a:cubicBezTo>
                <a:cubicBezTo>
                  <a:pt x="8811" y="3430"/>
                  <a:pt x="7325" y="2867"/>
                  <a:pt x="5321" y="1711"/>
                </a:cubicBezTo>
                <a:cubicBezTo>
                  <a:pt x="3231" y="508"/>
                  <a:pt x="64" y="1553"/>
                  <a:pt x="64" y="1"/>
                </a:cubicBezTo>
                <a:close/>
              </a:path>
            </a:pathLst>
          </a:custGeom>
          <a:solidFill>
            <a:srgbClr val="A1AA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2" name="Google Shape;6022;p39"/>
          <p:cNvSpPr/>
          <p:nvPr/>
        </p:nvSpPr>
        <p:spPr>
          <a:xfrm>
            <a:off x="7198914" y="3135400"/>
            <a:ext cx="646567" cy="373921"/>
          </a:xfrm>
          <a:custGeom>
            <a:rect b="b" l="l" r="r" t="t"/>
            <a:pathLst>
              <a:path extrusionOk="0" h="12162" w="21030">
                <a:moveTo>
                  <a:pt x="10415" y="1"/>
                </a:moveTo>
                <a:cubicBezTo>
                  <a:pt x="4666" y="1"/>
                  <a:pt x="32" y="2712"/>
                  <a:pt x="1" y="6050"/>
                </a:cubicBezTo>
                <a:cubicBezTo>
                  <a:pt x="1" y="9407"/>
                  <a:pt x="4688" y="12130"/>
                  <a:pt x="10483" y="12162"/>
                </a:cubicBezTo>
                <a:cubicBezTo>
                  <a:pt x="16279" y="12162"/>
                  <a:pt x="20998" y="9470"/>
                  <a:pt x="20998" y="6113"/>
                </a:cubicBezTo>
                <a:cubicBezTo>
                  <a:pt x="21029" y="2756"/>
                  <a:pt x="16342" y="1"/>
                  <a:pt x="10515" y="1"/>
                </a:cubicBezTo>
                <a:cubicBezTo>
                  <a:pt x="10482" y="1"/>
                  <a:pt x="10448" y="1"/>
                  <a:pt x="10415" y="1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3" name="Google Shape;6023;p39"/>
          <p:cNvSpPr txBox="1"/>
          <p:nvPr/>
        </p:nvSpPr>
        <p:spPr>
          <a:xfrm>
            <a:off x="962600" y="1819025"/>
            <a:ext cx="13194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Taxes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024" name="Google Shape;6024;p39"/>
          <p:cNvSpPr txBox="1"/>
          <p:nvPr/>
        </p:nvSpPr>
        <p:spPr>
          <a:xfrm>
            <a:off x="2928913" y="1560025"/>
            <a:ext cx="13194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Savings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025" name="Google Shape;6025;p39"/>
          <p:cNvSpPr txBox="1"/>
          <p:nvPr/>
        </p:nvSpPr>
        <p:spPr>
          <a:xfrm>
            <a:off x="4895688" y="1300075"/>
            <a:ext cx="13194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Investments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026" name="Google Shape;6026;p39"/>
          <p:cNvSpPr txBox="1"/>
          <p:nvPr/>
        </p:nvSpPr>
        <p:spPr>
          <a:xfrm>
            <a:off x="6862975" y="1040100"/>
            <a:ext cx="13194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Cashback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027" name="Google Shape;6027;p39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1" name="Shape 6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2" name="Google Shape;6032;p40"/>
          <p:cNvSpPr/>
          <p:nvPr/>
        </p:nvSpPr>
        <p:spPr>
          <a:xfrm>
            <a:off x="6944608" y="1248800"/>
            <a:ext cx="493429" cy="494455"/>
          </a:xfrm>
          <a:custGeom>
            <a:rect b="b" l="l" r="r" t="t"/>
            <a:pathLst>
              <a:path extrusionOk="0" h="15424" w="15392">
                <a:moveTo>
                  <a:pt x="7696" y="0"/>
                </a:moveTo>
                <a:cubicBezTo>
                  <a:pt x="3420" y="0"/>
                  <a:pt x="0" y="3452"/>
                  <a:pt x="0" y="7696"/>
                </a:cubicBezTo>
                <a:cubicBezTo>
                  <a:pt x="0" y="11971"/>
                  <a:pt x="3420" y="15423"/>
                  <a:pt x="7696" y="15423"/>
                </a:cubicBezTo>
                <a:cubicBezTo>
                  <a:pt x="11939" y="15423"/>
                  <a:pt x="15391" y="11971"/>
                  <a:pt x="15391" y="7696"/>
                </a:cubicBezTo>
                <a:cubicBezTo>
                  <a:pt x="15391" y="3452"/>
                  <a:pt x="11939" y="0"/>
                  <a:pt x="7696" y="0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3" name="Google Shape;6033;p40"/>
          <p:cNvSpPr/>
          <p:nvPr/>
        </p:nvSpPr>
        <p:spPr>
          <a:xfrm>
            <a:off x="1692820" y="3067775"/>
            <a:ext cx="530968" cy="493782"/>
          </a:xfrm>
          <a:custGeom>
            <a:rect b="b" l="l" r="r" t="t"/>
            <a:pathLst>
              <a:path extrusionOk="0" h="15403" w="16563">
                <a:moveTo>
                  <a:pt x="8262" y="0"/>
                </a:moveTo>
                <a:cubicBezTo>
                  <a:pt x="4552" y="0"/>
                  <a:pt x="1294" y="2686"/>
                  <a:pt x="697" y="6470"/>
                </a:cubicBezTo>
                <a:cubicBezTo>
                  <a:pt x="0" y="10651"/>
                  <a:pt x="2850" y="14609"/>
                  <a:pt x="7062" y="15306"/>
                </a:cubicBezTo>
                <a:cubicBezTo>
                  <a:pt x="7470" y="15371"/>
                  <a:pt x="7876" y="15402"/>
                  <a:pt x="8276" y="15402"/>
                </a:cubicBezTo>
                <a:cubicBezTo>
                  <a:pt x="11984" y="15402"/>
                  <a:pt x="15269" y="12713"/>
                  <a:pt x="15898" y="8941"/>
                </a:cubicBezTo>
                <a:cubicBezTo>
                  <a:pt x="16563" y="4729"/>
                  <a:pt x="13713" y="770"/>
                  <a:pt x="9532" y="105"/>
                </a:cubicBezTo>
                <a:cubicBezTo>
                  <a:pt x="9105" y="34"/>
                  <a:pt x="8681" y="0"/>
                  <a:pt x="8262" y="0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4" name="Google Shape;6034;p40"/>
          <p:cNvSpPr/>
          <p:nvPr/>
        </p:nvSpPr>
        <p:spPr>
          <a:xfrm>
            <a:off x="6925309" y="3067775"/>
            <a:ext cx="531994" cy="493782"/>
          </a:xfrm>
          <a:custGeom>
            <a:rect b="b" l="l" r="r" t="t"/>
            <a:pathLst>
              <a:path extrusionOk="0" h="15403" w="16595">
                <a:moveTo>
                  <a:pt x="8263" y="0"/>
                </a:moveTo>
                <a:cubicBezTo>
                  <a:pt x="4552" y="0"/>
                  <a:pt x="1295" y="2686"/>
                  <a:pt x="697" y="6470"/>
                </a:cubicBezTo>
                <a:cubicBezTo>
                  <a:pt x="0" y="10651"/>
                  <a:pt x="2851" y="14609"/>
                  <a:pt x="7063" y="15306"/>
                </a:cubicBezTo>
                <a:cubicBezTo>
                  <a:pt x="7473" y="15371"/>
                  <a:pt x="7882" y="15402"/>
                  <a:pt x="8285" y="15402"/>
                </a:cubicBezTo>
                <a:cubicBezTo>
                  <a:pt x="12016" y="15402"/>
                  <a:pt x="15298" y="12713"/>
                  <a:pt x="15898" y="8941"/>
                </a:cubicBezTo>
                <a:cubicBezTo>
                  <a:pt x="16595" y="4729"/>
                  <a:pt x="13713" y="770"/>
                  <a:pt x="9533" y="105"/>
                </a:cubicBezTo>
                <a:cubicBezTo>
                  <a:pt x="9106" y="34"/>
                  <a:pt x="8681" y="0"/>
                  <a:pt x="8263" y="0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5" name="Google Shape;6035;p40"/>
          <p:cNvSpPr/>
          <p:nvPr/>
        </p:nvSpPr>
        <p:spPr>
          <a:xfrm>
            <a:off x="1686697" y="1249185"/>
            <a:ext cx="543182" cy="493653"/>
          </a:xfrm>
          <a:custGeom>
            <a:rect b="b" l="l" r="r" t="t"/>
            <a:pathLst>
              <a:path extrusionOk="0" h="15399" w="16944">
                <a:moveTo>
                  <a:pt x="8477" y="1"/>
                </a:moveTo>
                <a:cubicBezTo>
                  <a:pt x="4983" y="1"/>
                  <a:pt x="1823" y="2392"/>
                  <a:pt x="983" y="5942"/>
                </a:cubicBezTo>
                <a:cubicBezTo>
                  <a:pt x="1" y="10059"/>
                  <a:pt x="2566" y="14208"/>
                  <a:pt x="6715" y="15189"/>
                </a:cubicBezTo>
                <a:cubicBezTo>
                  <a:pt x="7308" y="15331"/>
                  <a:pt x="7903" y="15399"/>
                  <a:pt x="8489" y="15399"/>
                </a:cubicBezTo>
                <a:cubicBezTo>
                  <a:pt x="11970" y="15399"/>
                  <a:pt x="15149" y="13008"/>
                  <a:pt x="15962" y="9457"/>
                </a:cubicBezTo>
                <a:cubicBezTo>
                  <a:pt x="16944" y="5340"/>
                  <a:pt x="14379" y="1192"/>
                  <a:pt x="10262" y="210"/>
                </a:cubicBezTo>
                <a:cubicBezTo>
                  <a:pt x="9664" y="69"/>
                  <a:pt x="9066" y="1"/>
                  <a:pt x="8477" y="1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36" name="Google Shape;6036;p40"/>
          <p:cNvGrpSpPr/>
          <p:nvPr/>
        </p:nvGrpSpPr>
        <p:grpSpPr>
          <a:xfrm>
            <a:off x="3454219" y="1042703"/>
            <a:ext cx="2175678" cy="3692415"/>
            <a:chOff x="3454219" y="1042703"/>
            <a:chExt cx="2175678" cy="3692415"/>
          </a:xfrm>
        </p:grpSpPr>
        <p:sp>
          <p:nvSpPr>
            <p:cNvPr id="6037" name="Google Shape;6037;p40"/>
            <p:cNvSpPr/>
            <p:nvPr/>
          </p:nvSpPr>
          <p:spPr>
            <a:xfrm>
              <a:off x="4183213" y="2920938"/>
              <a:ext cx="37500" cy="347100"/>
            </a:xfrm>
            <a:prstGeom prst="rect">
              <a:avLst/>
            </a:pr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8" name="Google Shape;6038;p40"/>
            <p:cNvSpPr/>
            <p:nvPr/>
          </p:nvSpPr>
          <p:spPr>
            <a:xfrm>
              <a:off x="4137493" y="3356421"/>
              <a:ext cx="812209" cy="469065"/>
            </a:xfrm>
            <a:custGeom>
              <a:rect b="b" l="l" r="r" t="t"/>
              <a:pathLst>
                <a:path extrusionOk="0" h="14632" w="25336">
                  <a:moveTo>
                    <a:pt x="2059" y="0"/>
                  </a:moveTo>
                  <a:lnTo>
                    <a:pt x="0" y="1203"/>
                  </a:lnTo>
                  <a:lnTo>
                    <a:pt x="23277" y="14631"/>
                  </a:lnTo>
                  <a:lnTo>
                    <a:pt x="25335" y="13459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A0C9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9" name="Google Shape;6039;p40"/>
            <p:cNvSpPr/>
            <p:nvPr/>
          </p:nvSpPr>
          <p:spPr>
            <a:xfrm>
              <a:off x="4133421" y="1539145"/>
              <a:ext cx="816280" cy="472111"/>
            </a:xfrm>
            <a:custGeom>
              <a:rect b="b" l="l" r="r" t="t"/>
              <a:pathLst>
                <a:path extrusionOk="0" h="14727" w="25463">
                  <a:moveTo>
                    <a:pt x="2059" y="1"/>
                  </a:moveTo>
                  <a:lnTo>
                    <a:pt x="0" y="1204"/>
                  </a:lnTo>
                  <a:lnTo>
                    <a:pt x="23404" y="14727"/>
                  </a:lnTo>
                  <a:lnTo>
                    <a:pt x="25462" y="13523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A0C9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0" name="Google Shape;6040;p40"/>
            <p:cNvSpPr/>
            <p:nvPr/>
          </p:nvSpPr>
          <p:spPr>
            <a:xfrm>
              <a:off x="3460310" y="4203091"/>
              <a:ext cx="1467047" cy="532026"/>
            </a:xfrm>
            <a:custGeom>
              <a:rect b="b" l="l" r="r" t="t"/>
              <a:pathLst>
                <a:path extrusionOk="0" h="16596" w="45763">
                  <a:moveTo>
                    <a:pt x="1" y="1"/>
                  </a:moveTo>
                  <a:lnTo>
                    <a:pt x="5448" y="4339"/>
                  </a:lnTo>
                  <a:lnTo>
                    <a:pt x="22676" y="13840"/>
                  </a:lnTo>
                  <a:lnTo>
                    <a:pt x="23278" y="16595"/>
                  </a:lnTo>
                  <a:lnTo>
                    <a:pt x="24544" y="13967"/>
                  </a:lnTo>
                  <a:lnTo>
                    <a:pt x="45763" y="2724"/>
                  </a:lnTo>
                  <a:lnTo>
                    <a:pt x="44971" y="159"/>
                  </a:lnTo>
                  <a:lnTo>
                    <a:pt x="42216" y="1616"/>
                  </a:lnTo>
                  <a:lnTo>
                    <a:pt x="23341" y="12162"/>
                  </a:lnTo>
                  <a:lnTo>
                    <a:pt x="11402" y="519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1" name="Google Shape;6041;p40"/>
            <p:cNvSpPr/>
            <p:nvPr/>
          </p:nvSpPr>
          <p:spPr>
            <a:xfrm>
              <a:off x="4206512" y="4203091"/>
              <a:ext cx="742163" cy="532026"/>
            </a:xfrm>
            <a:custGeom>
              <a:rect b="b" l="l" r="r" t="t"/>
              <a:pathLst>
                <a:path extrusionOk="0" h="16596" w="23151">
                  <a:moveTo>
                    <a:pt x="23151" y="1"/>
                  </a:moveTo>
                  <a:lnTo>
                    <a:pt x="32" y="13428"/>
                  </a:lnTo>
                  <a:lnTo>
                    <a:pt x="1" y="16595"/>
                  </a:lnTo>
                  <a:lnTo>
                    <a:pt x="1" y="16595"/>
                  </a:lnTo>
                  <a:lnTo>
                    <a:pt x="23151" y="3136"/>
                  </a:lnTo>
                  <a:lnTo>
                    <a:pt x="23151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2" name="Google Shape;6042;p40"/>
            <p:cNvSpPr/>
            <p:nvPr/>
          </p:nvSpPr>
          <p:spPr>
            <a:xfrm>
              <a:off x="3460310" y="4203091"/>
              <a:ext cx="747260" cy="532026"/>
            </a:xfrm>
            <a:custGeom>
              <a:rect b="b" l="l" r="r" t="t"/>
              <a:pathLst>
                <a:path extrusionOk="0" h="16596" w="23310">
                  <a:moveTo>
                    <a:pt x="1" y="1"/>
                  </a:moveTo>
                  <a:lnTo>
                    <a:pt x="1" y="3136"/>
                  </a:lnTo>
                  <a:lnTo>
                    <a:pt x="23278" y="16595"/>
                  </a:lnTo>
                  <a:lnTo>
                    <a:pt x="23309" y="134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3" name="Google Shape;6043;p40"/>
            <p:cNvSpPr/>
            <p:nvPr/>
          </p:nvSpPr>
          <p:spPr>
            <a:xfrm>
              <a:off x="3460310" y="3771629"/>
              <a:ext cx="1488366" cy="861962"/>
            </a:xfrm>
            <a:custGeom>
              <a:rect b="b" l="l" r="r" t="t"/>
              <a:pathLst>
                <a:path extrusionOk="0" h="26888" w="46428">
                  <a:moveTo>
                    <a:pt x="23151" y="1"/>
                  </a:moveTo>
                  <a:lnTo>
                    <a:pt x="1" y="13460"/>
                  </a:lnTo>
                  <a:lnTo>
                    <a:pt x="23309" y="26887"/>
                  </a:lnTo>
                  <a:lnTo>
                    <a:pt x="46428" y="13460"/>
                  </a:lnTo>
                  <a:lnTo>
                    <a:pt x="23151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4" name="Google Shape;6044;p40"/>
            <p:cNvSpPr/>
            <p:nvPr/>
          </p:nvSpPr>
          <p:spPr>
            <a:xfrm>
              <a:off x="3701959" y="3911721"/>
              <a:ext cx="1006125" cy="582773"/>
            </a:xfrm>
            <a:custGeom>
              <a:rect b="b" l="l" r="r" t="t"/>
              <a:pathLst>
                <a:path extrusionOk="0" h="18179" w="31385">
                  <a:moveTo>
                    <a:pt x="15645" y="1"/>
                  </a:moveTo>
                  <a:lnTo>
                    <a:pt x="0" y="9090"/>
                  </a:lnTo>
                  <a:lnTo>
                    <a:pt x="15740" y="18179"/>
                  </a:lnTo>
                  <a:lnTo>
                    <a:pt x="31384" y="9090"/>
                  </a:lnTo>
                  <a:lnTo>
                    <a:pt x="156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5" name="Google Shape;6045;p40"/>
            <p:cNvSpPr/>
            <p:nvPr/>
          </p:nvSpPr>
          <p:spPr>
            <a:xfrm>
              <a:off x="4882669" y="3787883"/>
              <a:ext cx="67032" cy="453838"/>
            </a:xfrm>
            <a:custGeom>
              <a:rect b="b" l="l" r="r" t="t"/>
              <a:pathLst>
                <a:path extrusionOk="0" h="14157" w="2091">
                  <a:moveTo>
                    <a:pt x="2090" y="0"/>
                  </a:moveTo>
                  <a:lnTo>
                    <a:pt x="32" y="1172"/>
                  </a:lnTo>
                  <a:lnTo>
                    <a:pt x="0" y="14156"/>
                  </a:lnTo>
                  <a:lnTo>
                    <a:pt x="2059" y="12985"/>
                  </a:lnTo>
                  <a:lnTo>
                    <a:pt x="2090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6" name="Google Shape;6046;p40"/>
            <p:cNvSpPr/>
            <p:nvPr/>
          </p:nvSpPr>
          <p:spPr>
            <a:xfrm>
              <a:off x="4136467" y="3394986"/>
              <a:ext cx="747228" cy="846735"/>
            </a:xfrm>
            <a:custGeom>
              <a:rect b="b" l="l" r="r" t="t"/>
              <a:pathLst>
                <a:path extrusionOk="0" h="26413" w="23309">
                  <a:moveTo>
                    <a:pt x="32" y="0"/>
                  </a:moveTo>
                  <a:lnTo>
                    <a:pt x="0" y="12985"/>
                  </a:lnTo>
                  <a:lnTo>
                    <a:pt x="23277" y="26412"/>
                  </a:lnTo>
                  <a:lnTo>
                    <a:pt x="23309" y="13428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7" name="Google Shape;6047;p40"/>
            <p:cNvSpPr/>
            <p:nvPr/>
          </p:nvSpPr>
          <p:spPr>
            <a:xfrm>
              <a:off x="4184168" y="4177734"/>
              <a:ext cx="209175" cy="141149"/>
            </a:xfrm>
            <a:custGeom>
              <a:rect b="b" l="l" r="r" t="t"/>
              <a:pathLst>
                <a:path extrusionOk="0" h="4403" w="6525">
                  <a:moveTo>
                    <a:pt x="4245" y="0"/>
                  </a:moveTo>
                  <a:lnTo>
                    <a:pt x="3263" y="570"/>
                  </a:lnTo>
                  <a:lnTo>
                    <a:pt x="4308" y="1172"/>
                  </a:lnTo>
                  <a:lnTo>
                    <a:pt x="1" y="3705"/>
                  </a:lnTo>
                  <a:lnTo>
                    <a:pt x="1236" y="4402"/>
                  </a:lnTo>
                  <a:lnTo>
                    <a:pt x="6525" y="1330"/>
                  </a:lnTo>
                  <a:lnTo>
                    <a:pt x="4245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8" name="Google Shape;6048;p40"/>
            <p:cNvSpPr/>
            <p:nvPr/>
          </p:nvSpPr>
          <p:spPr>
            <a:xfrm>
              <a:off x="4020739" y="4110028"/>
              <a:ext cx="259922" cy="136437"/>
            </a:xfrm>
            <a:custGeom>
              <a:rect b="b" l="l" r="r" t="t"/>
              <a:pathLst>
                <a:path extrusionOk="0" h="4256" w="8108">
                  <a:moveTo>
                    <a:pt x="4864" y="913"/>
                  </a:moveTo>
                  <a:cubicBezTo>
                    <a:pt x="5202" y="913"/>
                    <a:pt x="5492" y="992"/>
                    <a:pt x="5732" y="1130"/>
                  </a:cubicBezTo>
                  <a:cubicBezTo>
                    <a:pt x="6366" y="1479"/>
                    <a:pt x="6271" y="2017"/>
                    <a:pt x="5067" y="2714"/>
                  </a:cubicBezTo>
                  <a:cubicBezTo>
                    <a:pt x="4325" y="3143"/>
                    <a:pt x="3692" y="3332"/>
                    <a:pt x="3174" y="3332"/>
                  </a:cubicBezTo>
                  <a:cubicBezTo>
                    <a:pt x="2852" y="3332"/>
                    <a:pt x="2574" y="3259"/>
                    <a:pt x="2344" y="3126"/>
                  </a:cubicBezTo>
                  <a:cubicBezTo>
                    <a:pt x="1742" y="2746"/>
                    <a:pt x="1805" y="2207"/>
                    <a:pt x="3009" y="1510"/>
                  </a:cubicBezTo>
                  <a:cubicBezTo>
                    <a:pt x="3732" y="1092"/>
                    <a:pt x="4353" y="913"/>
                    <a:pt x="4864" y="913"/>
                  </a:cubicBezTo>
                  <a:close/>
                  <a:moveTo>
                    <a:pt x="4672" y="1"/>
                  </a:moveTo>
                  <a:cubicBezTo>
                    <a:pt x="3731" y="1"/>
                    <a:pt x="2708" y="262"/>
                    <a:pt x="1742" y="814"/>
                  </a:cubicBezTo>
                  <a:cubicBezTo>
                    <a:pt x="0" y="1827"/>
                    <a:pt x="0" y="2967"/>
                    <a:pt x="1299" y="3727"/>
                  </a:cubicBezTo>
                  <a:cubicBezTo>
                    <a:pt x="1904" y="4073"/>
                    <a:pt x="2641" y="4255"/>
                    <a:pt x="3428" y="4255"/>
                  </a:cubicBezTo>
                  <a:cubicBezTo>
                    <a:pt x="4370" y="4255"/>
                    <a:pt x="5385" y="3994"/>
                    <a:pt x="6334" y="3442"/>
                  </a:cubicBezTo>
                  <a:cubicBezTo>
                    <a:pt x="8076" y="2429"/>
                    <a:pt x="8107" y="1289"/>
                    <a:pt x="6777" y="529"/>
                  </a:cubicBezTo>
                  <a:cubicBezTo>
                    <a:pt x="6186" y="183"/>
                    <a:pt x="5458" y="1"/>
                    <a:pt x="4672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9" name="Google Shape;6049;p40"/>
            <p:cNvSpPr/>
            <p:nvPr/>
          </p:nvSpPr>
          <p:spPr>
            <a:xfrm>
              <a:off x="4133421" y="1476216"/>
              <a:ext cx="1496476" cy="535040"/>
            </a:xfrm>
            <a:custGeom>
              <a:rect b="b" l="l" r="r" t="t"/>
              <a:pathLst>
                <a:path extrusionOk="0" h="16690" w="46681">
                  <a:moveTo>
                    <a:pt x="0" y="0"/>
                  </a:moveTo>
                  <a:lnTo>
                    <a:pt x="2439" y="3009"/>
                  </a:lnTo>
                  <a:lnTo>
                    <a:pt x="21567" y="13871"/>
                  </a:lnTo>
                  <a:lnTo>
                    <a:pt x="23404" y="16690"/>
                  </a:lnTo>
                  <a:lnTo>
                    <a:pt x="25114" y="13269"/>
                  </a:lnTo>
                  <a:lnTo>
                    <a:pt x="46174" y="1362"/>
                  </a:lnTo>
                  <a:lnTo>
                    <a:pt x="46681" y="0"/>
                  </a:lnTo>
                  <a:lnTo>
                    <a:pt x="30529" y="7632"/>
                  </a:lnTo>
                  <a:lnTo>
                    <a:pt x="23024" y="12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0" name="Google Shape;6050;p40"/>
            <p:cNvSpPr/>
            <p:nvPr/>
          </p:nvSpPr>
          <p:spPr>
            <a:xfrm>
              <a:off x="4883663" y="1476216"/>
              <a:ext cx="746234" cy="535040"/>
            </a:xfrm>
            <a:custGeom>
              <a:rect b="b" l="l" r="r" t="t"/>
              <a:pathLst>
                <a:path extrusionOk="0" h="16690" w="23278">
                  <a:moveTo>
                    <a:pt x="23278" y="0"/>
                  </a:moveTo>
                  <a:lnTo>
                    <a:pt x="1" y="13523"/>
                  </a:lnTo>
                  <a:lnTo>
                    <a:pt x="1" y="16690"/>
                  </a:lnTo>
                  <a:lnTo>
                    <a:pt x="23246" y="3167"/>
                  </a:lnTo>
                  <a:lnTo>
                    <a:pt x="23278" y="0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1" name="Google Shape;6051;p40"/>
            <p:cNvSpPr/>
            <p:nvPr/>
          </p:nvSpPr>
          <p:spPr>
            <a:xfrm>
              <a:off x="4133421" y="1476216"/>
              <a:ext cx="750274" cy="535040"/>
            </a:xfrm>
            <a:custGeom>
              <a:rect b="b" l="l" r="r" t="t"/>
              <a:pathLst>
                <a:path extrusionOk="0" h="16690" w="23404">
                  <a:moveTo>
                    <a:pt x="0" y="0"/>
                  </a:moveTo>
                  <a:lnTo>
                    <a:pt x="0" y="3167"/>
                  </a:lnTo>
                  <a:lnTo>
                    <a:pt x="23404" y="16690"/>
                  </a:lnTo>
                  <a:lnTo>
                    <a:pt x="23404" y="13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2" name="Google Shape;6052;p40"/>
            <p:cNvSpPr/>
            <p:nvPr/>
          </p:nvSpPr>
          <p:spPr>
            <a:xfrm>
              <a:off x="4133421" y="1042703"/>
              <a:ext cx="1496476" cy="867027"/>
            </a:xfrm>
            <a:custGeom>
              <a:rect b="b" l="l" r="r" t="t"/>
              <a:pathLst>
                <a:path extrusionOk="0" h="27046" w="46681">
                  <a:moveTo>
                    <a:pt x="23277" y="1"/>
                  </a:moveTo>
                  <a:lnTo>
                    <a:pt x="0" y="13523"/>
                  </a:lnTo>
                  <a:lnTo>
                    <a:pt x="23404" y="27046"/>
                  </a:lnTo>
                  <a:lnTo>
                    <a:pt x="46681" y="13523"/>
                  </a:lnTo>
                  <a:lnTo>
                    <a:pt x="23277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3" name="Google Shape;6053;p40"/>
            <p:cNvSpPr/>
            <p:nvPr/>
          </p:nvSpPr>
          <p:spPr>
            <a:xfrm>
              <a:off x="4376065" y="1183820"/>
              <a:ext cx="1011190" cy="585819"/>
            </a:xfrm>
            <a:custGeom>
              <a:rect b="b" l="l" r="r" t="t"/>
              <a:pathLst>
                <a:path extrusionOk="0" h="18274" w="31543">
                  <a:moveTo>
                    <a:pt x="15708" y="1"/>
                  </a:moveTo>
                  <a:lnTo>
                    <a:pt x="0" y="9121"/>
                  </a:lnTo>
                  <a:lnTo>
                    <a:pt x="15835" y="18274"/>
                  </a:lnTo>
                  <a:lnTo>
                    <a:pt x="31543" y="9121"/>
                  </a:lnTo>
                  <a:lnTo>
                    <a:pt x="15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4" name="Google Shape;6054;p40"/>
            <p:cNvSpPr/>
            <p:nvPr/>
          </p:nvSpPr>
          <p:spPr>
            <a:xfrm>
              <a:off x="4663364" y="1356417"/>
              <a:ext cx="261974" cy="137078"/>
            </a:xfrm>
            <a:custGeom>
              <a:rect b="b" l="l" r="r" t="t"/>
              <a:pathLst>
                <a:path extrusionOk="0" h="4276" w="8172">
                  <a:moveTo>
                    <a:pt x="4903" y="923"/>
                  </a:moveTo>
                  <a:cubicBezTo>
                    <a:pt x="5246" y="923"/>
                    <a:pt x="5544" y="1001"/>
                    <a:pt x="5796" y="1140"/>
                  </a:cubicBezTo>
                  <a:cubicBezTo>
                    <a:pt x="6398" y="1489"/>
                    <a:pt x="6335" y="2027"/>
                    <a:pt x="5131" y="2755"/>
                  </a:cubicBezTo>
                  <a:cubicBezTo>
                    <a:pt x="4407" y="3174"/>
                    <a:pt x="3775" y="3353"/>
                    <a:pt x="3256" y="3353"/>
                  </a:cubicBezTo>
                  <a:cubicBezTo>
                    <a:pt x="2911" y="3353"/>
                    <a:pt x="2616" y="3274"/>
                    <a:pt x="2376" y="3136"/>
                  </a:cubicBezTo>
                  <a:cubicBezTo>
                    <a:pt x="1774" y="2787"/>
                    <a:pt x="1838" y="2249"/>
                    <a:pt x="3041" y="1520"/>
                  </a:cubicBezTo>
                  <a:cubicBezTo>
                    <a:pt x="3765" y="1101"/>
                    <a:pt x="4385" y="923"/>
                    <a:pt x="4903" y="923"/>
                  </a:cubicBezTo>
                  <a:close/>
                  <a:moveTo>
                    <a:pt x="4682" y="0"/>
                  </a:moveTo>
                  <a:cubicBezTo>
                    <a:pt x="3744" y="0"/>
                    <a:pt x="2731" y="260"/>
                    <a:pt x="1774" y="824"/>
                  </a:cubicBezTo>
                  <a:cubicBezTo>
                    <a:pt x="32" y="1837"/>
                    <a:pt x="1" y="2977"/>
                    <a:pt x="1331" y="3737"/>
                  </a:cubicBezTo>
                  <a:cubicBezTo>
                    <a:pt x="1943" y="4087"/>
                    <a:pt x="2689" y="4276"/>
                    <a:pt x="3487" y="4276"/>
                  </a:cubicBezTo>
                  <a:cubicBezTo>
                    <a:pt x="4421" y="4276"/>
                    <a:pt x="5426" y="4016"/>
                    <a:pt x="6366" y="3452"/>
                  </a:cubicBezTo>
                  <a:cubicBezTo>
                    <a:pt x="8140" y="2439"/>
                    <a:pt x="8171" y="1299"/>
                    <a:pt x="6841" y="539"/>
                  </a:cubicBezTo>
                  <a:cubicBezTo>
                    <a:pt x="6229" y="189"/>
                    <a:pt x="5483" y="0"/>
                    <a:pt x="4682" y="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5" name="Google Shape;6055;p40"/>
            <p:cNvSpPr/>
            <p:nvPr/>
          </p:nvSpPr>
          <p:spPr>
            <a:xfrm>
              <a:off x="4835961" y="1474165"/>
              <a:ext cx="256877" cy="128967"/>
            </a:xfrm>
            <a:custGeom>
              <a:rect b="b" l="l" r="r" t="t"/>
              <a:pathLst>
                <a:path extrusionOk="0" h="4023" w="8013">
                  <a:moveTo>
                    <a:pt x="6714" y="1"/>
                  </a:moveTo>
                  <a:lnTo>
                    <a:pt x="824" y="508"/>
                  </a:lnTo>
                  <a:lnTo>
                    <a:pt x="0" y="1014"/>
                  </a:lnTo>
                  <a:lnTo>
                    <a:pt x="2882" y="2661"/>
                  </a:lnTo>
                  <a:lnTo>
                    <a:pt x="1774" y="3326"/>
                  </a:lnTo>
                  <a:lnTo>
                    <a:pt x="2977" y="4023"/>
                  </a:lnTo>
                  <a:lnTo>
                    <a:pt x="4086" y="3358"/>
                  </a:lnTo>
                  <a:lnTo>
                    <a:pt x="4972" y="3864"/>
                  </a:lnTo>
                  <a:lnTo>
                    <a:pt x="5954" y="3294"/>
                  </a:lnTo>
                  <a:lnTo>
                    <a:pt x="5099" y="2788"/>
                  </a:lnTo>
                  <a:lnTo>
                    <a:pt x="6081" y="2186"/>
                  </a:lnTo>
                  <a:lnTo>
                    <a:pt x="4909" y="1521"/>
                  </a:lnTo>
                  <a:lnTo>
                    <a:pt x="3927" y="2091"/>
                  </a:lnTo>
                  <a:lnTo>
                    <a:pt x="2471" y="1268"/>
                  </a:lnTo>
                  <a:lnTo>
                    <a:pt x="8013" y="761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6" name="Google Shape;6056;p40"/>
            <p:cNvSpPr/>
            <p:nvPr/>
          </p:nvSpPr>
          <p:spPr>
            <a:xfrm>
              <a:off x="4136467" y="2447783"/>
              <a:ext cx="812209" cy="469065"/>
            </a:xfrm>
            <a:custGeom>
              <a:rect b="b" l="l" r="r" t="t"/>
              <a:pathLst>
                <a:path extrusionOk="0" h="14632" w="25336">
                  <a:moveTo>
                    <a:pt x="23277" y="0"/>
                  </a:moveTo>
                  <a:lnTo>
                    <a:pt x="0" y="13428"/>
                  </a:lnTo>
                  <a:lnTo>
                    <a:pt x="2059" y="14631"/>
                  </a:lnTo>
                  <a:lnTo>
                    <a:pt x="25336" y="1204"/>
                  </a:lnTo>
                  <a:lnTo>
                    <a:pt x="23277" y="0"/>
                  </a:lnTo>
                  <a:close/>
                </a:path>
              </a:pathLst>
            </a:custGeom>
            <a:solidFill>
              <a:srgbClr val="A0C9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7" name="Google Shape;6057;p40"/>
            <p:cNvSpPr/>
            <p:nvPr/>
          </p:nvSpPr>
          <p:spPr>
            <a:xfrm>
              <a:off x="3454219" y="2390913"/>
              <a:ext cx="1453840" cy="534046"/>
            </a:xfrm>
            <a:custGeom>
              <a:rect b="b" l="l" r="r" t="t"/>
              <a:pathLst>
                <a:path extrusionOk="0" h="16659" w="45351">
                  <a:moveTo>
                    <a:pt x="1" y="1"/>
                  </a:moveTo>
                  <a:lnTo>
                    <a:pt x="1141" y="1964"/>
                  </a:lnTo>
                  <a:lnTo>
                    <a:pt x="22169" y="13840"/>
                  </a:lnTo>
                  <a:lnTo>
                    <a:pt x="23404" y="16659"/>
                  </a:lnTo>
                  <a:lnTo>
                    <a:pt x="24513" y="15012"/>
                  </a:lnTo>
                  <a:lnTo>
                    <a:pt x="45351" y="2313"/>
                  </a:lnTo>
                  <a:lnTo>
                    <a:pt x="44559" y="1204"/>
                  </a:lnTo>
                  <a:lnTo>
                    <a:pt x="24703" y="11655"/>
                  </a:lnTo>
                  <a:lnTo>
                    <a:pt x="22074" y="112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8" name="Google Shape;6058;p40"/>
            <p:cNvSpPr/>
            <p:nvPr/>
          </p:nvSpPr>
          <p:spPr>
            <a:xfrm>
              <a:off x="4204493" y="2390913"/>
              <a:ext cx="745209" cy="534046"/>
            </a:xfrm>
            <a:custGeom>
              <a:rect b="b" l="l" r="r" t="t"/>
              <a:pathLst>
                <a:path extrusionOk="0" h="16659" w="23246">
                  <a:moveTo>
                    <a:pt x="23245" y="1"/>
                  </a:moveTo>
                  <a:lnTo>
                    <a:pt x="0" y="13492"/>
                  </a:lnTo>
                  <a:lnTo>
                    <a:pt x="0" y="16659"/>
                  </a:lnTo>
                  <a:lnTo>
                    <a:pt x="23245" y="3168"/>
                  </a:lnTo>
                  <a:lnTo>
                    <a:pt x="23245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9" name="Google Shape;6059;p40"/>
            <p:cNvSpPr/>
            <p:nvPr/>
          </p:nvSpPr>
          <p:spPr>
            <a:xfrm>
              <a:off x="4880618" y="2383828"/>
              <a:ext cx="69084" cy="50779"/>
            </a:xfrm>
            <a:custGeom>
              <a:rect b="b" l="l" r="r" t="t"/>
              <a:pathLst>
                <a:path extrusionOk="0" h="1584" w="2155">
                  <a:moveTo>
                    <a:pt x="2123" y="0"/>
                  </a:moveTo>
                  <a:lnTo>
                    <a:pt x="1" y="1109"/>
                  </a:lnTo>
                  <a:lnTo>
                    <a:pt x="96" y="1457"/>
                  </a:lnTo>
                  <a:lnTo>
                    <a:pt x="951" y="1584"/>
                  </a:lnTo>
                  <a:lnTo>
                    <a:pt x="2154" y="412"/>
                  </a:lnTo>
                  <a:lnTo>
                    <a:pt x="2123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0" name="Google Shape;6060;p40"/>
            <p:cNvSpPr/>
            <p:nvPr/>
          </p:nvSpPr>
          <p:spPr>
            <a:xfrm>
              <a:off x="4165896" y="3295479"/>
              <a:ext cx="1459931" cy="531000"/>
            </a:xfrm>
            <a:custGeom>
              <a:rect b="b" l="l" r="r" t="t"/>
              <a:pathLst>
                <a:path extrusionOk="0" h="16564" w="45541">
                  <a:moveTo>
                    <a:pt x="45541" y="1"/>
                  </a:moveTo>
                  <a:lnTo>
                    <a:pt x="34172" y="5163"/>
                  </a:lnTo>
                  <a:lnTo>
                    <a:pt x="22391" y="11782"/>
                  </a:lnTo>
                  <a:lnTo>
                    <a:pt x="1173" y="1173"/>
                  </a:lnTo>
                  <a:lnTo>
                    <a:pt x="1" y="1268"/>
                  </a:lnTo>
                  <a:lnTo>
                    <a:pt x="15012" y="10863"/>
                  </a:lnTo>
                  <a:lnTo>
                    <a:pt x="21282" y="14759"/>
                  </a:lnTo>
                  <a:lnTo>
                    <a:pt x="22391" y="16564"/>
                  </a:lnTo>
                  <a:lnTo>
                    <a:pt x="23943" y="13713"/>
                  </a:lnTo>
                  <a:lnTo>
                    <a:pt x="44844" y="2218"/>
                  </a:lnTo>
                  <a:lnTo>
                    <a:pt x="45541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1" name="Google Shape;6061;p40"/>
            <p:cNvSpPr/>
            <p:nvPr/>
          </p:nvSpPr>
          <p:spPr>
            <a:xfrm>
              <a:off x="4883663" y="3295479"/>
              <a:ext cx="742163" cy="531000"/>
            </a:xfrm>
            <a:custGeom>
              <a:rect b="b" l="l" r="r" t="t"/>
              <a:pathLst>
                <a:path extrusionOk="0" h="16564" w="23151">
                  <a:moveTo>
                    <a:pt x="23151" y="1"/>
                  </a:moveTo>
                  <a:lnTo>
                    <a:pt x="1" y="13428"/>
                  </a:lnTo>
                  <a:lnTo>
                    <a:pt x="1" y="16564"/>
                  </a:lnTo>
                  <a:lnTo>
                    <a:pt x="23151" y="3136"/>
                  </a:lnTo>
                  <a:lnTo>
                    <a:pt x="23151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2" name="Google Shape;6062;p40"/>
            <p:cNvSpPr/>
            <p:nvPr/>
          </p:nvSpPr>
          <p:spPr>
            <a:xfrm>
              <a:off x="4137493" y="3295479"/>
              <a:ext cx="746202" cy="531000"/>
            </a:xfrm>
            <a:custGeom>
              <a:rect b="b" l="l" r="r" t="t"/>
              <a:pathLst>
                <a:path extrusionOk="0" h="16564" w="23277">
                  <a:moveTo>
                    <a:pt x="0" y="1"/>
                  </a:moveTo>
                  <a:lnTo>
                    <a:pt x="0" y="3136"/>
                  </a:lnTo>
                  <a:lnTo>
                    <a:pt x="23277" y="16564"/>
                  </a:lnTo>
                  <a:lnTo>
                    <a:pt x="23277" y="1342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3" name="Google Shape;6063;p40"/>
            <p:cNvSpPr/>
            <p:nvPr/>
          </p:nvSpPr>
          <p:spPr>
            <a:xfrm>
              <a:off x="4137493" y="2864017"/>
              <a:ext cx="1488334" cy="861962"/>
            </a:xfrm>
            <a:custGeom>
              <a:rect b="b" l="l" r="r" t="t"/>
              <a:pathLst>
                <a:path extrusionOk="0" h="26888" w="46427">
                  <a:moveTo>
                    <a:pt x="23150" y="1"/>
                  </a:moveTo>
                  <a:lnTo>
                    <a:pt x="0" y="13460"/>
                  </a:lnTo>
                  <a:lnTo>
                    <a:pt x="23277" y="26887"/>
                  </a:lnTo>
                  <a:lnTo>
                    <a:pt x="46427" y="13460"/>
                  </a:lnTo>
                  <a:lnTo>
                    <a:pt x="23150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4" name="Google Shape;6064;p40"/>
            <p:cNvSpPr/>
            <p:nvPr/>
          </p:nvSpPr>
          <p:spPr>
            <a:xfrm>
              <a:off x="4379110" y="3004109"/>
              <a:ext cx="1006125" cy="582773"/>
            </a:xfrm>
            <a:custGeom>
              <a:rect b="b" l="l" r="r" t="t"/>
              <a:pathLst>
                <a:path extrusionOk="0" h="18179" w="31385">
                  <a:moveTo>
                    <a:pt x="15613" y="1"/>
                  </a:moveTo>
                  <a:lnTo>
                    <a:pt x="0" y="9090"/>
                  </a:lnTo>
                  <a:lnTo>
                    <a:pt x="15740" y="18179"/>
                  </a:lnTo>
                  <a:lnTo>
                    <a:pt x="31384" y="9090"/>
                  </a:lnTo>
                  <a:lnTo>
                    <a:pt x="156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5" name="Google Shape;6065;p40"/>
            <p:cNvSpPr/>
            <p:nvPr/>
          </p:nvSpPr>
          <p:spPr>
            <a:xfrm>
              <a:off x="4136467" y="2878219"/>
              <a:ext cx="67032" cy="454864"/>
            </a:xfrm>
            <a:custGeom>
              <a:rect b="b" l="l" r="r" t="t"/>
              <a:pathLst>
                <a:path extrusionOk="0" h="14189" w="2091">
                  <a:moveTo>
                    <a:pt x="0" y="1"/>
                  </a:moveTo>
                  <a:lnTo>
                    <a:pt x="32" y="12985"/>
                  </a:lnTo>
                  <a:lnTo>
                    <a:pt x="2091" y="14189"/>
                  </a:lnTo>
                  <a:lnTo>
                    <a:pt x="2059" y="12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6" name="Google Shape;6066;p40"/>
            <p:cNvSpPr/>
            <p:nvPr/>
          </p:nvSpPr>
          <p:spPr>
            <a:xfrm>
              <a:off x="4202441" y="2486348"/>
              <a:ext cx="747260" cy="846735"/>
            </a:xfrm>
            <a:custGeom>
              <a:rect b="b" l="l" r="r" t="t"/>
              <a:pathLst>
                <a:path extrusionOk="0" h="26413" w="23310">
                  <a:moveTo>
                    <a:pt x="23278" y="1"/>
                  </a:moveTo>
                  <a:lnTo>
                    <a:pt x="1" y="13428"/>
                  </a:lnTo>
                  <a:lnTo>
                    <a:pt x="33" y="26413"/>
                  </a:lnTo>
                  <a:lnTo>
                    <a:pt x="23309" y="12985"/>
                  </a:lnTo>
                  <a:lnTo>
                    <a:pt x="23278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7" name="Google Shape;6067;p40"/>
            <p:cNvSpPr/>
            <p:nvPr/>
          </p:nvSpPr>
          <p:spPr>
            <a:xfrm>
              <a:off x="4811598" y="3266980"/>
              <a:ext cx="277201" cy="161538"/>
            </a:xfrm>
            <a:custGeom>
              <a:rect b="b" l="l" r="r" t="t"/>
              <a:pathLst>
                <a:path extrusionOk="0" h="5039" w="8647">
                  <a:moveTo>
                    <a:pt x="4746" y="0"/>
                  </a:moveTo>
                  <a:cubicBezTo>
                    <a:pt x="4556" y="0"/>
                    <a:pt x="4367" y="12"/>
                    <a:pt x="4181" y="35"/>
                  </a:cubicBezTo>
                  <a:lnTo>
                    <a:pt x="4497" y="890"/>
                  </a:lnTo>
                  <a:cubicBezTo>
                    <a:pt x="4601" y="879"/>
                    <a:pt x="4703" y="874"/>
                    <a:pt x="4804" y="874"/>
                  </a:cubicBezTo>
                  <a:cubicBezTo>
                    <a:pt x="5291" y="874"/>
                    <a:pt x="5745" y="997"/>
                    <a:pt x="6113" y="1207"/>
                  </a:cubicBezTo>
                  <a:cubicBezTo>
                    <a:pt x="6683" y="1523"/>
                    <a:pt x="6746" y="1840"/>
                    <a:pt x="6334" y="2093"/>
                  </a:cubicBezTo>
                  <a:cubicBezTo>
                    <a:pt x="6108" y="2207"/>
                    <a:pt x="5780" y="2320"/>
                    <a:pt x="5056" y="2320"/>
                  </a:cubicBezTo>
                  <a:cubicBezTo>
                    <a:pt x="4970" y="2320"/>
                    <a:pt x="4879" y="2318"/>
                    <a:pt x="4782" y="2315"/>
                  </a:cubicBezTo>
                  <a:lnTo>
                    <a:pt x="792" y="2252"/>
                  </a:lnTo>
                  <a:lnTo>
                    <a:pt x="0" y="2727"/>
                  </a:lnTo>
                  <a:lnTo>
                    <a:pt x="4054" y="5038"/>
                  </a:lnTo>
                  <a:lnTo>
                    <a:pt x="5036" y="4468"/>
                  </a:lnTo>
                  <a:lnTo>
                    <a:pt x="2756" y="3138"/>
                  </a:lnTo>
                  <a:lnTo>
                    <a:pt x="2756" y="3138"/>
                  </a:lnTo>
                  <a:lnTo>
                    <a:pt x="5131" y="3170"/>
                  </a:lnTo>
                  <a:cubicBezTo>
                    <a:pt x="5235" y="3172"/>
                    <a:pt x="5334" y="3173"/>
                    <a:pt x="5430" y="3173"/>
                  </a:cubicBezTo>
                  <a:cubicBezTo>
                    <a:pt x="6648" y="3173"/>
                    <a:pt x="7226" y="2991"/>
                    <a:pt x="7696" y="2727"/>
                  </a:cubicBezTo>
                  <a:cubicBezTo>
                    <a:pt x="8646" y="2157"/>
                    <a:pt x="8456" y="1365"/>
                    <a:pt x="7284" y="668"/>
                  </a:cubicBezTo>
                  <a:cubicBezTo>
                    <a:pt x="6483" y="229"/>
                    <a:pt x="5596" y="0"/>
                    <a:pt x="4746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8" name="Google Shape;6068;p40"/>
            <p:cNvSpPr/>
            <p:nvPr/>
          </p:nvSpPr>
          <p:spPr>
            <a:xfrm>
              <a:off x="4675546" y="3184144"/>
              <a:ext cx="259922" cy="136437"/>
            </a:xfrm>
            <a:custGeom>
              <a:rect b="b" l="l" r="r" t="t"/>
              <a:pathLst>
                <a:path extrusionOk="0" h="4256" w="8108">
                  <a:moveTo>
                    <a:pt x="4908" y="915"/>
                  </a:moveTo>
                  <a:cubicBezTo>
                    <a:pt x="5242" y="915"/>
                    <a:pt x="5528" y="993"/>
                    <a:pt x="5764" y="1130"/>
                  </a:cubicBezTo>
                  <a:cubicBezTo>
                    <a:pt x="6398" y="1479"/>
                    <a:pt x="6303" y="2017"/>
                    <a:pt x="5099" y="2714"/>
                  </a:cubicBezTo>
                  <a:cubicBezTo>
                    <a:pt x="4370" y="3155"/>
                    <a:pt x="3745" y="3341"/>
                    <a:pt x="3232" y="3341"/>
                  </a:cubicBezTo>
                  <a:cubicBezTo>
                    <a:pt x="2899" y="3341"/>
                    <a:pt x="2613" y="3263"/>
                    <a:pt x="2376" y="3126"/>
                  </a:cubicBezTo>
                  <a:cubicBezTo>
                    <a:pt x="1743" y="2777"/>
                    <a:pt x="1838" y="2239"/>
                    <a:pt x="3041" y="1542"/>
                  </a:cubicBezTo>
                  <a:cubicBezTo>
                    <a:pt x="3771" y="1100"/>
                    <a:pt x="4395" y="915"/>
                    <a:pt x="4908" y="915"/>
                  </a:cubicBezTo>
                  <a:close/>
                  <a:moveTo>
                    <a:pt x="4680" y="1"/>
                  </a:moveTo>
                  <a:cubicBezTo>
                    <a:pt x="3738" y="1"/>
                    <a:pt x="2723" y="262"/>
                    <a:pt x="1774" y="814"/>
                  </a:cubicBezTo>
                  <a:cubicBezTo>
                    <a:pt x="32" y="1827"/>
                    <a:pt x="1" y="2967"/>
                    <a:pt x="1331" y="3727"/>
                  </a:cubicBezTo>
                  <a:cubicBezTo>
                    <a:pt x="1922" y="4073"/>
                    <a:pt x="2651" y="4255"/>
                    <a:pt x="3433" y="4255"/>
                  </a:cubicBezTo>
                  <a:cubicBezTo>
                    <a:pt x="4371" y="4255"/>
                    <a:pt x="5386" y="3994"/>
                    <a:pt x="6335" y="3442"/>
                  </a:cubicBezTo>
                  <a:cubicBezTo>
                    <a:pt x="8108" y="2429"/>
                    <a:pt x="8108" y="1289"/>
                    <a:pt x="6810" y="529"/>
                  </a:cubicBezTo>
                  <a:cubicBezTo>
                    <a:pt x="6204" y="183"/>
                    <a:pt x="5468" y="1"/>
                    <a:pt x="4680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69" name="Google Shape;6069;p40"/>
            <p:cNvGrpSpPr/>
            <p:nvPr/>
          </p:nvGrpSpPr>
          <p:grpSpPr>
            <a:xfrm>
              <a:off x="3454219" y="1577742"/>
              <a:ext cx="1495482" cy="1347216"/>
              <a:chOff x="3454219" y="1577742"/>
              <a:chExt cx="1495482" cy="1347216"/>
            </a:xfrm>
          </p:grpSpPr>
          <p:sp>
            <p:nvSpPr>
              <p:cNvPr id="6070" name="Google Shape;6070;p40"/>
              <p:cNvSpPr/>
              <p:nvPr/>
            </p:nvSpPr>
            <p:spPr>
              <a:xfrm>
                <a:off x="3454219" y="2390913"/>
                <a:ext cx="750306" cy="534046"/>
              </a:xfrm>
              <a:custGeom>
                <a:rect b="b" l="l" r="r" t="t"/>
                <a:pathLst>
                  <a:path extrusionOk="0" h="16659" w="23405">
                    <a:moveTo>
                      <a:pt x="1" y="1"/>
                    </a:moveTo>
                    <a:lnTo>
                      <a:pt x="1" y="3168"/>
                    </a:lnTo>
                    <a:lnTo>
                      <a:pt x="23404" y="16659"/>
                    </a:lnTo>
                    <a:lnTo>
                      <a:pt x="23404" y="134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59F0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1" name="Google Shape;6071;p40"/>
              <p:cNvSpPr/>
              <p:nvPr/>
            </p:nvSpPr>
            <p:spPr>
              <a:xfrm>
                <a:off x="3454219" y="1957431"/>
                <a:ext cx="1495482" cy="866001"/>
              </a:xfrm>
              <a:custGeom>
                <a:rect b="b" l="l" r="r" t="t"/>
                <a:pathLst>
                  <a:path extrusionOk="0" h="27014" w="46650">
                    <a:moveTo>
                      <a:pt x="23246" y="0"/>
                    </a:moveTo>
                    <a:lnTo>
                      <a:pt x="1" y="13523"/>
                    </a:lnTo>
                    <a:lnTo>
                      <a:pt x="23404" y="27014"/>
                    </a:lnTo>
                    <a:lnTo>
                      <a:pt x="46649" y="13523"/>
                    </a:lnTo>
                    <a:lnTo>
                      <a:pt x="23246" y="0"/>
                    </a:lnTo>
                    <a:close/>
                  </a:path>
                </a:pathLst>
              </a:custGeom>
              <a:solidFill>
                <a:srgbClr val="FFB4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2" name="Google Shape;6072;p40"/>
              <p:cNvSpPr/>
              <p:nvPr/>
            </p:nvSpPr>
            <p:spPr>
              <a:xfrm>
                <a:off x="3696862" y="2097523"/>
                <a:ext cx="1011222" cy="585819"/>
              </a:xfrm>
              <a:custGeom>
                <a:rect b="b" l="l" r="r" t="t"/>
                <a:pathLst>
                  <a:path extrusionOk="0" h="18274" w="31544">
                    <a:moveTo>
                      <a:pt x="15709" y="1"/>
                    </a:moveTo>
                    <a:lnTo>
                      <a:pt x="1" y="9153"/>
                    </a:lnTo>
                    <a:lnTo>
                      <a:pt x="15804" y="18274"/>
                    </a:lnTo>
                    <a:lnTo>
                      <a:pt x="31543" y="9153"/>
                    </a:lnTo>
                    <a:lnTo>
                      <a:pt x="1570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3" name="Google Shape;6073;p40"/>
              <p:cNvSpPr/>
              <p:nvPr/>
            </p:nvSpPr>
            <p:spPr>
              <a:xfrm>
                <a:off x="4132396" y="1577742"/>
                <a:ext cx="751300" cy="851800"/>
              </a:xfrm>
              <a:custGeom>
                <a:rect b="b" l="l" r="r" t="t"/>
                <a:pathLst>
                  <a:path extrusionOk="0" h="26571" w="23436">
                    <a:moveTo>
                      <a:pt x="32" y="0"/>
                    </a:moveTo>
                    <a:lnTo>
                      <a:pt x="1" y="13048"/>
                    </a:lnTo>
                    <a:lnTo>
                      <a:pt x="23404" y="26570"/>
                    </a:lnTo>
                    <a:lnTo>
                      <a:pt x="23436" y="13523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4AA0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4" name="Google Shape;6074;p40"/>
              <p:cNvSpPr/>
              <p:nvPr/>
            </p:nvSpPr>
            <p:spPr>
              <a:xfrm>
                <a:off x="3994324" y="2279577"/>
                <a:ext cx="261974" cy="136886"/>
              </a:xfrm>
              <a:custGeom>
                <a:rect b="b" l="l" r="r" t="t"/>
                <a:pathLst>
                  <a:path extrusionOk="0" h="4270" w="8172">
                    <a:moveTo>
                      <a:pt x="4942" y="924"/>
                    </a:moveTo>
                    <a:cubicBezTo>
                      <a:pt x="5269" y="924"/>
                      <a:pt x="5553" y="997"/>
                      <a:pt x="5796" y="1130"/>
                    </a:cubicBezTo>
                    <a:cubicBezTo>
                      <a:pt x="6398" y="1510"/>
                      <a:pt x="6335" y="2049"/>
                      <a:pt x="5131" y="2746"/>
                    </a:cubicBezTo>
                    <a:cubicBezTo>
                      <a:pt x="4408" y="3164"/>
                      <a:pt x="3776" y="3343"/>
                      <a:pt x="3256" y="3343"/>
                    </a:cubicBezTo>
                    <a:cubicBezTo>
                      <a:pt x="2911" y="3343"/>
                      <a:pt x="2616" y="3264"/>
                      <a:pt x="2376" y="3126"/>
                    </a:cubicBezTo>
                    <a:cubicBezTo>
                      <a:pt x="1774" y="2777"/>
                      <a:pt x="1838" y="2239"/>
                      <a:pt x="3041" y="1542"/>
                    </a:cubicBezTo>
                    <a:cubicBezTo>
                      <a:pt x="3783" y="1113"/>
                      <a:pt x="4417" y="924"/>
                      <a:pt x="4942" y="924"/>
                    </a:cubicBezTo>
                    <a:close/>
                    <a:moveTo>
                      <a:pt x="4709" y="1"/>
                    </a:moveTo>
                    <a:cubicBezTo>
                      <a:pt x="3763" y="1"/>
                      <a:pt x="2741" y="262"/>
                      <a:pt x="1774" y="814"/>
                    </a:cubicBezTo>
                    <a:cubicBezTo>
                      <a:pt x="32" y="1827"/>
                      <a:pt x="1" y="2967"/>
                      <a:pt x="1331" y="3727"/>
                    </a:cubicBezTo>
                    <a:cubicBezTo>
                      <a:pt x="1948" y="4080"/>
                      <a:pt x="2702" y="4269"/>
                      <a:pt x="3507" y="4269"/>
                    </a:cubicBezTo>
                    <a:cubicBezTo>
                      <a:pt x="4436" y="4269"/>
                      <a:pt x="5433" y="4017"/>
                      <a:pt x="6366" y="3474"/>
                    </a:cubicBezTo>
                    <a:cubicBezTo>
                      <a:pt x="8140" y="2429"/>
                      <a:pt x="8171" y="1289"/>
                      <a:pt x="6841" y="529"/>
                    </a:cubicBezTo>
                    <a:cubicBezTo>
                      <a:pt x="6236" y="183"/>
                      <a:pt x="5499" y="1"/>
                      <a:pt x="4709" y="1"/>
                    </a:cubicBezTo>
                    <a:close/>
                  </a:path>
                </a:pathLst>
              </a:custGeom>
              <a:solidFill>
                <a:srgbClr val="FFB4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5" name="Google Shape;6075;p40"/>
              <p:cNvSpPr/>
              <p:nvPr/>
            </p:nvSpPr>
            <p:spPr>
              <a:xfrm>
                <a:off x="4138486" y="2351322"/>
                <a:ext cx="284318" cy="155094"/>
              </a:xfrm>
              <a:custGeom>
                <a:rect b="b" l="l" r="r" t="t"/>
                <a:pathLst>
                  <a:path extrusionOk="0" h="4838" w="8869">
                    <a:moveTo>
                      <a:pt x="5100" y="1"/>
                    </a:moveTo>
                    <a:lnTo>
                      <a:pt x="4118" y="571"/>
                    </a:lnTo>
                    <a:lnTo>
                      <a:pt x="6398" y="1901"/>
                    </a:lnTo>
                    <a:lnTo>
                      <a:pt x="4054" y="1964"/>
                    </a:lnTo>
                    <a:lnTo>
                      <a:pt x="3263" y="2439"/>
                    </a:lnTo>
                    <a:lnTo>
                      <a:pt x="3801" y="2788"/>
                    </a:lnTo>
                    <a:cubicBezTo>
                      <a:pt x="4529" y="3168"/>
                      <a:pt x="4561" y="3516"/>
                      <a:pt x="4149" y="3738"/>
                    </a:cubicBezTo>
                    <a:cubicBezTo>
                      <a:pt x="3991" y="3835"/>
                      <a:pt x="3801" y="3881"/>
                      <a:pt x="3590" y="3881"/>
                    </a:cubicBezTo>
                    <a:cubicBezTo>
                      <a:pt x="3252" y="3881"/>
                      <a:pt x="2861" y="3762"/>
                      <a:pt x="2471" y="3548"/>
                    </a:cubicBezTo>
                    <a:cubicBezTo>
                      <a:pt x="1933" y="3231"/>
                      <a:pt x="1521" y="2788"/>
                      <a:pt x="1426" y="2376"/>
                    </a:cubicBezTo>
                    <a:lnTo>
                      <a:pt x="1" y="2661"/>
                    </a:lnTo>
                    <a:cubicBezTo>
                      <a:pt x="159" y="3168"/>
                      <a:pt x="729" y="3738"/>
                      <a:pt x="1489" y="4181"/>
                    </a:cubicBezTo>
                    <a:cubicBezTo>
                      <a:pt x="2312" y="4644"/>
                      <a:pt x="3135" y="4838"/>
                      <a:pt x="3857" y="4838"/>
                    </a:cubicBezTo>
                    <a:cubicBezTo>
                      <a:pt x="4469" y="4838"/>
                      <a:pt x="5009" y="4699"/>
                      <a:pt x="5416" y="4466"/>
                    </a:cubicBezTo>
                    <a:cubicBezTo>
                      <a:pt x="6208" y="3991"/>
                      <a:pt x="6303" y="3389"/>
                      <a:pt x="5480" y="2724"/>
                    </a:cubicBezTo>
                    <a:lnTo>
                      <a:pt x="8076" y="2629"/>
                    </a:lnTo>
                    <a:lnTo>
                      <a:pt x="8868" y="2154"/>
                    </a:lnTo>
                    <a:lnTo>
                      <a:pt x="5100" y="1"/>
                    </a:lnTo>
                    <a:close/>
                  </a:path>
                </a:pathLst>
              </a:custGeom>
              <a:solidFill>
                <a:srgbClr val="FFB4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6" name="Google Shape;6076;p40"/>
              <p:cNvSpPr/>
              <p:nvPr/>
            </p:nvSpPr>
            <p:spPr>
              <a:xfrm>
                <a:off x="4882669" y="1972659"/>
                <a:ext cx="67032" cy="456883"/>
              </a:xfrm>
              <a:custGeom>
                <a:rect b="b" l="l" r="r" t="t"/>
                <a:pathLst>
                  <a:path extrusionOk="0" h="14252" w="2091">
                    <a:moveTo>
                      <a:pt x="2090" y="0"/>
                    </a:moveTo>
                    <a:lnTo>
                      <a:pt x="32" y="1204"/>
                    </a:lnTo>
                    <a:lnTo>
                      <a:pt x="0" y="14251"/>
                    </a:lnTo>
                    <a:lnTo>
                      <a:pt x="2059" y="13048"/>
                    </a:lnTo>
                    <a:lnTo>
                      <a:pt x="2090" y="0"/>
                    </a:lnTo>
                    <a:close/>
                  </a:path>
                </a:pathLst>
              </a:custGeom>
              <a:solidFill>
                <a:srgbClr val="F4AA0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7" name="Google Shape;6077;p40"/>
              <p:cNvSpPr/>
              <p:nvPr/>
            </p:nvSpPr>
            <p:spPr>
              <a:xfrm>
                <a:off x="4851875" y="2011250"/>
                <a:ext cx="57900" cy="379500"/>
              </a:xfrm>
              <a:prstGeom prst="rect">
                <a:avLst/>
              </a:prstGeom>
              <a:solidFill>
                <a:srgbClr val="F4AA0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078" name="Google Shape;6078;p40"/>
            <p:cNvSpPr/>
            <p:nvPr/>
          </p:nvSpPr>
          <p:spPr>
            <a:xfrm>
              <a:off x="4140725" y="3253900"/>
              <a:ext cx="61800" cy="129000"/>
            </a:xfrm>
            <a:prstGeom prst="rect">
              <a:avLst/>
            </a:pr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9" name="Google Shape;6079;p40"/>
            <p:cNvSpPr/>
            <p:nvPr/>
          </p:nvSpPr>
          <p:spPr>
            <a:xfrm>
              <a:off x="4851875" y="3825475"/>
              <a:ext cx="46200" cy="352800"/>
            </a:xfrm>
            <a:prstGeom prst="rect">
              <a:avLst/>
            </a:pr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80" name="Google Shape;6080;p40"/>
          <p:cNvSpPr txBox="1"/>
          <p:nvPr/>
        </p:nvSpPr>
        <p:spPr>
          <a:xfrm>
            <a:off x="1040764" y="185538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081" name="Google Shape;6081;p40"/>
          <p:cNvSpPr txBox="1"/>
          <p:nvPr/>
        </p:nvSpPr>
        <p:spPr>
          <a:xfrm>
            <a:off x="1040764" y="214043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2" name="Google Shape;6082;p40"/>
          <p:cNvSpPr txBox="1"/>
          <p:nvPr/>
        </p:nvSpPr>
        <p:spPr>
          <a:xfrm>
            <a:off x="1040764" y="366714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083" name="Google Shape;6083;p40"/>
          <p:cNvSpPr txBox="1"/>
          <p:nvPr/>
        </p:nvSpPr>
        <p:spPr>
          <a:xfrm>
            <a:off x="1040764" y="3927843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084" name="Google Shape;6084;p40"/>
          <p:cNvGrpSpPr/>
          <p:nvPr/>
        </p:nvGrpSpPr>
        <p:grpSpPr>
          <a:xfrm>
            <a:off x="6273263" y="1855389"/>
            <a:ext cx="1835100" cy="640248"/>
            <a:chOff x="6273263" y="1836113"/>
            <a:chExt cx="1835100" cy="640248"/>
          </a:xfrm>
        </p:grpSpPr>
        <p:sp>
          <p:nvSpPr>
            <p:cNvPr id="6085" name="Google Shape;6085;p40"/>
            <p:cNvSpPr txBox="1"/>
            <p:nvPr/>
          </p:nvSpPr>
          <p:spPr>
            <a:xfrm>
              <a:off x="6273263" y="1836113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Fira Sans Medium"/>
                  <a:ea typeface="Fira Sans Medium"/>
                  <a:cs typeface="Fira Sans Medium"/>
                  <a:sym typeface="Fira Sans Medium"/>
                </a:rPr>
                <a:t>Venus</a:t>
              </a:r>
              <a:endParaRPr sz="1500"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6086" name="Google Shape;6086;p40"/>
            <p:cNvSpPr txBox="1"/>
            <p:nvPr/>
          </p:nvSpPr>
          <p:spPr>
            <a:xfrm>
              <a:off x="6273263" y="2121160"/>
              <a:ext cx="18351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087" name="Google Shape;6087;p40"/>
          <p:cNvGrpSpPr/>
          <p:nvPr/>
        </p:nvGrpSpPr>
        <p:grpSpPr>
          <a:xfrm>
            <a:off x="6273263" y="3667146"/>
            <a:ext cx="1835100" cy="615897"/>
            <a:chOff x="6273263" y="3650945"/>
            <a:chExt cx="1835100" cy="615897"/>
          </a:xfrm>
        </p:grpSpPr>
        <p:sp>
          <p:nvSpPr>
            <p:cNvPr id="6088" name="Google Shape;6088;p40"/>
            <p:cNvSpPr txBox="1"/>
            <p:nvPr/>
          </p:nvSpPr>
          <p:spPr>
            <a:xfrm>
              <a:off x="6273263" y="3650945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Fira Sans Medium"/>
                  <a:ea typeface="Fira Sans Medium"/>
                  <a:cs typeface="Fira Sans Medium"/>
                  <a:sym typeface="Fira Sans Medium"/>
                </a:rPr>
                <a:t>Earth</a:t>
              </a:r>
              <a:endParaRPr sz="1500"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6089" name="Google Shape;6089;p40"/>
            <p:cNvSpPr txBox="1"/>
            <p:nvPr/>
          </p:nvSpPr>
          <p:spPr>
            <a:xfrm>
              <a:off x="6273263" y="3911642"/>
              <a:ext cx="18351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It’s the third planet from 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090" name="Google Shape;6090;p40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6091" name="Google Shape;6091;p40"/>
          <p:cNvGrpSpPr/>
          <p:nvPr/>
        </p:nvGrpSpPr>
        <p:grpSpPr>
          <a:xfrm>
            <a:off x="1793738" y="3177500"/>
            <a:ext cx="329184" cy="274314"/>
            <a:chOff x="1793738" y="3177500"/>
            <a:chExt cx="329184" cy="274314"/>
          </a:xfrm>
        </p:grpSpPr>
        <p:sp>
          <p:nvSpPr>
            <p:cNvPr id="6092" name="Google Shape;6092;p40"/>
            <p:cNvSpPr/>
            <p:nvPr/>
          </p:nvSpPr>
          <p:spPr>
            <a:xfrm>
              <a:off x="1793738" y="3231795"/>
              <a:ext cx="329184" cy="220019"/>
            </a:xfrm>
            <a:custGeom>
              <a:rect b="b" l="l" r="r" t="t"/>
              <a:pathLst>
                <a:path extrusionOk="0" h="7189" w="10800">
                  <a:moveTo>
                    <a:pt x="1141" y="0"/>
                  </a:moveTo>
                  <a:cubicBezTo>
                    <a:pt x="507" y="0"/>
                    <a:pt x="0" y="507"/>
                    <a:pt x="0" y="1140"/>
                  </a:cubicBezTo>
                  <a:lnTo>
                    <a:pt x="0" y="6081"/>
                  </a:lnTo>
                  <a:cubicBezTo>
                    <a:pt x="0" y="6714"/>
                    <a:pt x="507" y="7189"/>
                    <a:pt x="1141" y="7189"/>
                  </a:cubicBezTo>
                  <a:lnTo>
                    <a:pt x="9660" y="7189"/>
                  </a:lnTo>
                  <a:cubicBezTo>
                    <a:pt x="10293" y="7189"/>
                    <a:pt x="10800" y="6682"/>
                    <a:pt x="10800" y="6081"/>
                  </a:cubicBezTo>
                  <a:lnTo>
                    <a:pt x="10800" y="1140"/>
                  </a:lnTo>
                  <a:cubicBezTo>
                    <a:pt x="10800" y="507"/>
                    <a:pt x="10293" y="0"/>
                    <a:pt x="9660" y="0"/>
                  </a:cubicBezTo>
                  <a:lnTo>
                    <a:pt x="7569" y="0"/>
                  </a:lnTo>
                  <a:cubicBezTo>
                    <a:pt x="7443" y="0"/>
                    <a:pt x="7348" y="127"/>
                    <a:pt x="7348" y="253"/>
                  </a:cubicBezTo>
                  <a:cubicBezTo>
                    <a:pt x="7348" y="380"/>
                    <a:pt x="7443" y="475"/>
                    <a:pt x="7569" y="475"/>
                  </a:cubicBezTo>
                  <a:lnTo>
                    <a:pt x="9660" y="475"/>
                  </a:lnTo>
                  <a:cubicBezTo>
                    <a:pt x="10040" y="475"/>
                    <a:pt x="10356" y="760"/>
                    <a:pt x="10356" y="1140"/>
                  </a:cubicBezTo>
                  <a:lnTo>
                    <a:pt x="10356" y="6081"/>
                  </a:lnTo>
                  <a:cubicBezTo>
                    <a:pt x="10356" y="6461"/>
                    <a:pt x="10040" y="6746"/>
                    <a:pt x="9660" y="6746"/>
                  </a:cubicBezTo>
                  <a:lnTo>
                    <a:pt x="1141" y="6746"/>
                  </a:lnTo>
                  <a:cubicBezTo>
                    <a:pt x="761" y="6746"/>
                    <a:pt x="444" y="6461"/>
                    <a:pt x="444" y="6081"/>
                  </a:cubicBezTo>
                  <a:lnTo>
                    <a:pt x="444" y="1140"/>
                  </a:lnTo>
                  <a:cubicBezTo>
                    <a:pt x="444" y="760"/>
                    <a:pt x="761" y="475"/>
                    <a:pt x="1141" y="475"/>
                  </a:cubicBezTo>
                  <a:lnTo>
                    <a:pt x="2344" y="475"/>
                  </a:lnTo>
                  <a:cubicBezTo>
                    <a:pt x="2471" y="475"/>
                    <a:pt x="2566" y="348"/>
                    <a:pt x="2566" y="253"/>
                  </a:cubicBezTo>
                  <a:cubicBezTo>
                    <a:pt x="2566" y="127"/>
                    <a:pt x="2471" y="0"/>
                    <a:pt x="23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3" name="Google Shape;6093;p40"/>
            <p:cNvSpPr/>
            <p:nvPr/>
          </p:nvSpPr>
          <p:spPr>
            <a:xfrm>
              <a:off x="1833301" y="3177500"/>
              <a:ext cx="174772" cy="173530"/>
            </a:xfrm>
            <a:custGeom>
              <a:rect b="b" l="l" r="r" t="t"/>
              <a:pathLst>
                <a:path extrusionOk="0" h="5670" w="5734">
                  <a:moveTo>
                    <a:pt x="4387" y="447"/>
                  </a:moveTo>
                  <a:cubicBezTo>
                    <a:pt x="4437" y="447"/>
                    <a:pt x="4487" y="464"/>
                    <a:pt x="4530" y="507"/>
                  </a:cubicBezTo>
                  <a:lnTo>
                    <a:pt x="5163" y="1141"/>
                  </a:lnTo>
                  <a:cubicBezTo>
                    <a:pt x="5258" y="1236"/>
                    <a:pt x="5258" y="1362"/>
                    <a:pt x="5163" y="1457"/>
                  </a:cubicBezTo>
                  <a:lnTo>
                    <a:pt x="1711" y="4909"/>
                  </a:lnTo>
                  <a:lnTo>
                    <a:pt x="539" y="5131"/>
                  </a:lnTo>
                  <a:lnTo>
                    <a:pt x="761" y="3959"/>
                  </a:lnTo>
                  <a:lnTo>
                    <a:pt x="4213" y="507"/>
                  </a:lnTo>
                  <a:cubicBezTo>
                    <a:pt x="4265" y="473"/>
                    <a:pt x="4327" y="447"/>
                    <a:pt x="4387" y="447"/>
                  </a:cubicBezTo>
                  <a:close/>
                  <a:moveTo>
                    <a:pt x="4371" y="1"/>
                  </a:moveTo>
                  <a:cubicBezTo>
                    <a:pt x="4197" y="1"/>
                    <a:pt x="4023" y="64"/>
                    <a:pt x="3896" y="191"/>
                  </a:cubicBezTo>
                  <a:lnTo>
                    <a:pt x="413" y="3674"/>
                  </a:lnTo>
                  <a:cubicBezTo>
                    <a:pt x="381" y="3706"/>
                    <a:pt x="349" y="3769"/>
                    <a:pt x="349" y="3801"/>
                  </a:cubicBezTo>
                  <a:lnTo>
                    <a:pt x="33" y="5384"/>
                  </a:lnTo>
                  <a:cubicBezTo>
                    <a:pt x="1" y="5448"/>
                    <a:pt x="33" y="5543"/>
                    <a:pt x="96" y="5574"/>
                  </a:cubicBezTo>
                  <a:cubicBezTo>
                    <a:pt x="128" y="5638"/>
                    <a:pt x="191" y="5669"/>
                    <a:pt x="254" y="5669"/>
                  </a:cubicBezTo>
                  <a:cubicBezTo>
                    <a:pt x="254" y="5669"/>
                    <a:pt x="254" y="5669"/>
                    <a:pt x="286" y="5638"/>
                  </a:cubicBezTo>
                  <a:lnTo>
                    <a:pt x="1869" y="5321"/>
                  </a:lnTo>
                  <a:cubicBezTo>
                    <a:pt x="1901" y="5321"/>
                    <a:pt x="1964" y="5289"/>
                    <a:pt x="1996" y="5258"/>
                  </a:cubicBezTo>
                  <a:lnTo>
                    <a:pt x="5480" y="1774"/>
                  </a:lnTo>
                  <a:cubicBezTo>
                    <a:pt x="5733" y="1521"/>
                    <a:pt x="5733" y="1077"/>
                    <a:pt x="5480" y="824"/>
                  </a:cubicBezTo>
                  <a:lnTo>
                    <a:pt x="4846" y="191"/>
                  </a:lnTo>
                  <a:cubicBezTo>
                    <a:pt x="4720" y="64"/>
                    <a:pt x="4545" y="1"/>
                    <a:pt x="43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4" name="Google Shape;6094;p40"/>
            <p:cNvSpPr/>
            <p:nvPr/>
          </p:nvSpPr>
          <p:spPr>
            <a:xfrm>
              <a:off x="1985822" y="3300597"/>
              <a:ext cx="95585" cy="14568"/>
            </a:xfrm>
            <a:custGeom>
              <a:rect b="b" l="l" r="r" t="t"/>
              <a:pathLst>
                <a:path extrusionOk="0" h="476" w="3136"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49"/>
                    <a:pt x="96" y="476"/>
                    <a:pt x="222" y="476"/>
                  </a:cubicBezTo>
                  <a:lnTo>
                    <a:pt x="2914" y="476"/>
                  </a:lnTo>
                  <a:cubicBezTo>
                    <a:pt x="3041" y="476"/>
                    <a:pt x="3136" y="349"/>
                    <a:pt x="3136" y="222"/>
                  </a:cubicBezTo>
                  <a:cubicBezTo>
                    <a:pt x="3136" y="96"/>
                    <a:pt x="3041" y="1"/>
                    <a:pt x="2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5" name="Google Shape;6095;p40"/>
            <p:cNvSpPr/>
            <p:nvPr/>
          </p:nvSpPr>
          <p:spPr>
            <a:xfrm>
              <a:off x="1835251" y="3369429"/>
              <a:ext cx="246156" cy="14568"/>
            </a:xfrm>
            <a:custGeom>
              <a:rect b="b" l="l" r="r" t="t"/>
              <a:pathLst>
                <a:path extrusionOk="0" h="476" w="8076">
                  <a:moveTo>
                    <a:pt x="222" y="0"/>
                  </a:moveTo>
                  <a:cubicBezTo>
                    <a:pt x="95" y="0"/>
                    <a:pt x="0" y="127"/>
                    <a:pt x="0" y="222"/>
                  </a:cubicBezTo>
                  <a:cubicBezTo>
                    <a:pt x="0" y="348"/>
                    <a:pt x="95" y="475"/>
                    <a:pt x="222" y="475"/>
                  </a:cubicBezTo>
                  <a:lnTo>
                    <a:pt x="7854" y="475"/>
                  </a:lnTo>
                  <a:cubicBezTo>
                    <a:pt x="7981" y="475"/>
                    <a:pt x="8076" y="348"/>
                    <a:pt x="8076" y="222"/>
                  </a:cubicBezTo>
                  <a:cubicBezTo>
                    <a:pt x="8076" y="95"/>
                    <a:pt x="7981" y="0"/>
                    <a:pt x="78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96" name="Google Shape;6096;p40"/>
          <p:cNvGrpSpPr/>
          <p:nvPr/>
        </p:nvGrpSpPr>
        <p:grpSpPr>
          <a:xfrm>
            <a:off x="7026725" y="3177500"/>
            <a:ext cx="329180" cy="274315"/>
            <a:chOff x="7026725" y="3177500"/>
            <a:chExt cx="329180" cy="274315"/>
          </a:xfrm>
        </p:grpSpPr>
        <p:sp>
          <p:nvSpPr>
            <p:cNvPr id="6097" name="Google Shape;6097;p40"/>
            <p:cNvSpPr/>
            <p:nvPr/>
          </p:nvSpPr>
          <p:spPr>
            <a:xfrm>
              <a:off x="7026725" y="3255759"/>
              <a:ext cx="278336" cy="196056"/>
            </a:xfrm>
            <a:custGeom>
              <a:rect b="b" l="l" r="r" t="t"/>
              <a:pathLst>
                <a:path extrusionOk="0" h="6406" w="9186">
                  <a:moveTo>
                    <a:pt x="1203" y="1"/>
                  </a:moveTo>
                  <a:cubicBezTo>
                    <a:pt x="1100" y="1"/>
                    <a:pt x="1009" y="62"/>
                    <a:pt x="983" y="167"/>
                  </a:cubicBezTo>
                  <a:lnTo>
                    <a:pt x="128" y="3429"/>
                  </a:lnTo>
                  <a:cubicBezTo>
                    <a:pt x="1" y="3904"/>
                    <a:pt x="286" y="4411"/>
                    <a:pt x="761" y="4537"/>
                  </a:cubicBezTo>
                  <a:lnTo>
                    <a:pt x="7697" y="6406"/>
                  </a:lnTo>
                  <a:lnTo>
                    <a:pt x="7918" y="6406"/>
                  </a:lnTo>
                  <a:cubicBezTo>
                    <a:pt x="8330" y="6406"/>
                    <a:pt x="8678" y="6153"/>
                    <a:pt x="8805" y="5741"/>
                  </a:cubicBezTo>
                  <a:lnTo>
                    <a:pt x="9153" y="4442"/>
                  </a:lnTo>
                  <a:cubicBezTo>
                    <a:pt x="9185" y="4316"/>
                    <a:pt x="9090" y="4221"/>
                    <a:pt x="8995" y="4189"/>
                  </a:cubicBezTo>
                  <a:cubicBezTo>
                    <a:pt x="8973" y="4184"/>
                    <a:pt x="8952" y="4181"/>
                    <a:pt x="8930" y="4181"/>
                  </a:cubicBezTo>
                  <a:cubicBezTo>
                    <a:pt x="8828" y="4181"/>
                    <a:pt x="8736" y="4243"/>
                    <a:pt x="8710" y="4347"/>
                  </a:cubicBezTo>
                  <a:lnTo>
                    <a:pt x="8362" y="5646"/>
                  </a:lnTo>
                  <a:cubicBezTo>
                    <a:pt x="8308" y="5834"/>
                    <a:pt x="8117" y="5977"/>
                    <a:pt x="7925" y="5977"/>
                  </a:cubicBezTo>
                  <a:cubicBezTo>
                    <a:pt x="7891" y="5977"/>
                    <a:pt x="7857" y="5972"/>
                    <a:pt x="7823" y="5963"/>
                  </a:cubicBezTo>
                  <a:lnTo>
                    <a:pt x="856" y="4094"/>
                  </a:lnTo>
                  <a:cubicBezTo>
                    <a:pt x="634" y="4031"/>
                    <a:pt x="476" y="3777"/>
                    <a:pt x="539" y="3556"/>
                  </a:cubicBezTo>
                  <a:lnTo>
                    <a:pt x="1426" y="294"/>
                  </a:lnTo>
                  <a:cubicBezTo>
                    <a:pt x="1458" y="167"/>
                    <a:pt x="1394" y="40"/>
                    <a:pt x="1268" y="9"/>
                  </a:cubicBezTo>
                  <a:cubicBezTo>
                    <a:pt x="1246" y="3"/>
                    <a:pt x="1224" y="1"/>
                    <a:pt x="12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8" name="Google Shape;6098;p40"/>
            <p:cNvSpPr/>
            <p:nvPr/>
          </p:nvSpPr>
          <p:spPr>
            <a:xfrm>
              <a:off x="7186045" y="3239538"/>
              <a:ext cx="67175" cy="68831"/>
            </a:xfrm>
            <a:custGeom>
              <a:rect b="b" l="l" r="r" t="t"/>
              <a:pathLst>
                <a:path extrusionOk="0" h="2249" w="2217">
                  <a:moveTo>
                    <a:pt x="1108" y="444"/>
                  </a:moveTo>
                  <a:cubicBezTo>
                    <a:pt x="1488" y="444"/>
                    <a:pt x="1774" y="729"/>
                    <a:pt x="1774" y="1109"/>
                  </a:cubicBezTo>
                  <a:cubicBezTo>
                    <a:pt x="1774" y="1489"/>
                    <a:pt x="1488" y="1774"/>
                    <a:pt x="1108" y="1774"/>
                  </a:cubicBezTo>
                  <a:cubicBezTo>
                    <a:pt x="728" y="1774"/>
                    <a:pt x="443" y="1489"/>
                    <a:pt x="443" y="1109"/>
                  </a:cubicBezTo>
                  <a:cubicBezTo>
                    <a:pt x="443" y="729"/>
                    <a:pt x="728" y="444"/>
                    <a:pt x="1108" y="444"/>
                  </a:cubicBezTo>
                  <a:close/>
                  <a:moveTo>
                    <a:pt x="1108" y="0"/>
                  </a:moveTo>
                  <a:cubicBezTo>
                    <a:pt x="507" y="0"/>
                    <a:pt x="0" y="507"/>
                    <a:pt x="0" y="1109"/>
                  </a:cubicBezTo>
                  <a:cubicBezTo>
                    <a:pt x="0" y="1742"/>
                    <a:pt x="507" y="2249"/>
                    <a:pt x="1108" y="2249"/>
                  </a:cubicBezTo>
                  <a:cubicBezTo>
                    <a:pt x="1742" y="2249"/>
                    <a:pt x="2217" y="1742"/>
                    <a:pt x="2217" y="1109"/>
                  </a:cubicBezTo>
                  <a:cubicBezTo>
                    <a:pt x="2217" y="507"/>
                    <a:pt x="1742" y="0"/>
                    <a:pt x="11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9" name="Google Shape;6099;p40"/>
            <p:cNvSpPr/>
            <p:nvPr/>
          </p:nvSpPr>
          <p:spPr>
            <a:xfrm>
              <a:off x="7083357" y="3177500"/>
              <a:ext cx="272549" cy="191955"/>
            </a:xfrm>
            <a:custGeom>
              <a:rect b="b" l="l" r="r" t="t"/>
              <a:pathLst>
                <a:path extrusionOk="0" h="6272" w="8995">
                  <a:moveTo>
                    <a:pt x="8076" y="444"/>
                  </a:moveTo>
                  <a:cubicBezTo>
                    <a:pt x="8329" y="444"/>
                    <a:pt x="8551" y="666"/>
                    <a:pt x="8551" y="887"/>
                  </a:cubicBezTo>
                  <a:lnTo>
                    <a:pt x="8551" y="5384"/>
                  </a:lnTo>
                  <a:cubicBezTo>
                    <a:pt x="8551" y="5638"/>
                    <a:pt x="8329" y="5828"/>
                    <a:pt x="8076" y="5828"/>
                  </a:cubicBezTo>
                  <a:lnTo>
                    <a:pt x="919" y="5828"/>
                  </a:lnTo>
                  <a:cubicBezTo>
                    <a:pt x="666" y="5828"/>
                    <a:pt x="475" y="5638"/>
                    <a:pt x="475" y="5384"/>
                  </a:cubicBezTo>
                  <a:lnTo>
                    <a:pt x="475" y="887"/>
                  </a:lnTo>
                  <a:cubicBezTo>
                    <a:pt x="475" y="666"/>
                    <a:pt x="666" y="444"/>
                    <a:pt x="919" y="444"/>
                  </a:cubicBezTo>
                  <a:close/>
                  <a:moveTo>
                    <a:pt x="919" y="1"/>
                  </a:moveTo>
                  <a:cubicBezTo>
                    <a:pt x="412" y="1"/>
                    <a:pt x="0" y="412"/>
                    <a:pt x="0" y="887"/>
                  </a:cubicBezTo>
                  <a:lnTo>
                    <a:pt x="0" y="5384"/>
                  </a:lnTo>
                  <a:cubicBezTo>
                    <a:pt x="0" y="5891"/>
                    <a:pt x="412" y="6271"/>
                    <a:pt x="919" y="6271"/>
                  </a:cubicBezTo>
                  <a:lnTo>
                    <a:pt x="8076" y="6271"/>
                  </a:lnTo>
                  <a:cubicBezTo>
                    <a:pt x="8583" y="6271"/>
                    <a:pt x="8994" y="5891"/>
                    <a:pt x="8994" y="5384"/>
                  </a:cubicBezTo>
                  <a:lnTo>
                    <a:pt x="8994" y="887"/>
                  </a:lnTo>
                  <a:cubicBezTo>
                    <a:pt x="8994" y="412"/>
                    <a:pt x="8583" y="1"/>
                    <a:pt x="8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0" name="Google Shape;6100;p40"/>
            <p:cNvSpPr/>
            <p:nvPr/>
          </p:nvSpPr>
          <p:spPr>
            <a:xfrm>
              <a:off x="7124626" y="3218206"/>
              <a:ext cx="40329" cy="14568"/>
            </a:xfrm>
            <a:custGeom>
              <a:rect b="b" l="l" r="r" t="t"/>
              <a:pathLst>
                <a:path extrusionOk="0" h="476" w="1331">
                  <a:moveTo>
                    <a:pt x="222" y="1"/>
                  </a:moveTo>
                  <a:cubicBezTo>
                    <a:pt x="95" y="1"/>
                    <a:pt x="0" y="127"/>
                    <a:pt x="0" y="254"/>
                  </a:cubicBezTo>
                  <a:cubicBezTo>
                    <a:pt x="0" y="381"/>
                    <a:pt x="95" y="476"/>
                    <a:pt x="222" y="476"/>
                  </a:cubicBezTo>
                  <a:lnTo>
                    <a:pt x="1109" y="476"/>
                  </a:lnTo>
                  <a:cubicBezTo>
                    <a:pt x="1235" y="476"/>
                    <a:pt x="1330" y="381"/>
                    <a:pt x="1330" y="254"/>
                  </a:cubicBezTo>
                  <a:cubicBezTo>
                    <a:pt x="1330" y="127"/>
                    <a:pt x="1235" y="1"/>
                    <a:pt x="11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1" name="Google Shape;6101;p40"/>
            <p:cNvSpPr/>
            <p:nvPr/>
          </p:nvSpPr>
          <p:spPr>
            <a:xfrm>
              <a:off x="7274310" y="3315134"/>
              <a:ext cx="40329" cy="13589"/>
            </a:xfrm>
            <a:custGeom>
              <a:rect b="b" l="l" r="r" t="t"/>
              <a:pathLst>
                <a:path extrusionOk="0" h="444" w="1331"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49"/>
                    <a:pt x="96" y="444"/>
                    <a:pt x="222" y="444"/>
                  </a:cubicBezTo>
                  <a:lnTo>
                    <a:pt x="1109" y="444"/>
                  </a:lnTo>
                  <a:cubicBezTo>
                    <a:pt x="1236" y="444"/>
                    <a:pt x="1331" y="349"/>
                    <a:pt x="1331" y="222"/>
                  </a:cubicBezTo>
                  <a:cubicBezTo>
                    <a:pt x="1331" y="96"/>
                    <a:pt x="1236" y="1"/>
                    <a:pt x="11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02" name="Google Shape;6102;p40"/>
          <p:cNvGrpSpPr/>
          <p:nvPr/>
        </p:nvGrpSpPr>
        <p:grpSpPr>
          <a:xfrm>
            <a:off x="1821125" y="1362800"/>
            <a:ext cx="274325" cy="274316"/>
            <a:chOff x="1821125" y="1362800"/>
            <a:chExt cx="274325" cy="274316"/>
          </a:xfrm>
        </p:grpSpPr>
        <p:sp>
          <p:nvSpPr>
            <p:cNvPr id="6103" name="Google Shape;6103;p40"/>
            <p:cNvSpPr/>
            <p:nvPr/>
          </p:nvSpPr>
          <p:spPr>
            <a:xfrm>
              <a:off x="1878093" y="1477174"/>
              <a:ext cx="159410" cy="11661"/>
            </a:xfrm>
            <a:custGeom>
              <a:rect b="b" l="l" r="r" t="t"/>
              <a:pathLst>
                <a:path extrusionOk="0" h="381" w="5227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5068" y="381"/>
                  </a:lnTo>
                  <a:cubicBezTo>
                    <a:pt x="5163" y="381"/>
                    <a:pt x="5226" y="286"/>
                    <a:pt x="5226" y="191"/>
                  </a:cubicBezTo>
                  <a:cubicBezTo>
                    <a:pt x="5226" y="96"/>
                    <a:pt x="5163" y="1"/>
                    <a:pt x="50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4" name="Google Shape;6104;p40"/>
            <p:cNvSpPr/>
            <p:nvPr/>
          </p:nvSpPr>
          <p:spPr>
            <a:xfrm>
              <a:off x="1901271" y="1477174"/>
              <a:ext cx="114000" cy="159942"/>
            </a:xfrm>
            <a:custGeom>
              <a:rect b="b" l="l" r="r" t="t"/>
              <a:pathLst>
                <a:path extrusionOk="0" h="5226" w="3738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688"/>
                  </a:lnTo>
                  <a:cubicBezTo>
                    <a:pt x="1" y="4973"/>
                    <a:pt x="254" y="5226"/>
                    <a:pt x="571" y="5226"/>
                  </a:cubicBezTo>
                  <a:lnTo>
                    <a:pt x="3168" y="5226"/>
                  </a:lnTo>
                  <a:cubicBezTo>
                    <a:pt x="3484" y="5226"/>
                    <a:pt x="3738" y="4973"/>
                    <a:pt x="3738" y="4688"/>
                  </a:cubicBezTo>
                  <a:lnTo>
                    <a:pt x="3738" y="191"/>
                  </a:lnTo>
                  <a:cubicBezTo>
                    <a:pt x="3738" y="96"/>
                    <a:pt x="3643" y="1"/>
                    <a:pt x="3548" y="1"/>
                  </a:cubicBezTo>
                  <a:cubicBezTo>
                    <a:pt x="3453" y="1"/>
                    <a:pt x="3358" y="96"/>
                    <a:pt x="3358" y="191"/>
                  </a:cubicBezTo>
                  <a:lnTo>
                    <a:pt x="3358" y="4688"/>
                  </a:lnTo>
                  <a:cubicBezTo>
                    <a:pt x="3358" y="4783"/>
                    <a:pt x="3263" y="4878"/>
                    <a:pt x="3168" y="4878"/>
                  </a:cubicBezTo>
                  <a:lnTo>
                    <a:pt x="539" y="4878"/>
                  </a:lnTo>
                  <a:cubicBezTo>
                    <a:pt x="444" y="4878"/>
                    <a:pt x="381" y="4783"/>
                    <a:pt x="381" y="4688"/>
                  </a:cubicBezTo>
                  <a:lnTo>
                    <a:pt x="381" y="191"/>
                  </a:lnTo>
                  <a:cubicBezTo>
                    <a:pt x="381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5" name="Google Shape;6105;p40"/>
            <p:cNvSpPr/>
            <p:nvPr/>
          </p:nvSpPr>
          <p:spPr>
            <a:xfrm>
              <a:off x="1935092" y="1528561"/>
              <a:ext cx="45411" cy="45571"/>
            </a:xfrm>
            <a:custGeom>
              <a:rect b="b" l="l" r="r" t="t"/>
              <a:pathLst>
                <a:path extrusionOk="0" h="1489" w="1489">
                  <a:moveTo>
                    <a:pt x="760" y="380"/>
                  </a:moveTo>
                  <a:cubicBezTo>
                    <a:pt x="950" y="380"/>
                    <a:pt x="1140" y="538"/>
                    <a:pt x="1140" y="760"/>
                  </a:cubicBezTo>
                  <a:cubicBezTo>
                    <a:pt x="1140" y="950"/>
                    <a:pt x="950" y="1140"/>
                    <a:pt x="760" y="1140"/>
                  </a:cubicBezTo>
                  <a:cubicBezTo>
                    <a:pt x="539" y="1140"/>
                    <a:pt x="380" y="950"/>
                    <a:pt x="380" y="760"/>
                  </a:cubicBezTo>
                  <a:cubicBezTo>
                    <a:pt x="380" y="538"/>
                    <a:pt x="539" y="380"/>
                    <a:pt x="760" y="380"/>
                  </a:cubicBezTo>
                  <a:close/>
                  <a:moveTo>
                    <a:pt x="760" y="0"/>
                  </a:moveTo>
                  <a:cubicBezTo>
                    <a:pt x="349" y="0"/>
                    <a:pt x="0" y="348"/>
                    <a:pt x="0" y="760"/>
                  </a:cubicBezTo>
                  <a:cubicBezTo>
                    <a:pt x="0" y="1172"/>
                    <a:pt x="349" y="1488"/>
                    <a:pt x="760" y="1488"/>
                  </a:cubicBezTo>
                  <a:cubicBezTo>
                    <a:pt x="1172" y="1488"/>
                    <a:pt x="1489" y="1172"/>
                    <a:pt x="1489" y="760"/>
                  </a:cubicBezTo>
                  <a:cubicBezTo>
                    <a:pt x="1489" y="348"/>
                    <a:pt x="1172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6" name="Google Shape;6106;p40"/>
            <p:cNvSpPr/>
            <p:nvPr/>
          </p:nvSpPr>
          <p:spPr>
            <a:xfrm>
              <a:off x="1952475" y="1591548"/>
              <a:ext cx="11620" cy="23290"/>
            </a:xfrm>
            <a:custGeom>
              <a:rect b="b" l="l" r="r" t="t"/>
              <a:pathLst>
                <a:path extrusionOk="0" h="761" w="381">
                  <a:moveTo>
                    <a:pt x="190" y="0"/>
                  </a:moveTo>
                  <a:cubicBezTo>
                    <a:pt x="95" y="0"/>
                    <a:pt x="0" y="95"/>
                    <a:pt x="0" y="191"/>
                  </a:cubicBezTo>
                  <a:lnTo>
                    <a:pt x="0" y="571"/>
                  </a:lnTo>
                  <a:cubicBezTo>
                    <a:pt x="0" y="666"/>
                    <a:pt x="95" y="761"/>
                    <a:pt x="190" y="761"/>
                  </a:cubicBezTo>
                  <a:cubicBezTo>
                    <a:pt x="285" y="761"/>
                    <a:pt x="380" y="666"/>
                    <a:pt x="380" y="571"/>
                  </a:cubicBezTo>
                  <a:lnTo>
                    <a:pt x="380" y="191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7" name="Google Shape;6107;p40"/>
            <p:cNvSpPr/>
            <p:nvPr/>
          </p:nvSpPr>
          <p:spPr>
            <a:xfrm>
              <a:off x="1821125" y="1362800"/>
              <a:ext cx="274325" cy="183232"/>
            </a:xfrm>
            <a:custGeom>
              <a:rect b="b" l="l" r="r" t="t"/>
              <a:pathLst>
                <a:path extrusionOk="0" h="5987" w="8995">
                  <a:moveTo>
                    <a:pt x="4497" y="1"/>
                  </a:moveTo>
                  <a:cubicBezTo>
                    <a:pt x="3167" y="1"/>
                    <a:pt x="1995" y="951"/>
                    <a:pt x="1742" y="2249"/>
                  </a:cubicBezTo>
                  <a:cubicBezTo>
                    <a:pt x="792" y="2312"/>
                    <a:pt x="0" y="3136"/>
                    <a:pt x="0" y="4118"/>
                  </a:cubicBezTo>
                  <a:cubicBezTo>
                    <a:pt x="0" y="5131"/>
                    <a:pt x="855" y="5986"/>
                    <a:pt x="1869" y="5986"/>
                  </a:cubicBezTo>
                  <a:lnTo>
                    <a:pt x="2819" y="5986"/>
                  </a:lnTo>
                  <a:cubicBezTo>
                    <a:pt x="2914" y="5986"/>
                    <a:pt x="3009" y="5891"/>
                    <a:pt x="3009" y="5796"/>
                  </a:cubicBezTo>
                  <a:cubicBezTo>
                    <a:pt x="3009" y="5701"/>
                    <a:pt x="2914" y="5606"/>
                    <a:pt x="2819" y="5606"/>
                  </a:cubicBezTo>
                  <a:lnTo>
                    <a:pt x="1869" y="5606"/>
                  </a:lnTo>
                  <a:cubicBezTo>
                    <a:pt x="1045" y="5606"/>
                    <a:pt x="380" y="4941"/>
                    <a:pt x="380" y="4118"/>
                  </a:cubicBezTo>
                  <a:cubicBezTo>
                    <a:pt x="380" y="3294"/>
                    <a:pt x="1045" y="2629"/>
                    <a:pt x="1900" y="2629"/>
                  </a:cubicBezTo>
                  <a:cubicBezTo>
                    <a:pt x="1995" y="2629"/>
                    <a:pt x="2090" y="2534"/>
                    <a:pt x="2090" y="2439"/>
                  </a:cubicBezTo>
                  <a:cubicBezTo>
                    <a:pt x="2249" y="1267"/>
                    <a:pt x="3294" y="381"/>
                    <a:pt x="4497" y="381"/>
                  </a:cubicBezTo>
                  <a:cubicBezTo>
                    <a:pt x="5447" y="381"/>
                    <a:pt x="6302" y="919"/>
                    <a:pt x="6682" y="1774"/>
                  </a:cubicBezTo>
                  <a:cubicBezTo>
                    <a:pt x="6714" y="1837"/>
                    <a:pt x="6777" y="1869"/>
                    <a:pt x="6841" y="1869"/>
                  </a:cubicBezTo>
                  <a:cubicBezTo>
                    <a:pt x="7823" y="1932"/>
                    <a:pt x="8614" y="2756"/>
                    <a:pt x="8614" y="3738"/>
                  </a:cubicBezTo>
                  <a:cubicBezTo>
                    <a:pt x="8614" y="4783"/>
                    <a:pt x="7759" y="5606"/>
                    <a:pt x="6746" y="5606"/>
                  </a:cubicBezTo>
                  <a:lnTo>
                    <a:pt x="6176" y="5606"/>
                  </a:lnTo>
                  <a:cubicBezTo>
                    <a:pt x="6081" y="5606"/>
                    <a:pt x="5986" y="5701"/>
                    <a:pt x="5986" y="5796"/>
                  </a:cubicBezTo>
                  <a:cubicBezTo>
                    <a:pt x="5986" y="5891"/>
                    <a:pt x="6081" y="5986"/>
                    <a:pt x="6176" y="5986"/>
                  </a:cubicBezTo>
                  <a:lnTo>
                    <a:pt x="6746" y="5986"/>
                  </a:lnTo>
                  <a:cubicBezTo>
                    <a:pt x="7981" y="5986"/>
                    <a:pt x="8994" y="4973"/>
                    <a:pt x="8994" y="3738"/>
                  </a:cubicBezTo>
                  <a:cubicBezTo>
                    <a:pt x="8994" y="2597"/>
                    <a:pt x="8108" y="1616"/>
                    <a:pt x="6999" y="1521"/>
                  </a:cubicBezTo>
                  <a:cubicBezTo>
                    <a:pt x="6492" y="602"/>
                    <a:pt x="5542" y="1"/>
                    <a:pt x="44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08" name="Google Shape;6108;p40"/>
          <p:cNvGrpSpPr/>
          <p:nvPr/>
        </p:nvGrpSpPr>
        <p:grpSpPr>
          <a:xfrm>
            <a:off x="7053663" y="1358850"/>
            <a:ext cx="274320" cy="274318"/>
            <a:chOff x="7053663" y="1358850"/>
            <a:chExt cx="274320" cy="274318"/>
          </a:xfrm>
        </p:grpSpPr>
        <p:sp>
          <p:nvSpPr>
            <p:cNvPr id="6109" name="Google Shape;6109;p40"/>
            <p:cNvSpPr/>
            <p:nvPr/>
          </p:nvSpPr>
          <p:spPr>
            <a:xfrm>
              <a:off x="7053663" y="1494189"/>
              <a:ext cx="274313" cy="93437"/>
            </a:xfrm>
            <a:custGeom>
              <a:rect b="b" l="l" r="r" t="t"/>
              <a:pathLst>
                <a:path extrusionOk="0" h="3053" w="8963">
                  <a:moveTo>
                    <a:pt x="1008" y="0"/>
                  </a:moveTo>
                  <a:cubicBezTo>
                    <a:pt x="986" y="0"/>
                    <a:pt x="966" y="4"/>
                    <a:pt x="950" y="12"/>
                  </a:cubicBezTo>
                  <a:cubicBezTo>
                    <a:pt x="317" y="361"/>
                    <a:pt x="0" y="741"/>
                    <a:pt x="0" y="1184"/>
                  </a:cubicBezTo>
                  <a:cubicBezTo>
                    <a:pt x="0" y="2229"/>
                    <a:pt x="1964" y="3052"/>
                    <a:pt x="4465" y="3052"/>
                  </a:cubicBezTo>
                  <a:cubicBezTo>
                    <a:pt x="6999" y="3052"/>
                    <a:pt x="8962" y="2229"/>
                    <a:pt x="8962" y="1184"/>
                  </a:cubicBezTo>
                  <a:cubicBezTo>
                    <a:pt x="8962" y="741"/>
                    <a:pt x="8646" y="361"/>
                    <a:pt x="8012" y="12"/>
                  </a:cubicBezTo>
                  <a:cubicBezTo>
                    <a:pt x="7989" y="4"/>
                    <a:pt x="7965" y="0"/>
                    <a:pt x="7942" y="0"/>
                  </a:cubicBezTo>
                  <a:cubicBezTo>
                    <a:pt x="7872" y="0"/>
                    <a:pt x="7806" y="36"/>
                    <a:pt x="7759" y="107"/>
                  </a:cubicBezTo>
                  <a:cubicBezTo>
                    <a:pt x="7727" y="202"/>
                    <a:pt x="7759" y="297"/>
                    <a:pt x="7854" y="361"/>
                  </a:cubicBezTo>
                  <a:cubicBezTo>
                    <a:pt x="8329" y="614"/>
                    <a:pt x="8582" y="899"/>
                    <a:pt x="8582" y="1184"/>
                  </a:cubicBezTo>
                  <a:cubicBezTo>
                    <a:pt x="8582" y="1912"/>
                    <a:pt x="6936" y="2672"/>
                    <a:pt x="4465" y="2672"/>
                  </a:cubicBezTo>
                  <a:cubicBezTo>
                    <a:pt x="2027" y="2672"/>
                    <a:pt x="380" y="1912"/>
                    <a:pt x="380" y="1184"/>
                  </a:cubicBezTo>
                  <a:cubicBezTo>
                    <a:pt x="380" y="899"/>
                    <a:pt x="633" y="614"/>
                    <a:pt x="1108" y="361"/>
                  </a:cubicBezTo>
                  <a:cubicBezTo>
                    <a:pt x="1203" y="297"/>
                    <a:pt x="1235" y="202"/>
                    <a:pt x="1203" y="107"/>
                  </a:cubicBezTo>
                  <a:cubicBezTo>
                    <a:pt x="1156" y="36"/>
                    <a:pt x="1073" y="0"/>
                    <a:pt x="1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0" name="Google Shape;6110;p40"/>
            <p:cNvSpPr/>
            <p:nvPr/>
          </p:nvSpPr>
          <p:spPr>
            <a:xfrm>
              <a:off x="7053663" y="1570153"/>
              <a:ext cx="274313" cy="63016"/>
            </a:xfrm>
            <a:custGeom>
              <a:rect b="b" l="l" r="r" t="t"/>
              <a:pathLst>
                <a:path extrusionOk="0" h="2059" w="8963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1236"/>
                    <a:pt x="1964" y="2059"/>
                    <a:pt x="4465" y="2059"/>
                  </a:cubicBezTo>
                  <a:cubicBezTo>
                    <a:pt x="6999" y="2059"/>
                    <a:pt x="8962" y="1267"/>
                    <a:pt x="8962" y="190"/>
                  </a:cubicBezTo>
                  <a:cubicBezTo>
                    <a:pt x="8962" y="95"/>
                    <a:pt x="8867" y="0"/>
                    <a:pt x="8772" y="0"/>
                  </a:cubicBezTo>
                  <a:cubicBezTo>
                    <a:pt x="8677" y="0"/>
                    <a:pt x="8582" y="95"/>
                    <a:pt x="8582" y="190"/>
                  </a:cubicBezTo>
                  <a:cubicBezTo>
                    <a:pt x="8582" y="919"/>
                    <a:pt x="6904" y="1711"/>
                    <a:pt x="4465" y="1711"/>
                  </a:cubicBezTo>
                  <a:cubicBezTo>
                    <a:pt x="2059" y="1711"/>
                    <a:pt x="348" y="919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1" name="Google Shape;6111;p40"/>
            <p:cNvSpPr/>
            <p:nvPr/>
          </p:nvSpPr>
          <p:spPr>
            <a:xfrm>
              <a:off x="7093389" y="1358850"/>
              <a:ext cx="194831" cy="194862"/>
            </a:xfrm>
            <a:custGeom>
              <a:rect b="b" l="l" r="r" t="t"/>
              <a:pathLst>
                <a:path extrusionOk="0" h="6367" w="6366">
                  <a:moveTo>
                    <a:pt x="3167" y="381"/>
                  </a:moveTo>
                  <a:cubicBezTo>
                    <a:pt x="4719" y="381"/>
                    <a:pt x="5986" y="1647"/>
                    <a:pt x="5986" y="3168"/>
                  </a:cubicBezTo>
                  <a:cubicBezTo>
                    <a:pt x="5986" y="4719"/>
                    <a:pt x="4719" y="5986"/>
                    <a:pt x="3167" y="5986"/>
                  </a:cubicBezTo>
                  <a:cubicBezTo>
                    <a:pt x="1647" y="5986"/>
                    <a:pt x="381" y="4719"/>
                    <a:pt x="381" y="3168"/>
                  </a:cubicBezTo>
                  <a:cubicBezTo>
                    <a:pt x="381" y="1647"/>
                    <a:pt x="1647" y="381"/>
                    <a:pt x="3167" y="381"/>
                  </a:cubicBezTo>
                  <a:close/>
                  <a:moveTo>
                    <a:pt x="3167" y="1"/>
                  </a:moveTo>
                  <a:cubicBezTo>
                    <a:pt x="1426" y="1"/>
                    <a:pt x="0" y="1426"/>
                    <a:pt x="0" y="3168"/>
                  </a:cubicBezTo>
                  <a:cubicBezTo>
                    <a:pt x="0" y="4941"/>
                    <a:pt x="1426" y="6366"/>
                    <a:pt x="3167" y="6366"/>
                  </a:cubicBezTo>
                  <a:cubicBezTo>
                    <a:pt x="4941" y="6366"/>
                    <a:pt x="6366" y="4941"/>
                    <a:pt x="6366" y="3168"/>
                  </a:cubicBezTo>
                  <a:cubicBezTo>
                    <a:pt x="6366" y="1426"/>
                    <a:pt x="4941" y="1"/>
                    <a:pt x="3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2" name="Google Shape;6112;p40"/>
            <p:cNvSpPr/>
            <p:nvPr/>
          </p:nvSpPr>
          <p:spPr>
            <a:xfrm>
              <a:off x="7162191" y="1416052"/>
              <a:ext cx="57231" cy="80461"/>
            </a:xfrm>
            <a:custGeom>
              <a:rect b="b" l="l" r="r" t="t"/>
              <a:pathLst>
                <a:path extrusionOk="0" h="2629" w="1870">
                  <a:moveTo>
                    <a:pt x="761" y="0"/>
                  </a:moveTo>
                  <a:cubicBezTo>
                    <a:pt x="349" y="0"/>
                    <a:pt x="1" y="348"/>
                    <a:pt x="1" y="760"/>
                  </a:cubicBezTo>
                  <a:cubicBezTo>
                    <a:pt x="1" y="1172"/>
                    <a:pt x="349" y="1489"/>
                    <a:pt x="761" y="1489"/>
                  </a:cubicBezTo>
                  <a:lnTo>
                    <a:pt x="1109" y="1489"/>
                  </a:lnTo>
                  <a:cubicBezTo>
                    <a:pt x="1331" y="1489"/>
                    <a:pt x="1489" y="1679"/>
                    <a:pt x="1489" y="1869"/>
                  </a:cubicBezTo>
                  <a:cubicBezTo>
                    <a:pt x="1489" y="2090"/>
                    <a:pt x="1331" y="2249"/>
                    <a:pt x="1109" y="2249"/>
                  </a:cubicBezTo>
                  <a:lnTo>
                    <a:pt x="191" y="2249"/>
                  </a:lnTo>
                  <a:cubicBezTo>
                    <a:pt x="96" y="2249"/>
                    <a:pt x="1" y="2344"/>
                    <a:pt x="1" y="2439"/>
                  </a:cubicBezTo>
                  <a:cubicBezTo>
                    <a:pt x="1" y="2534"/>
                    <a:pt x="96" y="2629"/>
                    <a:pt x="191" y="2629"/>
                  </a:cubicBezTo>
                  <a:lnTo>
                    <a:pt x="1109" y="2629"/>
                  </a:lnTo>
                  <a:cubicBezTo>
                    <a:pt x="1521" y="2629"/>
                    <a:pt x="1869" y="2280"/>
                    <a:pt x="1869" y="1869"/>
                  </a:cubicBezTo>
                  <a:cubicBezTo>
                    <a:pt x="1869" y="1457"/>
                    <a:pt x="1521" y="1109"/>
                    <a:pt x="1109" y="1109"/>
                  </a:cubicBezTo>
                  <a:lnTo>
                    <a:pt x="761" y="1109"/>
                  </a:lnTo>
                  <a:cubicBezTo>
                    <a:pt x="539" y="1109"/>
                    <a:pt x="381" y="950"/>
                    <a:pt x="381" y="760"/>
                  </a:cubicBezTo>
                  <a:cubicBezTo>
                    <a:pt x="381" y="538"/>
                    <a:pt x="539" y="380"/>
                    <a:pt x="761" y="380"/>
                  </a:cubicBezTo>
                  <a:lnTo>
                    <a:pt x="1679" y="380"/>
                  </a:lnTo>
                  <a:cubicBezTo>
                    <a:pt x="1774" y="380"/>
                    <a:pt x="1869" y="285"/>
                    <a:pt x="1869" y="190"/>
                  </a:cubicBezTo>
                  <a:cubicBezTo>
                    <a:pt x="1869" y="95"/>
                    <a:pt x="1774" y="0"/>
                    <a:pt x="16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3" name="Google Shape;6113;p40"/>
            <p:cNvSpPr/>
            <p:nvPr/>
          </p:nvSpPr>
          <p:spPr>
            <a:xfrm>
              <a:off x="7185482" y="1392792"/>
              <a:ext cx="10681" cy="34920"/>
            </a:xfrm>
            <a:custGeom>
              <a:rect b="b" l="l" r="r" t="t"/>
              <a:pathLst>
                <a:path extrusionOk="0" h="1141" w="349">
                  <a:moveTo>
                    <a:pt x="158" y="0"/>
                  </a:moveTo>
                  <a:cubicBezTo>
                    <a:pt x="63" y="0"/>
                    <a:pt x="0" y="95"/>
                    <a:pt x="0" y="190"/>
                  </a:cubicBezTo>
                  <a:lnTo>
                    <a:pt x="0" y="950"/>
                  </a:lnTo>
                  <a:cubicBezTo>
                    <a:pt x="0" y="1045"/>
                    <a:pt x="63" y="1140"/>
                    <a:pt x="158" y="1140"/>
                  </a:cubicBezTo>
                  <a:cubicBezTo>
                    <a:pt x="285" y="1140"/>
                    <a:pt x="348" y="1045"/>
                    <a:pt x="348" y="950"/>
                  </a:cubicBezTo>
                  <a:lnTo>
                    <a:pt x="348" y="190"/>
                  </a:lnTo>
                  <a:cubicBezTo>
                    <a:pt x="348" y="95"/>
                    <a:pt x="285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4" name="Google Shape;6114;p40"/>
            <p:cNvSpPr/>
            <p:nvPr/>
          </p:nvSpPr>
          <p:spPr>
            <a:xfrm>
              <a:off x="7185482" y="1484854"/>
              <a:ext cx="10681" cy="33941"/>
            </a:xfrm>
            <a:custGeom>
              <a:rect b="b" l="l" r="r" t="t"/>
              <a:pathLst>
                <a:path extrusionOk="0" h="1109" w="349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lnTo>
                    <a:pt x="0" y="919"/>
                  </a:lnTo>
                  <a:cubicBezTo>
                    <a:pt x="0" y="1046"/>
                    <a:pt x="63" y="1109"/>
                    <a:pt x="158" y="1109"/>
                  </a:cubicBezTo>
                  <a:cubicBezTo>
                    <a:pt x="285" y="1109"/>
                    <a:pt x="348" y="1046"/>
                    <a:pt x="348" y="919"/>
                  </a:cubicBezTo>
                  <a:lnTo>
                    <a:pt x="348" y="191"/>
                  </a:lnTo>
                  <a:cubicBezTo>
                    <a:pt x="348" y="96"/>
                    <a:pt x="285" y="1"/>
                    <a:pt x="1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5" name="Google Shape;6115;p40"/>
            <p:cNvSpPr/>
            <p:nvPr/>
          </p:nvSpPr>
          <p:spPr>
            <a:xfrm>
              <a:off x="7316322" y="1524611"/>
              <a:ext cx="11661" cy="57201"/>
            </a:xfrm>
            <a:custGeom>
              <a:rect b="b" l="l" r="r" t="t"/>
              <a:pathLst>
                <a:path extrusionOk="0" h="1869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1678"/>
                  </a:lnTo>
                  <a:cubicBezTo>
                    <a:pt x="0" y="1805"/>
                    <a:pt x="95" y="1868"/>
                    <a:pt x="190" y="1868"/>
                  </a:cubicBezTo>
                  <a:cubicBezTo>
                    <a:pt x="285" y="1868"/>
                    <a:pt x="380" y="1805"/>
                    <a:pt x="380" y="1678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6" name="Google Shape;6116;p40"/>
            <p:cNvSpPr/>
            <p:nvPr/>
          </p:nvSpPr>
          <p:spPr>
            <a:xfrm>
              <a:off x="7053663" y="1524611"/>
              <a:ext cx="10681" cy="57201"/>
            </a:xfrm>
            <a:custGeom>
              <a:rect b="b" l="l" r="r" t="t"/>
              <a:pathLst>
                <a:path extrusionOk="0" h="1869" w="349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lnTo>
                    <a:pt x="0" y="1678"/>
                  </a:lnTo>
                  <a:cubicBezTo>
                    <a:pt x="0" y="1805"/>
                    <a:pt x="63" y="1868"/>
                    <a:pt x="190" y="1868"/>
                  </a:cubicBezTo>
                  <a:cubicBezTo>
                    <a:pt x="285" y="1868"/>
                    <a:pt x="348" y="1805"/>
                    <a:pt x="348" y="1678"/>
                  </a:cubicBezTo>
                  <a:lnTo>
                    <a:pt x="348" y="190"/>
                  </a:ln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0" name="Shape 6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1" name="Google Shape;6121;p41"/>
          <p:cNvSpPr/>
          <p:nvPr/>
        </p:nvSpPr>
        <p:spPr>
          <a:xfrm>
            <a:off x="5204347" y="1431765"/>
            <a:ext cx="2704973" cy="350086"/>
          </a:xfrm>
          <a:custGeom>
            <a:rect b="b" l="l" r="r" t="t"/>
            <a:pathLst>
              <a:path extrusionOk="0" h="11624" w="89814">
                <a:moveTo>
                  <a:pt x="0" y="1"/>
                </a:moveTo>
                <a:lnTo>
                  <a:pt x="89814" y="1"/>
                </a:lnTo>
                <a:lnTo>
                  <a:pt x="89814" y="11623"/>
                </a:lnTo>
                <a:lnTo>
                  <a:pt x="0" y="11623"/>
                </a:ln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2" name="Google Shape;6122;p41"/>
          <p:cNvSpPr/>
          <p:nvPr/>
        </p:nvSpPr>
        <p:spPr>
          <a:xfrm>
            <a:off x="7746204" y="1444173"/>
            <a:ext cx="326233" cy="325269"/>
          </a:xfrm>
          <a:custGeom>
            <a:rect b="b" l="l" r="r" t="t"/>
            <a:pathLst>
              <a:path extrusionOk="0" h="10800" w="10832">
                <a:moveTo>
                  <a:pt x="5416" y="10800"/>
                </a:moveTo>
                <a:cubicBezTo>
                  <a:pt x="2439" y="10800"/>
                  <a:pt x="0" y="8393"/>
                  <a:pt x="0" y="5384"/>
                </a:cubicBezTo>
                <a:cubicBezTo>
                  <a:pt x="0" y="2407"/>
                  <a:pt x="2439" y="1"/>
                  <a:pt x="5416" y="1"/>
                </a:cubicBezTo>
                <a:cubicBezTo>
                  <a:pt x="8393" y="1"/>
                  <a:pt x="10831" y="2407"/>
                  <a:pt x="10831" y="5384"/>
                </a:cubicBezTo>
                <a:cubicBezTo>
                  <a:pt x="10831" y="8393"/>
                  <a:pt x="8393" y="10800"/>
                  <a:pt x="5416" y="108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23" name="Google Shape;6123;p41"/>
          <p:cNvSpPr/>
          <p:nvPr/>
        </p:nvSpPr>
        <p:spPr>
          <a:xfrm>
            <a:off x="7734759" y="1431765"/>
            <a:ext cx="349122" cy="350086"/>
          </a:xfrm>
          <a:custGeom>
            <a:rect b="b" l="l" r="r" t="t"/>
            <a:pathLst>
              <a:path extrusionOk="0" h="11624" w="11592">
                <a:moveTo>
                  <a:pt x="5796" y="793"/>
                </a:moveTo>
                <a:cubicBezTo>
                  <a:pt x="8551" y="793"/>
                  <a:pt x="10800" y="3041"/>
                  <a:pt x="10800" y="5796"/>
                </a:cubicBezTo>
                <a:cubicBezTo>
                  <a:pt x="10800" y="8583"/>
                  <a:pt x="8551" y="10832"/>
                  <a:pt x="5796" y="10832"/>
                </a:cubicBezTo>
                <a:cubicBezTo>
                  <a:pt x="3041" y="10832"/>
                  <a:pt x="792" y="8583"/>
                  <a:pt x="792" y="5796"/>
                </a:cubicBezTo>
                <a:cubicBezTo>
                  <a:pt x="792" y="3041"/>
                  <a:pt x="3009" y="793"/>
                  <a:pt x="5796" y="793"/>
                </a:cubicBezTo>
                <a:close/>
                <a:moveTo>
                  <a:pt x="5796" y="1"/>
                </a:moveTo>
                <a:cubicBezTo>
                  <a:pt x="2597" y="1"/>
                  <a:pt x="0" y="2629"/>
                  <a:pt x="0" y="5796"/>
                </a:cubicBezTo>
                <a:cubicBezTo>
                  <a:pt x="0" y="8995"/>
                  <a:pt x="2597" y="11623"/>
                  <a:pt x="5796" y="11623"/>
                </a:cubicBezTo>
                <a:cubicBezTo>
                  <a:pt x="8994" y="11623"/>
                  <a:pt x="11591" y="8995"/>
                  <a:pt x="11591" y="5796"/>
                </a:cubicBezTo>
                <a:cubicBezTo>
                  <a:pt x="11591" y="2629"/>
                  <a:pt x="8994" y="1"/>
                  <a:pt x="5796" y="1"/>
                </a:cubicBezTo>
                <a:close/>
              </a:path>
            </a:pathLst>
          </a:custGeom>
          <a:solidFill>
            <a:srgbClr val="05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4" name="Google Shape;6124;p41"/>
          <p:cNvSpPr/>
          <p:nvPr/>
        </p:nvSpPr>
        <p:spPr>
          <a:xfrm>
            <a:off x="5204347" y="2690767"/>
            <a:ext cx="2704973" cy="349122"/>
          </a:xfrm>
          <a:custGeom>
            <a:rect b="b" l="l" r="r" t="t"/>
            <a:pathLst>
              <a:path extrusionOk="0" h="11592" w="89814">
                <a:moveTo>
                  <a:pt x="0" y="1"/>
                </a:moveTo>
                <a:lnTo>
                  <a:pt x="89814" y="1"/>
                </a:lnTo>
                <a:lnTo>
                  <a:pt x="89814" y="11592"/>
                </a:lnTo>
                <a:lnTo>
                  <a:pt x="0" y="11592"/>
                </a:ln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5" name="Google Shape;6125;p41"/>
          <p:cNvSpPr/>
          <p:nvPr/>
        </p:nvSpPr>
        <p:spPr>
          <a:xfrm>
            <a:off x="7746204" y="2702211"/>
            <a:ext cx="326233" cy="326233"/>
          </a:xfrm>
          <a:custGeom>
            <a:rect b="b" l="l" r="r" t="t"/>
            <a:pathLst>
              <a:path extrusionOk="0" h="10832" w="10832">
                <a:moveTo>
                  <a:pt x="5416" y="10832"/>
                </a:moveTo>
                <a:cubicBezTo>
                  <a:pt x="2439" y="10832"/>
                  <a:pt x="0" y="8393"/>
                  <a:pt x="0" y="5416"/>
                </a:cubicBezTo>
                <a:cubicBezTo>
                  <a:pt x="0" y="2439"/>
                  <a:pt x="2439" y="1"/>
                  <a:pt x="5416" y="1"/>
                </a:cubicBezTo>
                <a:cubicBezTo>
                  <a:pt x="8393" y="1"/>
                  <a:pt x="10831" y="2439"/>
                  <a:pt x="10831" y="5416"/>
                </a:cubicBezTo>
                <a:cubicBezTo>
                  <a:pt x="10831" y="8393"/>
                  <a:pt x="8393" y="10832"/>
                  <a:pt x="5416" y="108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26" name="Google Shape;6126;p41"/>
          <p:cNvSpPr/>
          <p:nvPr/>
        </p:nvSpPr>
        <p:spPr>
          <a:xfrm>
            <a:off x="7734759" y="2690767"/>
            <a:ext cx="349122" cy="349122"/>
          </a:xfrm>
          <a:custGeom>
            <a:rect b="b" l="l" r="r" t="t"/>
            <a:pathLst>
              <a:path extrusionOk="0" h="11592" w="11592">
                <a:moveTo>
                  <a:pt x="5796" y="793"/>
                </a:moveTo>
                <a:cubicBezTo>
                  <a:pt x="8551" y="793"/>
                  <a:pt x="10800" y="3041"/>
                  <a:pt x="10800" y="5796"/>
                </a:cubicBezTo>
                <a:cubicBezTo>
                  <a:pt x="10800" y="8551"/>
                  <a:pt x="8551" y="10800"/>
                  <a:pt x="5796" y="10800"/>
                </a:cubicBezTo>
                <a:cubicBezTo>
                  <a:pt x="3041" y="10800"/>
                  <a:pt x="792" y="8551"/>
                  <a:pt x="792" y="5796"/>
                </a:cubicBezTo>
                <a:cubicBezTo>
                  <a:pt x="792" y="3041"/>
                  <a:pt x="3009" y="793"/>
                  <a:pt x="5796" y="793"/>
                </a:cubicBezTo>
                <a:close/>
                <a:moveTo>
                  <a:pt x="5796" y="1"/>
                </a:moveTo>
                <a:cubicBezTo>
                  <a:pt x="2597" y="1"/>
                  <a:pt x="0" y="2598"/>
                  <a:pt x="0" y="5796"/>
                </a:cubicBezTo>
                <a:cubicBezTo>
                  <a:pt x="0" y="8995"/>
                  <a:pt x="2597" y="11592"/>
                  <a:pt x="5796" y="11592"/>
                </a:cubicBezTo>
                <a:cubicBezTo>
                  <a:pt x="8994" y="11592"/>
                  <a:pt x="11591" y="8995"/>
                  <a:pt x="11591" y="5796"/>
                </a:cubicBezTo>
                <a:cubicBezTo>
                  <a:pt x="11591" y="2598"/>
                  <a:pt x="8994" y="1"/>
                  <a:pt x="5796" y="1"/>
                </a:cubicBezTo>
                <a:close/>
              </a:path>
            </a:pathLst>
          </a:custGeom>
          <a:solidFill>
            <a:srgbClr val="407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7" name="Google Shape;6127;p41"/>
          <p:cNvSpPr/>
          <p:nvPr/>
        </p:nvSpPr>
        <p:spPr>
          <a:xfrm>
            <a:off x="1234650" y="2061281"/>
            <a:ext cx="2705003" cy="350056"/>
          </a:xfrm>
          <a:custGeom>
            <a:rect b="b" l="l" r="r" t="t"/>
            <a:pathLst>
              <a:path extrusionOk="0" h="11623" w="89815">
                <a:moveTo>
                  <a:pt x="1" y="0"/>
                </a:moveTo>
                <a:lnTo>
                  <a:pt x="89814" y="0"/>
                </a:lnTo>
                <a:lnTo>
                  <a:pt x="89814" y="11623"/>
                </a:lnTo>
                <a:lnTo>
                  <a:pt x="1" y="11623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8" name="Google Shape;6128;p41"/>
          <p:cNvSpPr/>
          <p:nvPr/>
        </p:nvSpPr>
        <p:spPr>
          <a:xfrm>
            <a:off x="1071563" y="2073689"/>
            <a:ext cx="326233" cy="325269"/>
          </a:xfrm>
          <a:custGeom>
            <a:rect b="b" l="l" r="r" t="t"/>
            <a:pathLst>
              <a:path extrusionOk="0" h="10800" w="10832">
                <a:moveTo>
                  <a:pt x="5416" y="10799"/>
                </a:moveTo>
                <a:cubicBezTo>
                  <a:pt x="2439" y="10799"/>
                  <a:pt x="0" y="8361"/>
                  <a:pt x="0" y="5384"/>
                </a:cubicBezTo>
                <a:cubicBezTo>
                  <a:pt x="0" y="2407"/>
                  <a:pt x="2439" y="0"/>
                  <a:pt x="5416" y="0"/>
                </a:cubicBezTo>
                <a:cubicBezTo>
                  <a:pt x="8393" y="0"/>
                  <a:pt x="10831" y="2407"/>
                  <a:pt x="10831" y="5384"/>
                </a:cubicBezTo>
                <a:cubicBezTo>
                  <a:pt x="10831" y="8361"/>
                  <a:pt x="8393" y="10799"/>
                  <a:pt x="5416" y="1079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29" name="Google Shape;6129;p41"/>
          <p:cNvSpPr/>
          <p:nvPr/>
        </p:nvSpPr>
        <p:spPr>
          <a:xfrm>
            <a:off x="1060119" y="2061281"/>
            <a:ext cx="350056" cy="349122"/>
          </a:xfrm>
          <a:custGeom>
            <a:rect b="b" l="l" r="r" t="t"/>
            <a:pathLst>
              <a:path extrusionOk="0" h="11592" w="11623">
                <a:moveTo>
                  <a:pt x="5796" y="792"/>
                </a:moveTo>
                <a:cubicBezTo>
                  <a:pt x="8551" y="792"/>
                  <a:pt x="10799" y="3041"/>
                  <a:pt x="10799" y="5796"/>
                </a:cubicBezTo>
                <a:cubicBezTo>
                  <a:pt x="10799" y="8551"/>
                  <a:pt x="8551" y="10799"/>
                  <a:pt x="5796" y="10799"/>
                </a:cubicBezTo>
                <a:cubicBezTo>
                  <a:pt x="3041" y="10799"/>
                  <a:pt x="792" y="8551"/>
                  <a:pt x="792" y="5796"/>
                </a:cubicBezTo>
                <a:cubicBezTo>
                  <a:pt x="792" y="3041"/>
                  <a:pt x="3041" y="792"/>
                  <a:pt x="5796" y="792"/>
                </a:cubicBezTo>
                <a:close/>
                <a:moveTo>
                  <a:pt x="5796" y="0"/>
                </a:moveTo>
                <a:cubicBezTo>
                  <a:pt x="2597" y="0"/>
                  <a:pt x="0" y="2597"/>
                  <a:pt x="0" y="5796"/>
                </a:cubicBezTo>
                <a:cubicBezTo>
                  <a:pt x="0" y="8994"/>
                  <a:pt x="2597" y="11591"/>
                  <a:pt x="5796" y="11591"/>
                </a:cubicBezTo>
                <a:cubicBezTo>
                  <a:pt x="8994" y="11591"/>
                  <a:pt x="11591" y="8994"/>
                  <a:pt x="11591" y="5796"/>
                </a:cubicBezTo>
                <a:cubicBezTo>
                  <a:pt x="11623" y="2597"/>
                  <a:pt x="8994" y="0"/>
                  <a:pt x="5796" y="0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130" name="Google Shape;6130;p41"/>
          <p:cNvSpPr/>
          <p:nvPr/>
        </p:nvSpPr>
        <p:spPr>
          <a:xfrm>
            <a:off x="1248022" y="3320283"/>
            <a:ext cx="2705937" cy="349122"/>
          </a:xfrm>
          <a:custGeom>
            <a:rect b="b" l="l" r="r" t="t"/>
            <a:pathLst>
              <a:path extrusionOk="0" h="11592" w="89846">
                <a:moveTo>
                  <a:pt x="0" y="0"/>
                </a:moveTo>
                <a:lnTo>
                  <a:pt x="89845" y="0"/>
                </a:lnTo>
                <a:lnTo>
                  <a:pt x="89845" y="11591"/>
                </a:lnTo>
                <a:lnTo>
                  <a:pt x="0" y="11591"/>
                </a:ln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1" name="Google Shape;6131;p41"/>
          <p:cNvSpPr/>
          <p:nvPr/>
        </p:nvSpPr>
        <p:spPr>
          <a:xfrm>
            <a:off x="1071563" y="3331727"/>
            <a:ext cx="326233" cy="326233"/>
          </a:xfrm>
          <a:custGeom>
            <a:rect b="b" l="l" r="r" t="t"/>
            <a:pathLst>
              <a:path extrusionOk="0" h="10832" w="10832">
                <a:moveTo>
                  <a:pt x="5416" y="10831"/>
                </a:moveTo>
                <a:cubicBezTo>
                  <a:pt x="2439" y="10831"/>
                  <a:pt x="0" y="8393"/>
                  <a:pt x="0" y="5416"/>
                </a:cubicBezTo>
                <a:cubicBezTo>
                  <a:pt x="0" y="2439"/>
                  <a:pt x="2439" y="0"/>
                  <a:pt x="5416" y="0"/>
                </a:cubicBezTo>
                <a:cubicBezTo>
                  <a:pt x="8393" y="0"/>
                  <a:pt x="10831" y="2439"/>
                  <a:pt x="10831" y="5416"/>
                </a:cubicBezTo>
                <a:cubicBezTo>
                  <a:pt x="10831" y="8393"/>
                  <a:pt x="8393" y="10831"/>
                  <a:pt x="5416" y="108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32" name="Google Shape;6132;p41"/>
          <p:cNvSpPr/>
          <p:nvPr/>
        </p:nvSpPr>
        <p:spPr>
          <a:xfrm>
            <a:off x="1060119" y="3320283"/>
            <a:ext cx="350056" cy="349122"/>
          </a:xfrm>
          <a:custGeom>
            <a:rect b="b" l="l" r="r" t="t"/>
            <a:pathLst>
              <a:path extrusionOk="0" h="11592" w="11623">
                <a:moveTo>
                  <a:pt x="5796" y="792"/>
                </a:moveTo>
                <a:cubicBezTo>
                  <a:pt x="8551" y="792"/>
                  <a:pt x="10799" y="3040"/>
                  <a:pt x="10799" y="5796"/>
                </a:cubicBezTo>
                <a:cubicBezTo>
                  <a:pt x="10799" y="8551"/>
                  <a:pt x="8551" y="10799"/>
                  <a:pt x="5796" y="10799"/>
                </a:cubicBezTo>
                <a:cubicBezTo>
                  <a:pt x="3041" y="10799"/>
                  <a:pt x="792" y="8551"/>
                  <a:pt x="792" y="5796"/>
                </a:cubicBezTo>
                <a:cubicBezTo>
                  <a:pt x="792" y="3040"/>
                  <a:pt x="3041" y="792"/>
                  <a:pt x="5796" y="792"/>
                </a:cubicBezTo>
                <a:close/>
                <a:moveTo>
                  <a:pt x="5796" y="0"/>
                </a:moveTo>
                <a:cubicBezTo>
                  <a:pt x="2597" y="0"/>
                  <a:pt x="0" y="2597"/>
                  <a:pt x="0" y="5796"/>
                </a:cubicBezTo>
                <a:cubicBezTo>
                  <a:pt x="0" y="8994"/>
                  <a:pt x="2597" y="11591"/>
                  <a:pt x="5796" y="11591"/>
                </a:cubicBezTo>
                <a:cubicBezTo>
                  <a:pt x="8994" y="11591"/>
                  <a:pt x="11591" y="8994"/>
                  <a:pt x="11591" y="5796"/>
                </a:cubicBezTo>
                <a:cubicBezTo>
                  <a:pt x="11623" y="2597"/>
                  <a:pt x="8994" y="0"/>
                  <a:pt x="5796" y="0"/>
                </a:cubicBezTo>
                <a:close/>
              </a:path>
            </a:pathLst>
          </a:custGeom>
          <a:solidFill>
            <a:srgbClr val="EE7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3" name="Google Shape;6133;p41"/>
          <p:cNvSpPr/>
          <p:nvPr/>
        </p:nvSpPr>
        <p:spPr>
          <a:xfrm>
            <a:off x="5204347" y="3948835"/>
            <a:ext cx="2704973" cy="350056"/>
          </a:xfrm>
          <a:custGeom>
            <a:rect b="b" l="l" r="r" t="t"/>
            <a:pathLst>
              <a:path extrusionOk="0" h="11623" w="89814">
                <a:moveTo>
                  <a:pt x="0" y="0"/>
                </a:moveTo>
                <a:lnTo>
                  <a:pt x="89814" y="0"/>
                </a:lnTo>
                <a:lnTo>
                  <a:pt x="89814" y="11623"/>
                </a:lnTo>
                <a:lnTo>
                  <a:pt x="0" y="11623"/>
                </a:ln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4" name="Google Shape;6134;p41"/>
          <p:cNvSpPr/>
          <p:nvPr/>
        </p:nvSpPr>
        <p:spPr>
          <a:xfrm>
            <a:off x="7746204" y="3961213"/>
            <a:ext cx="326233" cy="325269"/>
          </a:xfrm>
          <a:custGeom>
            <a:rect b="b" l="l" r="r" t="t"/>
            <a:pathLst>
              <a:path extrusionOk="0" h="10800" w="10832">
                <a:moveTo>
                  <a:pt x="5416" y="10800"/>
                </a:moveTo>
                <a:cubicBezTo>
                  <a:pt x="2439" y="10800"/>
                  <a:pt x="0" y="8393"/>
                  <a:pt x="0" y="5384"/>
                </a:cubicBezTo>
                <a:cubicBezTo>
                  <a:pt x="0" y="2408"/>
                  <a:pt x="2439" y="1"/>
                  <a:pt x="5416" y="1"/>
                </a:cubicBezTo>
                <a:cubicBezTo>
                  <a:pt x="8393" y="1"/>
                  <a:pt x="10831" y="2408"/>
                  <a:pt x="10831" y="5384"/>
                </a:cubicBezTo>
                <a:cubicBezTo>
                  <a:pt x="10831" y="8393"/>
                  <a:pt x="8393" y="10800"/>
                  <a:pt x="5416" y="108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35" name="Google Shape;6135;p41"/>
          <p:cNvSpPr/>
          <p:nvPr/>
        </p:nvSpPr>
        <p:spPr>
          <a:xfrm>
            <a:off x="7734759" y="3948835"/>
            <a:ext cx="349122" cy="350056"/>
          </a:xfrm>
          <a:custGeom>
            <a:rect b="b" l="l" r="r" t="t"/>
            <a:pathLst>
              <a:path extrusionOk="0" h="11623" w="11592">
                <a:moveTo>
                  <a:pt x="5796" y="792"/>
                </a:moveTo>
                <a:cubicBezTo>
                  <a:pt x="8551" y="792"/>
                  <a:pt x="10800" y="3040"/>
                  <a:pt x="10800" y="5827"/>
                </a:cubicBezTo>
                <a:cubicBezTo>
                  <a:pt x="10800" y="8582"/>
                  <a:pt x="8551" y="10831"/>
                  <a:pt x="5796" y="10831"/>
                </a:cubicBezTo>
                <a:cubicBezTo>
                  <a:pt x="3041" y="10831"/>
                  <a:pt x="792" y="8582"/>
                  <a:pt x="792" y="5827"/>
                </a:cubicBezTo>
                <a:cubicBezTo>
                  <a:pt x="792" y="3040"/>
                  <a:pt x="3009" y="792"/>
                  <a:pt x="5796" y="792"/>
                </a:cubicBezTo>
                <a:close/>
                <a:moveTo>
                  <a:pt x="5796" y="0"/>
                </a:moveTo>
                <a:cubicBezTo>
                  <a:pt x="2597" y="0"/>
                  <a:pt x="0" y="2629"/>
                  <a:pt x="0" y="5827"/>
                </a:cubicBezTo>
                <a:cubicBezTo>
                  <a:pt x="0" y="9026"/>
                  <a:pt x="2597" y="11623"/>
                  <a:pt x="5796" y="11623"/>
                </a:cubicBezTo>
                <a:cubicBezTo>
                  <a:pt x="8994" y="11623"/>
                  <a:pt x="11591" y="8994"/>
                  <a:pt x="11591" y="5827"/>
                </a:cubicBezTo>
                <a:cubicBezTo>
                  <a:pt x="11591" y="2629"/>
                  <a:pt x="8994" y="0"/>
                  <a:pt x="5796" y="0"/>
                </a:cubicBezTo>
                <a:close/>
              </a:path>
            </a:pathLst>
          </a:custGeom>
          <a:solidFill>
            <a:srgbClr val="BCC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36" name="Google Shape;6136;p41"/>
          <p:cNvGrpSpPr/>
          <p:nvPr/>
        </p:nvGrpSpPr>
        <p:grpSpPr>
          <a:xfrm>
            <a:off x="3742173" y="859502"/>
            <a:ext cx="1707331" cy="3670209"/>
            <a:chOff x="3742173" y="859502"/>
            <a:chExt cx="1707331" cy="3670209"/>
          </a:xfrm>
        </p:grpSpPr>
        <p:sp>
          <p:nvSpPr>
            <p:cNvPr id="6137" name="Google Shape;6137;p41"/>
            <p:cNvSpPr/>
            <p:nvPr/>
          </p:nvSpPr>
          <p:spPr>
            <a:xfrm>
              <a:off x="3788915" y="1087462"/>
              <a:ext cx="1614810" cy="1670106"/>
            </a:xfrm>
            <a:custGeom>
              <a:rect b="b" l="l" r="r" t="t"/>
              <a:pathLst>
                <a:path extrusionOk="0" h="55453" w="53617">
                  <a:moveTo>
                    <a:pt x="51684" y="45920"/>
                  </a:moveTo>
                  <a:cubicBezTo>
                    <a:pt x="51684" y="48232"/>
                    <a:pt x="52064" y="50132"/>
                    <a:pt x="48993" y="51906"/>
                  </a:cubicBezTo>
                  <a:cubicBezTo>
                    <a:pt x="42880" y="55453"/>
                    <a:pt x="32936" y="55453"/>
                    <a:pt x="26793" y="51906"/>
                  </a:cubicBezTo>
                  <a:cubicBezTo>
                    <a:pt x="23119" y="49752"/>
                    <a:pt x="19414" y="47630"/>
                    <a:pt x="15708" y="45477"/>
                  </a:cubicBezTo>
                  <a:cubicBezTo>
                    <a:pt x="12003" y="43355"/>
                    <a:pt x="8298" y="41233"/>
                    <a:pt x="4593" y="39080"/>
                  </a:cubicBezTo>
                  <a:cubicBezTo>
                    <a:pt x="1552" y="37306"/>
                    <a:pt x="1" y="39301"/>
                    <a:pt x="1" y="36990"/>
                  </a:cubicBezTo>
                  <a:lnTo>
                    <a:pt x="1" y="37401"/>
                  </a:lnTo>
                  <a:lnTo>
                    <a:pt x="1" y="25114"/>
                  </a:lnTo>
                  <a:lnTo>
                    <a:pt x="1" y="25114"/>
                  </a:lnTo>
                  <a:lnTo>
                    <a:pt x="1" y="17545"/>
                  </a:lnTo>
                  <a:lnTo>
                    <a:pt x="1" y="17545"/>
                  </a:lnTo>
                  <a:lnTo>
                    <a:pt x="1" y="9976"/>
                  </a:lnTo>
                  <a:lnTo>
                    <a:pt x="1" y="9976"/>
                  </a:lnTo>
                  <a:cubicBezTo>
                    <a:pt x="1" y="7633"/>
                    <a:pt x="1521" y="5321"/>
                    <a:pt x="4593" y="3547"/>
                  </a:cubicBezTo>
                  <a:cubicBezTo>
                    <a:pt x="10736" y="0"/>
                    <a:pt x="23562" y="1647"/>
                    <a:pt x="26793" y="3547"/>
                  </a:cubicBezTo>
                  <a:cubicBezTo>
                    <a:pt x="30054" y="5416"/>
                    <a:pt x="27553" y="3991"/>
                    <a:pt x="27901" y="4244"/>
                  </a:cubicBezTo>
                  <a:cubicBezTo>
                    <a:pt x="31416" y="6271"/>
                    <a:pt x="34931" y="8298"/>
                    <a:pt x="38415" y="10324"/>
                  </a:cubicBezTo>
                  <a:cubicBezTo>
                    <a:pt x="41550" y="12130"/>
                    <a:pt x="44654" y="13935"/>
                    <a:pt x="47789" y="15740"/>
                  </a:cubicBezTo>
                  <a:cubicBezTo>
                    <a:pt x="48201" y="15930"/>
                    <a:pt x="48613" y="16152"/>
                    <a:pt x="49024" y="16373"/>
                  </a:cubicBezTo>
                  <a:cubicBezTo>
                    <a:pt x="52096" y="18147"/>
                    <a:pt x="53616" y="20458"/>
                    <a:pt x="53616" y="22802"/>
                  </a:cubicBezTo>
                  <a:lnTo>
                    <a:pt x="53616" y="22802"/>
                  </a:lnTo>
                  <a:lnTo>
                    <a:pt x="52476" y="30434"/>
                  </a:lnTo>
                  <a:lnTo>
                    <a:pt x="52539" y="31796"/>
                  </a:lnTo>
                  <a:lnTo>
                    <a:pt x="52033" y="33886"/>
                  </a:lnTo>
                  <a:lnTo>
                    <a:pt x="52128" y="38573"/>
                  </a:lnTo>
                  <a:lnTo>
                    <a:pt x="52761" y="37496"/>
                  </a:lnTo>
                  <a:lnTo>
                    <a:pt x="52349" y="40663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8" name="Google Shape;6138;p41"/>
            <p:cNvSpPr/>
            <p:nvPr/>
          </p:nvSpPr>
          <p:spPr>
            <a:xfrm>
              <a:off x="3788915" y="1701708"/>
              <a:ext cx="1614810" cy="1669142"/>
            </a:xfrm>
            <a:custGeom>
              <a:rect b="b" l="l" r="r" t="t"/>
              <a:pathLst>
                <a:path extrusionOk="0" h="55421" w="53617">
                  <a:moveTo>
                    <a:pt x="1" y="45445"/>
                  </a:moveTo>
                  <a:cubicBezTo>
                    <a:pt x="1" y="47789"/>
                    <a:pt x="1552" y="50100"/>
                    <a:pt x="4593" y="51874"/>
                  </a:cubicBezTo>
                  <a:cubicBezTo>
                    <a:pt x="10736" y="55421"/>
                    <a:pt x="20680" y="55421"/>
                    <a:pt x="26793" y="51874"/>
                  </a:cubicBezTo>
                  <a:cubicBezTo>
                    <a:pt x="30498" y="49752"/>
                    <a:pt x="34203" y="47598"/>
                    <a:pt x="37908" y="45477"/>
                  </a:cubicBezTo>
                  <a:cubicBezTo>
                    <a:pt x="41614" y="43323"/>
                    <a:pt x="45319" y="41201"/>
                    <a:pt x="48993" y="39048"/>
                  </a:cubicBezTo>
                  <a:cubicBezTo>
                    <a:pt x="52064" y="37274"/>
                    <a:pt x="53616" y="34963"/>
                    <a:pt x="53616" y="32651"/>
                  </a:cubicBezTo>
                  <a:lnTo>
                    <a:pt x="53616" y="32651"/>
                  </a:lnTo>
                  <a:lnTo>
                    <a:pt x="53616" y="25082"/>
                  </a:lnTo>
                  <a:lnTo>
                    <a:pt x="53616" y="25082"/>
                  </a:lnTo>
                  <a:lnTo>
                    <a:pt x="53616" y="17513"/>
                  </a:lnTo>
                  <a:lnTo>
                    <a:pt x="53616" y="17513"/>
                  </a:lnTo>
                  <a:lnTo>
                    <a:pt x="53616" y="9944"/>
                  </a:lnTo>
                  <a:lnTo>
                    <a:pt x="53616" y="9944"/>
                  </a:lnTo>
                  <a:cubicBezTo>
                    <a:pt x="53616" y="7632"/>
                    <a:pt x="52064" y="5289"/>
                    <a:pt x="48993" y="3515"/>
                  </a:cubicBezTo>
                  <a:cubicBezTo>
                    <a:pt x="42880" y="0"/>
                    <a:pt x="30054" y="1647"/>
                    <a:pt x="26793" y="3515"/>
                  </a:cubicBezTo>
                  <a:cubicBezTo>
                    <a:pt x="23562" y="5416"/>
                    <a:pt x="26064" y="3959"/>
                    <a:pt x="25716" y="4212"/>
                  </a:cubicBezTo>
                  <a:cubicBezTo>
                    <a:pt x="22201" y="6239"/>
                    <a:pt x="18685" y="8266"/>
                    <a:pt x="15202" y="10293"/>
                  </a:cubicBezTo>
                  <a:cubicBezTo>
                    <a:pt x="12066" y="12098"/>
                    <a:pt x="8931" y="13903"/>
                    <a:pt x="5828" y="15708"/>
                  </a:cubicBezTo>
                  <a:cubicBezTo>
                    <a:pt x="5384" y="15898"/>
                    <a:pt x="4973" y="16120"/>
                    <a:pt x="4593" y="16341"/>
                  </a:cubicBezTo>
                  <a:cubicBezTo>
                    <a:pt x="1521" y="18115"/>
                    <a:pt x="1" y="20458"/>
                    <a:pt x="1" y="22770"/>
                  </a:cubicBezTo>
                  <a:lnTo>
                    <a:pt x="1" y="22770"/>
                  </a:lnTo>
                  <a:lnTo>
                    <a:pt x="1" y="30339"/>
                  </a:lnTo>
                  <a:lnTo>
                    <a:pt x="1" y="30339"/>
                  </a:lnTo>
                  <a:lnTo>
                    <a:pt x="1" y="30339"/>
                  </a:lnTo>
                  <a:lnTo>
                    <a:pt x="1" y="37908"/>
                  </a:lnTo>
                  <a:lnTo>
                    <a:pt x="1" y="37908"/>
                  </a:lnTo>
                  <a:lnTo>
                    <a:pt x="1" y="37908"/>
                  </a:lnTo>
                  <a:lnTo>
                    <a:pt x="1" y="45445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9" name="Google Shape;6139;p41"/>
            <p:cNvSpPr/>
            <p:nvPr/>
          </p:nvSpPr>
          <p:spPr>
            <a:xfrm>
              <a:off x="3788915" y="2315924"/>
              <a:ext cx="1614810" cy="1441213"/>
            </a:xfrm>
            <a:custGeom>
              <a:rect b="b" l="l" r="r" t="t"/>
              <a:pathLst>
                <a:path extrusionOk="0" h="47853" w="53617">
                  <a:moveTo>
                    <a:pt x="53616" y="30340"/>
                  </a:moveTo>
                  <a:lnTo>
                    <a:pt x="53616" y="30340"/>
                  </a:lnTo>
                  <a:lnTo>
                    <a:pt x="53616" y="30340"/>
                  </a:lnTo>
                  <a:lnTo>
                    <a:pt x="53616" y="37909"/>
                  </a:lnTo>
                  <a:cubicBezTo>
                    <a:pt x="53616" y="40220"/>
                    <a:pt x="52064" y="42564"/>
                    <a:pt x="48993" y="44337"/>
                  </a:cubicBezTo>
                  <a:cubicBezTo>
                    <a:pt x="42880" y="47853"/>
                    <a:pt x="32936" y="47853"/>
                    <a:pt x="26793" y="44337"/>
                  </a:cubicBezTo>
                  <a:cubicBezTo>
                    <a:pt x="23119" y="42184"/>
                    <a:pt x="19414" y="40062"/>
                    <a:pt x="15708" y="37909"/>
                  </a:cubicBezTo>
                  <a:cubicBezTo>
                    <a:pt x="12003" y="35787"/>
                    <a:pt x="8298" y="33633"/>
                    <a:pt x="4593" y="31511"/>
                  </a:cubicBezTo>
                  <a:cubicBezTo>
                    <a:pt x="1552" y="29738"/>
                    <a:pt x="1" y="27426"/>
                    <a:pt x="1" y="25114"/>
                  </a:cubicBezTo>
                  <a:lnTo>
                    <a:pt x="1" y="25114"/>
                  </a:lnTo>
                  <a:lnTo>
                    <a:pt x="1" y="17545"/>
                  </a:lnTo>
                  <a:lnTo>
                    <a:pt x="1" y="17545"/>
                  </a:lnTo>
                  <a:lnTo>
                    <a:pt x="1" y="9977"/>
                  </a:lnTo>
                  <a:lnTo>
                    <a:pt x="1" y="9977"/>
                  </a:lnTo>
                  <a:cubicBezTo>
                    <a:pt x="1" y="7633"/>
                    <a:pt x="1521" y="5321"/>
                    <a:pt x="4593" y="3548"/>
                  </a:cubicBezTo>
                  <a:cubicBezTo>
                    <a:pt x="10736" y="1"/>
                    <a:pt x="23562" y="1648"/>
                    <a:pt x="26793" y="3548"/>
                  </a:cubicBezTo>
                  <a:cubicBezTo>
                    <a:pt x="30054" y="5416"/>
                    <a:pt x="27553" y="3991"/>
                    <a:pt x="27901" y="4245"/>
                  </a:cubicBezTo>
                  <a:cubicBezTo>
                    <a:pt x="31385" y="6271"/>
                    <a:pt x="34900" y="8298"/>
                    <a:pt x="38415" y="10325"/>
                  </a:cubicBezTo>
                  <a:cubicBezTo>
                    <a:pt x="41550" y="12130"/>
                    <a:pt x="44654" y="13935"/>
                    <a:pt x="47789" y="15740"/>
                  </a:cubicBezTo>
                  <a:cubicBezTo>
                    <a:pt x="48201" y="15930"/>
                    <a:pt x="48613" y="16152"/>
                    <a:pt x="49024" y="16374"/>
                  </a:cubicBezTo>
                  <a:cubicBezTo>
                    <a:pt x="52096" y="18147"/>
                    <a:pt x="53616" y="20459"/>
                    <a:pt x="53616" y="22803"/>
                  </a:cubicBezTo>
                  <a:lnTo>
                    <a:pt x="53616" y="22803"/>
                  </a:lnTo>
                  <a:lnTo>
                    <a:pt x="53616" y="3034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0" name="Google Shape;6140;p41"/>
            <p:cNvSpPr/>
            <p:nvPr/>
          </p:nvSpPr>
          <p:spPr>
            <a:xfrm>
              <a:off x="3787951" y="2930171"/>
              <a:ext cx="1615774" cy="1213253"/>
            </a:xfrm>
            <a:custGeom>
              <a:rect b="b" l="l" r="r" t="t"/>
              <a:pathLst>
                <a:path extrusionOk="0" h="40284" w="53649">
                  <a:moveTo>
                    <a:pt x="33" y="30339"/>
                  </a:moveTo>
                  <a:cubicBezTo>
                    <a:pt x="33" y="32651"/>
                    <a:pt x="1553" y="34963"/>
                    <a:pt x="4625" y="36737"/>
                  </a:cubicBezTo>
                  <a:cubicBezTo>
                    <a:pt x="10768" y="40284"/>
                    <a:pt x="20712" y="40284"/>
                    <a:pt x="26825" y="36737"/>
                  </a:cubicBezTo>
                  <a:cubicBezTo>
                    <a:pt x="30530" y="34615"/>
                    <a:pt x="34235" y="32461"/>
                    <a:pt x="37940" y="30339"/>
                  </a:cubicBezTo>
                  <a:cubicBezTo>
                    <a:pt x="41614" y="28218"/>
                    <a:pt x="45319" y="26064"/>
                    <a:pt x="49025" y="23942"/>
                  </a:cubicBezTo>
                  <a:cubicBezTo>
                    <a:pt x="52096" y="22169"/>
                    <a:pt x="53617" y="19825"/>
                    <a:pt x="53617" y="17514"/>
                  </a:cubicBezTo>
                  <a:lnTo>
                    <a:pt x="53617" y="17514"/>
                  </a:lnTo>
                  <a:lnTo>
                    <a:pt x="53617" y="9945"/>
                  </a:lnTo>
                  <a:lnTo>
                    <a:pt x="53617" y="9945"/>
                  </a:lnTo>
                  <a:cubicBezTo>
                    <a:pt x="53648" y="7633"/>
                    <a:pt x="52096" y="5321"/>
                    <a:pt x="49025" y="3548"/>
                  </a:cubicBezTo>
                  <a:cubicBezTo>
                    <a:pt x="42912" y="1"/>
                    <a:pt x="30086" y="1647"/>
                    <a:pt x="26825" y="3516"/>
                  </a:cubicBezTo>
                  <a:cubicBezTo>
                    <a:pt x="23563" y="5416"/>
                    <a:pt x="26064" y="3991"/>
                    <a:pt x="25748" y="4213"/>
                  </a:cubicBezTo>
                  <a:cubicBezTo>
                    <a:pt x="22233" y="6239"/>
                    <a:pt x="18717" y="8266"/>
                    <a:pt x="15202" y="10293"/>
                  </a:cubicBezTo>
                  <a:cubicBezTo>
                    <a:pt x="12098" y="12098"/>
                    <a:pt x="8963" y="13903"/>
                    <a:pt x="5860" y="15708"/>
                  </a:cubicBezTo>
                  <a:cubicBezTo>
                    <a:pt x="5416" y="15898"/>
                    <a:pt x="5005" y="16120"/>
                    <a:pt x="4625" y="16342"/>
                  </a:cubicBezTo>
                  <a:cubicBezTo>
                    <a:pt x="1553" y="18115"/>
                    <a:pt x="1" y="20459"/>
                    <a:pt x="33" y="22771"/>
                  </a:cubicBezTo>
                  <a:lnTo>
                    <a:pt x="33" y="22771"/>
                  </a:lnTo>
                  <a:lnTo>
                    <a:pt x="33" y="30339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1" name="Google Shape;6141;p41"/>
            <p:cNvSpPr/>
            <p:nvPr/>
          </p:nvSpPr>
          <p:spPr>
            <a:xfrm>
              <a:off x="4410781" y="3930704"/>
              <a:ext cx="1038722" cy="599007"/>
            </a:xfrm>
            <a:custGeom>
              <a:rect b="b" l="l" r="r" t="t"/>
              <a:pathLst>
                <a:path extrusionOk="0" h="19889" w="34489">
                  <a:moveTo>
                    <a:pt x="6145" y="16373"/>
                  </a:moveTo>
                  <a:cubicBezTo>
                    <a:pt x="1" y="12826"/>
                    <a:pt x="1" y="7094"/>
                    <a:pt x="6145" y="3547"/>
                  </a:cubicBezTo>
                  <a:cubicBezTo>
                    <a:pt x="12288" y="0"/>
                    <a:pt x="22232" y="0"/>
                    <a:pt x="28345" y="3547"/>
                  </a:cubicBezTo>
                  <a:cubicBezTo>
                    <a:pt x="34488" y="7063"/>
                    <a:pt x="34488" y="12826"/>
                    <a:pt x="28345" y="16373"/>
                  </a:cubicBezTo>
                  <a:cubicBezTo>
                    <a:pt x="22232" y="19888"/>
                    <a:pt x="12288" y="19888"/>
                    <a:pt x="6145" y="16373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2" name="Google Shape;6142;p41"/>
            <p:cNvSpPr/>
            <p:nvPr/>
          </p:nvSpPr>
          <p:spPr>
            <a:xfrm>
              <a:off x="4457523" y="4002233"/>
              <a:ext cx="946201" cy="227989"/>
            </a:xfrm>
            <a:custGeom>
              <a:rect b="b" l="l" r="r" t="t"/>
              <a:pathLst>
                <a:path extrusionOk="0" h="7570" w="31417">
                  <a:moveTo>
                    <a:pt x="1" y="1"/>
                  </a:moveTo>
                  <a:lnTo>
                    <a:pt x="31416" y="1"/>
                  </a:lnTo>
                  <a:lnTo>
                    <a:pt x="31416" y="7569"/>
                  </a:lnTo>
                  <a:lnTo>
                    <a:pt x="1" y="7569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3" name="Google Shape;6143;p41"/>
            <p:cNvSpPr/>
            <p:nvPr/>
          </p:nvSpPr>
          <p:spPr>
            <a:xfrm>
              <a:off x="3742173" y="3544417"/>
              <a:ext cx="1521325" cy="878467"/>
            </a:xfrm>
            <a:custGeom>
              <a:rect b="b" l="l" r="r" t="t"/>
              <a:pathLst>
                <a:path extrusionOk="0" h="29168" w="50513">
                  <a:moveTo>
                    <a:pt x="29453" y="4244"/>
                  </a:moveTo>
                  <a:cubicBezTo>
                    <a:pt x="29105" y="3991"/>
                    <a:pt x="31606" y="5416"/>
                    <a:pt x="28345" y="3547"/>
                  </a:cubicBezTo>
                  <a:cubicBezTo>
                    <a:pt x="25083" y="1647"/>
                    <a:pt x="12257" y="0"/>
                    <a:pt x="6145" y="3547"/>
                  </a:cubicBezTo>
                  <a:cubicBezTo>
                    <a:pt x="1" y="7094"/>
                    <a:pt x="32" y="12826"/>
                    <a:pt x="6145" y="16373"/>
                  </a:cubicBezTo>
                  <a:cubicBezTo>
                    <a:pt x="9850" y="18495"/>
                    <a:pt x="13555" y="20649"/>
                    <a:pt x="17260" y="22770"/>
                  </a:cubicBezTo>
                  <a:cubicBezTo>
                    <a:pt x="20966" y="24892"/>
                    <a:pt x="24639" y="27046"/>
                    <a:pt x="28345" y="29167"/>
                  </a:cubicBezTo>
                  <a:cubicBezTo>
                    <a:pt x="32050" y="27046"/>
                    <a:pt x="35723" y="24924"/>
                    <a:pt x="39429" y="22770"/>
                  </a:cubicBezTo>
                  <a:cubicBezTo>
                    <a:pt x="43102" y="20649"/>
                    <a:pt x="46808" y="18527"/>
                    <a:pt x="50513" y="16405"/>
                  </a:cubicBezTo>
                  <a:cubicBezTo>
                    <a:pt x="46998" y="14378"/>
                    <a:pt x="43482" y="12351"/>
                    <a:pt x="39967" y="10325"/>
                  </a:cubicBezTo>
                  <a:cubicBezTo>
                    <a:pt x="36452" y="8298"/>
                    <a:pt x="32937" y="6271"/>
                    <a:pt x="29453" y="4244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4" name="Google Shape;6144;p41"/>
            <p:cNvSpPr/>
            <p:nvPr/>
          </p:nvSpPr>
          <p:spPr>
            <a:xfrm>
              <a:off x="3788915" y="3615946"/>
              <a:ext cx="945238" cy="227989"/>
            </a:xfrm>
            <a:custGeom>
              <a:rect b="b" l="l" r="r" t="t"/>
              <a:pathLst>
                <a:path extrusionOk="0" h="7570" w="31385">
                  <a:moveTo>
                    <a:pt x="1" y="1"/>
                  </a:moveTo>
                  <a:lnTo>
                    <a:pt x="31385" y="1"/>
                  </a:lnTo>
                  <a:lnTo>
                    <a:pt x="31385" y="7569"/>
                  </a:lnTo>
                  <a:lnTo>
                    <a:pt x="1" y="7569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5" name="Google Shape;6145;p41"/>
            <p:cNvSpPr/>
            <p:nvPr/>
          </p:nvSpPr>
          <p:spPr>
            <a:xfrm>
              <a:off x="3742173" y="3316458"/>
              <a:ext cx="1707331" cy="985294"/>
            </a:xfrm>
            <a:custGeom>
              <a:rect b="b" l="l" r="r" t="t"/>
              <a:pathLst>
                <a:path extrusionOk="0" h="32715" w="56689">
                  <a:moveTo>
                    <a:pt x="29453" y="4213"/>
                  </a:moveTo>
                  <a:cubicBezTo>
                    <a:pt x="29105" y="3991"/>
                    <a:pt x="31606" y="5416"/>
                    <a:pt x="28345" y="3516"/>
                  </a:cubicBezTo>
                  <a:cubicBezTo>
                    <a:pt x="25083" y="1647"/>
                    <a:pt x="12257" y="1"/>
                    <a:pt x="6145" y="3547"/>
                  </a:cubicBezTo>
                  <a:cubicBezTo>
                    <a:pt x="1" y="7063"/>
                    <a:pt x="32" y="12795"/>
                    <a:pt x="6145" y="16342"/>
                  </a:cubicBezTo>
                  <a:cubicBezTo>
                    <a:pt x="9850" y="18495"/>
                    <a:pt x="13555" y="20617"/>
                    <a:pt x="17260" y="22771"/>
                  </a:cubicBezTo>
                  <a:cubicBezTo>
                    <a:pt x="20966" y="24892"/>
                    <a:pt x="24639" y="27046"/>
                    <a:pt x="28345" y="29168"/>
                  </a:cubicBezTo>
                  <a:cubicBezTo>
                    <a:pt x="34488" y="32715"/>
                    <a:pt x="44432" y="32715"/>
                    <a:pt x="50545" y="29168"/>
                  </a:cubicBezTo>
                  <a:cubicBezTo>
                    <a:pt x="56688" y="25621"/>
                    <a:pt x="56688" y="19889"/>
                    <a:pt x="50545" y="16342"/>
                  </a:cubicBezTo>
                  <a:cubicBezTo>
                    <a:pt x="50165" y="16120"/>
                    <a:pt x="49753" y="15898"/>
                    <a:pt x="49341" y="15708"/>
                  </a:cubicBezTo>
                  <a:cubicBezTo>
                    <a:pt x="46206" y="13903"/>
                    <a:pt x="43102" y="12098"/>
                    <a:pt x="39967" y="10293"/>
                  </a:cubicBezTo>
                  <a:cubicBezTo>
                    <a:pt x="36452" y="8266"/>
                    <a:pt x="32937" y="6239"/>
                    <a:pt x="29453" y="4213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6" name="Google Shape;6146;p41"/>
            <p:cNvSpPr/>
            <p:nvPr/>
          </p:nvSpPr>
          <p:spPr>
            <a:xfrm>
              <a:off x="3742173" y="3036997"/>
              <a:ext cx="1521325" cy="878467"/>
            </a:xfrm>
            <a:custGeom>
              <a:rect b="b" l="l" r="r" t="t"/>
              <a:pathLst>
                <a:path extrusionOk="0" h="29168" w="50513">
                  <a:moveTo>
                    <a:pt x="28345" y="25621"/>
                  </a:moveTo>
                  <a:cubicBezTo>
                    <a:pt x="23531" y="28439"/>
                    <a:pt x="12257" y="29168"/>
                    <a:pt x="6145" y="25621"/>
                  </a:cubicBezTo>
                  <a:cubicBezTo>
                    <a:pt x="1" y="22105"/>
                    <a:pt x="32" y="16373"/>
                    <a:pt x="6145" y="12826"/>
                  </a:cubicBezTo>
                  <a:cubicBezTo>
                    <a:pt x="9850" y="10673"/>
                    <a:pt x="13555" y="8551"/>
                    <a:pt x="17260" y="6398"/>
                  </a:cubicBezTo>
                  <a:cubicBezTo>
                    <a:pt x="20966" y="4276"/>
                    <a:pt x="24639" y="2122"/>
                    <a:pt x="28345" y="1"/>
                  </a:cubicBezTo>
                  <a:cubicBezTo>
                    <a:pt x="32050" y="2122"/>
                    <a:pt x="35723" y="4276"/>
                    <a:pt x="39429" y="6398"/>
                  </a:cubicBezTo>
                  <a:cubicBezTo>
                    <a:pt x="43102" y="8520"/>
                    <a:pt x="46808" y="10641"/>
                    <a:pt x="50513" y="12795"/>
                  </a:cubicBez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7" name="Google Shape;6147;p41"/>
            <p:cNvSpPr/>
            <p:nvPr/>
          </p:nvSpPr>
          <p:spPr>
            <a:xfrm>
              <a:off x="4410781" y="2930171"/>
              <a:ext cx="1038722" cy="599971"/>
            </a:xfrm>
            <a:custGeom>
              <a:rect b="b" l="l" r="r" t="t"/>
              <a:pathLst>
                <a:path extrusionOk="0" h="19921" w="34489">
                  <a:moveTo>
                    <a:pt x="6145" y="3548"/>
                  </a:moveTo>
                  <a:cubicBezTo>
                    <a:pt x="1" y="7095"/>
                    <a:pt x="1" y="12827"/>
                    <a:pt x="6145" y="16373"/>
                  </a:cubicBezTo>
                  <a:cubicBezTo>
                    <a:pt x="12288" y="19889"/>
                    <a:pt x="22232" y="19920"/>
                    <a:pt x="28345" y="16373"/>
                  </a:cubicBezTo>
                  <a:cubicBezTo>
                    <a:pt x="34488" y="12827"/>
                    <a:pt x="34488" y="7095"/>
                    <a:pt x="28345" y="3548"/>
                  </a:cubicBezTo>
                  <a:cubicBezTo>
                    <a:pt x="22232" y="1"/>
                    <a:pt x="12288" y="1"/>
                    <a:pt x="6145" y="3548"/>
                  </a:cubicBez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8" name="Google Shape;6148;p41"/>
            <p:cNvSpPr/>
            <p:nvPr/>
          </p:nvSpPr>
          <p:spPr>
            <a:xfrm>
              <a:off x="4497580" y="3771413"/>
              <a:ext cx="865125" cy="461671"/>
            </a:xfrm>
            <a:custGeom>
              <a:rect b="b" l="l" r="r" t="t"/>
              <a:pathLst>
                <a:path extrusionOk="0" h="15329" w="28725">
                  <a:moveTo>
                    <a:pt x="5131" y="12605"/>
                  </a:moveTo>
                  <a:cubicBezTo>
                    <a:pt x="1" y="9881"/>
                    <a:pt x="1" y="5448"/>
                    <a:pt x="5131" y="2724"/>
                  </a:cubicBezTo>
                  <a:cubicBezTo>
                    <a:pt x="10230" y="1"/>
                    <a:pt x="18527" y="1"/>
                    <a:pt x="23626" y="2724"/>
                  </a:cubicBezTo>
                  <a:cubicBezTo>
                    <a:pt x="28724" y="5448"/>
                    <a:pt x="28724" y="9881"/>
                    <a:pt x="23626" y="12605"/>
                  </a:cubicBezTo>
                  <a:cubicBezTo>
                    <a:pt x="18495" y="15328"/>
                    <a:pt x="10230" y="15328"/>
                    <a:pt x="5131" y="12605"/>
                  </a:cubicBez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9" name="Google Shape;6149;p41"/>
            <p:cNvSpPr/>
            <p:nvPr/>
          </p:nvSpPr>
          <p:spPr>
            <a:xfrm>
              <a:off x="3788915" y="3387987"/>
              <a:ext cx="945238" cy="227989"/>
            </a:xfrm>
            <a:custGeom>
              <a:rect b="b" l="l" r="r" t="t"/>
              <a:pathLst>
                <a:path extrusionOk="0" h="7570" w="31385">
                  <a:moveTo>
                    <a:pt x="1" y="1"/>
                  </a:moveTo>
                  <a:lnTo>
                    <a:pt x="31385" y="1"/>
                  </a:lnTo>
                  <a:lnTo>
                    <a:pt x="31385" y="7570"/>
                  </a:lnTo>
                  <a:lnTo>
                    <a:pt x="1" y="757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0" name="Google Shape;6150;p41"/>
            <p:cNvSpPr/>
            <p:nvPr/>
          </p:nvSpPr>
          <p:spPr>
            <a:xfrm>
              <a:off x="4457523" y="3001700"/>
              <a:ext cx="946201" cy="227989"/>
            </a:xfrm>
            <a:custGeom>
              <a:rect b="b" l="l" r="r" t="t"/>
              <a:pathLst>
                <a:path extrusionOk="0" h="7570" w="31417">
                  <a:moveTo>
                    <a:pt x="1" y="1"/>
                  </a:moveTo>
                  <a:lnTo>
                    <a:pt x="31416" y="1"/>
                  </a:lnTo>
                  <a:lnTo>
                    <a:pt x="31416" y="7570"/>
                  </a:lnTo>
                  <a:lnTo>
                    <a:pt x="1" y="757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1" name="Google Shape;6151;p41"/>
            <p:cNvSpPr/>
            <p:nvPr/>
          </p:nvSpPr>
          <p:spPr>
            <a:xfrm>
              <a:off x="3742173" y="2809038"/>
              <a:ext cx="1521325" cy="879431"/>
            </a:xfrm>
            <a:custGeom>
              <a:rect b="b" l="l" r="r" t="t"/>
              <a:pathLst>
                <a:path extrusionOk="0" h="29200" w="50513">
                  <a:moveTo>
                    <a:pt x="28345" y="25653"/>
                  </a:moveTo>
                  <a:cubicBezTo>
                    <a:pt x="23626" y="28408"/>
                    <a:pt x="12257" y="29199"/>
                    <a:pt x="6145" y="25653"/>
                  </a:cubicBezTo>
                  <a:cubicBezTo>
                    <a:pt x="1" y="22106"/>
                    <a:pt x="32" y="16374"/>
                    <a:pt x="6145" y="12827"/>
                  </a:cubicBezTo>
                  <a:lnTo>
                    <a:pt x="28345" y="1"/>
                  </a:lnTo>
                  <a:cubicBezTo>
                    <a:pt x="32050" y="2154"/>
                    <a:pt x="35723" y="4276"/>
                    <a:pt x="39429" y="6398"/>
                  </a:cubicBezTo>
                  <a:cubicBezTo>
                    <a:pt x="43102" y="8520"/>
                    <a:pt x="46808" y="10673"/>
                    <a:pt x="50513" y="12795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2" name="Google Shape;6152;p41"/>
            <p:cNvSpPr/>
            <p:nvPr/>
          </p:nvSpPr>
          <p:spPr>
            <a:xfrm>
              <a:off x="4410781" y="2702211"/>
              <a:ext cx="1038722" cy="599971"/>
            </a:xfrm>
            <a:custGeom>
              <a:rect b="b" l="l" r="r" t="t"/>
              <a:pathLst>
                <a:path extrusionOk="0" h="19921" w="34489">
                  <a:moveTo>
                    <a:pt x="6145" y="3548"/>
                  </a:moveTo>
                  <a:cubicBezTo>
                    <a:pt x="1" y="7095"/>
                    <a:pt x="1" y="12827"/>
                    <a:pt x="6145" y="16374"/>
                  </a:cubicBezTo>
                  <a:cubicBezTo>
                    <a:pt x="12288" y="19889"/>
                    <a:pt x="22232" y="19921"/>
                    <a:pt x="28345" y="16374"/>
                  </a:cubicBezTo>
                  <a:cubicBezTo>
                    <a:pt x="34488" y="12827"/>
                    <a:pt x="34488" y="7063"/>
                    <a:pt x="28345" y="3548"/>
                  </a:cubicBezTo>
                  <a:cubicBezTo>
                    <a:pt x="22232" y="1"/>
                    <a:pt x="12288" y="1"/>
                    <a:pt x="6145" y="3548"/>
                  </a:cubicBezTo>
                  <a:close/>
                </a:path>
              </a:pathLst>
            </a:custGeom>
            <a:solidFill>
              <a:srgbClr val="FF93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3" name="Google Shape;6153;p41"/>
            <p:cNvSpPr/>
            <p:nvPr/>
          </p:nvSpPr>
          <p:spPr>
            <a:xfrm>
              <a:off x="3828971" y="3157166"/>
              <a:ext cx="865125" cy="461671"/>
            </a:xfrm>
            <a:custGeom>
              <a:rect b="b" l="l" r="r" t="t"/>
              <a:pathLst>
                <a:path extrusionOk="0" h="15329" w="28725">
                  <a:moveTo>
                    <a:pt x="5131" y="12605"/>
                  </a:moveTo>
                  <a:cubicBezTo>
                    <a:pt x="1" y="9882"/>
                    <a:pt x="1" y="5480"/>
                    <a:pt x="5131" y="2756"/>
                  </a:cubicBezTo>
                  <a:cubicBezTo>
                    <a:pt x="10230" y="33"/>
                    <a:pt x="18527" y="1"/>
                    <a:pt x="23626" y="2756"/>
                  </a:cubicBezTo>
                  <a:cubicBezTo>
                    <a:pt x="28724" y="5480"/>
                    <a:pt x="28724" y="9882"/>
                    <a:pt x="23626" y="12605"/>
                  </a:cubicBezTo>
                  <a:cubicBezTo>
                    <a:pt x="18495" y="15329"/>
                    <a:pt x="10230" y="15329"/>
                    <a:pt x="5131" y="12605"/>
                  </a:cubicBez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4" name="Google Shape;6154;p41"/>
            <p:cNvSpPr/>
            <p:nvPr/>
          </p:nvSpPr>
          <p:spPr>
            <a:xfrm>
              <a:off x="4411745" y="2702211"/>
              <a:ext cx="1037759" cy="599007"/>
            </a:xfrm>
            <a:custGeom>
              <a:rect b="b" l="l" r="r" t="t"/>
              <a:pathLst>
                <a:path extrusionOk="0" h="19889" w="34457">
                  <a:moveTo>
                    <a:pt x="6113" y="16374"/>
                  </a:moveTo>
                  <a:cubicBezTo>
                    <a:pt x="0" y="12827"/>
                    <a:pt x="0" y="7095"/>
                    <a:pt x="6113" y="3548"/>
                  </a:cubicBezTo>
                  <a:cubicBezTo>
                    <a:pt x="12256" y="1"/>
                    <a:pt x="22200" y="1"/>
                    <a:pt x="28344" y="3548"/>
                  </a:cubicBezTo>
                  <a:cubicBezTo>
                    <a:pt x="34456" y="7095"/>
                    <a:pt x="34456" y="12827"/>
                    <a:pt x="28313" y="16374"/>
                  </a:cubicBezTo>
                  <a:cubicBezTo>
                    <a:pt x="22200" y="19889"/>
                    <a:pt x="12256" y="19889"/>
                    <a:pt x="6113" y="16374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5" name="Google Shape;6155;p41"/>
            <p:cNvSpPr/>
            <p:nvPr/>
          </p:nvSpPr>
          <p:spPr>
            <a:xfrm>
              <a:off x="4457523" y="2773740"/>
              <a:ext cx="946201" cy="227989"/>
            </a:xfrm>
            <a:custGeom>
              <a:rect b="b" l="l" r="r" t="t"/>
              <a:pathLst>
                <a:path extrusionOk="0" h="7570" w="31417">
                  <a:moveTo>
                    <a:pt x="1" y="1"/>
                  </a:moveTo>
                  <a:lnTo>
                    <a:pt x="31416" y="1"/>
                  </a:lnTo>
                  <a:lnTo>
                    <a:pt x="31416" y="7570"/>
                  </a:lnTo>
                  <a:lnTo>
                    <a:pt x="1" y="757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6" name="Google Shape;6156;p41"/>
            <p:cNvSpPr/>
            <p:nvPr/>
          </p:nvSpPr>
          <p:spPr>
            <a:xfrm>
              <a:off x="3743136" y="2315924"/>
              <a:ext cx="1520362" cy="879431"/>
            </a:xfrm>
            <a:custGeom>
              <a:rect b="b" l="l" r="r" t="t"/>
              <a:pathLst>
                <a:path extrusionOk="0" h="29200" w="50481">
                  <a:moveTo>
                    <a:pt x="29421" y="4245"/>
                  </a:moveTo>
                  <a:cubicBezTo>
                    <a:pt x="29073" y="3991"/>
                    <a:pt x="31574" y="5416"/>
                    <a:pt x="28313" y="3548"/>
                  </a:cubicBezTo>
                  <a:cubicBezTo>
                    <a:pt x="25051" y="1679"/>
                    <a:pt x="12256" y="1"/>
                    <a:pt x="6113" y="3548"/>
                  </a:cubicBezTo>
                  <a:cubicBezTo>
                    <a:pt x="0" y="7095"/>
                    <a:pt x="0" y="12827"/>
                    <a:pt x="6113" y="16374"/>
                  </a:cubicBezTo>
                  <a:cubicBezTo>
                    <a:pt x="9818" y="18527"/>
                    <a:pt x="13523" y="20649"/>
                    <a:pt x="17228" y="22771"/>
                  </a:cubicBezTo>
                  <a:cubicBezTo>
                    <a:pt x="20934" y="24924"/>
                    <a:pt x="24639" y="27046"/>
                    <a:pt x="28313" y="29200"/>
                  </a:cubicBezTo>
                  <a:cubicBezTo>
                    <a:pt x="32018" y="27046"/>
                    <a:pt x="35691" y="24924"/>
                    <a:pt x="39397" y="22803"/>
                  </a:cubicBezTo>
                  <a:cubicBezTo>
                    <a:pt x="43070" y="20681"/>
                    <a:pt x="46776" y="18527"/>
                    <a:pt x="50481" y="16405"/>
                  </a:cubicBezTo>
                  <a:cubicBezTo>
                    <a:pt x="46966" y="14379"/>
                    <a:pt x="43450" y="12352"/>
                    <a:pt x="39935" y="10325"/>
                  </a:cubicBezTo>
                  <a:cubicBezTo>
                    <a:pt x="36420" y="8298"/>
                    <a:pt x="32905" y="6271"/>
                    <a:pt x="29421" y="4245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7" name="Google Shape;6157;p41"/>
            <p:cNvSpPr/>
            <p:nvPr/>
          </p:nvSpPr>
          <p:spPr>
            <a:xfrm>
              <a:off x="3788915" y="2388417"/>
              <a:ext cx="946201" cy="227989"/>
            </a:xfrm>
            <a:custGeom>
              <a:rect b="b" l="l" r="r" t="t"/>
              <a:pathLst>
                <a:path extrusionOk="0" h="7570" w="31417">
                  <a:moveTo>
                    <a:pt x="1" y="1"/>
                  </a:moveTo>
                  <a:lnTo>
                    <a:pt x="31416" y="1"/>
                  </a:lnTo>
                  <a:lnTo>
                    <a:pt x="31416" y="7570"/>
                  </a:lnTo>
                  <a:lnTo>
                    <a:pt x="1" y="757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8" name="Google Shape;6158;p41"/>
            <p:cNvSpPr/>
            <p:nvPr/>
          </p:nvSpPr>
          <p:spPr>
            <a:xfrm>
              <a:off x="3743136" y="2087995"/>
              <a:ext cx="1706367" cy="985264"/>
            </a:xfrm>
            <a:custGeom>
              <a:rect b="b" l="l" r="r" t="t"/>
              <a:pathLst>
                <a:path extrusionOk="0" h="32714" w="56657">
                  <a:moveTo>
                    <a:pt x="29421" y="4244"/>
                  </a:moveTo>
                  <a:cubicBezTo>
                    <a:pt x="29073" y="3990"/>
                    <a:pt x="31574" y="5415"/>
                    <a:pt x="28313" y="3547"/>
                  </a:cubicBezTo>
                  <a:cubicBezTo>
                    <a:pt x="25051" y="1647"/>
                    <a:pt x="12256" y="0"/>
                    <a:pt x="6113" y="3547"/>
                  </a:cubicBezTo>
                  <a:cubicBezTo>
                    <a:pt x="0" y="7094"/>
                    <a:pt x="0" y="12826"/>
                    <a:pt x="6113" y="16373"/>
                  </a:cubicBezTo>
                  <a:cubicBezTo>
                    <a:pt x="9818" y="18495"/>
                    <a:pt x="13523" y="20648"/>
                    <a:pt x="17228" y="22770"/>
                  </a:cubicBezTo>
                  <a:cubicBezTo>
                    <a:pt x="20934" y="24892"/>
                    <a:pt x="24639" y="27045"/>
                    <a:pt x="28313" y="29167"/>
                  </a:cubicBezTo>
                  <a:cubicBezTo>
                    <a:pt x="34456" y="32714"/>
                    <a:pt x="44400" y="32714"/>
                    <a:pt x="50513" y="29167"/>
                  </a:cubicBezTo>
                  <a:cubicBezTo>
                    <a:pt x="56656" y="25652"/>
                    <a:pt x="56656" y="19888"/>
                    <a:pt x="50544" y="16341"/>
                  </a:cubicBezTo>
                  <a:cubicBezTo>
                    <a:pt x="50133" y="16120"/>
                    <a:pt x="49721" y="15898"/>
                    <a:pt x="49309" y="15708"/>
                  </a:cubicBezTo>
                  <a:cubicBezTo>
                    <a:pt x="46174" y="13903"/>
                    <a:pt x="43070" y="12098"/>
                    <a:pt x="39935" y="10292"/>
                  </a:cubicBezTo>
                  <a:cubicBezTo>
                    <a:pt x="36420" y="8297"/>
                    <a:pt x="32905" y="6270"/>
                    <a:pt x="29421" y="4244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9" name="Google Shape;6159;p41"/>
            <p:cNvSpPr/>
            <p:nvPr/>
          </p:nvSpPr>
          <p:spPr>
            <a:xfrm>
              <a:off x="3743136" y="1808535"/>
              <a:ext cx="1520362" cy="878467"/>
            </a:xfrm>
            <a:custGeom>
              <a:rect b="b" l="l" r="r" t="t"/>
              <a:pathLst>
                <a:path extrusionOk="0" h="29168" w="50481">
                  <a:moveTo>
                    <a:pt x="28313" y="25652"/>
                  </a:moveTo>
                  <a:cubicBezTo>
                    <a:pt x="23499" y="28439"/>
                    <a:pt x="12256" y="29167"/>
                    <a:pt x="6113" y="25652"/>
                  </a:cubicBezTo>
                  <a:cubicBezTo>
                    <a:pt x="0" y="22105"/>
                    <a:pt x="0" y="16373"/>
                    <a:pt x="6113" y="12826"/>
                  </a:cubicBezTo>
                  <a:cubicBezTo>
                    <a:pt x="9818" y="10672"/>
                    <a:pt x="13523" y="8551"/>
                    <a:pt x="17228" y="6429"/>
                  </a:cubicBezTo>
                  <a:cubicBezTo>
                    <a:pt x="20934" y="4275"/>
                    <a:pt x="24639" y="2154"/>
                    <a:pt x="28313" y="0"/>
                  </a:cubicBezTo>
                  <a:cubicBezTo>
                    <a:pt x="32018" y="2154"/>
                    <a:pt x="35691" y="4275"/>
                    <a:pt x="39397" y="6397"/>
                  </a:cubicBezTo>
                  <a:cubicBezTo>
                    <a:pt x="43070" y="8519"/>
                    <a:pt x="46776" y="10672"/>
                    <a:pt x="50481" y="12794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0" name="Google Shape;6160;p41"/>
            <p:cNvSpPr/>
            <p:nvPr/>
          </p:nvSpPr>
          <p:spPr>
            <a:xfrm>
              <a:off x="4411745" y="1701708"/>
              <a:ext cx="1037759" cy="599941"/>
            </a:xfrm>
            <a:custGeom>
              <a:rect b="b" l="l" r="r" t="t"/>
              <a:pathLst>
                <a:path extrusionOk="0" h="19920" w="34457">
                  <a:moveTo>
                    <a:pt x="6113" y="3547"/>
                  </a:moveTo>
                  <a:cubicBezTo>
                    <a:pt x="0" y="7094"/>
                    <a:pt x="0" y="12826"/>
                    <a:pt x="6113" y="16373"/>
                  </a:cubicBezTo>
                  <a:cubicBezTo>
                    <a:pt x="12256" y="19920"/>
                    <a:pt x="22200" y="19920"/>
                    <a:pt x="28344" y="16373"/>
                  </a:cubicBezTo>
                  <a:cubicBezTo>
                    <a:pt x="34456" y="12826"/>
                    <a:pt x="34456" y="7094"/>
                    <a:pt x="28313" y="3547"/>
                  </a:cubicBezTo>
                  <a:cubicBezTo>
                    <a:pt x="22200" y="0"/>
                    <a:pt x="12256" y="0"/>
                    <a:pt x="6113" y="3547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1" name="Google Shape;6161;p41"/>
            <p:cNvSpPr/>
            <p:nvPr/>
          </p:nvSpPr>
          <p:spPr>
            <a:xfrm>
              <a:off x="4498543" y="2542950"/>
              <a:ext cx="864161" cy="461641"/>
            </a:xfrm>
            <a:custGeom>
              <a:rect b="b" l="l" r="r" t="t"/>
              <a:pathLst>
                <a:path extrusionOk="0" h="15328" w="28693">
                  <a:moveTo>
                    <a:pt x="5099" y="12604"/>
                  </a:moveTo>
                  <a:cubicBezTo>
                    <a:pt x="0" y="9881"/>
                    <a:pt x="0" y="5447"/>
                    <a:pt x="5099" y="2724"/>
                  </a:cubicBezTo>
                  <a:cubicBezTo>
                    <a:pt x="10198" y="0"/>
                    <a:pt x="18495" y="0"/>
                    <a:pt x="23594" y="2724"/>
                  </a:cubicBezTo>
                  <a:cubicBezTo>
                    <a:pt x="28692" y="5447"/>
                    <a:pt x="28692" y="9881"/>
                    <a:pt x="23594" y="12604"/>
                  </a:cubicBezTo>
                  <a:cubicBezTo>
                    <a:pt x="18463" y="15328"/>
                    <a:pt x="10198" y="15328"/>
                    <a:pt x="5099" y="12604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2" name="Google Shape;6162;p41"/>
            <p:cNvSpPr/>
            <p:nvPr/>
          </p:nvSpPr>
          <p:spPr>
            <a:xfrm>
              <a:off x="3788915" y="2160458"/>
              <a:ext cx="946201" cy="227056"/>
            </a:xfrm>
            <a:custGeom>
              <a:rect b="b" l="l" r="r" t="t"/>
              <a:pathLst>
                <a:path extrusionOk="0" h="7539" w="31417">
                  <a:moveTo>
                    <a:pt x="1" y="1"/>
                  </a:moveTo>
                  <a:lnTo>
                    <a:pt x="31416" y="1"/>
                  </a:lnTo>
                  <a:lnTo>
                    <a:pt x="31416" y="7538"/>
                  </a:lnTo>
                  <a:lnTo>
                    <a:pt x="1" y="7538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3" name="Google Shape;6163;p41"/>
            <p:cNvSpPr/>
            <p:nvPr/>
          </p:nvSpPr>
          <p:spPr>
            <a:xfrm>
              <a:off x="4457523" y="1774171"/>
              <a:ext cx="946201" cy="227056"/>
            </a:xfrm>
            <a:custGeom>
              <a:rect b="b" l="l" r="r" t="t"/>
              <a:pathLst>
                <a:path extrusionOk="0" h="7539" w="31417">
                  <a:moveTo>
                    <a:pt x="1" y="1"/>
                  </a:moveTo>
                  <a:lnTo>
                    <a:pt x="31416" y="1"/>
                  </a:lnTo>
                  <a:lnTo>
                    <a:pt x="31416" y="7538"/>
                  </a:lnTo>
                  <a:lnTo>
                    <a:pt x="1" y="7538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4" name="Google Shape;6164;p41"/>
            <p:cNvSpPr/>
            <p:nvPr/>
          </p:nvSpPr>
          <p:spPr>
            <a:xfrm>
              <a:off x="3743136" y="1581509"/>
              <a:ext cx="1520362" cy="878467"/>
            </a:xfrm>
            <a:custGeom>
              <a:rect b="b" l="l" r="r" t="t"/>
              <a:pathLst>
                <a:path extrusionOk="0" h="29168" w="50481">
                  <a:moveTo>
                    <a:pt x="28313" y="25621"/>
                  </a:moveTo>
                  <a:cubicBezTo>
                    <a:pt x="23594" y="28376"/>
                    <a:pt x="12256" y="29168"/>
                    <a:pt x="6113" y="25621"/>
                  </a:cubicBezTo>
                  <a:cubicBezTo>
                    <a:pt x="0" y="22074"/>
                    <a:pt x="0" y="16342"/>
                    <a:pt x="6113" y="12795"/>
                  </a:cubicBezTo>
                  <a:lnTo>
                    <a:pt x="28313" y="1"/>
                  </a:lnTo>
                  <a:cubicBezTo>
                    <a:pt x="32018" y="2123"/>
                    <a:pt x="35691" y="4244"/>
                    <a:pt x="39397" y="6398"/>
                  </a:cubicBezTo>
                  <a:cubicBezTo>
                    <a:pt x="43070" y="8520"/>
                    <a:pt x="46776" y="10642"/>
                    <a:pt x="50481" y="12795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5" name="Google Shape;6165;p41"/>
            <p:cNvSpPr/>
            <p:nvPr/>
          </p:nvSpPr>
          <p:spPr>
            <a:xfrm>
              <a:off x="4411745" y="1473749"/>
              <a:ext cx="1037759" cy="599971"/>
            </a:xfrm>
            <a:custGeom>
              <a:rect b="b" l="l" r="r" t="t"/>
              <a:pathLst>
                <a:path extrusionOk="0" h="19921" w="34457">
                  <a:moveTo>
                    <a:pt x="6113" y="3547"/>
                  </a:moveTo>
                  <a:cubicBezTo>
                    <a:pt x="0" y="7094"/>
                    <a:pt x="0" y="12826"/>
                    <a:pt x="6113" y="16373"/>
                  </a:cubicBezTo>
                  <a:cubicBezTo>
                    <a:pt x="12256" y="19920"/>
                    <a:pt x="22200" y="19920"/>
                    <a:pt x="28344" y="16373"/>
                  </a:cubicBezTo>
                  <a:cubicBezTo>
                    <a:pt x="34456" y="12826"/>
                    <a:pt x="34456" y="7094"/>
                    <a:pt x="28313" y="3547"/>
                  </a:cubicBezTo>
                  <a:cubicBezTo>
                    <a:pt x="22200" y="0"/>
                    <a:pt x="12256" y="0"/>
                    <a:pt x="6113" y="3547"/>
                  </a:cubicBezTo>
                  <a:close/>
                </a:path>
              </a:pathLst>
            </a:custGeom>
            <a:solidFill>
              <a:srgbClr val="FF93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6" name="Google Shape;6166;p41"/>
            <p:cNvSpPr/>
            <p:nvPr/>
          </p:nvSpPr>
          <p:spPr>
            <a:xfrm>
              <a:off x="3829935" y="1929667"/>
              <a:ext cx="864161" cy="461641"/>
            </a:xfrm>
            <a:custGeom>
              <a:rect b="b" l="l" r="r" t="t"/>
              <a:pathLst>
                <a:path extrusionOk="0" h="15328" w="28693">
                  <a:moveTo>
                    <a:pt x="5099" y="12604"/>
                  </a:moveTo>
                  <a:cubicBezTo>
                    <a:pt x="0" y="9849"/>
                    <a:pt x="0" y="5447"/>
                    <a:pt x="5099" y="2724"/>
                  </a:cubicBezTo>
                  <a:cubicBezTo>
                    <a:pt x="10198" y="0"/>
                    <a:pt x="18495" y="0"/>
                    <a:pt x="23594" y="2724"/>
                  </a:cubicBezTo>
                  <a:cubicBezTo>
                    <a:pt x="28692" y="5447"/>
                    <a:pt x="28692" y="9881"/>
                    <a:pt x="23594" y="12604"/>
                  </a:cubicBezTo>
                  <a:cubicBezTo>
                    <a:pt x="18463" y="15328"/>
                    <a:pt x="10198" y="15328"/>
                    <a:pt x="5099" y="12604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7" name="Google Shape;6167;p41"/>
            <p:cNvSpPr/>
            <p:nvPr/>
          </p:nvSpPr>
          <p:spPr>
            <a:xfrm>
              <a:off x="4411745" y="1473749"/>
              <a:ext cx="1037759" cy="599971"/>
            </a:xfrm>
            <a:custGeom>
              <a:rect b="b" l="l" r="r" t="t"/>
              <a:pathLst>
                <a:path extrusionOk="0" h="19921" w="34457">
                  <a:moveTo>
                    <a:pt x="6113" y="16373"/>
                  </a:moveTo>
                  <a:cubicBezTo>
                    <a:pt x="0" y="12826"/>
                    <a:pt x="0" y="7094"/>
                    <a:pt x="6113" y="3547"/>
                  </a:cubicBezTo>
                  <a:cubicBezTo>
                    <a:pt x="12256" y="32"/>
                    <a:pt x="22200" y="0"/>
                    <a:pt x="28344" y="3547"/>
                  </a:cubicBezTo>
                  <a:cubicBezTo>
                    <a:pt x="34456" y="7094"/>
                    <a:pt x="34456" y="12826"/>
                    <a:pt x="28313" y="16373"/>
                  </a:cubicBezTo>
                  <a:cubicBezTo>
                    <a:pt x="22200" y="19920"/>
                    <a:pt x="12256" y="19920"/>
                    <a:pt x="6113" y="16373"/>
                  </a:cubicBez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8" name="Google Shape;6168;p41"/>
            <p:cNvSpPr/>
            <p:nvPr/>
          </p:nvSpPr>
          <p:spPr>
            <a:xfrm>
              <a:off x="4457523" y="1546241"/>
              <a:ext cx="946201" cy="227026"/>
            </a:xfrm>
            <a:custGeom>
              <a:rect b="b" l="l" r="r" t="t"/>
              <a:pathLst>
                <a:path extrusionOk="0" h="7538" w="31417">
                  <a:moveTo>
                    <a:pt x="1" y="0"/>
                  </a:moveTo>
                  <a:lnTo>
                    <a:pt x="31416" y="0"/>
                  </a:lnTo>
                  <a:lnTo>
                    <a:pt x="31416" y="7537"/>
                  </a:lnTo>
                  <a:lnTo>
                    <a:pt x="1" y="7537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9" name="Google Shape;6169;p41"/>
            <p:cNvSpPr/>
            <p:nvPr/>
          </p:nvSpPr>
          <p:spPr>
            <a:xfrm>
              <a:off x="3743136" y="1088425"/>
              <a:ext cx="1520362" cy="878467"/>
            </a:xfrm>
            <a:custGeom>
              <a:rect b="b" l="l" r="r" t="t"/>
              <a:pathLst>
                <a:path extrusionOk="0" h="29168" w="50481">
                  <a:moveTo>
                    <a:pt x="29421" y="4212"/>
                  </a:moveTo>
                  <a:cubicBezTo>
                    <a:pt x="29073" y="3990"/>
                    <a:pt x="31574" y="5415"/>
                    <a:pt x="28313" y="3515"/>
                  </a:cubicBezTo>
                  <a:cubicBezTo>
                    <a:pt x="25051" y="1647"/>
                    <a:pt x="12256" y="0"/>
                    <a:pt x="6113" y="3515"/>
                  </a:cubicBezTo>
                  <a:cubicBezTo>
                    <a:pt x="0" y="7062"/>
                    <a:pt x="0" y="12794"/>
                    <a:pt x="6113" y="16341"/>
                  </a:cubicBezTo>
                  <a:cubicBezTo>
                    <a:pt x="9818" y="18495"/>
                    <a:pt x="13523" y="20616"/>
                    <a:pt x="17228" y="22770"/>
                  </a:cubicBezTo>
                  <a:cubicBezTo>
                    <a:pt x="20934" y="24892"/>
                    <a:pt x="24639" y="27045"/>
                    <a:pt x="28313" y="29167"/>
                  </a:cubicBezTo>
                  <a:cubicBezTo>
                    <a:pt x="32018" y="27045"/>
                    <a:pt x="35723" y="24892"/>
                    <a:pt x="39397" y="22770"/>
                  </a:cubicBezTo>
                  <a:cubicBezTo>
                    <a:pt x="43102" y="20648"/>
                    <a:pt x="46776" y="18495"/>
                    <a:pt x="50481" y="16373"/>
                  </a:cubicBezTo>
                  <a:cubicBezTo>
                    <a:pt x="46966" y="14346"/>
                    <a:pt x="43450" y="12319"/>
                    <a:pt x="39935" y="10292"/>
                  </a:cubicBezTo>
                  <a:cubicBezTo>
                    <a:pt x="36420" y="8266"/>
                    <a:pt x="32936" y="6239"/>
                    <a:pt x="29421" y="4212"/>
                  </a:cubicBez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0" name="Google Shape;6170;p41"/>
            <p:cNvSpPr/>
            <p:nvPr/>
          </p:nvSpPr>
          <p:spPr>
            <a:xfrm>
              <a:off x="3788915" y="1159954"/>
              <a:ext cx="946201" cy="227989"/>
            </a:xfrm>
            <a:custGeom>
              <a:rect b="b" l="l" r="r" t="t"/>
              <a:pathLst>
                <a:path extrusionOk="0" h="7570" w="31417">
                  <a:moveTo>
                    <a:pt x="1" y="0"/>
                  </a:moveTo>
                  <a:lnTo>
                    <a:pt x="31416" y="0"/>
                  </a:lnTo>
                  <a:lnTo>
                    <a:pt x="31416" y="7569"/>
                  </a:lnTo>
                  <a:lnTo>
                    <a:pt x="1" y="7569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1" name="Google Shape;6171;p41"/>
            <p:cNvSpPr/>
            <p:nvPr/>
          </p:nvSpPr>
          <p:spPr>
            <a:xfrm>
              <a:off x="3743136" y="859502"/>
              <a:ext cx="1706367" cy="985294"/>
            </a:xfrm>
            <a:custGeom>
              <a:rect b="b" l="l" r="r" t="t"/>
              <a:pathLst>
                <a:path extrusionOk="0" h="32715" w="56657">
                  <a:moveTo>
                    <a:pt x="28313" y="3547"/>
                  </a:moveTo>
                  <a:cubicBezTo>
                    <a:pt x="23784" y="919"/>
                    <a:pt x="12256" y="1"/>
                    <a:pt x="6113" y="3547"/>
                  </a:cubicBezTo>
                  <a:cubicBezTo>
                    <a:pt x="0" y="7094"/>
                    <a:pt x="0" y="12826"/>
                    <a:pt x="6113" y="16373"/>
                  </a:cubicBezTo>
                  <a:cubicBezTo>
                    <a:pt x="13523" y="20649"/>
                    <a:pt x="20934" y="24924"/>
                    <a:pt x="28313" y="29199"/>
                  </a:cubicBezTo>
                  <a:cubicBezTo>
                    <a:pt x="34456" y="32714"/>
                    <a:pt x="44400" y="32714"/>
                    <a:pt x="50513" y="29199"/>
                  </a:cubicBezTo>
                  <a:cubicBezTo>
                    <a:pt x="56656" y="25652"/>
                    <a:pt x="56656" y="19889"/>
                    <a:pt x="50513" y="16373"/>
                  </a:cubicBezTo>
                  <a:cubicBezTo>
                    <a:pt x="50164" y="16152"/>
                    <a:pt x="49752" y="15930"/>
                    <a:pt x="49341" y="1574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2" name="Google Shape;6172;p41"/>
            <p:cNvSpPr/>
            <p:nvPr/>
          </p:nvSpPr>
          <p:spPr>
            <a:xfrm>
              <a:off x="4498543" y="1314457"/>
              <a:ext cx="864161" cy="461671"/>
            </a:xfrm>
            <a:custGeom>
              <a:rect b="b" l="l" r="r" t="t"/>
              <a:pathLst>
                <a:path extrusionOk="0" h="15329" w="28693">
                  <a:moveTo>
                    <a:pt x="5099" y="12605"/>
                  </a:moveTo>
                  <a:cubicBezTo>
                    <a:pt x="0" y="9881"/>
                    <a:pt x="0" y="5479"/>
                    <a:pt x="5099" y="2724"/>
                  </a:cubicBezTo>
                  <a:cubicBezTo>
                    <a:pt x="10198" y="1"/>
                    <a:pt x="18495" y="1"/>
                    <a:pt x="23594" y="2724"/>
                  </a:cubicBezTo>
                  <a:cubicBezTo>
                    <a:pt x="28692" y="5448"/>
                    <a:pt x="28692" y="9881"/>
                    <a:pt x="23594" y="12605"/>
                  </a:cubicBezTo>
                  <a:cubicBezTo>
                    <a:pt x="18495" y="15328"/>
                    <a:pt x="10198" y="15328"/>
                    <a:pt x="5099" y="12605"/>
                  </a:cubicBez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3" name="Google Shape;6173;p41"/>
            <p:cNvSpPr/>
            <p:nvPr/>
          </p:nvSpPr>
          <p:spPr>
            <a:xfrm>
              <a:off x="4552906" y="3891582"/>
              <a:ext cx="754473" cy="341502"/>
            </a:xfrm>
            <a:custGeom>
              <a:rect b="b" l="l" r="r" t="t"/>
              <a:pathLst>
                <a:path extrusionOk="0" h="11339" w="25051">
                  <a:moveTo>
                    <a:pt x="3294" y="8615"/>
                  </a:moveTo>
                  <a:cubicBezTo>
                    <a:pt x="1711" y="7760"/>
                    <a:pt x="602" y="6746"/>
                    <a:pt x="0" y="5670"/>
                  </a:cubicBezTo>
                  <a:cubicBezTo>
                    <a:pt x="602" y="4593"/>
                    <a:pt x="1679" y="3580"/>
                    <a:pt x="3294" y="2756"/>
                  </a:cubicBezTo>
                  <a:cubicBezTo>
                    <a:pt x="8393" y="33"/>
                    <a:pt x="16690" y="1"/>
                    <a:pt x="21789" y="2756"/>
                  </a:cubicBezTo>
                  <a:cubicBezTo>
                    <a:pt x="23372" y="3580"/>
                    <a:pt x="24449" y="4593"/>
                    <a:pt x="25051" y="5670"/>
                  </a:cubicBezTo>
                  <a:cubicBezTo>
                    <a:pt x="24449" y="6746"/>
                    <a:pt x="23372" y="7760"/>
                    <a:pt x="21789" y="8615"/>
                  </a:cubicBezTo>
                  <a:cubicBezTo>
                    <a:pt x="16658" y="11338"/>
                    <a:pt x="8393" y="11338"/>
                    <a:pt x="3294" y="8615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4" name="Google Shape;6174;p41"/>
            <p:cNvSpPr/>
            <p:nvPr/>
          </p:nvSpPr>
          <p:spPr>
            <a:xfrm>
              <a:off x="3884297" y="3278299"/>
              <a:ext cx="754473" cy="340539"/>
            </a:xfrm>
            <a:custGeom>
              <a:rect b="b" l="l" r="r" t="t"/>
              <a:pathLst>
                <a:path extrusionOk="0" h="11307" w="25051">
                  <a:moveTo>
                    <a:pt x="3294" y="8583"/>
                  </a:moveTo>
                  <a:cubicBezTo>
                    <a:pt x="1711" y="7760"/>
                    <a:pt x="602" y="6746"/>
                    <a:pt x="0" y="5670"/>
                  </a:cubicBezTo>
                  <a:cubicBezTo>
                    <a:pt x="602" y="4593"/>
                    <a:pt x="1679" y="3579"/>
                    <a:pt x="3294" y="2724"/>
                  </a:cubicBezTo>
                  <a:cubicBezTo>
                    <a:pt x="8393" y="1"/>
                    <a:pt x="16690" y="1"/>
                    <a:pt x="21789" y="2724"/>
                  </a:cubicBezTo>
                  <a:cubicBezTo>
                    <a:pt x="23372" y="3579"/>
                    <a:pt x="24449" y="4593"/>
                    <a:pt x="25051" y="5670"/>
                  </a:cubicBezTo>
                  <a:cubicBezTo>
                    <a:pt x="24449" y="6746"/>
                    <a:pt x="23372" y="7760"/>
                    <a:pt x="21789" y="8583"/>
                  </a:cubicBezTo>
                  <a:cubicBezTo>
                    <a:pt x="16658" y="11307"/>
                    <a:pt x="8393" y="11307"/>
                    <a:pt x="3294" y="8583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5" name="Google Shape;6175;p41"/>
            <p:cNvSpPr/>
            <p:nvPr/>
          </p:nvSpPr>
          <p:spPr>
            <a:xfrm>
              <a:off x="4551942" y="2681250"/>
              <a:ext cx="755437" cy="341472"/>
            </a:xfrm>
            <a:custGeom>
              <a:rect b="b" l="l" r="r" t="t"/>
              <a:pathLst>
                <a:path extrusionOk="0" h="11338" w="25083">
                  <a:moveTo>
                    <a:pt x="3294" y="8614"/>
                  </a:moveTo>
                  <a:cubicBezTo>
                    <a:pt x="1711" y="7759"/>
                    <a:pt x="602" y="6746"/>
                    <a:pt x="1" y="5669"/>
                  </a:cubicBezTo>
                  <a:cubicBezTo>
                    <a:pt x="602" y="4592"/>
                    <a:pt x="1711" y="3579"/>
                    <a:pt x="3294" y="2755"/>
                  </a:cubicBezTo>
                  <a:cubicBezTo>
                    <a:pt x="8393" y="32"/>
                    <a:pt x="16690" y="0"/>
                    <a:pt x="21789" y="2755"/>
                  </a:cubicBezTo>
                  <a:cubicBezTo>
                    <a:pt x="23373" y="3579"/>
                    <a:pt x="24481" y="4592"/>
                    <a:pt x="25083" y="5669"/>
                  </a:cubicBezTo>
                  <a:cubicBezTo>
                    <a:pt x="24481" y="6746"/>
                    <a:pt x="23373" y="7759"/>
                    <a:pt x="21789" y="8614"/>
                  </a:cubicBezTo>
                  <a:cubicBezTo>
                    <a:pt x="16690" y="11338"/>
                    <a:pt x="8393" y="11338"/>
                    <a:pt x="3294" y="8614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6" name="Google Shape;6176;p41"/>
            <p:cNvSpPr/>
            <p:nvPr/>
          </p:nvSpPr>
          <p:spPr>
            <a:xfrm>
              <a:off x="3884297" y="2049836"/>
              <a:ext cx="754473" cy="341472"/>
            </a:xfrm>
            <a:custGeom>
              <a:rect b="b" l="l" r="r" t="t"/>
              <a:pathLst>
                <a:path extrusionOk="0" h="11338" w="25051">
                  <a:moveTo>
                    <a:pt x="3294" y="8614"/>
                  </a:moveTo>
                  <a:cubicBezTo>
                    <a:pt x="1711" y="7759"/>
                    <a:pt x="602" y="6746"/>
                    <a:pt x="0" y="5669"/>
                  </a:cubicBezTo>
                  <a:cubicBezTo>
                    <a:pt x="602" y="4592"/>
                    <a:pt x="1711" y="3579"/>
                    <a:pt x="3294" y="2755"/>
                  </a:cubicBezTo>
                  <a:cubicBezTo>
                    <a:pt x="8393" y="0"/>
                    <a:pt x="16690" y="0"/>
                    <a:pt x="21789" y="2724"/>
                  </a:cubicBezTo>
                  <a:cubicBezTo>
                    <a:pt x="23372" y="3579"/>
                    <a:pt x="24449" y="4592"/>
                    <a:pt x="25051" y="5669"/>
                  </a:cubicBezTo>
                  <a:cubicBezTo>
                    <a:pt x="24449" y="6746"/>
                    <a:pt x="23372" y="7759"/>
                    <a:pt x="21789" y="8614"/>
                  </a:cubicBezTo>
                  <a:cubicBezTo>
                    <a:pt x="16658" y="11338"/>
                    <a:pt x="8393" y="11338"/>
                    <a:pt x="3294" y="8614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7" name="Google Shape;6177;p41"/>
            <p:cNvSpPr/>
            <p:nvPr/>
          </p:nvSpPr>
          <p:spPr>
            <a:xfrm>
              <a:off x="4552906" y="1435590"/>
              <a:ext cx="755437" cy="340539"/>
            </a:xfrm>
            <a:custGeom>
              <a:rect b="b" l="l" r="r" t="t"/>
              <a:pathLst>
                <a:path extrusionOk="0" h="11307" w="25083">
                  <a:moveTo>
                    <a:pt x="3294" y="8583"/>
                  </a:moveTo>
                  <a:cubicBezTo>
                    <a:pt x="1711" y="7728"/>
                    <a:pt x="602" y="6746"/>
                    <a:pt x="0" y="5669"/>
                  </a:cubicBezTo>
                  <a:cubicBezTo>
                    <a:pt x="602" y="4593"/>
                    <a:pt x="1711" y="3579"/>
                    <a:pt x="3294" y="2724"/>
                  </a:cubicBezTo>
                  <a:cubicBezTo>
                    <a:pt x="8393" y="1"/>
                    <a:pt x="16690" y="1"/>
                    <a:pt x="21789" y="2724"/>
                  </a:cubicBezTo>
                  <a:cubicBezTo>
                    <a:pt x="23372" y="3579"/>
                    <a:pt x="24481" y="4593"/>
                    <a:pt x="25082" y="5638"/>
                  </a:cubicBezTo>
                  <a:cubicBezTo>
                    <a:pt x="24481" y="6714"/>
                    <a:pt x="23372" y="7728"/>
                    <a:pt x="21789" y="8583"/>
                  </a:cubicBezTo>
                  <a:cubicBezTo>
                    <a:pt x="16690" y="11306"/>
                    <a:pt x="8393" y="11306"/>
                    <a:pt x="3294" y="8583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8" name="Google Shape;6178;p41"/>
            <p:cNvSpPr/>
            <p:nvPr/>
          </p:nvSpPr>
          <p:spPr>
            <a:xfrm>
              <a:off x="3892880" y="1513805"/>
              <a:ext cx="104959" cy="228923"/>
            </a:xfrm>
            <a:custGeom>
              <a:rect b="b" l="l" r="r" t="t"/>
              <a:pathLst>
                <a:path extrusionOk="0" h="7601" w="3485">
                  <a:moveTo>
                    <a:pt x="3167" y="5352"/>
                  </a:moveTo>
                  <a:lnTo>
                    <a:pt x="1742" y="7601"/>
                  </a:lnTo>
                  <a:lnTo>
                    <a:pt x="349" y="3769"/>
                  </a:lnTo>
                  <a:cubicBezTo>
                    <a:pt x="159" y="3231"/>
                    <a:pt x="0" y="2661"/>
                    <a:pt x="0" y="2091"/>
                  </a:cubicBezTo>
                  <a:cubicBezTo>
                    <a:pt x="0" y="697"/>
                    <a:pt x="792" y="0"/>
                    <a:pt x="1742" y="570"/>
                  </a:cubicBezTo>
                  <a:cubicBezTo>
                    <a:pt x="2724" y="1109"/>
                    <a:pt x="3484" y="2661"/>
                    <a:pt x="3484" y="4054"/>
                  </a:cubicBezTo>
                  <a:cubicBezTo>
                    <a:pt x="3484" y="4624"/>
                    <a:pt x="3357" y="5036"/>
                    <a:pt x="3167" y="5352"/>
                  </a:cubicBezTo>
                  <a:close/>
                  <a:moveTo>
                    <a:pt x="1742" y="1235"/>
                  </a:moveTo>
                  <a:cubicBezTo>
                    <a:pt x="1046" y="855"/>
                    <a:pt x="507" y="1362"/>
                    <a:pt x="507" y="2376"/>
                  </a:cubicBezTo>
                  <a:cubicBezTo>
                    <a:pt x="507" y="3389"/>
                    <a:pt x="1046" y="4497"/>
                    <a:pt x="1742" y="4909"/>
                  </a:cubicBezTo>
                  <a:cubicBezTo>
                    <a:pt x="2439" y="5289"/>
                    <a:pt x="3009" y="4782"/>
                    <a:pt x="3009" y="3801"/>
                  </a:cubicBezTo>
                  <a:cubicBezTo>
                    <a:pt x="3009" y="2787"/>
                    <a:pt x="2439" y="1647"/>
                    <a:pt x="1742" y="12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9" name="Google Shape;6179;p41"/>
            <p:cNvSpPr/>
            <p:nvPr/>
          </p:nvSpPr>
          <p:spPr>
            <a:xfrm>
              <a:off x="5174772" y="2104198"/>
              <a:ext cx="144052" cy="213684"/>
            </a:xfrm>
            <a:custGeom>
              <a:rect b="b" l="l" r="r" t="t"/>
              <a:pathLst>
                <a:path extrusionOk="0" h="7095" w="4783">
                  <a:moveTo>
                    <a:pt x="3674" y="602"/>
                  </a:moveTo>
                  <a:lnTo>
                    <a:pt x="3864" y="95"/>
                  </a:lnTo>
                  <a:lnTo>
                    <a:pt x="3199" y="0"/>
                  </a:lnTo>
                  <a:lnTo>
                    <a:pt x="3009" y="539"/>
                  </a:lnTo>
                  <a:cubicBezTo>
                    <a:pt x="2756" y="570"/>
                    <a:pt x="2471" y="729"/>
                    <a:pt x="2154" y="950"/>
                  </a:cubicBezTo>
                  <a:lnTo>
                    <a:pt x="2059" y="539"/>
                  </a:lnTo>
                  <a:lnTo>
                    <a:pt x="1331" y="1267"/>
                  </a:lnTo>
                  <a:lnTo>
                    <a:pt x="1457" y="1679"/>
                  </a:lnTo>
                  <a:cubicBezTo>
                    <a:pt x="1172" y="1996"/>
                    <a:pt x="951" y="2376"/>
                    <a:pt x="792" y="2787"/>
                  </a:cubicBezTo>
                  <a:lnTo>
                    <a:pt x="476" y="2756"/>
                  </a:lnTo>
                  <a:lnTo>
                    <a:pt x="127" y="3864"/>
                  </a:lnTo>
                  <a:lnTo>
                    <a:pt x="444" y="3896"/>
                  </a:lnTo>
                  <a:cubicBezTo>
                    <a:pt x="349" y="4307"/>
                    <a:pt x="317" y="4719"/>
                    <a:pt x="349" y="5099"/>
                  </a:cubicBezTo>
                  <a:lnTo>
                    <a:pt x="1" y="5447"/>
                  </a:lnTo>
                  <a:lnTo>
                    <a:pt x="222" y="6271"/>
                  </a:lnTo>
                  <a:lnTo>
                    <a:pt x="571" y="5923"/>
                  </a:lnTo>
                  <a:cubicBezTo>
                    <a:pt x="697" y="6208"/>
                    <a:pt x="887" y="6398"/>
                    <a:pt x="1109" y="6493"/>
                  </a:cubicBezTo>
                  <a:lnTo>
                    <a:pt x="951" y="6999"/>
                  </a:lnTo>
                  <a:lnTo>
                    <a:pt x="1616" y="7094"/>
                  </a:lnTo>
                  <a:lnTo>
                    <a:pt x="1774" y="6556"/>
                  </a:lnTo>
                  <a:cubicBezTo>
                    <a:pt x="2059" y="6524"/>
                    <a:pt x="2344" y="6398"/>
                    <a:pt x="2629" y="6176"/>
                  </a:cubicBezTo>
                  <a:lnTo>
                    <a:pt x="2724" y="6556"/>
                  </a:lnTo>
                  <a:lnTo>
                    <a:pt x="3453" y="5827"/>
                  </a:lnTo>
                  <a:lnTo>
                    <a:pt x="3358" y="5447"/>
                  </a:lnTo>
                  <a:cubicBezTo>
                    <a:pt x="3611" y="5099"/>
                    <a:pt x="3833" y="4719"/>
                    <a:pt x="4023" y="4307"/>
                  </a:cubicBezTo>
                  <a:lnTo>
                    <a:pt x="4339" y="4339"/>
                  </a:lnTo>
                  <a:lnTo>
                    <a:pt x="4688" y="3231"/>
                  </a:lnTo>
                  <a:lnTo>
                    <a:pt x="4371" y="3199"/>
                  </a:lnTo>
                  <a:cubicBezTo>
                    <a:pt x="4466" y="2787"/>
                    <a:pt x="4466" y="2376"/>
                    <a:pt x="4434" y="2027"/>
                  </a:cubicBezTo>
                  <a:lnTo>
                    <a:pt x="4783" y="1679"/>
                  </a:lnTo>
                  <a:lnTo>
                    <a:pt x="4561" y="824"/>
                  </a:lnTo>
                  <a:lnTo>
                    <a:pt x="4244" y="1172"/>
                  </a:lnTo>
                  <a:cubicBezTo>
                    <a:pt x="4086" y="919"/>
                    <a:pt x="3896" y="729"/>
                    <a:pt x="3674" y="602"/>
                  </a:cubicBezTo>
                  <a:close/>
                  <a:moveTo>
                    <a:pt x="2851" y="5257"/>
                  </a:moveTo>
                  <a:lnTo>
                    <a:pt x="2851" y="5257"/>
                  </a:lnTo>
                  <a:cubicBezTo>
                    <a:pt x="2027" y="6049"/>
                    <a:pt x="1172" y="5954"/>
                    <a:pt x="951" y="5036"/>
                  </a:cubicBezTo>
                  <a:cubicBezTo>
                    <a:pt x="697" y="4086"/>
                    <a:pt x="1141" y="2661"/>
                    <a:pt x="1964" y="1869"/>
                  </a:cubicBezTo>
                  <a:cubicBezTo>
                    <a:pt x="2756" y="1045"/>
                    <a:pt x="3611" y="1140"/>
                    <a:pt x="3864" y="2091"/>
                  </a:cubicBezTo>
                  <a:cubicBezTo>
                    <a:pt x="4086" y="3009"/>
                    <a:pt x="3643" y="4434"/>
                    <a:pt x="2851" y="52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0" name="Google Shape;6180;p41"/>
            <p:cNvSpPr/>
            <p:nvPr/>
          </p:nvSpPr>
          <p:spPr>
            <a:xfrm>
              <a:off x="3846138" y="2663119"/>
              <a:ext cx="112579" cy="222267"/>
            </a:xfrm>
            <a:custGeom>
              <a:rect b="b" l="l" r="r" t="t"/>
              <a:pathLst>
                <a:path extrusionOk="0" h="7380" w="3738">
                  <a:moveTo>
                    <a:pt x="856" y="4751"/>
                  </a:moveTo>
                  <a:lnTo>
                    <a:pt x="887" y="4782"/>
                  </a:lnTo>
                  <a:lnTo>
                    <a:pt x="824" y="4086"/>
                  </a:lnTo>
                  <a:cubicBezTo>
                    <a:pt x="571" y="3737"/>
                    <a:pt x="381" y="3326"/>
                    <a:pt x="222" y="2882"/>
                  </a:cubicBezTo>
                  <a:cubicBezTo>
                    <a:pt x="96" y="2471"/>
                    <a:pt x="1" y="2027"/>
                    <a:pt x="1" y="1584"/>
                  </a:cubicBezTo>
                  <a:cubicBezTo>
                    <a:pt x="1" y="919"/>
                    <a:pt x="191" y="475"/>
                    <a:pt x="539" y="222"/>
                  </a:cubicBezTo>
                  <a:cubicBezTo>
                    <a:pt x="887" y="0"/>
                    <a:pt x="1331" y="0"/>
                    <a:pt x="1869" y="317"/>
                  </a:cubicBezTo>
                  <a:cubicBezTo>
                    <a:pt x="2376" y="634"/>
                    <a:pt x="2851" y="1172"/>
                    <a:pt x="3168" y="1806"/>
                  </a:cubicBezTo>
                  <a:cubicBezTo>
                    <a:pt x="3516" y="2439"/>
                    <a:pt x="3738" y="3167"/>
                    <a:pt x="3738" y="3832"/>
                  </a:cubicBezTo>
                  <a:cubicBezTo>
                    <a:pt x="3738" y="4244"/>
                    <a:pt x="3643" y="4592"/>
                    <a:pt x="3484" y="4846"/>
                  </a:cubicBezTo>
                  <a:cubicBezTo>
                    <a:pt x="3326" y="5099"/>
                    <a:pt x="3136" y="5257"/>
                    <a:pt x="2883" y="5321"/>
                  </a:cubicBezTo>
                  <a:lnTo>
                    <a:pt x="2819" y="5922"/>
                  </a:lnTo>
                  <a:lnTo>
                    <a:pt x="2851" y="5954"/>
                  </a:lnTo>
                  <a:lnTo>
                    <a:pt x="2756" y="7094"/>
                  </a:lnTo>
                  <a:cubicBezTo>
                    <a:pt x="2724" y="7284"/>
                    <a:pt x="2724" y="7379"/>
                    <a:pt x="2503" y="7253"/>
                  </a:cubicBezTo>
                  <a:lnTo>
                    <a:pt x="1204" y="6461"/>
                  </a:lnTo>
                  <a:cubicBezTo>
                    <a:pt x="982" y="6334"/>
                    <a:pt x="982" y="6239"/>
                    <a:pt x="951" y="6017"/>
                  </a:cubicBezTo>
                  <a:close/>
                  <a:moveTo>
                    <a:pt x="1394" y="5067"/>
                  </a:moveTo>
                  <a:lnTo>
                    <a:pt x="1014" y="2819"/>
                  </a:lnTo>
                  <a:cubicBezTo>
                    <a:pt x="1014" y="2787"/>
                    <a:pt x="1014" y="2756"/>
                    <a:pt x="1046" y="2756"/>
                  </a:cubicBezTo>
                  <a:cubicBezTo>
                    <a:pt x="1077" y="2756"/>
                    <a:pt x="1109" y="2787"/>
                    <a:pt x="1141" y="2819"/>
                  </a:cubicBezTo>
                  <a:cubicBezTo>
                    <a:pt x="1141" y="2882"/>
                    <a:pt x="1172" y="2946"/>
                    <a:pt x="1236" y="2977"/>
                  </a:cubicBezTo>
                  <a:cubicBezTo>
                    <a:pt x="1394" y="3262"/>
                    <a:pt x="1616" y="3484"/>
                    <a:pt x="1837" y="3642"/>
                  </a:cubicBezTo>
                  <a:cubicBezTo>
                    <a:pt x="2059" y="3769"/>
                    <a:pt x="2281" y="3801"/>
                    <a:pt x="2439" y="3706"/>
                  </a:cubicBezTo>
                  <a:cubicBezTo>
                    <a:pt x="2471" y="3706"/>
                    <a:pt x="2503" y="3674"/>
                    <a:pt x="2503" y="3642"/>
                  </a:cubicBezTo>
                  <a:cubicBezTo>
                    <a:pt x="2534" y="3642"/>
                    <a:pt x="2598" y="3642"/>
                    <a:pt x="2629" y="3706"/>
                  </a:cubicBezTo>
                  <a:cubicBezTo>
                    <a:pt x="2629" y="3737"/>
                    <a:pt x="2661" y="3769"/>
                    <a:pt x="2629" y="3801"/>
                  </a:cubicBezTo>
                  <a:lnTo>
                    <a:pt x="2249" y="5574"/>
                  </a:lnTo>
                  <a:lnTo>
                    <a:pt x="2598" y="5796"/>
                  </a:lnTo>
                  <a:lnTo>
                    <a:pt x="2661" y="5099"/>
                  </a:lnTo>
                  <a:cubicBezTo>
                    <a:pt x="2693" y="5067"/>
                    <a:pt x="2693" y="5036"/>
                    <a:pt x="2724" y="5036"/>
                  </a:cubicBezTo>
                  <a:cubicBezTo>
                    <a:pt x="2978" y="4972"/>
                    <a:pt x="3168" y="4846"/>
                    <a:pt x="3294" y="4592"/>
                  </a:cubicBezTo>
                  <a:cubicBezTo>
                    <a:pt x="3421" y="4371"/>
                    <a:pt x="3516" y="4086"/>
                    <a:pt x="3516" y="3706"/>
                  </a:cubicBezTo>
                  <a:cubicBezTo>
                    <a:pt x="3516" y="3104"/>
                    <a:pt x="3326" y="2471"/>
                    <a:pt x="3041" y="1901"/>
                  </a:cubicBezTo>
                  <a:cubicBezTo>
                    <a:pt x="2724" y="1362"/>
                    <a:pt x="2312" y="855"/>
                    <a:pt x="1869" y="602"/>
                  </a:cubicBezTo>
                  <a:cubicBezTo>
                    <a:pt x="1394" y="317"/>
                    <a:pt x="982" y="317"/>
                    <a:pt x="697" y="507"/>
                  </a:cubicBezTo>
                  <a:cubicBezTo>
                    <a:pt x="412" y="697"/>
                    <a:pt x="222" y="1140"/>
                    <a:pt x="222" y="1711"/>
                  </a:cubicBezTo>
                  <a:cubicBezTo>
                    <a:pt x="222" y="2091"/>
                    <a:pt x="286" y="2471"/>
                    <a:pt x="412" y="2882"/>
                  </a:cubicBezTo>
                  <a:cubicBezTo>
                    <a:pt x="571" y="3262"/>
                    <a:pt x="761" y="3642"/>
                    <a:pt x="1014" y="3991"/>
                  </a:cubicBezTo>
                  <a:lnTo>
                    <a:pt x="1014" y="3991"/>
                  </a:lnTo>
                  <a:cubicBezTo>
                    <a:pt x="1014" y="4022"/>
                    <a:pt x="1046" y="4054"/>
                    <a:pt x="1046" y="4117"/>
                  </a:cubicBezTo>
                  <a:lnTo>
                    <a:pt x="1141" y="4877"/>
                  </a:lnTo>
                  <a:close/>
                  <a:moveTo>
                    <a:pt x="2122" y="5511"/>
                  </a:moveTo>
                  <a:lnTo>
                    <a:pt x="2439" y="3927"/>
                  </a:lnTo>
                  <a:cubicBezTo>
                    <a:pt x="2281" y="3991"/>
                    <a:pt x="2059" y="3927"/>
                    <a:pt x="1837" y="3801"/>
                  </a:cubicBezTo>
                  <a:cubicBezTo>
                    <a:pt x="1616" y="3674"/>
                    <a:pt x="1362" y="3452"/>
                    <a:pt x="1204" y="3167"/>
                  </a:cubicBezTo>
                  <a:lnTo>
                    <a:pt x="1521" y="5162"/>
                  </a:lnTo>
                  <a:close/>
                  <a:moveTo>
                    <a:pt x="1141" y="2882"/>
                  </a:moveTo>
                  <a:cubicBezTo>
                    <a:pt x="1141" y="2851"/>
                    <a:pt x="1141" y="2851"/>
                    <a:pt x="1141" y="28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1" name="Google Shape;6181;p41"/>
            <p:cNvSpPr/>
            <p:nvPr/>
          </p:nvSpPr>
          <p:spPr>
            <a:xfrm>
              <a:off x="3876677" y="3871553"/>
              <a:ext cx="135469" cy="157424"/>
            </a:xfrm>
            <a:custGeom>
              <a:rect b="b" l="l" r="r" t="t"/>
              <a:pathLst>
                <a:path extrusionOk="0" h="5227" w="4498">
                  <a:moveTo>
                    <a:pt x="792" y="793"/>
                  </a:moveTo>
                  <a:cubicBezTo>
                    <a:pt x="855" y="824"/>
                    <a:pt x="887" y="856"/>
                    <a:pt x="918" y="888"/>
                  </a:cubicBezTo>
                  <a:cubicBezTo>
                    <a:pt x="1045" y="1014"/>
                    <a:pt x="1203" y="1173"/>
                    <a:pt x="1298" y="1394"/>
                  </a:cubicBezTo>
                  <a:cubicBezTo>
                    <a:pt x="1298" y="1268"/>
                    <a:pt x="1330" y="1173"/>
                    <a:pt x="1330" y="1078"/>
                  </a:cubicBezTo>
                  <a:cubicBezTo>
                    <a:pt x="1330" y="1014"/>
                    <a:pt x="1362" y="951"/>
                    <a:pt x="1362" y="856"/>
                  </a:cubicBezTo>
                  <a:cubicBezTo>
                    <a:pt x="1489" y="318"/>
                    <a:pt x="1805" y="1"/>
                    <a:pt x="2185" y="33"/>
                  </a:cubicBezTo>
                  <a:cubicBezTo>
                    <a:pt x="2249" y="33"/>
                    <a:pt x="2280" y="33"/>
                    <a:pt x="2344" y="33"/>
                  </a:cubicBezTo>
                  <a:cubicBezTo>
                    <a:pt x="2439" y="64"/>
                    <a:pt x="2565" y="96"/>
                    <a:pt x="2692" y="159"/>
                  </a:cubicBezTo>
                  <a:lnTo>
                    <a:pt x="2755" y="191"/>
                  </a:lnTo>
                  <a:cubicBezTo>
                    <a:pt x="3484" y="666"/>
                    <a:pt x="4085" y="1933"/>
                    <a:pt x="4085" y="3041"/>
                  </a:cubicBezTo>
                  <a:cubicBezTo>
                    <a:pt x="4085" y="3263"/>
                    <a:pt x="4054" y="3453"/>
                    <a:pt x="4022" y="3611"/>
                  </a:cubicBezTo>
                  <a:cubicBezTo>
                    <a:pt x="4307" y="3769"/>
                    <a:pt x="4497" y="4213"/>
                    <a:pt x="4497" y="4625"/>
                  </a:cubicBezTo>
                  <a:cubicBezTo>
                    <a:pt x="4497" y="5005"/>
                    <a:pt x="4275" y="5226"/>
                    <a:pt x="4022" y="5068"/>
                  </a:cubicBezTo>
                  <a:lnTo>
                    <a:pt x="2692" y="4308"/>
                  </a:lnTo>
                  <a:lnTo>
                    <a:pt x="2629" y="4245"/>
                  </a:lnTo>
                  <a:lnTo>
                    <a:pt x="792" y="3199"/>
                  </a:lnTo>
                  <a:cubicBezTo>
                    <a:pt x="348" y="2946"/>
                    <a:pt x="0" y="2186"/>
                    <a:pt x="0" y="1521"/>
                  </a:cubicBezTo>
                  <a:cubicBezTo>
                    <a:pt x="0" y="856"/>
                    <a:pt x="348" y="539"/>
                    <a:pt x="792" y="7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2" name="Google Shape;6182;p41"/>
            <p:cNvSpPr/>
            <p:nvPr/>
          </p:nvSpPr>
          <p:spPr>
            <a:xfrm>
              <a:off x="5214828" y="3233484"/>
              <a:ext cx="156460" cy="167905"/>
            </a:xfrm>
            <a:custGeom>
              <a:rect b="b" l="l" r="r" t="t"/>
              <a:pathLst>
                <a:path extrusionOk="0" h="5575" w="5195">
                  <a:moveTo>
                    <a:pt x="792" y="2154"/>
                  </a:moveTo>
                  <a:cubicBezTo>
                    <a:pt x="1173" y="1109"/>
                    <a:pt x="1901" y="507"/>
                    <a:pt x="2471" y="760"/>
                  </a:cubicBezTo>
                  <a:cubicBezTo>
                    <a:pt x="3041" y="1045"/>
                    <a:pt x="3199" y="2154"/>
                    <a:pt x="2819" y="3294"/>
                  </a:cubicBezTo>
                  <a:lnTo>
                    <a:pt x="2819" y="3294"/>
                  </a:lnTo>
                  <a:cubicBezTo>
                    <a:pt x="2408" y="4402"/>
                    <a:pt x="1648" y="5099"/>
                    <a:pt x="1078" y="4814"/>
                  </a:cubicBezTo>
                  <a:cubicBezTo>
                    <a:pt x="507" y="4561"/>
                    <a:pt x="349" y="3421"/>
                    <a:pt x="729" y="2312"/>
                  </a:cubicBezTo>
                  <a:cubicBezTo>
                    <a:pt x="729" y="2249"/>
                    <a:pt x="761" y="2186"/>
                    <a:pt x="792" y="2154"/>
                  </a:cubicBezTo>
                  <a:close/>
                  <a:moveTo>
                    <a:pt x="539" y="2027"/>
                  </a:moveTo>
                  <a:lnTo>
                    <a:pt x="539" y="2027"/>
                  </a:lnTo>
                  <a:cubicBezTo>
                    <a:pt x="539" y="2091"/>
                    <a:pt x="507" y="2154"/>
                    <a:pt x="476" y="2186"/>
                  </a:cubicBezTo>
                  <a:cubicBezTo>
                    <a:pt x="1" y="3579"/>
                    <a:pt x="191" y="4941"/>
                    <a:pt x="919" y="5289"/>
                  </a:cubicBezTo>
                  <a:cubicBezTo>
                    <a:pt x="1553" y="5574"/>
                    <a:pt x="2408" y="4909"/>
                    <a:pt x="2914" y="3737"/>
                  </a:cubicBezTo>
                  <a:lnTo>
                    <a:pt x="3199" y="3832"/>
                  </a:lnTo>
                  <a:lnTo>
                    <a:pt x="3168" y="3864"/>
                  </a:lnTo>
                  <a:lnTo>
                    <a:pt x="3168" y="3864"/>
                  </a:lnTo>
                  <a:lnTo>
                    <a:pt x="3168" y="3864"/>
                  </a:lnTo>
                  <a:cubicBezTo>
                    <a:pt x="3199" y="4022"/>
                    <a:pt x="3231" y="4149"/>
                    <a:pt x="3326" y="4181"/>
                  </a:cubicBezTo>
                  <a:lnTo>
                    <a:pt x="4593" y="4782"/>
                  </a:lnTo>
                  <a:cubicBezTo>
                    <a:pt x="4751" y="4846"/>
                    <a:pt x="4973" y="4656"/>
                    <a:pt x="5068" y="4339"/>
                  </a:cubicBezTo>
                  <a:cubicBezTo>
                    <a:pt x="5194" y="4022"/>
                    <a:pt x="5131" y="3706"/>
                    <a:pt x="4973" y="3611"/>
                  </a:cubicBezTo>
                  <a:lnTo>
                    <a:pt x="3738" y="3041"/>
                  </a:lnTo>
                  <a:cubicBezTo>
                    <a:pt x="3643" y="3009"/>
                    <a:pt x="3516" y="3041"/>
                    <a:pt x="3421" y="3136"/>
                  </a:cubicBezTo>
                  <a:lnTo>
                    <a:pt x="3421" y="3136"/>
                  </a:lnTo>
                  <a:lnTo>
                    <a:pt x="3421" y="3136"/>
                  </a:lnTo>
                  <a:lnTo>
                    <a:pt x="3421" y="3167"/>
                  </a:lnTo>
                  <a:lnTo>
                    <a:pt x="3136" y="3041"/>
                  </a:lnTo>
                  <a:cubicBezTo>
                    <a:pt x="3484" y="1774"/>
                    <a:pt x="3263" y="602"/>
                    <a:pt x="2598" y="285"/>
                  </a:cubicBezTo>
                  <a:cubicBezTo>
                    <a:pt x="1933" y="0"/>
                    <a:pt x="1046" y="760"/>
                    <a:pt x="539" y="20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3" name="Google Shape;6183;p41"/>
            <p:cNvSpPr/>
            <p:nvPr/>
          </p:nvSpPr>
          <p:spPr>
            <a:xfrm>
              <a:off x="4662593" y="3923054"/>
              <a:ext cx="484560" cy="279490"/>
            </a:xfrm>
            <a:custGeom>
              <a:rect b="b" l="l" r="r" t="t"/>
              <a:pathLst>
                <a:path extrusionOk="0" h="9280" w="16089">
                  <a:moveTo>
                    <a:pt x="6999" y="1"/>
                  </a:moveTo>
                  <a:lnTo>
                    <a:pt x="0" y="4023"/>
                  </a:lnTo>
                  <a:lnTo>
                    <a:pt x="9089" y="9280"/>
                  </a:lnTo>
                  <a:lnTo>
                    <a:pt x="16088" y="5226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4" name="Google Shape;6184;p41"/>
            <p:cNvSpPr/>
            <p:nvPr/>
          </p:nvSpPr>
          <p:spPr>
            <a:xfrm>
              <a:off x="5073667" y="4068040"/>
              <a:ext cx="73487" cy="12439"/>
            </a:xfrm>
            <a:custGeom>
              <a:rect b="b" l="l" r="r" t="t"/>
              <a:pathLst>
                <a:path extrusionOk="0" h="413" w="2440">
                  <a:moveTo>
                    <a:pt x="1" y="1"/>
                  </a:moveTo>
                  <a:lnTo>
                    <a:pt x="2439" y="1"/>
                  </a:lnTo>
                  <a:lnTo>
                    <a:pt x="2439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92A9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5" name="Google Shape;6185;p41"/>
            <p:cNvSpPr/>
            <p:nvPr/>
          </p:nvSpPr>
          <p:spPr>
            <a:xfrm>
              <a:off x="4662593" y="4031809"/>
              <a:ext cx="73457" cy="12408"/>
            </a:xfrm>
            <a:custGeom>
              <a:rect b="b" l="l" r="r" t="t"/>
              <a:pathLst>
                <a:path extrusionOk="0" h="412" w="2439">
                  <a:moveTo>
                    <a:pt x="0" y="0"/>
                  </a:moveTo>
                  <a:lnTo>
                    <a:pt x="2439" y="0"/>
                  </a:lnTo>
                  <a:lnTo>
                    <a:pt x="2439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6" name="Google Shape;6186;p41"/>
            <p:cNvSpPr/>
            <p:nvPr/>
          </p:nvSpPr>
          <p:spPr>
            <a:xfrm>
              <a:off x="4662593" y="3909712"/>
              <a:ext cx="484560" cy="279490"/>
            </a:xfrm>
            <a:custGeom>
              <a:rect b="b" l="l" r="r" t="t"/>
              <a:pathLst>
                <a:path extrusionOk="0" h="9280" w="16089">
                  <a:moveTo>
                    <a:pt x="6999" y="1"/>
                  </a:moveTo>
                  <a:lnTo>
                    <a:pt x="0" y="4054"/>
                  </a:lnTo>
                  <a:lnTo>
                    <a:pt x="9089" y="9280"/>
                  </a:lnTo>
                  <a:lnTo>
                    <a:pt x="16088" y="52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7" name="Google Shape;6187;p41"/>
            <p:cNvSpPr/>
            <p:nvPr/>
          </p:nvSpPr>
          <p:spPr>
            <a:xfrm>
              <a:off x="4882903" y="3680819"/>
              <a:ext cx="344363" cy="386287"/>
            </a:xfrm>
            <a:custGeom>
              <a:rect b="b" l="l" r="r" t="t"/>
              <a:pathLst>
                <a:path extrusionOk="0" h="12826" w="11434">
                  <a:moveTo>
                    <a:pt x="2344" y="0"/>
                  </a:moveTo>
                  <a:lnTo>
                    <a:pt x="1" y="7601"/>
                  </a:lnTo>
                  <a:lnTo>
                    <a:pt x="9090" y="12826"/>
                  </a:lnTo>
                  <a:lnTo>
                    <a:pt x="11433" y="5257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8" name="Google Shape;6188;p41"/>
            <p:cNvSpPr/>
            <p:nvPr/>
          </p:nvSpPr>
          <p:spPr>
            <a:xfrm>
              <a:off x="4943951" y="3680819"/>
              <a:ext cx="212720" cy="387251"/>
            </a:xfrm>
            <a:custGeom>
              <a:rect b="b" l="l" r="r" t="t"/>
              <a:pathLst>
                <a:path extrusionOk="0" h="12858" w="7063">
                  <a:moveTo>
                    <a:pt x="1" y="0"/>
                  </a:moveTo>
                  <a:lnTo>
                    <a:pt x="317" y="0"/>
                  </a:lnTo>
                  <a:lnTo>
                    <a:pt x="7063" y="12826"/>
                  </a:lnTo>
                  <a:lnTo>
                    <a:pt x="6746" y="12858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9" name="Google Shape;6189;p41"/>
            <p:cNvSpPr/>
            <p:nvPr/>
          </p:nvSpPr>
          <p:spPr>
            <a:xfrm>
              <a:off x="4873386" y="3680819"/>
              <a:ext cx="345297" cy="387251"/>
            </a:xfrm>
            <a:custGeom>
              <a:rect b="b" l="l" r="r" t="t"/>
              <a:pathLst>
                <a:path extrusionOk="0" h="12858" w="11465">
                  <a:moveTo>
                    <a:pt x="2344" y="0"/>
                  </a:moveTo>
                  <a:lnTo>
                    <a:pt x="0" y="7601"/>
                  </a:lnTo>
                  <a:lnTo>
                    <a:pt x="9089" y="12858"/>
                  </a:lnTo>
                  <a:lnTo>
                    <a:pt x="11464" y="52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0" name="Google Shape;6190;p41"/>
            <p:cNvSpPr/>
            <p:nvPr/>
          </p:nvSpPr>
          <p:spPr>
            <a:xfrm>
              <a:off x="5082251" y="4062318"/>
              <a:ext cx="21022" cy="12439"/>
            </a:xfrm>
            <a:custGeom>
              <a:rect b="b" l="l" r="r" t="t"/>
              <a:pathLst>
                <a:path extrusionOk="0" h="413" w="698">
                  <a:moveTo>
                    <a:pt x="381" y="1"/>
                  </a:moveTo>
                  <a:cubicBezTo>
                    <a:pt x="476" y="64"/>
                    <a:pt x="571" y="127"/>
                    <a:pt x="666" y="159"/>
                  </a:cubicBezTo>
                  <a:cubicBezTo>
                    <a:pt x="697" y="191"/>
                    <a:pt x="697" y="222"/>
                    <a:pt x="666" y="254"/>
                  </a:cubicBezTo>
                  <a:cubicBezTo>
                    <a:pt x="571" y="286"/>
                    <a:pt x="507" y="349"/>
                    <a:pt x="412" y="381"/>
                  </a:cubicBezTo>
                  <a:cubicBezTo>
                    <a:pt x="381" y="412"/>
                    <a:pt x="317" y="412"/>
                    <a:pt x="286" y="381"/>
                  </a:cubicBezTo>
                  <a:cubicBezTo>
                    <a:pt x="222" y="317"/>
                    <a:pt x="127" y="286"/>
                    <a:pt x="32" y="222"/>
                  </a:cubicBezTo>
                  <a:cubicBezTo>
                    <a:pt x="1" y="222"/>
                    <a:pt x="1" y="191"/>
                    <a:pt x="32" y="159"/>
                  </a:cubicBezTo>
                  <a:cubicBezTo>
                    <a:pt x="96" y="96"/>
                    <a:pt x="191" y="64"/>
                    <a:pt x="254" y="32"/>
                  </a:cubicBezTo>
                  <a:cubicBezTo>
                    <a:pt x="286" y="1"/>
                    <a:pt x="349" y="1"/>
                    <a:pt x="381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1" name="Google Shape;6191;p41"/>
            <p:cNvSpPr/>
            <p:nvPr/>
          </p:nvSpPr>
          <p:spPr>
            <a:xfrm>
              <a:off x="5065084" y="4069967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07" y="32"/>
                  </a:moveTo>
                  <a:cubicBezTo>
                    <a:pt x="602" y="63"/>
                    <a:pt x="697" y="127"/>
                    <a:pt x="761" y="158"/>
                  </a:cubicBezTo>
                  <a:cubicBezTo>
                    <a:pt x="824" y="190"/>
                    <a:pt x="792" y="222"/>
                    <a:pt x="761" y="253"/>
                  </a:cubicBezTo>
                  <a:cubicBezTo>
                    <a:pt x="666" y="317"/>
                    <a:pt x="539" y="380"/>
                    <a:pt x="444" y="443"/>
                  </a:cubicBezTo>
                  <a:cubicBezTo>
                    <a:pt x="412" y="475"/>
                    <a:pt x="349" y="475"/>
                    <a:pt x="286" y="443"/>
                  </a:cubicBezTo>
                  <a:lnTo>
                    <a:pt x="32" y="317"/>
                  </a:lnTo>
                  <a:cubicBezTo>
                    <a:pt x="1" y="285"/>
                    <a:pt x="1" y="253"/>
                    <a:pt x="64" y="222"/>
                  </a:cubicBezTo>
                  <a:cubicBezTo>
                    <a:pt x="159" y="158"/>
                    <a:pt x="254" y="95"/>
                    <a:pt x="381" y="32"/>
                  </a:cubicBezTo>
                  <a:cubicBezTo>
                    <a:pt x="412" y="0"/>
                    <a:pt x="476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2" name="Google Shape;6192;p41"/>
            <p:cNvSpPr/>
            <p:nvPr/>
          </p:nvSpPr>
          <p:spPr>
            <a:xfrm>
              <a:off x="5048880" y="4079485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7" y="32"/>
                  </a:moveTo>
                  <a:cubicBezTo>
                    <a:pt x="570" y="96"/>
                    <a:pt x="665" y="127"/>
                    <a:pt x="760" y="191"/>
                  </a:cubicBezTo>
                  <a:cubicBezTo>
                    <a:pt x="792" y="222"/>
                    <a:pt x="792" y="254"/>
                    <a:pt x="729" y="286"/>
                  </a:cubicBezTo>
                  <a:cubicBezTo>
                    <a:pt x="634" y="349"/>
                    <a:pt x="539" y="381"/>
                    <a:pt x="412" y="444"/>
                  </a:cubicBezTo>
                  <a:cubicBezTo>
                    <a:pt x="380" y="476"/>
                    <a:pt x="317" y="476"/>
                    <a:pt x="285" y="476"/>
                  </a:cubicBezTo>
                  <a:cubicBezTo>
                    <a:pt x="190" y="412"/>
                    <a:pt x="95" y="381"/>
                    <a:pt x="32" y="317"/>
                  </a:cubicBezTo>
                  <a:cubicBezTo>
                    <a:pt x="0" y="286"/>
                    <a:pt x="0" y="254"/>
                    <a:pt x="32" y="222"/>
                  </a:cubicBezTo>
                  <a:cubicBezTo>
                    <a:pt x="127" y="159"/>
                    <a:pt x="254" y="96"/>
                    <a:pt x="349" y="32"/>
                  </a:cubicBezTo>
                  <a:cubicBezTo>
                    <a:pt x="412" y="32"/>
                    <a:pt x="475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3" name="Google Shape;6193;p41"/>
            <p:cNvSpPr/>
            <p:nvPr/>
          </p:nvSpPr>
          <p:spPr>
            <a:xfrm>
              <a:off x="5031714" y="4089996"/>
              <a:ext cx="23883" cy="13372"/>
            </a:xfrm>
            <a:custGeom>
              <a:rect b="b" l="l" r="r" t="t"/>
              <a:pathLst>
                <a:path extrusionOk="0" h="444" w="793">
                  <a:moveTo>
                    <a:pt x="507" y="0"/>
                  </a:moveTo>
                  <a:lnTo>
                    <a:pt x="760" y="158"/>
                  </a:lnTo>
                  <a:cubicBezTo>
                    <a:pt x="792" y="190"/>
                    <a:pt x="792" y="222"/>
                    <a:pt x="760" y="253"/>
                  </a:cubicBezTo>
                  <a:cubicBezTo>
                    <a:pt x="634" y="317"/>
                    <a:pt x="539" y="380"/>
                    <a:pt x="444" y="443"/>
                  </a:cubicBezTo>
                  <a:cubicBezTo>
                    <a:pt x="380" y="443"/>
                    <a:pt x="317" y="443"/>
                    <a:pt x="285" y="443"/>
                  </a:cubicBezTo>
                  <a:cubicBezTo>
                    <a:pt x="190" y="380"/>
                    <a:pt x="127" y="348"/>
                    <a:pt x="32" y="285"/>
                  </a:cubicBezTo>
                  <a:cubicBezTo>
                    <a:pt x="0" y="285"/>
                    <a:pt x="0" y="222"/>
                    <a:pt x="64" y="190"/>
                  </a:cubicBezTo>
                  <a:cubicBezTo>
                    <a:pt x="159" y="127"/>
                    <a:pt x="254" y="95"/>
                    <a:pt x="380" y="32"/>
                  </a:cubicBezTo>
                  <a:cubicBezTo>
                    <a:pt x="412" y="0"/>
                    <a:pt x="475" y="0"/>
                    <a:pt x="507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4" name="Google Shape;6194;p41"/>
            <p:cNvSpPr/>
            <p:nvPr/>
          </p:nvSpPr>
          <p:spPr>
            <a:xfrm>
              <a:off x="5015480" y="4099513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8" y="32"/>
                  </a:moveTo>
                  <a:lnTo>
                    <a:pt x="761" y="159"/>
                  </a:lnTo>
                  <a:cubicBezTo>
                    <a:pt x="793" y="191"/>
                    <a:pt x="793" y="222"/>
                    <a:pt x="729" y="254"/>
                  </a:cubicBezTo>
                  <a:cubicBezTo>
                    <a:pt x="634" y="317"/>
                    <a:pt x="539" y="381"/>
                    <a:pt x="413" y="444"/>
                  </a:cubicBezTo>
                  <a:cubicBezTo>
                    <a:pt x="381" y="476"/>
                    <a:pt x="318" y="476"/>
                    <a:pt x="286" y="444"/>
                  </a:cubicBezTo>
                  <a:cubicBezTo>
                    <a:pt x="191" y="412"/>
                    <a:pt x="96" y="349"/>
                    <a:pt x="33" y="286"/>
                  </a:cubicBezTo>
                  <a:cubicBezTo>
                    <a:pt x="1" y="286"/>
                    <a:pt x="1" y="254"/>
                    <a:pt x="33" y="222"/>
                  </a:cubicBezTo>
                  <a:cubicBezTo>
                    <a:pt x="128" y="159"/>
                    <a:pt x="254" y="96"/>
                    <a:pt x="349" y="32"/>
                  </a:cubicBezTo>
                  <a:cubicBezTo>
                    <a:pt x="381" y="1"/>
                    <a:pt x="444" y="1"/>
                    <a:pt x="508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5" name="Google Shape;6195;p41"/>
            <p:cNvSpPr/>
            <p:nvPr/>
          </p:nvSpPr>
          <p:spPr>
            <a:xfrm>
              <a:off x="4998313" y="4109060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8" y="32"/>
                  </a:moveTo>
                  <a:cubicBezTo>
                    <a:pt x="571" y="95"/>
                    <a:pt x="666" y="127"/>
                    <a:pt x="761" y="190"/>
                  </a:cubicBezTo>
                  <a:cubicBezTo>
                    <a:pt x="793" y="190"/>
                    <a:pt x="793" y="254"/>
                    <a:pt x="761" y="254"/>
                  </a:cubicBezTo>
                  <a:cubicBezTo>
                    <a:pt x="634" y="317"/>
                    <a:pt x="539" y="380"/>
                    <a:pt x="444" y="444"/>
                  </a:cubicBezTo>
                  <a:cubicBezTo>
                    <a:pt x="381" y="475"/>
                    <a:pt x="318" y="475"/>
                    <a:pt x="286" y="475"/>
                  </a:cubicBezTo>
                  <a:cubicBezTo>
                    <a:pt x="191" y="412"/>
                    <a:pt x="128" y="380"/>
                    <a:pt x="33" y="317"/>
                  </a:cubicBezTo>
                  <a:cubicBezTo>
                    <a:pt x="1" y="285"/>
                    <a:pt x="1" y="254"/>
                    <a:pt x="33" y="222"/>
                  </a:cubicBezTo>
                  <a:cubicBezTo>
                    <a:pt x="159" y="159"/>
                    <a:pt x="254" y="95"/>
                    <a:pt x="349" y="32"/>
                  </a:cubicBezTo>
                  <a:cubicBezTo>
                    <a:pt x="413" y="32"/>
                    <a:pt x="476" y="0"/>
                    <a:pt x="508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6" name="Google Shape;6196;p41"/>
            <p:cNvSpPr/>
            <p:nvPr/>
          </p:nvSpPr>
          <p:spPr>
            <a:xfrm>
              <a:off x="5067011" y="4053734"/>
              <a:ext cx="21956" cy="12439"/>
            </a:xfrm>
            <a:custGeom>
              <a:rect b="b" l="l" r="r" t="t"/>
              <a:pathLst>
                <a:path extrusionOk="0" h="413" w="729">
                  <a:moveTo>
                    <a:pt x="412" y="32"/>
                  </a:moveTo>
                  <a:cubicBezTo>
                    <a:pt x="507" y="64"/>
                    <a:pt x="602" y="127"/>
                    <a:pt x="697" y="159"/>
                  </a:cubicBezTo>
                  <a:cubicBezTo>
                    <a:pt x="728" y="191"/>
                    <a:pt x="697" y="222"/>
                    <a:pt x="665" y="254"/>
                  </a:cubicBezTo>
                  <a:cubicBezTo>
                    <a:pt x="602" y="286"/>
                    <a:pt x="507" y="349"/>
                    <a:pt x="443" y="381"/>
                  </a:cubicBezTo>
                  <a:cubicBezTo>
                    <a:pt x="412" y="412"/>
                    <a:pt x="348" y="412"/>
                    <a:pt x="317" y="381"/>
                  </a:cubicBezTo>
                  <a:cubicBezTo>
                    <a:pt x="222" y="349"/>
                    <a:pt x="127" y="286"/>
                    <a:pt x="32" y="222"/>
                  </a:cubicBezTo>
                  <a:cubicBezTo>
                    <a:pt x="0" y="222"/>
                    <a:pt x="0" y="191"/>
                    <a:pt x="63" y="159"/>
                  </a:cubicBezTo>
                  <a:cubicBezTo>
                    <a:pt x="127" y="127"/>
                    <a:pt x="222" y="64"/>
                    <a:pt x="285" y="32"/>
                  </a:cubicBezTo>
                  <a:cubicBezTo>
                    <a:pt x="317" y="1"/>
                    <a:pt x="380" y="1"/>
                    <a:pt x="412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7" name="Google Shape;6197;p41"/>
            <p:cNvSpPr/>
            <p:nvPr/>
          </p:nvSpPr>
          <p:spPr>
            <a:xfrm>
              <a:off x="5037436" y="4053734"/>
              <a:ext cx="37225" cy="21956"/>
            </a:xfrm>
            <a:custGeom>
              <a:rect b="b" l="l" r="r" t="t"/>
              <a:pathLst>
                <a:path extrusionOk="0" h="729" w="1236">
                  <a:moveTo>
                    <a:pt x="507" y="32"/>
                  </a:moveTo>
                  <a:cubicBezTo>
                    <a:pt x="729" y="159"/>
                    <a:pt x="982" y="286"/>
                    <a:pt x="1204" y="444"/>
                  </a:cubicBezTo>
                  <a:cubicBezTo>
                    <a:pt x="1235" y="444"/>
                    <a:pt x="1235" y="507"/>
                    <a:pt x="1204" y="539"/>
                  </a:cubicBezTo>
                  <a:cubicBezTo>
                    <a:pt x="1077" y="571"/>
                    <a:pt x="982" y="634"/>
                    <a:pt x="887" y="697"/>
                  </a:cubicBezTo>
                  <a:cubicBezTo>
                    <a:pt x="824" y="729"/>
                    <a:pt x="760" y="729"/>
                    <a:pt x="729" y="697"/>
                  </a:cubicBezTo>
                  <a:cubicBezTo>
                    <a:pt x="507" y="571"/>
                    <a:pt x="254" y="444"/>
                    <a:pt x="32" y="317"/>
                  </a:cubicBezTo>
                  <a:cubicBezTo>
                    <a:pt x="0" y="286"/>
                    <a:pt x="0" y="254"/>
                    <a:pt x="32" y="222"/>
                  </a:cubicBezTo>
                  <a:cubicBezTo>
                    <a:pt x="159" y="159"/>
                    <a:pt x="254" y="96"/>
                    <a:pt x="349" y="32"/>
                  </a:cubicBezTo>
                  <a:cubicBezTo>
                    <a:pt x="412" y="1"/>
                    <a:pt x="475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8" name="Google Shape;6198;p41"/>
            <p:cNvSpPr/>
            <p:nvPr/>
          </p:nvSpPr>
          <p:spPr>
            <a:xfrm>
              <a:off x="5029786" y="4069004"/>
              <a:ext cx="27708" cy="16233"/>
            </a:xfrm>
            <a:custGeom>
              <a:rect b="b" l="l" r="r" t="t"/>
              <a:pathLst>
                <a:path extrusionOk="0" h="539" w="920">
                  <a:moveTo>
                    <a:pt x="508" y="32"/>
                  </a:moveTo>
                  <a:cubicBezTo>
                    <a:pt x="634" y="95"/>
                    <a:pt x="761" y="159"/>
                    <a:pt x="888" y="254"/>
                  </a:cubicBezTo>
                  <a:cubicBezTo>
                    <a:pt x="919" y="254"/>
                    <a:pt x="919" y="317"/>
                    <a:pt x="888" y="349"/>
                  </a:cubicBezTo>
                  <a:cubicBezTo>
                    <a:pt x="793" y="380"/>
                    <a:pt x="666" y="444"/>
                    <a:pt x="571" y="507"/>
                  </a:cubicBezTo>
                  <a:cubicBezTo>
                    <a:pt x="539" y="539"/>
                    <a:pt x="476" y="539"/>
                    <a:pt x="413" y="507"/>
                  </a:cubicBezTo>
                  <a:cubicBezTo>
                    <a:pt x="286" y="444"/>
                    <a:pt x="159" y="380"/>
                    <a:pt x="64" y="317"/>
                  </a:cubicBezTo>
                  <a:cubicBezTo>
                    <a:pt x="1" y="285"/>
                    <a:pt x="1" y="254"/>
                    <a:pt x="64" y="222"/>
                  </a:cubicBezTo>
                  <a:cubicBezTo>
                    <a:pt x="159" y="159"/>
                    <a:pt x="254" y="95"/>
                    <a:pt x="381" y="32"/>
                  </a:cubicBezTo>
                  <a:cubicBezTo>
                    <a:pt x="413" y="0"/>
                    <a:pt x="476" y="0"/>
                    <a:pt x="508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9" name="Google Shape;6199;p41"/>
            <p:cNvSpPr/>
            <p:nvPr/>
          </p:nvSpPr>
          <p:spPr>
            <a:xfrm>
              <a:off x="5002138" y="4072829"/>
              <a:ext cx="39123" cy="22919"/>
            </a:xfrm>
            <a:custGeom>
              <a:rect b="b" l="l" r="r" t="t"/>
              <a:pathLst>
                <a:path extrusionOk="0" h="761" w="1299">
                  <a:moveTo>
                    <a:pt x="507" y="0"/>
                  </a:moveTo>
                  <a:cubicBezTo>
                    <a:pt x="761" y="158"/>
                    <a:pt x="1014" y="285"/>
                    <a:pt x="1267" y="443"/>
                  </a:cubicBezTo>
                  <a:cubicBezTo>
                    <a:pt x="1299" y="475"/>
                    <a:pt x="1299" y="507"/>
                    <a:pt x="1236" y="538"/>
                  </a:cubicBezTo>
                  <a:lnTo>
                    <a:pt x="951" y="728"/>
                  </a:lnTo>
                  <a:cubicBezTo>
                    <a:pt x="887" y="760"/>
                    <a:pt x="824" y="760"/>
                    <a:pt x="792" y="728"/>
                  </a:cubicBezTo>
                  <a:cubicBezTo>
                    <a:pt x="539" y="570"/>
                    <a:pt x="286" y="443"/>
                    <a:pt x="32" y="285"/>
                  </a:cubicBezTo>
                  <a:cubicBezTo>
                    <a:pt x="1" y="285"/>
                    <a:pt x="1" y="222"/>
                    <a:pt x="64" y="190"/>
                  </a:cubicBezTo>
                  <a:cubicBezTo>
                    <a:pt x="159" y="127"/>
                    <a:pt x="254" y="95"/>
                    <a:pt x="349" y="32"/>
                  </a:cubicBezTo>
                  <a:cubicBezTo>
                    <a:pt x="412" y="0"/>
                    <a:pt x="476" y="0"/>
                    <a:pt x="507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0" name="Google Shape;6200;p41"/>
            <p:cNvSpPr/>
            <p:nvPr/>
          </p:nvSpPr>
          <p:spPr>
            <a:xfrm>
              <a:off x="5000241" y="4090929"/>
              <a:ext cx="23853" cy="14336"/>
            </a:xfrm>
            <a:custGeom>
              <a:rect b="b" l="l" r="r" t="t"/>
              <a:pathLst>
                <a:path extrusionOk="0" h="476" w="792">
                  <a:moveTo>
                    <a:pt x="507" y="32"/>
                  </a:moveTo>
                  <a:cubicBezTo>
                    <a:pt x="602" y="64"/>
                    <a:pt x="697" y="127"/>
                    <a:pt x="760" y="191"/>
                  </a:cubicBezTo>
                  <a:cubicBezTo>
                    <a:pt x="792" y="191"/>
                    <a:pt x="792" y="222"/>
                    <a:pt x="760" y="254"/>
                  </a:cubicBezTo>
                  <a:cubicBezTo>
                    <a:pt x="634" y="317"/>
                    <a:pt x="539" y="381"/>
                    <a:pt x="444" y="444"/>
                  </a:cubicBezTo>
                  <a:cubicBezTo>
                    <a:pt x="380" y="476"/>
                    <a:pt x="317" y="476"/>
                    <a:pt x="285" y="444"/>
                  </a:cubicBezTo>
                  <a:cubicBezTo>
                    <a:pt x="222" y="412"/>
                    <a:pt x="127" y="349"/>
                    <a:pt x="32" y="317"/>
                  </a:cubicBezTo>
                  <a:cubicBezTo>
                    <a:pt x="0" y="286"/>
                    <a:pt x="0" y="254"/>
                    <a:pt x="64" y="222"/>
                  </a:cubicBezTo>
                  <a:cubicBezTo>
                    <a:pt x="159" y="159"/>
                    <a:pt x="254" y="96"/>
                    <a:pt x="380" y="32"/>
                  </a:cubicBezTo>
                  <a:cubicBezTo>
                    <a:pt x="412" y="1"/>
                    <a:pt x="475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1" name="Google Shape;6201;p41"/>
            <p:cNvSpPr/>
            <p:nvPr/>
          </p:nvSpPr>
          <p:spPr>
            <a:xfrm>
              <a:off x="4984007" y="4100477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8" y="32"/>
                  </a:moveTo>
                  <a:lnTo>
                    <a:pt x="761" y="190"/>
                  </a:lnTo>
                  <a:cubicBezTo>
                    <a:pt x="793" y="190"/>
                    <a:pt x="793" y="254"/>
                    <a:pt x="729" y="254"/>
                  </a:cubicBezTo>
                  <a:cubicBezTo>
                    <a:pt x="634" y="317"/>
                    <a:pt x="539" y="380"/>
                    <a:pt x="413" y="444"/>
                  </a:cubicBezTo>
                  <a:cubicBezTo>
                    <a:pt x="381" y="475"/>
                    <a:pt x="318" y="475"/>
                    <a:pt x="286" y="475"/>
                  </a:cubicBezTo>
                  <a:cubicBezTo>
                    <a:pt x="191" y="412"/>
                    <a:pt x="96" y="380"/>
                    <a:pt x="33" y="317"/>
                  </a:cubicBezTo>
                  <a:cubicBezTo>
                    <a:pt x="1" y="285"/>
                    <a:pt x="1" y="254"/>
                    <a:pt x="33" y="222"/>
                  </a:cubicBezTo>
                  <a:cubicBezTo>
                    <a:pt x="128" y="159"/>
                    <a:pt x="254" y="95"/>
                    <a:pt x="349" y="32"/>
                  </a:cubicBezTo>
                  <a:cubicBezTo>
                    <a:pt x="381" y="32"/>
                    <a:pt x="444" y="0"/>
                    <a:pt x="508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2" name="Google Shape;6202;p41"/>
            <p:cNvSpPr/>
            <p:nvPr/>
          </p:nvSpPr>
          <p:spPr>
            <a:xfrm>
              <a:off x="5053639" y="4046114"/>
              <a:ext cx="20058" cy="11475"/>
            </a:xfrm>
            <a:custGeom>
              <a:rect b="b" l="l" r="r" t="t"/>
              <a:pathLst>
                <a:path extrusionOk="0" h="381" w="666">
                  <a:moveTo>
                    <a:pt x="412" y="0"/>
                  </a:moveTo>
                  <a:cubicBezTo>
                    <a:pt x="476" y="64"/>
                    <a:pt x="571" y="95"/>
                    <a:pt x="634" y="159"/>
                  </a:cubicBezTo>
                  <a:cubicBezTo>
                    <a:pt x="666" y="159"/>
                    <a:pt x="666" y="190"/>
                    <a:pt x="634" y="222"/>
                  </a:cubicBezTo>
                  <a:cubicBezTo>
                    <a:pt x="539" y="254"/>
                    <a:pt x="476" y="317"/>
                    <a:pt x="412" y="349"/>
                  </a:cubicBezTo>
                  <a:cubicBezTo>
                    <a:pt x="349" y="380"/>
                    <a:pt x="317" y="380"/>
                    <a:pt x="286" y="349"/>
                  </a:cubicBezTo>
                  <a:cubicBezTo>
                    <a:pt x="191" y="317"/>
                    <a:pt x="127" y="285"/>
                    <a:pt x="32" y="222"/>
                  </a:cubicBezTo>
                  <a:cubicBezTo>
                    <a:pt x="1" y="190"/>
                    <a:pt x="1" y="159"/>
                    <a:pt x="32" y="159"/>
                  </a:cubicBezTo>
                  <a:cubicBezTo>
                    <a:pt x="127" y="95"/>
                    <a:pt x="191" y="64"/>
                    <a:pt x="286" y="0"/>
                  </a:cubicBezTo>
                  <a:cubicBezTo>
                    <a:pt x="317" y="0"/>
                    <a:pt x="381" y="0"/>
                    <a:pt x="412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3" name="Google Shape;6203;p41"/>
            <p:cNvSpPr/>
            <p:nvPr/>
          </p:nvSpPr>
          <p:spPr>
            <a:xfrm>
              <a:off x="5040297" y="4037531"/>
              <a:ext cx="20058" cy="12408"/>
            </a:xfrm>
            <a:custGeom>
              <a:rect b="b" l="l" r="r" t="t"/>
              <a:pathLst>
                <a:path extrusionOk="0" h="412" w="666">
                  <a:moveTo>
                    <a:pt x="380" y="32"/>
                  </a:moveTo>
                  <a:cubicBezTo>
                    <a:pt x="475" y="64"/>
                    <a:pt x="539" y="127"/>
                    <a:pt x="634" y="159"/>
                  </a:cubicBezTo>
                  <a:cubicBezTo>
                    <a:pt x="665" y="190"/>
                    <a:pt x="665" y="222"/>
                    <a:pt x="634" y="254"/>
                  </a:cubicBezTo>
                  <a:cubicBezTo>
                    <a:pt x="539" y="285"/>
                    <a:pt x="475" y="317"/>
                    <a:pt x="380" y="380"/>
                  </a:cubicBezTo>
                  <a:cubicBezTo>
                    <a:pt x="349" y="412"/>
                    <a:pt x="285" y="412"/>
                    <a:pt x="254" y="380"/>
                  </a:cubicBezTo>
                  <a:cubicBezTo>
                    <a:pt x="190" y="349"/>
                    <a:pt x="95" y="285"/>
                    <a:pt x="32" y="254"/>
                  </a:cubicBezTo>
                  <a:cubicBezTo>
                    <a:pt x="0" y="222"/>
                    <a:pt x="0" y="190"/>
                    <a:pt x="32" y="159"/>
                  </a:cubicBezTo>
                  <a:cubicBezTo>
                    <a:pt x="127" y="127"/>
                    <a:pt x="190" y="95"/>
                    <a:pt x="254" y="32"/>
                  </a:cubicBezTo>
                  <a:cubicBezTo>
                    <a:pt x="317" y="32"/>
                    <a:pt x="349" y="0"/>
                    <a:pt x="380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4" name="Google Shape;6204;p41"/>
            <p:cNvSpPr/>
            <p:nvPr/>
          </p:nvSpPr>
          <p:spPr>
            <a:xfrm>
              <a:off x="5025991" y="4029881"/>
              <a:ext cx="20058" cy="11475"/>
            </a:xfrm>
            <a:custGeom>
              <a:rect b="b" l="l" r="r" t="t"/>
              <a:pathLst>
                <a:path extrusionOk="0" h="381" w="666">
                  <a:moveTo>
                    <a:pt x="412" y="33"/>
                  </a:moveTo>
                  <a:cubicBezTo>
                    <a:pt x="475" y="64"/>
                    <a:pt x="570" y="128"/>
                    <a:pt x="634" y="159"/>
                  </a:cubicBezTo>
                  <a:cubicBezTo>
                    <a:pt x="665" y="191"/>
                    <a:pt x="665" y="223"/>
                    <a:pt x="634" y="223"/>
                  </a:cubicBezTo>
                  <a:cubicBezTo>
                    <a:pt x="570" y="286"/>
                    <a:pt x="475" y="318"/>
                    <a:pt x="412" y="381"/>
                  </a:cubicBezTo>
                  <a:cubicBezTo>
                    <a:pt x="380" y="381"/>
                    <a:pt x="317" y="381"/>
                    <a:pt x="285" y="381"/>
                  </a:cubicBezTo>
                  <a:cubicBezTo>
                    <a:pt x="190" y="318"/>
                    <a:pt x="127" y="286"/>
                    <a:pt x="32" y="223"/>
                  </a:cubicBezTo>
                  <a:cubicBezTo>
                    <a:pt x="0" y="223"/>
                    <a:pt x="32" y="191"/>
                    <a:pt x="64" y="159"/>
                  </a:cubicBezTo>
                  <a:cubicBezTo>
                    <a:pt x="127" y="128"/>
                    <a:pt x="222" y="64"/>
                    <a:pt x="285" y="33"/>
                  </a:cubicBezTo>
                  <a:cubicBezTo>
                    <a:pt x="317" y="1"/>
                    <a:pt x="380" y="1"/>
                    <a:pt x="412" y="33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5" name="Google Shape;6205;p41"/>
            <p:cNvSpPr/>
            <p:nvPr/>
          </p:nvSpPr>
          <p:spPr>
            <a:xfrm>
              <a:off x="5012619" y="4022261"/>
              <a:ext cx="20058" cy="11475"/>
            </a:xfrm>
            <a:custGeom>
              <a:rect b="b" l="l" r="r" t="t"/>
              <a:pathLst>
                <a:path extrusionOk="0" h="381" w="666">
                  <a:moveTo>
                    <a:pt x="413" y="1"/>
                  </a:moveTo>
                  <a:cubicBezTo>
                    <a:pt x="476" y="64"/>
                    <a:pt x="539" y="96"/>
                    <a:pt x="634" y="159"/>
                  </a:cubicBezTo>
                  <a:cubicBezTo>
                    <a:pt x="666" y="159"/>
                    <a:pt x="666" y="191"/>
                    <a:pt x="634" y="222"/>
                  </a:cubicBezTo>
                  <a:cubicBezTo>
                    <a:pt x="539" y="254"/>
                    <a:pt x="476" y="317"/>
                    <a:pt x="381" y="349"/>
                  </a:cubicBezTo>
                  <a:cubicBezTo>
                    <a:pt x="349" y="381"/>
                    <a:pt x="318" y="381"/>
                    <a:pt x="286" y="349"/>
                  </a:cubicBezTo>
                  <a:cubicBezTo>
                    <a:pt x="191" y="317"/>
                    <a:pt x="128" y="286"/>
                    <a:pt x="33" y="222"/>
                  </a:cubicBezTo>
                  <a:cubicBezTo>
                    <a:pt x="1" y="222"/>
                    <a:pt x="1" y="159"/>
                    <a:pt x="33" y="159"/>
                  </a:cubicBezTo>
                  <a:cubicBezTo>
                    <a:pt x="128" y="96"/>
                    <a:pt x="191" y="64"/>
                    <a:pt x="286" y="1"/>
                  </a:cubicBezTo>
                  <a:cubicBezTo>
                    <a:pt x="318" y="1"/>
                    <a:pt x="381" y="1"/>
                    <a:pt x="413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6" name="Google Shape;6206;p41"/>
            <p:cNvSpPr/>
            <p:nvPr/>
          </p:nvSpPr>
          <p:spPr>
            <a:xfrm>
              <a:off x="4999277" y="4013678"/>
              <a:ext cx="20058" cy="12439"/>
            </a:xfrm>
            <a:custGeom>
              <a:rect b="b" l="l" r="r" t="t"/>
              <a:pathLst>
                <a:path extrusionOk="0" h="413" w="666">
                  <a:moveTo>
                    <a:pt x="381" y="32"/>
                  </a:moveTo>
                  <a:cubicBezTo>
                    <a:pt x="476" y="64"/>
                    <a:pt x="539" y="127"/>
                    <a:pt x="634" y="159"/>
                  </a:cubicBezTo>
                  <a:cubicBezTo>
                    <a:pt x="666" y="191"/>
                    <a:pt x="666" y="222"/>
                    <a:pt x="602" y="254"/>
                  </a:cubicBezTo>
                  <a:cubicBezTo>
                    <a:pt x="539" y="286"/>
                    <a:pt x="444" y="317"/>
                    <a:pt x="381" y="381"/>
                  </a:cubicBezTo>
                  <a:cubicBezTo>
                    <a:pt x="349" y="412"/>
                    <a:pt x="286" y="412"/>
                    <a:pt x="254" y="381"/>
                  </a:cubicBezTo>
                  <a:cubicBezTo>
                    <a:pt x="191" y="349"/>
                    <a:pt x="96" y="286"/>
                    <a:pt x="32" y="254"/>
                  </a:cubicBezTo>
                  <a:cubicBezTo>
                    <a:pt x="1" y="222"/>
                    <a:pt x="1" y="191"/>
                    <a:pt x="32" y="159"/>
                  </a:cubicBezTo>
                  <a:cubicBezTo>
                    <a:pt x="96" y="127"/>
                    <a:pt x="191" y="96"/>
                    <a:pt x="254" y="32"/>
                  </a:cubicBezTo>
                  <a:cubicBezTo>
                    <a:pt x="286" y="32"/>
                    <a:pt x="349" y="1"/>
                    <a:pt x="381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7" name="Google Shape;6207;p41"/>
            <p:cNvSpPr/>
            <p:nvPr/>
          </p:nvSpPr>
          <p:spPr>
            <a:xfrm>
              <a:off x="4984971" y="4006058"/>
              <a:ext cx="20058" cy="11475"/>
            </a:xfrm>
            <a:custGeom>
              <a:rect b="b" l="l" r="r" t="t"/>
              <a:pathLst>
                <a:path extrusionOk="0" h="381" w="666">
                  <a:moveTo>
                    <a:pt x="412" y="32"/>
                  </a:moveTo>
                  <a:cubicBezTo>
                    <a:pt x="476" y="64"/>
                    <a:pt x="571" y="127"/>
                    <a:pt x="634" y="159"/>
                  </a:cubicBezTo>
                  <a:cubicBezTo>
                    <a:pt x="666" y="190"/>
                    <a:pt x="666" y="222"/>
                    <a:pt x="634" y="222"/>
                  </a:cubicBezTo>
                  <a:cubicBezTo>
                    <a:pt x="539" y="285"/>
                    <a:pt x="476" y="317"/>
                    <a:pt x="412" y="380"/>
                  </a:cubicBezTo>
                  <a:cubicBezTo>
                    <a:pt x="349" y="380"/>
                    <a:pt x="317" y="380"/>
                    <a:pt x="286" y="380"/>
                  </a:cubicBezTo>
                  <a:cubicBezTo>
                    <a:pt x="191" y="317"/>
                    <a:pt x="127" y="285"/>
                    <a:pt x="32" y="222"/>
                  </a:cubicBezTo>
                  <a:cubicBezTo>
                    <a:pt x="1" y="222"/>
                    <a:pt x="1" y="190"/>
                    <a:pt x="32" y="159"/>
                  </a:cubicBezTo>
                  <a:cubicBezTo>
                    <a:pt x="127" y="127"/>
                    <a:pt x="191" y="64"/>
                    <a:pt x="286" y="32"/>
                  </a:cubicBezTo>
                  <a:cubicBezTo>
                    <a:pt x="317" y="0"/>
                    <a:pt x="381" y="0"/>
                    <a:pt x="412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8" name="Google Shape;6208;p41"/>
            <p:cNvSpPr/>
            <p:nvPr/>
          </p:nvSpPr>
          <p:spPr>
            <a:xfrm>
              <a:off x="4971629" y="3998408"/>
              <a:ext cx="20058" cy="11475"/>
            </a:xfrm>
            <a:custGeom>
              <a:rect b="b" l="l" r="r" t="t"/>
              <a:pathLst>
                <a:path extrusionOk="0" h="381" w="666">
                  <a:moveTo>
                    <a:pt x="380" y="1"/>
                  </a:moveTo>
                  <a:cubicBezTo>
                    <a:pt x="475" y="64"/>
                    <a:pt x="539" y="96"/>
                    <a:pt x="634" y="159"/>
                  </a:cubicBezTo>
                  <a:cubicBezTo>
                    <a:pt x="665" y="159"/>
                    <a:pt x="665" y="191"/>
                    <a:pt x="634" y="223"/>
                  </a:cubicBezTo>
                  <a:cubicBezTo>
                    <a:pt x="539" y="254"/>
                    <a:pt x="475" y="318"/>
                    <a:pt x="380" y="349"/>
                  </a:cubicBezTo>
                  <a:cubicBezTo>
                    <a:pt x="349" y="381"/>
                    <a:pt x="285" y="381"/>
                    <a:pt x="254" y="349"/>
                  </a:cubicBezTo>
                  <a:cubicBezTo>
                    <a:pt x="190" y="318"/>
                    <a:pt x="95" y="286"/>
                    <a:pt x="32" y="223"/>
                  </a:cubicBezTo>
                  <a:cubicBezTo>
                    <a:pt x="0" y="223"/>
                    <a:pt x="0" y="159"/>
                    <a:pt x="32" y="159"/>
                  </a:cubicBezTo>
                  <a:cubicBezTo>
                    <a:pt x="127" y="96"/>
                    <a:pt x="190" y="64"/>
                    <a:pt x="254" y="1"/>
                  </a:cubicBezTo>
                  <a:cubicBezTo>
                    <a:pt x="317" y="1"/>
                    <a:pt x="349" y="1"/>
                    <a:pt x="380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9" name="Google Shape;6209;p41"/>
            <p:cNvSpPr/>
            <p:nvPr/>
          </p:nvSpPr>
          <p:spPr>
            <a:xfrm>
              <a:off x="4957323" y="3989825"/>
              <a:ext cx="20058" cy="12439"/>
            </a:xfrm>
            <a:custGeom>
              <a:rect b="b" l="l" r="r" t="t"/>
              <a:pathLst>
                <a:path extrusionOk="0" h="413" w="666">
                  <a:moveTo>
                    <a:pt x="412" y="32"/>
                  </a:moveTo>
                  <a:cubicBezTo>
                    <a:pt x="475" y="64"/>
                    <a:pt x="570" y="127"/>
                    <a:pt x="633" y="159"/>
                  </a:cubicBezTo>
                  <a:cubicBezTo>
                    <a:pt x="665" y="191"/>
                    <a:pt x="665" y="222"/>
                    <a:pt x="633" y="254"/>
                  </a:cubicBezTo>
                  <a:cubicBezTo>
                    <a:pt x="570" y="286"/>
                    <a:pt x="475" y="318"/>
                    <a:pt x="412" y="381"/>
                  </a:cubicBezTo>
                  <a:cubicBezTo>
                    <a:pt x="380" y="413"/>
                    <a:pt x="317" y="413"/>
                    <a:pt x="285" y="381"/>
                  </a:cubicBezTo>
                  <a:cubicBezTo>
                    <a:pt x="190" y="349"/>
                    <a:pt x="127" y="286"/>
                    <a:pt x="32" y="254"/>
                  </a:cubicBezTo>
                  <a:cubicBezTo>
                    <a:pt x="0" y="222"/>
                    <a:pt x="32" y="191"/>
                    <a:pt x="63" y="159"/>
                  </a:cubicBezTo>
                  <a:cubicBezTo>
                    <a:pt x="127" y="127"/>
                    <a:pt x="222" y="96"/>
                    <a:pt x="285" y="32"/>
                  </a:cubicBezTo>
                  <a:cubicBezTo>
                    <a:pt x="317" y="32"/>
                    <a:pt x="380" y="1"/>
                    <a:pt x="412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0" name="Google Shape;6210;p41"/>
            <p:cNvSpPr/>
            <p:nvPr/>
          </p:nvSpPr>
          <p:spPr>
            <a:xfrm>
              <a:off x="4943951" y="3982205"/>
              <a:ext cx="20058" cy="11475"/>
            </a:xfrm>
            <a:custGeom>
              <a:rect b="b" l="l" r="r" t="t"/>
              <a:pathLst>
                <a:path extrusionOk="0" h="381" w="666">
                  <a:moveTo>
                    <a:pt x="412" y="32"/>
                  </a:moveTo>
                  <a:cubicBezTo>
                    <a:pt x="476" y="64"/>
                    <a:pt x="571" y="127"/>
                    <a:pt x="634" y="159"/>
                  </a:cubicBezTo>
                  <a:cubicBezTo>
                    <a:pt x="666" y="190"/>
                    <a:pt x="666" y="222"/>
                    <a:pt x="634" y="222"/>
                  </a:cubicBezTo>
                  <a:cubicBezTo>
                    <a:pt x="539" y="285"/>
                    <a:pt x="476" y="317"/>
                    <a:pt x="381" y="380"/>
                  </a:cubicBezTo>
                  <a:cubicBezTo>
                    <a:pt x="349" y="380"/>
                    <a:pt x="317" y="380"/>
                    <a:pt x="286" y="380"/>
                  </a:cubicBezTo>
                  <a:cubicBezTo>
                    <a:pt x="191" y="317"/>
                    <a:pt x="127" y="285"/>
                    <a:pt x="32" y="222"/>
                  </a:cubicBezTo>
                  <a:cubicBezTo>
                    <a:pt x="1" y="222"/>
                    <a:pt x="1" y="190"/>
                    <a:pt x="32" y="159"/>
                  </a:cubicBezTo>
                  <a:cubicBezTo>
                    <a:pt x="127" y="127"/>
                    <a:pt x="191" y="64"/>
                    <a:pt x="286" y="32"/>
                  </a:cubicBezTo>
                  <a:cubicBezTo>
                    <a:pt x="317" y="0"/>
                    <a:pt x="381" y="0"/>
                    <a:pt x="412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1" name="Google Shape;6211;p41"/>
            <p:cNvSpPr/>
            <p:nvPr/>
          </p:nvSpPr>
          <p:spPr>
            <a:xfrm>
              <a:off x="4930609" y="3974585"/>
              <a:ext cx="20058" cy="11475"/>
            </a:xfrm>
            <a:custGeom>
              <a:rect b="b" l="l" r="r" t="t"/>
              <a:pathLst>
                <a:path extrusionOk="0" h="381" w="666">
                  <a:moveTo>
                    <a:pt x="380" y="0"/>
                  </a:moveTo>
                  <a:cubicBezTo>
                    <a:pt x="475" y="63"/>
                    <a:pt x="539" y="95"/>
                    <a:pt x="634" y="158"/>
                  </a:cubicBezTo>
                  <a:cubicBezTo>
                    <a:pt x="665" y="158"/>
                    <a:pt x="665" y="190"/>
                    <a:pt x="602" y="222"/>
                  </a:cubicBezTo>
                  <a:cubicBezTo>
                    <a:pt x="539" y="253"/>
                    <a:pt x="444" y="317"/>
                    <a:pt x="380" y="348"/>
                  </a:cubicBezTo>
                  <a:cubicBezTo>
                    <a:pt x="349" y="380"/>
                    <a:pt x="285" y="380"/>
                    <a:pt x="254" y="348"/>
                  </a:cubicBezTo>
                  <a:cubicBezTo>
                    <a:pt x="190" y="317"/>
                    <a:pt x="95" y="285"/>
                    <a:pt x="32" y="222"/>
                  </a:cubicBezTo>
                  <a:cubicBezTo>
                    <a:pt x="0" y="190"/>
                    <a:pt x="0" y="158"/>
                    <a:pt x="32" y="158"/>
                  </a:cubicBezTo>
                  <a:cubicBezTo>
                    <a:pt x="95" y="95"/>
                    <a:pt x="190" y="63"/>
                    <a:pt x="254" y="0"/>
                  </a:cubicBezTo>
                  <a:cubicBezTo>
                    <a:pt x="285" y="0"/>
                    <a:pt x="349" y="0"/>
                    <a:pt x="380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2" name="Google Shape;6212;p41"/>
            <p:cNvSpPr/>
            <p:nvPr/>
          </p:nvSpPr>
          <p:spPr>
            <a:xfrm>
              <a:off x="4916303" y="3966002"/>
              <a:ext cx="20058" cy="12408"/>
            </a:xfrm>
            <a:custGeom>
              <a:rect b="b" l="l" r="r" t="t"/>
              <a:pathLst>
                <a:path extrusionOk="0" h="412" w="666">
                  <a:moveTo>
                    <a:pt x="412" y="32"/>
                  </a:moveTo>
                  <a:cubicBezTo>
                    <a:pt x="475" y="63"/>
                    <a:pt x="570" y="127"/>
                    <a:pt x="634" y="158"/>
                  </a:cubicBezTo>
                  <a:cubicBezTo>
                    <a:pt x="665" y="190"/>
                    <a:pt x="665" y="222"/>
                    <a:pt x="634" y="253"/>
                  </a:cubicBezTo>
                  <a:cubicBezTo>
                    <a:pt x="570" y="285"/>
                    <a:pt x="475" y="317"/>
                    <a:pt x="412" y="380"/>
                  </a:cubicBezTo>
                  <a:cubicBezTo>
                    <a:pt x="380" y="412"/>
                    <a:pt x="317" y="412"/>
                    <a:pt x="285" y="380"/>
                  </a:cubicBezTo>
                  <a:cubicBezTo>
                    <a:pt x="190" y="348"/>
                    <a:pt x="127" y="285"/>
                    <a:pt x="32" y="253"/>
                  </a:cubicBezTo>
                  <a:cubicBezTo>
                    <a:pt x="0" y="222"/>
                    <a:pt x="0" y="190"/>
                    <a:pt x="64" y="158"/>
                  </a:cubicBezTo>
                  <a:cubicBezTo>
                    <a:pt x="127" y="127"/>
                    <a:pt x="190" y="95"/>
                    <a:pt x="285" y="32"/>
                  </a:cubicBezTo>
                  <a:cubicBezTo>
                    <a:pt x="317" y="32"/>
                    <a:pt x="380" y="0"/>
                    <a:pt x="412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3" name="Google Shape;6213;p41"/>
            <p:cNvSpPr/>
            <p:nvPr/>
          </p:nvSpPr>
          <p:spPr>
            <a:xfrm>
              <a:off x="4902931" y="3958352"/>
              <a:ext cx="20088" cy="11475"/>
            </a:xfrm>
            <a:custGeom>
              <a:rect b="b" l="l" r="r" t="t"/>
              <a:pathLst>
                <a:path extrusionOk="0" h="381" w="667">
                  <a:moveTo>
                    <a:pt x="381" y="32"/>
                  </a:moveTo>
                  <a:cubicBezTo>
                    <a:pt x="476" y="64"/>
                    <a:pt x="539" y="127"/>
                    <a:pt x="634" y="159"/>
                  </a:cubicBezTo>
                  <a:cubicBezTo>
                    <a:pt x="666" y="191"/>
                    <a:pt x="666" y="222"/>
                    <a:pt x="634" y="222"/>
                  </a:cubicBezTo>
                  <a:cubicBezTo>
                    <a:pt x="539" y="286"/>
                    <a:pt x="476" y="317"/>
                    <a:pt x="381" y="381"/>
                  </a:cubicBezTo>
                  <a:cubicBezTo>
                    <a:pt x="349" y="381"/>
                    <a:pt x="286" y="381"/>
                    <a:pt x="254" y="381"/>
                  </a:cubicBezTo>
                  <a:cubicBezTo>
                    <a:pt x="191" y="317"/>
                    <a:pt x="96" y="286"/>
                    <a:pt x="33" y="222"/>
                  </a:cubicBezTo>
                  <a:cubicBezTo>
                    <a:pt x="1" y="222"/>
                    <a:pt x="1" y="191"/>
                    <a:pt x="33" y="159"/>
                  </a:cubicBezTo>
                  <a:cubicBezTo>
                    <a:pt x="128" y="127"/>
                    <a:pt x="191" y="64"/>
                    <a:pt x="254" y="32"/>
                  </a:cubicBezTo>
                  <a:cubicBezTo>
                    <a:pt x="318" y="1"/>
                    <a:pt x="349" y="1"/>
                    <a:pt x="381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4" name="Google Shape;6214;p41"/>
            <p:cNvSpPr/>
            <p:nvPr/>
          </p:nvSpPr>
          <p:spPr>
            <a:xfrm>
              <a:off x="4888625" y="3950732"/>
              <a:ext cx="20058" cy="11475"/>
            </a:xfrm>
            <a:custGeom>
              <a:rect b="b" l="l" r="r" t="t"/>
              <a:pathLst>
                <a:path extrusionOk="0" h="381" w="666">
                  <a:moveTo>
                    <a:pt x="413" y="0"/>
                  </a:moveTo>
                  <a:cubicBezTo>
                    <a:pt x="476" y="64"/>
                    <a:pt x="571" y="95"/>
                    <a:pt x="634" y="159"/>
                  </a:cubicBezTo>
                  <a:cubicBezTo>
                    <a:pt x="666" y="159"/>
                    <a:pt x="666" y="190"/>
                    <a:pt x="634" y="222"/>
                  </a:cubicBezTo>
                  <a:cubicBezTo>
                    <a:pt x="571" y="254"/>
                    <a:pt x="476" y="317"/>
                    <a:pt x="413" y="349"/>
                  </a:cubicBezTo>
                  <a:cubicBezTo>
                    <a:pt x="381" y="380"/>
                    <a:pt x="318" y="380"/>
                    <a:pt x="286" y="349"/>
                  </a:cubicBezTo>
                  <a:cubicBezTo>
                    <a:pt x="191" y="317"/>
                    <a:pt x="128" y="285"/>
                    <a:pt x="33" y="222"/>
                  </a:cubicBezTo>
                  <a:cubicBezTo>
                    <a:pt x="1" y="222"/>
                    <a:pt x="33" y="159"/>
                    <a:pt x="64" y="159"/>
                  </a:cubicBezTo>
                  <a:cubicBezTo>
                    <a:pt x="128" y="95"/>
                    <a:pt x="223" y="64"/>
                    <a:pt x="286" y="0"/>
                  </a:cubicBezTo>
                  <a:cubicBezTo>
                    <a:pt x="318" y="0"/>
                    <a:pt x="381" y="0"/>
                    <a:pt x="413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5" name="Google Shape;6215;p41"/>
            <p:cNvSpPr/>
            <p:nvPr/>
          </p:nvSpPr>
          <p:spPr>
            <a:xfrm>
              <a:off x="4875283" y="3942149"/>
              <a:ext cx="20058" cy="12439"/>
            </a:xfrm>
            <a:custGeom>
              <a:rect b="b" l="l" r="r" t="t"/>
              <a:pathLst>
                <a:path extrusionOk="0" h="413" w="666">
                  <a:moveTo>
                    <a:pt x="412" y="32"/>
                  </a:moveTo>
                  <a:cubicBezTo>
                    <a:pt x="476" y="64"/>
                    <a:pt x="571" y="127"/>
                    <a:pt x="634" y="159"/>
                  </a:cubicBezTo>
                  <a:cubicBezTo>
                    <a:pt x="666" y="190"/>
                    <a:pt x="666" y="222"/>
                    <a:pt x="634" y="254"/>
                  </a:cubicBezTo>
                  <a:cubicBezTo>
                    <a:pt x="539" y="285"/>
                    <a:pt x="476" y="349"/>
                    <a:pt x="381" y="380"/>
                  </a:cubicBezTo>
                  <a:cubicBezTo>
                    <a:pt x="349" y="412"/>
                    <a:pt x="317" y="412"/>
                    <a:pt x="286" y="380"/>
                  </a:cubicBezTo>
                  <a:cubicBezTo>
                    <a:pt x="191" y="349"/>
                    <a:pt x="127" y="285"/>
                    <a:pt x="32" y="254"/>
                  </a:cubicBezTo>
                  <a:cubicBezTo>
                    <a:pt x="1" y="222"/>
                    <a:pt x="1" y="190"/>
                    <a:pt x="32" y="190"/>
                  </a:cubicBezTo>
                  <a:cubicBezTo>
                    <a:pt x="127" y="127"/>
                    <a:pt x="191" y="95"/>
                    <a:pt x="286" y="32"/>
                  </a:cubicBezTo>
                  <a:cubicBezTo>
                    <a:pt x="317" y="32"/>
                    <a:pt x="381" y="0"/>
                    <a:pt x="412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6" name="Google Shape;6216;p41"/>
            <p:cNvSpPr/>
            <p:nvPr/>
          </p:nvSpPr>
          <p:spPr>
            <a:xfrm>
              <a:off x="4860014" y="3933565"/>
              <a:ext cx="21022" cy="12439"/>
            </a:xfrm>
            <a:custGeom>
              <a:rect b="b" l="l" r="r" t="t"/>
              <a:pathLst>
                <a:path extrusionOk="0" h="413" w="698">
                  <a:moveTo>
                    <a:pt x="381" y="32"/>
                  </a:moveTo>
                  <a:cubicBezTo>
                    <a:pt x="476" y="64"/>
                    <a:pt x="571" y="127"/>
                    <a:pt x="666" y="190"/>
                  </a:cubicBezTo>
                  <a:cubicBezTo>
                    <a:pt x="698" y="190"/>
                    <a:pt x="698" y="222"/>
                    <a:pt x="666" y="254"/>
                  </a:cubicBezTo>
                  <a:cubicBezTo>
                    <a:pt x="571" y="285"/>
                    <a:pt x="508" y="349"/>
                    <a:pt x="444" y="380"/>
                  </a:cubicBezTo>
                  <a:cubicBezTo>
                    <a:pt x="381" y="412"/>
                    <a:pt x="349" y="412"/>
                    <a:pt x="318" y="380"/>
                  </a:cubicBezTo>
                  <a:cubicBezTo>
                    <a:pt x="223" y="349"/>
                    <a:pt x="128" y="285"/>
                    <a:pt x="33" y="222"/>
                  </a:cubicBezTo>
                  <a:cubicBezTo>
                    <a:pt x="1" y="222"/>
                    <a:pt x="1" y="190"/>
                    <a:pt x="33" y="159"/>
                  </a:cubicBezTo>
                  <a:cubicBezTo>
                    <a:pt x="128" y="127"/>
                    <a:pt x="191" y="64"/>
                    <a:pt x="286" y="32"/>
                  </a:cubicBezTo>
                  <a:cubicBezTo>
                    <a:pt x="318" y="0"/>
                    <a:pt x="349" y="0"/>
                    <a:pt x="381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7" name="Google Shape;6217;p41"/>
            <p:cNvSpPr/>
            <p:nvPr/>
          </p:nvSpPr>
          <p:spPr>
            <a:xfrm>
              <a:off x="5022166" y="4045151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39" y="32"/>
                  </a:moveTo>
                  <a:cubicBezTo>
                    <a:pt x="602" y="64"/>
                    <a:pt x="697" y="127"/>
                    <a:pt x="761" y="159"/>
                  </a:cubicBezTo>
                  <a:cubicBezTo>
                    <a:pt x="792" y="191"/>
                    <a:pt x="792" y="222"/>
                    <a:pt x="761" y="254"/>
                  </a:cubicBezTo>
                  <a:cubicBezTo>
                    <a:pt x="666" y="317"/>
                    <a:pt x="539" y="381"/>
                    <a:pt x="444" y="444"/>
                  </a:cubicBezTo>
                  <a:cubicBezTo>
                    <a:pt x="412" y="476"/>
                    <a:pt x="349" y="476"/>
                    <a:pt x="286" y="444"/>
                  </a:cubicBezTo>
                  <a:cubicBezTo>
                    <a:pt x="222" y="412"/>
                    <a:pt x="127" y="349"/>
                    <a:pt x="64" y="317"/>
                  </a:cubicBezTo>
                  <a:cubicBezTo>
                    <a:pt x="1" y="286"/>
                    <a:pt x="32" y="254"/>
                    <a:pt x="64" y="222"/>
                  </a:cubicBezTo>
                  <a:cubicBezTo>
                    <a:pt x="159" y="159"/>
                    <a:pt x="286" y="96"/>
                    <a:pt x="381" y="32"/>
                  </a:cubicBezTo>
                  <a:cubicBezTo>
                    <a:pt x="412" y="1"/>
                    <a:pt x="476" y="1"/>
                    <a:pt x="539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8" name="Google Shape;6218;p41"/>
            <p:cNvSpPr/>
            <p:nvPr/>
          </p:nvSpPr>
          <p:spPr>
            <a:xfrm>
              <a:off x="5007860" y="4036567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7" y="32"/>
                  </a:moveTo>
                  <a:cubicBezTo>
                    <a:pt x="602" y="64"/>
                    <a:pt x="666" y="127"/>
                    <a:pt x="761" y="159"/>
                  </a:cubicBezTo>
                  <a:cubicBezTo>
                    <a:pt x="792" y="191"/>
                    <a:pt x="792" y="222"/>
                    <a:pt x="729" y="254"/>
                  </a:cubicBezTo>
                  <a:cubicBezTo>
                    <a:pt x="634" y="317"/>
                    <a:pt x="539" y="381"/>
                    <a:pt x="412" y="444"/>
                  </a:cubicBezTo>
                  <a:cubicBezTo>
                    <a:pt x="381" y="476"/>
                    <a:pt x="317" y="476"/>
                    <a:pt x="286" y="444"/>
                  </a:cubicBezTo>
                  <a:cubicBezTo>
                    <a:pt x="191" y="412"/>
                    <a:pt x="127" y="349"/>
                    <a:pt x="32" y="317"/>
                  </a:cubicBezTo>
                  <a:cubicBezTo>
                    <a:pt x="1" y="286"/>
                    <a:pt x="1" y="254"/>
                    <a:pt x="32" y="222"/>
                  </a:cubicBezTo>
                  <a:cubicBezTo>
                    <a:pt x="127" y="159"/>
                    <a:pt x="254" y="96"/>
                    <a:pt x="349" y="32"/>
                  </a:cubicBezTo>
                  <a:cubicBezTo>
                    <a:pt x="412" y="1"/>
                    <a:pt x="476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9" name="Google Shape;6219;p41"/>
            <p:cNvSpPr/>
            <p:nvPr/>
          </p:nvSpPr>
          <p:spPr>
            <a:xfrm>
              <a:off x="4992591" y="4027984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8" y="32"/>
                  </a:moveTo>
                  <a:cubicBezTo>
                    <a:pt x="603" y="64"/>
                    <a:pt x="666" y="127"/>
                    <a:pt x="761" y="159"/>
                  </a:cubicBezTo>
                  <a:cubicBezTo>
                    <a:pt x="793" y="191"/>
                    <a:pt x="793" y="222"/>
                    <a:pt x="761" y="254"/>
                  </a:cubicBezTo>
                  <a:cubicBezTo>
                    <a:pt x="634" y="317"/>
                    <a:pt x="539" y="381"/>
                    <a:pt x="444" y="444"/>
                  </a:cubicBezTo>
                  <a:cubicBezTo>
                    <a:pt x="381" y="476"/>
                    <a:pt x="318" y="476"/>
                    <a:pt x="286" y="444"/>
                  </a:cubicBezTo>
                  <a:cubicBezTo>
                    <a:pt x="191" y="412"/>
                    <a:pt x="128" y="349"/>
                    <a:pt x="33" y="317"/>
                  </a:cubicBezTo>
                  <a:cubicBezTo>
                    <a:pt x="1" y="286"/>
                    <a:pt x="1" y="254"/>
                    <a:pt x="64" y="222"/>
                  </a:cubicBezTo>
                  <a:cubicBezTo>
                    <a:pt x="159" y="159"/>
                    <a:pt x="254" y="96"/>
                    <a:pt x="381" y="32"/>
                  </a:cubicBezTo>
                  <a:cubicBezTo>
                    <a:pt x="413" y="1"/>
                    <a:pt x="476" y="1"/>
                    <a:pt x="508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0" name="Google Shape;6220;p41"/>
            <p:cNvSpPr/>
            <p:nvPr/>
          </p:nvSpPr>
          <p:spPr>
            <a:xfrm>
              <a:off x="4978285" y="4019400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8" y="32"/>
                  </a:moveTo>
                  <a:cubicBezTo>
                    <a:pt x="571" y="64"/>
                    <a:pt x="666" y="127"/>
                    <a:pt x="729" y="159"/>
                  </a:cubicBezTo>
                  <a:cubicBezTo>
                    <a:pt x="793" y="191"/>
                    <a:pt x="793" y="222"/>
                    <a:pt x="729" y="254"/>
                  </a:cubicBezTo>
                  <a:cubicBezTo>
                    <a:pt x="634" y="317"/>
                    <a:pt x="508" y="381"/>
                    <a:pt x="413" y="444"/>
                  </a:cubicBezTo>
                  <a:cubicBezTo>
                    <a:pt x="381" y="476"/>
                    <a:pt x="318" y="476"/>
                    <a:pt x="254" y="444"/>
                  </a:cubicBezTo>
                  <a:cubicBezTo>
                    <a:pt x="191" y="412"/>
                    <a:pt x="96" y="349"/>
                    <a:pt x="33" y="317"/>
                  </a:cubicBezTo>
                  <a:cubicBezTo>
                    <a:pt x="1" y="286"/>
                    <a:pt x="1" y="254"/>
                    <a:pt x="33" y="222"/>
                  </a:cubicBezTo>
                  <a:cubicBezTo>
                    <a:pt x="128" y="159"/>
                    <a:pt x="254" y="96"/>
                    <a:pt x="349" y="32"/>
                  </a:cubicBezTo>
                  <a:cubicBezTo>
                    <a:pt x="381" y="1"/>
                    <a:pt x="476" y="1"/>
                    <a:pt x="508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1" name="Google Shape;6221;p41"/>
            <p:cNvSpPr/>
            <p:nvPr/>
          </p:nvSpPr>
          <p:spPr>
            <a:xfrm>
              <a:off x="4963046" y="4010817"/>
              <a:ext cx="23853" cy="14336"/>
            </a:xfrm>
            <a:custGeom>
              <a:rect b="b" l="l" r="r" t="t"/>
              <a:pathLst>
                <a:path extrusionOk="0" h="476" w="792">
                  <a:moveTo>
                    <a:pt x="507" y="32"/>
                  </a:moveTo>
                  <a:cubicBezTo>
                    <a:pt x="602" y="64"/>
                    <a:pt x="665" y="127"/>
                    <a:pt x="760" y="159"/>
                  </a:cubicBezTo>
                  <a:cubicBezTo>
                    <a:pt x="792" y="191"/>
                    <a:pt x="792" y="222"/>
                    <a:pt x="760" y="254"/>
                  </a:cubicBezTo>
                  <a:cubicBezTo>
                    <a:pt x="634" y="317"/>
                    <a:pt x="539" y="381"/>
                    <a:pt x="412" y="444"/>
                  </a:cubicBezTo>
                  <a:cubicBezTo>
                    <a:pt x="380" y="476"/>
                    <a:pt x="317" y="476"/>
                    <a:pt x="285" y="444"/>
                  </a:cubicBezTo>
                  <a:cubicBezTo>
                    <a:pt x="190" y="412"/>
                    <a:pt x="127" y="349"/>
                    <a:pt x="32" y="317"/>
                  </a:cubicBezTo>
                  <a:cubicBezTo>
                    <a:pt x="0" y="286"/>
                    <a:pt x="0" y="254"/>
                    <a:pt x="32" y="222"/>
                  </a:cubicBezTo>
                  <a:cubicBezTo>
                    <a:pt x="158" y="159"/>
                    <a:pt x="253" y="96"/>
                    <a:pt x="348" y="32"/>
                  </a:cubicBezTo>
                  <a:cubicBezTo>
                    <a:pt x="412" y="1"/>
                    <a:pt x="475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2" name="Google Shape;6222;p41"/>
            <p:cNvSpPr/>
            <p:nvPr/>
          </p:nvSpPr>
          <p:spPr>
            <a:xfrm>
              <a:off x="4947776" y="4002233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7" y="32"/>
                  </a:moveTo>
                  <a:cubicBezTo>
                    <a:pt x="602" y="64"/>
                    <a:pt x="697" y="127"/>
                    <a:pt x="760" y="159"/>
                  </a:cubicBezTo>
                  <a:cubicBezTo>
                    <a:pt x="792" y="191"/>
                    <a:pt x="792" y="222"/>
                    <a:pt x="760" y="254"/>
                  </a:cubicBezTo>
                  <a:cubicBezTo>
                    <a:pt x="665" y="317"/>
                    <a:pt x="539" y="381"/>
                    <a:pt x="444" y="444"/>
                  </a:cubicBezTo>
                  <a:cubicBezTo>
                    <a:pt x="380" y="444"/>
                    <a:pt x="317" y="476"/>
                    <a:pt x="285" y="444"/>
                  </a:cubicBezTo>
                  <a:cubicBezTo>
                    <a:pt x="222" y="381"/>
                    <a:pt x="127" y="349"/>
                    <a:pt x="32" y="286"/>
                  </a:cubicBezTo>
                  <a:cubicBezTo>
                    <a:pt x="0" y="286"/>
                    <a:pt x="0" y="254"/>
                    <a:pt x="64" y="222"/>
                  </a:cubicBezTo>
                  <a:cubicBezTo>
                    <a:pt x="159" y="159"/>
                    <a:pt x="254" y="96"/>
                    <a:pt x="380" y="32"/>
                  </a:cubicBezTo>
                  <a:cubicBezTo>
                    <a:pt x="412" y="1"/>
                    <a:pt x="475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3" name="Google Shape;6223;p41"/>
            <p:cNvSpPr/>
            <p:nvPr/>
          </p:nvSpPr>
          <p:spPr>
            <a:xfrm>
              <a:off x="4933470" y="3993650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7" y="32"/>
                  </a:moveTo>
                  <a:cubicBezTo>
                    <a:pt x="570" y="64"/>
                    <a:pt x="665" y="127"/>
                    <a:pt x="760" y="159"/>
                  </a:cubicBezTo>
                  <a:cubicBezTo>
                    <a:pt x="792" y="191"/>
                    <a:pt x="792" y="222"/>
                    <a:pt x="729" y="254"/>
                  </a:cubicBezTo>
                  <a:cubicBezTo>
                    <a:pt x="634" y="317"/>
                    <a:pt x="539" y="381"/>
                    <a:pt x="412" y="444"/>
                  </a:cubicBezTo>
                  <a:cubicBezTo>
                    <a:pt x="380" y="476"/>
                    <a:pt x="317" y="476"/>
                    <a:pt x="285" y="444"/>
                  </a:cubicBezTo>
                  <a:cubicBezTo>
                    <a:pt x="190" y="412"/>
                    <a:pt x="95" y="349"/>
                    <a:pt x="32" y="317"/>
                  </a:cubicBezTo>
                  <a:cubicBezTo>
                    <a:pt x="0" y="286"/>
                    <a:pt x="0" y="254"/>
                    <a:pt x="32" y="222"/>
                  </a:cubicBezTo>
                  <a:cubicBezTo>
                    <a:pt x="127" y="159"/>
                    <a:pt x="254" y="95"/>
                    <a:pt x="349" y="32"/>
                  </a:cubicBezTo>
                  <a:cubicBezTo>
                    <a:pt x="412" y="0"/>
                    <a:pt x="475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4" name="Google Shape;6224;p41"/>
            <p:cNvSpPr/>
            <p:nvPr/>
          </p:nvSpPr>
          <p:spPr>
            <a:xfrm>
              <a:off x="4918201" y="3985066"/>
              <a:ext cx="23883" cy="13372"/>
            </a:xfrm>
            <a:custGeom>
              <a:rect b="b" l="l" r="r" t="t"/>
              <a:pathLst>
                <a:path extrusionOk="0" h="444" w="793">
                  <a:moveTo>
                    <a:pt x="507" y="32"/>
                  </a:moveTo>
                  <a:cubicBezTo>
                    <a:pt x="602" y="64"/>
                    <a:pt x="666" y="127"/>
                    <a:pt x="761" y="159"/>
                  </a:cubicBezTo>
                  <a:cubicBezTo>
                    <a:pt x="792" y="190"/>
                    <a:pt x="792" y="222"/>
                    <a:pt x="761" y="254"/>
                  </a:cubicBezTo>
                  <a:cubicBezTo>
                    <a:pt x="634" y="317"/>
                    <a:pt x="539" y="380"/>
                    <a:pt x="444" y="444"/>
                  </a:cubicBezTo>
                  <a:cubicBezTo>
                    <a:pt x="381" y="444"/>
                    <a:pt x="317" y="444"/>
                    <a:pt x="286" y="444"/>
                  </a:cubicBezTo>
                  <a:cubicBezTo>
                    <a:pt x="191" y="380"/>
                    <a:pt x="127" y="349"/>
                    <a:pt x="32" y="285"/>
                  </a:cubicBezTo>
                  <a:cubicBezTo>
                    <a:pt x="1" y="285"/>
                    <a:pt x="1" y="222"/>
                    <a:pt x="64" y="190"/>
                  </a:cubicBezTo>
                  <a:cubicBezTo>
                    <a:pt x="159" y="127"/>
                    <a:pt x="254" y="95"/>
                    <a:pt x="381" y="32"/>
                  </a:cubicBezTo>
                  <a:cubicBezTo>
                    <a:pt x="412" y="0"/>
                    <a:pt x="476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5" name="Google Shape;6225;p41"/>
            <p:cNvSpPr/>
            <p:nvPr/>
          </p:nvSpPr>
          <p:spPr>
            <a:xfrm>
              <a:off x="4903895" y="3976483"/>
              <a:ext cx="22919" cy="13372"/>
            </a:xfrm>
            <a:custGeom>
              <a:rect b="b" l="l" r="r" t="t"/>
              <a:pathLst>
                <a:path extrusionOk="0" h="444" w="761">
                  <a:moveTo>
                    <a:pt x="507" y="32"/>
                  </a:moveTo>
                  <a:cubicBezTo>
                    <a:pt x="571" y="64"/>
                    <a:pt x="666" y="127"/>
                    <a:pt x="729" y="159"/>
                  </a:cubicBezTo>
                  <a:cubicBezTo>
                    <a:pt x="761" y="190"/>
                    <a:pt x="761" y="222"/>
                    <a:pt x="729" y="254"/>
                  </a:cubicBezTo>
                  <a:cubicBezTo>
                    <a:pt x="634" y="317"/>
                    <a:pt x="507" y="380"/>
                    <a:pt x="412" y="444"/>
                  </a:cubicBezTo>
                  <a:cubicBezTo>
                    <a:pt x="381" y="444"/>
                    <a:pt x="317" y="444"/>
                    <a:pt x="254" y="444"/>
                  </a:cubicBezTo>
                  <a:cubicBezTo>
                    <a:pt x="191" y="380"/>
                    <a:pt x="96" y="349"/>
                    <a:pt x="32" y="285"/>
                  </a:cubicBezTo>
                  <a:cubicBezTo>
                    <a:pt x="1" y="285"/>
                    <a:pt x="1" y="222"/>
                    <a:pt x="32" y="222"/>
                  </a:cubicBezTo>
                  <a:cubicBezTo>
                    <a:pt x="127" y="127"/>
                    <a:pt x="254" y="95"/>
                    <a:pt x="349" y="32"/>
                  </a:cubicBezTo>
                  <a:cubicBezTo>
                    <a:pt x="381" y="0"/>
                    <a:pt x="444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6" name="Google Shape;6226;p41"/>
            <p:cNvSpPr/>
            <p:nvPr/>
          </p:nvSpPr>
          <p:spPr>
            <a:xfrm>
              <a:off x="4888625" y="3967899"/>
              <a:ext cx="23883" cy="13372"/>
            </a:xfrm>
            <a:custGeom>
              <a:rect b="b" l="l" r="r" t="t"/>
              <a:pathLst>
                <a:path extrusionOk="0" h="444" w="793">
                  <a:moveTo>
                    <a:pt x="508" y="32"/>
                  </a:moveTo>
                  <a:cubicBezTo>
                    <a:pt x="603" y="64"/>
                    <a:pt x="666" y="127"/>
                    <a:pt x="761" y="159"/>
                  </a:cubicBezTo>
                  <a:cubicBezTo>
                    <a:pt x="793" y="190"/>
                    <a:pt x="793" y="222"/>
                    <a:pt x="761" y="254"/>
                  </a:cubicBezTo>
                  <a:cubicBezTo>
                    <a:pt x="634" y="317"/>
                    <a:pt x="539" y="380"/>
                    <a:pt x="413" y="444"/>
                  </a:cubicBezTo>
                  <a:cubicBezTo>
                    <a:pt x="381" y="444"/>
                    <a:pt x="318" y="444"/>
                    <a:pt x="286" y="444"/>
                  </a:cubicBezTo>
                  <a:cubicBezTo>
                    <a:pt x="191" y="380"/>
                    <a:pt x="128" y="349"/>
                    <a:pt x="33" y="285"/>
                  </a:cubicBezTo>
                  <a:cubicBezTo>
                    <a:pt x="1" y="285"/>
                    <a:pt x="1" y="222"/>
                    <a:pt x="33" y="190"/>
                  </a:cubicBezTo>
                  <a:cubicBezTo>
                    <a:pt x="159" y="127"/>
                    <a:pt x="254" y="95"/>
                    <a:pt x="349" y="32"/>
                  </a:cubicBezTo>
                  <a:cubicBezTo>
                    <a:pt x="413" y="0"/>
                    <a:pt x="476" y="0"/>
                    <a:pt x="508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7" name="Google Shape;6227;p41"/>
            <p:cNvSpPr/>
            <p:nvPr/>
          </p:nvSpPr>
          <p:spPr>
            <a:xfrm>
              <a:off x="4873386" y="3959316"/>
              <a:ext cx="23853" cy="14336"/>
            </a:xfrm>
            <a:custGeom>
              <a:rect b="b" l="l" r="r" t="t"/>
              <a:pathLst>
                <a:path extrusionOk="0" h="476" w="792">
                  <a:moveTo>
                    <a:pt x="507" y="32"/>
                  </a:moveTo>
                  <a:cubicBezTo>
                    <a:pt x="602" y="64"/>
                    <a:pt x="697" y="127"/>
                    <a:pt x="760" y="159"/>
                  </a:cubicBezTo>
                  <a:cubicBezTo>
                    <a:pt x="792" y="190"/>
                    <a:pt x="792" y="222"/>
                    <a:pt x="760" y="254"/>
                  </a:cubicBezTo>
                  <a:cubicBezTo>
                    <a:pt x="665" y="317"/>
                    <a:pt x="539" y="380"/>
                    <a:pt x="444" y="444"/>
                  </a:cubicBezTo>
                  <a:cubicBezTo>
                    <a:pt x="380" y="444"/>
                    <a:pt x="317" y="475"/>
                    <a:pt x="285" y="444"/>
                  </a:cubicBezTo>
                  <a:cubicBezTo>
                    <a:pt x="222" y="380"/>
                    <a:pt x="127" y="349"/>
                    <a:pt x="32" y="285"/>
                  </a:cubicBezTo>
                  <a:cubicBezTo>
                    <a:pt x="0" y="285"/>
                    <a:pt x="0" y="254"/>
                    <a:pt x="64" y="222"/>
                  </a:cubicBezTo>
                  <a:cubicBezTo>
                    <a:pt x="159" y="159"/>
                    <a:pt x="285" y="95"/>
                    <a:pt x="380" y="32"/>
                  </a:cubicBezTo>
                  <a:cubicBezTo>
                    <a:pt x="412" y="0"/>
                    <a:pt x="475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8" name="Google Shape;6228;p41"/>
            <p:cNvSpPr/>
            <p:nvPr/>
          </p:nvSpPr>
          <p:spPr>
            <a:xfrm>
              <a:off x="4859080" y="3950732"/>
              <a:ext cx="23853" cy="13372"/>
            </a:xfrm>
            <a:custGeom>
              <a:rect b="b" l="l" r="r" t="t"/>
              <a:pathLst>
                <a:path extrusionOk="0" h="444" w="792">
                  <a:moveTo>
                    <a:pt x="507" y="0"/>
                  </a:moveTo>
                  <a:cubicBezTo>
                    <a:pt x="570" y="64"/>
                    <a:pt x="665" y="95"/>
                    <a:pt x="760" y="159"/>
                  </a:cubicBezTo>
                  <a:cubicBezTo>
                    <a:pt x="792" y="190"/>
                    <a:pt x="792" y="222"/>
                    <a:pt x="729" y="254"/>
                  </a:cubicBezTo>
                  <a:cubicBezTo>
                    <a:pt x="634" y="317"/>
                    <a:pt x="539" y="380"/>
                    <a:pt x="412" y="412"/>
                  </a:cubicBezTo>
                  <a:cubicBezTo>
                    <a:pt x="380" y="444"/>
                    <a:pt x="317" y="444"/>
                    <a:pt x="285" y="444"/>
                  </a:cubicBezTo>
                  <a:cubicBezTo>
                    <a:pt x="190" y="380"/>
                    <a:pt x="95" y="349"/>
                    <a:pt x="32" y="285"/>
                  </a:cubicBezTo>
                  <a:cubicBezTo>
                    <a:pt x="0" y="285"/>
                    <a:pt x="0" y="222"/>
                    <a:pt x="32" y="222"/>
                  </a:cubicBezTo>
                  <a:cubicBezTo>
                    <a:pt x="127" y="159"/>
                    <a:pt x="254" y="95"/>
                    <a:pt x="349" y="32"/>
                  </a:cubicBezTo>
                  <a:cubicBezTo>
                    <a:pt x="412" y="0"/>
                    <a:pt x="475" y="0"/>
                    <a:pt x="507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9" name="Google Shape;6229;p41"/>
            <p:cNvSpPr/>
            <p:nvPr/>
          </p:nvSpPr>
          <p:spPr>
            <a:xfrm>
              <a:off x="4843810" y="3941185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7" y="32"/>
                  </a:moveTo>
                  <a:cubicBezTo>
                    <a:pt x="571" y="96"/>
                    <a:pt x="666" y="127"/>
                    <a:pt x="761" y="191"/>
                  </a:cubicBezTo>
                  <a:cubicBezTo>
                    <a:pt x="792" y="222"/>
                    <a:pt x="792" y="254"/>
                    <a:pt x="729" y="286"/>
                  </a:cubicBezTo>
                  <a:cubicBezTo>
                    <a:pt x="634" y="317"/>
                    <a:pt x="539" y="381"/>
                    <a:pt x="412" y="444"/>
                  </a:cubicBezTo>
                  <a:cubicBezTo>
                    <a:pt x="381" y="476"/>
                    <a:pt x="317" y="476"/>
                    <a:pt x="286" y="476"/>
                  </a:cubicBezTo>
                  <a:cubicBezTo>
                    <a:pt x="191" y="412"/>
                    <a:pt x="96" y="381"/>
                    <a:pt x="32" y="317"/>
                  </a:cubicBezTo>
                  <a:cubicBezTo>
                    <a:pt x="0" y="286"/>
                    <a:pt x="0" y="254"/>
                    <a:pt x="32" y="222"/>
                  </a:cubicBezTo>
                  <a:cubicBezTo>
                    <a:pt x="159" y="159"/>
                    <a:pt x="254" y="96"/>
                    <a:pt x="349" y="32"/>
                  </a:cubicBezTo>
                  <a:cubicBezTo>
                    <a:pt x="381" y="32"/>
                    <a:pt x="444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0" name="Google Shape;6230;p41"/>
            <p:cNvSpPr/>
            <p:nvPr/>
          </p:nvSpPr>
          <p:spPr>
            <a:xfrm>
              <a:off x="4826643" y="3951696"/>
              <a:ext cx="32467" cy="18131"/>
            </a:xfrm>
            <a:custGeom>
              <a:rect b="b" l="l" r="r" t="t"/>
              <a:pathLst>
                <a:path extrusionOk="0" h="602" w="1078">
                  <a:moveTo>
                    <a:pt x="507" y="0"/>
                  </a:moveTo>
                  <a:cubicBezTo>
                    <a:pt x="697" y="127"/>
                    <a:pt x="856" y="222"/>
                    <a:pt x="1014" y="317"/>
                  </a:cubicBezTo>
                  <a:cubicBezTo>
                    <a:pt x="1077" y="348"/>
                    <a:pt x="1077" y="380"/>
                    <a:pt x="1014" y="412"/>
                  </a:cubicBezTo>
                  <a:cubicBezTo>
                    <a:pt x="919" y="475"/>
                    <a:pt x="824" y="538"/>
                    <a:pt x="729" y="570"/>
                  </a:cubicBezTo>
                  <a:cubicBezTo>
                    <a:pt x="666" y="602"/>
                    <a:pt x="602" y="602"/>
                    <a:pt x="539" y="602"/>
                  </a:cubicBezTo>
                  <a:cubicBezTo>
                    <a:pt x="380" y="475"/>
                    <a:pt x="222" y="380"/>
                    <a:pt x="32" y="285"/>
                  </a:cubicBezTo>
                  <a:cubicBezTo>
                    <a:pt x="0" y="253"/>
                    <a:pt x="0" y="222"/>
                    <a:pt x="32" y="190"/>
                  </a:cubicBezTo>
                  <a:cubicBezTo>
                    <a:pt x="159" y="127"/>
                    <a:pt x="254" y="95"/>
                    <a:pt x="349" y="32"/>
                  </a:cubicBezTo>
                  <a:cubicBezTo>
                    <a:pt x="412" y="0"/>
                    <a:pt x="475" y="0"/>
                    <a:pt x="507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1" name="Google Shape;6231;p41"/>
            <p:cNvSpPr/>
            <p:nvPr/>
          </p:nvSpPr>
          <p:spPr>
            <a:xfrm>
              <a:off x="4809476" y="3961213"/>
              <a:ext cx="35328" cy="20058"/>
            </a:xfrm>
            <a:custGeom>
              <a:rect b="b" l="l" r="r" t="t"/>
              <a:pathLst>
                <a:path extrusionOk="0" h="666" w="1173">
                  <a:moveTo>
                    <a:pt x="539" y="32"/>
                  </a:moveTo>
                  <a:cubicBezTo>
                    <a:pt x="729" y="159"/>
                    <a:pt x="950" y="254"/>
                    <a:pt x="1140" y="381"/>
                  </a:cubicBezTo>
                  <a:cubicBezTo>
                    <a:pt x="1172" y="412"/>
                    <a:pt x="1172" y="444"/>
                    <a:pt x="1140" y="476"/>
                  </a:cubicBezTo>
                  <a:cubicBezTo>
                    <a:pt x="1014" y="539"/>
                    <a:pt x="919" y="602"/>
                    <a:pt x="824" y="634"/>
                  </a:cubicBezTo>
                  <a:cubicBezTo>
                    <a:pt x="760" y="666"/>
                    <a:pt x="697" y="666"/>
                    <a:pt x="665" y="666"/>
                  </a:cubicBezTo>
                  <a:cubicBezTo>
                    <a:pt x="444" y="539"/>
                    <a:pt x="254" y="412"/>
                    <a:pt x="64" y="286"/>
                  </a:cubicBezTo>
                  <a:cubicBezTo>
                    <a:pt x="0" y="286"/>
                    <a:pt x="32" y="222"/>
                    <a:pt x="64" y="222"/>
                  </a:cubicBezTo>
                  <a:cubicBezTo>
                    <a:pt x="159" y="159"/>
                    <a:pt x="254" y="96"/>
                    <a:pt x="380" y="32"/>
                  </a:cubicBezTo>
                  <a:cubicBezTo>
                    <a:pt x="412" y="1"/>
                    <a:pt x="475" y="1"/>
                    <a:pt x="539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2" name="Google Shape;6232;p41"/>
            <p:cNvSpPr/>
            <p:nvPr/>
          </p:nvSpPr>
          <p:spPr>
            <a:xfrm>
              <a:off x="4793273" y="3970760"/>
              <a:ext cx="42948" cy="25781"/>
            </a:xfrm>
            <a:custGeom>
              <a:rect b="b" l="l" r="r" t="t"/>
              <a:pathLst>
                <a:path extrusionOk="0" h="856" w="1426">
                  <a:moveTo>
                    <a:pt x="507" y="32"/>
                  </a:moveTo>
                  <a:cubicBezTo>
                    <a:pt x="792" y="222"/>
                    <a:pt x="1077" y="380"/>
                    <a:pt x="1393" y="539"/>
                  </a:cubicBezTo>
                  <a:cubicBezTo>
                    <a:pt x="1425" y="570"/>
                    <a:pt x="1425" y="602"/>
                    <a:pt x="1362" y="634"/>
                  </a:cubicBezTo>
                  <a:cubicBezTo>
                    <a:pt x="1267" y="697"/>
                    <a:pt x="1172" y="760"/>
                    <a:pt x="1077" y="824"/>
                  </a:cubicBezTo>
                  <a:cubicBezTo>
                    <a:pt x="1013" y="855"/>
                    <a:pt x="950" y="855"/>
                    <a:pt x="918" y="824"/>
                  </a:cubicBezTo>
                  <a:cubicBezTo>
                    <a:pt x="602" y="665"/>
                    <a:pt x="317" y="475"/>
                    <a:pt x="32" y="317"/>
                  </a:cubicBezTo>
                  <a:cubicBezTo>
                    <a:pt x="0" y="285"/>
                    <a:pt x="0" y="254"/>
                    <a:pt x="32" y="222"/>
                  </a:cubicBezTo>
                  <a:cubicBezTo>
                    <a:pt x="158" y="159"/>
                    <a:pt x="253" y="95"/>
                    <a:pt x="348" y="32"/>
                  </a:cubicBezTo>
                  <a:cubicBezTo>
                    <a:pt x="412" y="0"/>
                    <a:pt x="475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3" name="Google Shape;6233;p41"/>
            <p:cNvSpPr/>
            <p:nvPr/>
          </p:nvSpPr>
          <p:spPr>
            <a:xfrm>
              <a:off x="4776076" y="3981241"/>
              <a:ext cx="27708" cy="16263"/>
            </a:xfrm>
            <a:custGeom>
              <a:rect b="b" l="l" r="r" t="t"/>
              <a:pathLst>
                <a:path extrusionOk="0" h="540" w="920">
                  <a:moveTo>
                    <a:pt x="508" y="1"/>
                  </a:moveTo>
                  <a:cubicBezTo>
                    <a:pt x="634" y="96"/>
                    <a:pt x="761" y="159"/>
                    <a:pt x="888" y="222"/>
                  </a:cubicBezTo>
                  <a:cubicBezTo>
                    <a:pt x="919" y="254"/>
                    <a:pt x="919" y="286"/>
                    <a:pt x="888" y="317"/>
                  </a:cubicBezTo>
                  <a:cubicBezTo>
                    <a:pt x="761" y="381"/>
                    <a:pt x="666" y="444"/>
                    <a:pt x="571" y="507"/>
                  </a:cubicBezTo>
                  <a:cubicBezTo>
                    <a:pt x="508" y="507"/>
                    <a:pt x="444" y="539"/>
                    <a:pt x="413" y="507"/>
                  </a:cubicBezTo>
                  <a:cubicBezTo>
                    <a:pt x="286" y="412"/>
                    <a:pt x="159" y="349"/>
                    <a:pt x="33" y="286"/>
                  </a:cubicBezTo>
                  <a:cubicBezTo>
                    <a:pt x="1" y="254"/>
                    <a:pt x="1" y="222"/>
                    <a:pt x="64" y="191"/>
                  </a:cubicBezTo>
                  <a:cubicBezTo>
                    <a:pt x="159" y="127"/>
                    <a:pt x="254" y="96"/>
                    <a:pt x="349" y="32"/>
                  </a:cubicBezTo>
                  <a:cubicBezTo>
                    <a:pt x="413" y="1"/>
                    <a:pt x="476" y="1"/>
                    <a:pt x="508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4" name="Google Shape;6234;p41"/>
            <p:cNvSpPr/>
            <p:nvPr/>
          </p:nvSpPr>
          <p:spPr>
            <a:xfrm>
              <a:off x="4848569" y="3964074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08" y="32"/>
                  </a:moveTo>
                  <a:cubicBezTo>
                    <a:pt x="603" y="64"/>
                    <a:pt x="698" y="127"/>
                    <a:pt x="761" y="159"/>
                  </a:cubicBezTo>
                  <a:cubicBezTo>
                    <a:pt x="824" y="191"/>
                    <a:pt x="793" y="222"/>
                    <a:pt x="761" y="254"/>
                  </a:cubicBezTo>
                  <a:cubicBezTo>
                    <a:pt x="666" y="317"/>
                    <a:pt x="539" y="381"/>
                    <a:pt x="444" y="444"/>
                  </a:cubicBezTo>
                  <a:cubicBezTo>
                    <a:pt x="413" y="476"/>
                    <a:pt x="349" y="476"/>
                    <a:pt x="286" y="444"/>
                  </a:cubicBezTo>
                  <a:cubicBezTo>
                    <a:pt x="223" y="412"/>
                    <a:pt x="128" y="349"/>
                    <a:pt x="33" y="317"/>
                  </a:cubicBezTo>
                  <a:cubicBezTo>
                    <a:pt x="1" y="286"/>
                    <a:pt x="1" y="222"/>
                    <a:pt x="33" y="222"/>
                  </a:cubicBezTo>
                  <a:cubicBezTo>
                    <a:pt x="159" y="159"/>
                    <a:pt x="254" y="96"/>
                    <a:pt x="349" y="32"/>
                  </a:cubicBezTo>
                  <a:cubicBezTo>
                    <a:pt x="413" y="1"/>
                    <a:pt x="476" y="1"/>
                    <a:pt x="508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5" name="Google Shape;6235;p41"/>
            <p:cNvSpPr/>
            <p:nvPr/>
          </p:nvSpPr>
          <p:spPr>
            <a:xfrm>
              <a:off x="4863839" y="3972658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7" y="32"/>
                  </a:moveTo>
                  <a:cubicBezTo>
                    <a:pt x="602" y="96"/>
                    <a:pt x="666" y="127"/>
                    <a:pt x="761" y="191"/>
                  </a:cubicBezTo>
                  <a:cubicBezTo>
                    <a:pt x="792" y="191"/>
                    <a:pt x="792" y="254"/>
                    <a:pt x="761" y="286"/>
                  </a:cubicBezTo>
                  <a:cubicBezTo>
                    <a:pt x="666" y="317"/>
                    <a:pt x="539" y="381"/>
                    <a:pt x="444" y="444"/>
                  </a:cubicBezTo>
                  <a:cubicBezTo>
                    <a:pt x="412" y="476"/>
                    <a:pt x="317" y="476"/>
                    <a:pt x="286" y="476"/>
                  </a:cubicBezTo>
                  <a:cubicBezTo>
                    <a:pt x="191" y="412"/>
                    <a:pt x="127" y="349"/>
                    <a:pt x="32" y="317"/>
                  </a:cubicBezTo>
                  <a:cubicBezTo>
                    <a:pt x="1" y="286"/>
                    <a:pt x="1" y="254"/>
                    <a:pt x="32" y="222"/>
                  </a:cubicBezTo>
                  <a:cubicBezTo>
                    <a:pt x="159" y="159"/>
                    <a:pt x="254" y="96"/>
                    <a:pt x="349" y="32"/>
                  </a:cubicBezTo>
                  <a:cubicBezTo>
                    <a:pt x="381" y="1"/>
                    <a:pt x="476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6" name="Google Shape;6236;p41"/>
            <p:cNvSpPr/>
            <p:nvPr/>
          </p:nvSpPr>
          <p:spPr>
            <a:xfrm>
              <a:off x="4879108" y="3981241"/>
              <a:ext cx="23853" cy="14336"/>
            </a:xfrm>
            <a:custGeom>
              <a:rect b="b" l="l" r="r" t="t"/>
              <a:pathLst>
                <a:path extrusionOk="0" h="476" w="792">
                  <a:moveTo>
                    <a:pt x="507" y="32"/>
                  </a:moveTo>
                  <a:cubicBezTo>
                    <a:pt x="602" y="96"/>
                    <a:pt x="665" y="127"/>
                    <a:pt x="760" y="191"/>
                  </a:cubicBezTo>
                  <a:cubicBezTo>
                    <a:pt x="792" y="222"/>
                    <a:pt x="792" y="254"/>
                    <a:pt x="760" y="286"/>
                  </a:cubicBezTo>
                  <a:cubicBezTo>
                    <a:pt x="665" y="349"/>
                    <a:pt x="539" y="412"/>
                    <a:pt x="444" y="476"/>
                  </a:cubicBezTo>
                  <a:cubicBezTo>
                    <a:pt x="412" y="476"/>
                    <a:pt x="317" y="476"/>
                    <a:pt x="285" y="476"/>
                  </a:cubicBezTo>
                  <a:cubicBezTo>
                    <a:pt x="190" y="412"/>
                    <a:pt x="127" y="381"/>
                    <a:pt x="32" y="317"/>
                  </a:cubicBezTo>
                  <a:cubicBezTo>
                    <a:pt x="0" y="286"/>
                    <a:pt x="0" y="254"/>
                    <a:pt x="32" y="222"/>
                  </a:cubicBezTo>
                  <a:cubicBezTo>
                    <a:pt x="159" y="159"/>
                    <a:pt x="254" y="96"/>
                    <a:pt x="349" y="32"/>
                  </a:cubicBezTo>
                  <a:cubicBezTo>
                    <a:pt x="380" y="32"/>
                    <a:pt x="475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7" name="Google Shape;6237;p41"/>
            <p:cNvSpPr/>
            <p:nvPr/>
          </p:nvSpPr>
          <p:spPr>
            <a:xfrm>
              <a:off x="4894348" y="3990789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8" y="0"/>
                  </a:moveTo>
                  <a:cubicBezTo>
                    <a:pt x="603" y="64"/>
                    <a:pt x="666" y="95"/>
                    <a:pt x="761" y="159"/>
                  </a:cubicBezTo>
                  <a:cubicBezTo>
                    <a:pt x="793" y="190"/>
                    <a:pt x="793" y="222"/>
                    <a:pt x="761" y="254"/>
                  </a:cubicBezTo>
                  <a:cubicBezTo>
                    <a:pt x="666" y="317"/>
                    <a:pt x="539" y="381"/>
                    <a:pt x="444" y="444"/>
                  </a:cubicBezTo>
                  <a:cubicBezTo>
                    <a:pt x="413" y="476"/>
                    <a:pt x="318" y="476"/>
                    <a:pt x="286" y="444"/>
                  </a:cubicBezTo>
                  <a:cubicBezTo>
                    <a:pt x="191" y="381"/>
                    <a:pt x="128" y="349"/>
                    <a:pt x="33" y="286"/>
                  </a:cubicBezTo>
                  <a:cubicBezTo>
                    <a:pt x="1" y="254"/>
                    <a:pt x="1" y="222"/>
                    <a:pt x="33" y="190"/>
                  </a:cubicBezTo>
                  <a:cubicBezTo>
                    <a:pt x="128" y="127"/>
                    <a:pt x="254" y="95"/>
                    <a:pt x="349" y="32"/>
                  </a:cubicBezTo>
                  <a:cubicBezTo>
                    <a:pt x="381" y="0"/>
                    <a:pt x="476" y="0"/>
                    <a:pt x="508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8" name="Google Shape;6238;p41"/>
            <p:cNvSpPr/>
            <p:nvPr/>
          </p:nvSpPr>
          <p:spPr>
            <a:xfrm>
              <a:off x="4908653" y="3999372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39" y="32"/>
                  </a:moveTo>
                  <a:cubicBezTo>
                    <a:pt x="603" y="64"/>
                    <a:pt x="698" y="127"/>
                    <a:pt x="793" y="159"/>
                  </a:cubicBezTo>
                  <a:cubicBezTo>
                    <a:pt x="824" y="191"/>
                    <a:pt x="824" y="222"/>
                    <a:pt x="793" y="254"/>
                  </a:cubicBezTo>
                  <a:cubicBezTo>
                    <a:pt x="666" y="317"/>
                    <a:pt x="571" y="381"/>
                    <a:pt x="476" y="444"/>
                  </a:cubicBezTo>
                  <a:cubicBezTo>
                    <a:pt x="413" y="476"/>
                    <a:pt x="349" y="476"/>
                    <a:pt x="318" y="444"/>
                  </a:cubicBezTo>
                  <a:cubicBezTo>
                    <a:pt x="223" y="381"/>
                    <a:pt x="128" y="349"/>
                    <a:pt x="64" y="286"/>
                  </a:cubicBezTo>
                  <a:cubicBezTo>
                    <a:pt x="1" y="286"/>
                    <a:pt x="33" y="222"/>
                    <a:pt x="64" y="191"/>
                  </a:cubicBezTo>
                  <a:cubicBezTo>
                    <a:pt x="159" y="159"/>
                    <a:pt x="286" y="96"/>
                    <a:pt x="381" y="32"/>
                  </a:cubicBezTo>
                  <a:cubicBezTo>
                    <a:pt x="413" y="1"/>
                    <a:pt x="476" y="1"/>
                    <a:pt x="539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9" name="Google Shape;6239;p41"/>
            <p:cNvSpPr/>
            <p:nvPr/>
          </p:nvSpPr>
          <p:spPr>
            <a:xfrm>
              <a:off x="4923923" y="4007956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39" y="32"/>
                  </a:moveTo>
                  <a:cubicBezTo>
                    <a:pt x="602" y="64"/>
                    <a:pt x="697" y="127"/>
                    <a:pt x="792" y="191"/>
                  </a:cubicBezTo>
                  <a:cubicBezTo>
                    <a:pt x="824" y="191"/>
                    <a:pt x="824" y="254"/>
                    <a:pt x="761" y="254"/>
                  </a:cubicBezTo>
                  <a:cubicBezTo>
                    <a:pt x="666" y="317"/>
                    <a:pt x="571" y="381"/>
                    <a:pt x="476" y="444"/>
                  </a:cubicBezTo>
                  <a:cubicBezTo>
                    <a:pt x="412" y="476"/>
                    <a:pt x="349" y="476"/>
                    <a:pt x="317" y="444"/>
                  </a:cubicBezTo>
                  <a:cubicBezTo>
                    <a:pt x="222" y="412"/>
                    <a:pt x="127" y="349"/>
                    <a:pt x="64" y="317"/>
                  </a:cubicBezTo>
                  <a:cubicBezTo>
                    <a:pt x="1" y="286"/>
                    <a:pt x="1" y="254"/>
                    <a:pt x="64" y="222"/>
                  </a:cubicBezTo>
                  <a:cubicBezTo>
                    <a:pt x="159" y="159"/>
                    <a:pt x="254" y="96"/>
                    <a:pt x="381" y="32"/>
                  </a:cubicBezTo>
                  <a:cubicBezTo>
                    <a:pt x="412" y="1"/>
                    <a:pt x="476" y="1"/>
                    <a:pt x="539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0" name="Google Shape;6240;p41"/>
            <p:cNvSpPr/>
            <p:nvPr/>
          </p:nvSpPr>
          <p:spPr>
            <a:xfrm>
              <a:off x="4939193" y="4016539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07" y="32"/>
                  </a:moveTo>
                  <a:cubicBezTo>
                    <a:pt x="602" y="96"/>
                    <a:pt x="697" y="127"/>
                    <a:pt x="792" y="191"/>
                  </a:cubicBezTo>
                  <a:cubicBezTo>
                    <a:pt x="824" y="191"/>
                    <a:pt x="824" y="254"/>
                    <a:pt x="760" y="286"/>
                  </a:cubicBezTo>
                  <a:cubicBezTo>
                    <a:pt x="665" y="317"/>
                    <a:pt x="570" y="381"/>
                    <a:pt x="475" y="444"/>
                  </a:cubicBezTo>
                  <a:cubicBezTo>
                    <a:pt x="412" y="476"/>
                    <a:pt x="349" y="476"/>
                    <a:pt x="317" y="476"/>
                  </a:cubicBezTo>
                  <a:cubicBezTo>
                    <a:pt x="222" y="412"/>
                    <a:pt x="127" y="349"/>
                    <a:pt x="32" y="317"/>
                  </a:cubicBezTo>
                  <a:cubicBezTo>
                    <a:pt x="0" y="286"/>
                    <a:pt x="0" y="254"/>
                    <a:pt x="64" y="222"/>
                  </a:cubicBezTo>
                  <a:cubicBezTo>
                    <a:pt x="159" y="159"/>
                    <a:pt x="254" y="96"/>
                    <a:pt x="349" y="32"/>
                  </a:cubicBezTo>
                  <a:cubicBezTo>
                    <a:pt x="412" y="1"/>
                    <a:pt x="475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1" name="Google Shape;6241;p41"/>
            <p:cNvSpPr/>
            <p:nvPr/>
          </p:nvSpPr>
          <p:spPr>
            <a:xfrm>
              <a:off x="4954462" y="4025123"/>
              <a:ext cx="24817" cy="15300"/>
            </a:xfrm>
            <a:custGeom>
              <a:rect b="b" l="l" r="r" t="t"/>
              <a:pathLst>
                <a:path extrusionOk="0" h="508" w="824">
                  <a:moveTo>
                    <a:pt x="507" y="32"/>
                  </a:moveTo>
                  <a:cubicBezTo>
                    <a:pt x="602" y="96"/>
                    <a:pt x="697" y="127"/>
                    <a:pt x="792" y="191"/>
                  </a:cubicBezTo>
                  <a:cubicBezTo>
                    <a:pt x="824" y="222"/>
                    <a:pt x="824" y="254"/>
                    <a:pt x="760" y="286"/>
                  </a:cubicBezTo>
                  <a:cubicBezTo>
                    <a:pt x="665" y="349"/>
                    <a:pt x="570" y="412"/>
                    <a:pt x="475" y="476"/>
                  </a:cubicBezTo>
                  <a:cubicBezTo>
                    <a:pt x="412" y="476"/>
                    <a:pt x="348" y="507"/>
                    <a:pt x="317" y="476"/>
                  </a:cubicBezTo>
                  <a:cubicBezTo>
                    <a:pt x="222" y="412"/>
                    <a:pt x="127" y="381"/>
                    <a:pt x="32" y="317"/>
                  </a:cubicBezTo>
                  <a:cubicBezTo>
                    <a:pt x="0" y="286"/>
                    <a:pt x="0" y="254"/>
                    <a:pt x="63" y="222"/>
                  </a:cubicBezTo>
                  <a:cubicBezTo>
                    <a:pt x="158" y="159"/>
                    <a:pt x="253" y="96"/>
                    <a:pt x="380" y="32"/>
                  </a:cubicBezTo>
                  <a:cubicBezTo>
                    <a:pt x="412" y="32"/>
                    <a:pt x="475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2" name="Google Shape;6242;p41"/>
            <p:cNvSpPr/>
            <p:nvPr/>
          </p:nvSpPr>
          <p:spPr>
            <a:xfrm>
              <a:off x="4969702" y="4034670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08" y="0"/>
                  </a:moveTo>
                  <a:cubicBezTo>
                    <a:pt x="603" y="64"/>
                    <a:pt x="698" y="127"/>
                    <a:pt x="793" y="159"/>
                  </a:cubicBezTo>
                  <a:cubicBezTo>
                    <a:pt x="824" y="190"/>
                    <a:pt x="824" y="222"/>
                    <a:pt x="761" y="254"/>
                  </a:cubicBezTo>
                  <a:cubicBezTo>
                    <a:pt x="666" y="317"/>
                    <a:pt x="571" y="380"/>
                    <a:pt x="476" y="444"/>
                  </a:cubicBezTo>
                  <a:cubicBezTo>
                    <a:pt x="413" y="475"/>
                    <a:pt x="349" y="475"/>
                    <a:pt x="318" y="444"/>
                  </a:cubicBezTo>
                  <a:cubicBezTo>
                    <a:pt x="222" y="380"/>
                    <a:pt x="127" y="349"/>
                    <a:pt x="32" y="285"/>
                  </a:cubicBezTo>
                  <a:cubicBezTo>
                    <a:pt x="1" y="285"/>
                    <a:pt x="1" y="222"/>
                    <a:pt x="64" y="190"/>
                  </a:cubicBezTo>
                  <a:cubicBezTo>
                    <a:pt x="159" y="159"/>
                    <a:pt x="254" y="95"/>
                    <a:pt x="349" y="32"/>
                  </a:cubicBezTo>
                  <a:cubicBezTo>
                    <a:pt x="413" y="0"/>
                    <a:pt x="476" y="0"/>
                    <a:pt x="508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3" name="Google Shape;6243;p41"/>
            <p:cNvSpPr/>
            <p:nvPr/>
          </p:nvSpPr>
          <p:spPr>
            <a:xfrm>
              <a:off x="4984971" y="4043253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07" y="32"/>
                  </a:moveTo>
                  <a:cubicBezTo>
                    <a:pt x="602" y="64"/>
                    <a:pt x="697" y="127"/>
                    <a:pt x="761" y="159"/>
                  </a:cubicBezTo>
                  <a:cubicBezTo>
                    <a:pt x="824" y="190"/>
                    <a:pt x="824" y="222"/>
                    <a:pt x="761" y="254"/>
                  </a:cubicBezTo>
                  <a:cubicBezTo>
                    <a:pt x="666" y="317"/>
                    <a:pt x="571" y="380"/>
                    <a:pt x="444" y="444"/>
                  </a:cubicBezTo>
                  <a:cubicBezTo>
                    <a:pt x="412" y="475"/>
                    <a:pt x="349" y="475"/>
                    <a:pt x="286" y="444"/>
                  </a:cubicBezTo>
                  <a:cubicBezTo>
                    <a:pt x="222" y="412"/>
                    <a:pt x="127" y="349"/>
                    <a:pt x="32" y="285"/>
                  </a:cubicBezTo>
                  <a:cubicBezTo>
                    <a:pt x="1" y="285"/>
                    <a:pt x="1" y="222"/>
                    <a:pt x="64" y="222"/>
                  </a:cubicBezTo>
                  <a:cubicBezTo>
                    <a:pt x="159" y="159"/>
                    <a:pt x="254" y="95"/>
                    <a:pt x="349" y="32"/>
                  </a:cubicBezTo>
                  <a:cubicBezTo>
                    <a:pt x="412" y="0"/>
                    <a:pt x="476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4" name="Google Shape;6244;p41"/>
            <p:cNvSpPr/>
            <p:nvPr/>
          </p:nvSpPr>
          <p:spPr>
            <a:xfrm>
              <a:off x="5000241" y="4051837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07" y="32"/>
                  </a:moveTo>
                  <a:cubicBezTo>
                    <a:pt x="602" y="64"/>
                    <a:pt x="697" y="127"/>
                    <a:pt x="760" y="190"/>
                  </a:cubicBezTo>
                  <a:cubicBezTo>
                    <a:pt x="824" y="190"/>
                    <a:pt x="824" y="254"/>
                    <a:pt x="760" y="254"/>
                  </a:cubicBezTo>
                  <a:cubicBezTo>
                    <a:pt x="665" y="317"/>
                    <a:pt x="570" y="380"/>
                    <a:pt x="444" y="444"/>
                  </a:cubicBezTo>
                  <a:cubicBezTo>
                    <a:pt x="412" y="475"/>
                    <a:pt x="349" y="475"/>
                    <a:pt x="285" y="444"/>
                  </a:cubicBezTo>
                  <a:cubicBezTo>
                    <a:pt x="222" y="412"/>
                    <a:pt x="127" y="349"/>
                    <a:pt x="32" y="317"/>
                  </a:cubicBezTo>
                  <a:cubicBezTo>
                    <a:pt x="0" y="285"/>
                    <a:pt x="0" y="222"/>
                    <a:pt x="64" y="222"/>
                  </a:cubicBezTo>
                  <a:cubicBezTo>
                    <a:pt x="159" y="159"/>
                    <a:pt x="254" y="95"/>
                    <a:pt x="349" y="32"/>
                  </a:cubicBezTo>
                  <a:cubicBezTo>
                    <a:pt x="412" y="0"/>
                    <a:pt x="475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5" name="Google Shape;6245;p41"/>
            <p:cNvSpPr/>
            <p:nvPr/>
          </p:nvSpPr>
          <p:spPr>
            <a:xfrm>
              <a:off x="5015480" y="4060420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08" y="32"/>
                  </a:moveTo>
                  <a:cubicBezTo>
                    <a:pt x="603" y="95"/>
                    <a:pt x="698" y="127"/>
                    <a:pt x="761" y="190"/>
                  </a:cubicBezTo>
                  <a:cubicBezTo>
                    <a:pt x="824" y="222"/>
                    <a:pt x="793" y="254"/>
                    <a:pt x="761" y="285"/>
                  </a:cubicBezTo>
                  <a:cubicBezTo>
                    <a:pt x="666" y="349"/>
                    <a:pt x="539" y="412"/>
                    <a:pt x="444" y="444"/>
                  </a:cubicBezTo>
                  <a:cubicBezTo>
                    <a:pt x="413" y="475"/>
                    <a:pt x="349" y="475"/>
                    <a:pt x="286" y="475"/>
                  </a:cubicBezTo>
                  <a:cubicBezTo>
                    <a:pt x="223" y="412"/>
                    <a:pt x="128" y="349"/>
                    <a:pt x="33" y="317"/>
                  </a:cubicBezTo>
                  <a:cubicBezTo>
                    <a:pt x="1" y="285"/>
                    <a:pt x="1" y="254"/>
                    <a:pt x="33" y="222"/>
                  </a:cubicBezTo>
                  <a:cubicBezTo>
                    <a:pt x="159" y="159"/>
                    <a:pt x="254" y="95"/>
                    <a:pt x="349" y="32"/>
                  </a:cubicBezTo>
                  <a:cubicBezTo>
                    <a:pt x="413" y="0"/>
                    <a:pt x="476" y="0"/>
                    <a:pt x="508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6" name="Google Shape;6246;p41"/>
            <p:cNvSpPr/>
            <p:nvPr/>
          </p:nvSpPr>
          <p:spPr>
            <a:xfrm>
              <a:off x="4836191" y="3976483"/>
              <a:ext cx="23853" cy="14336"/>
            </a:xfrm>
            <a:custGeom>
              <a:rect b="b" l="l" r="r" t="t"/>
              <a:pathLst>
                <a:path extrusionOk="0" h="476" w="792">
                  <a:moveTo>
                    <a:pt x="507" y="32"/>
                  </a:moveTo>
                  <a:cubicBezTo>
                    <a:pt x="602" y="64"/>
                    <a:pt x="665" y="127"/>
                    <a:pt x="760" y="159"/>
                  </a:cubicBezTo>
                  <a:cubicBezTo>
                    <a:pt x="792" y="190"/>
                    <a:pt x="792" y="222"/>
                    <a:pt x="760" y="254"/>
                  </a:cubicBezTo>
                  <a:cubicBezTo>
                    <a:pt x="665" y="317"/>
                    <a:pt x="539" y="380"/>
                    <a:pt x="444" y="444"/>
                  </a:cubicBezTo>
                  <a:cubicBezTo>
                    <a:pt x="412" y="475"/>
                    <a:pt x="317" y="475"/>
                    <a:pt x="285" y="444"/>
                  </a:cubicBezTo>
                  <a:cubicBezTo>
                    <a:pt x="190" y="412"/>
                    <a:pt x="127" y="349"/>
                    <a:pt x="32" y="285"/>
                  </a:cubicBezTo>
                  <a:cubicBezTo>
                    <a:pt x="0" y="285"/>
                    <a:pt x="0" y="222"/>
                    <a:pt x="32" y="222"/>
                  </a:cubicBezTo>
                  <a:cubicBezTo>
                    <a:pt x="127" y="159"/>
                    <a:pt x="253" y="95"/>
                    <a:pt x="349" y="32"/>
                  </a:cubicBezTo>
                  <a:cubicBezTo>
                    <a:pt x="380" y="0"/>
                    <a:pt x="475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7" name="Google Shape;6247;p41"/>
            <p:cNvSpPr/>
            <p:nvPr/>
          </p:nvSpPr>
          <p:spPr>
            <a:xfrm>
              <a:off x="4851430" y="3985066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8" y="32"/>
                  </a:moveTo>
                  <a:cubicBezTo>
                    <a:pt x="603" y="64"/>
                    <a:pt x="666" y="127"/>
                    <a:pt x="761" y="190"/>
                  </a:cubicBezTo>
                  <a:cubicBezTo>
                    <a:pt x="793" y="190"/>
                    <a:pt x="793" y="254"/>
                    <a:pt x="761" y="254"/>
                  </a:cubicBezTo>
                  <a:cubicBezTo>
                    <a:pt x="634" y="317"/>
                    <a:pt x="539" y="380"/>
                    <a:pt x="444" y="444"/>
                  </a:cubicBezTo>
                  <a:cubicBezTo>
                    <a:pt x="381" y="476"/>
                    <a:pt x="318" y="476"/>
                    <a:pt x="286" y="444"/>
                  </a:cubicBezTo>
                  <a:cubicBezTo>
                    <a:pt x="191" y="412"/>
                    <a:pt x="128" y="349"/>
                    <a:pt x="33" y="317"/>
                  </a:cubicBezTo>
                  <a:cubicBezTo>
                    <a:pt x="1" y="285"/>
                    <a:pt x="1" y="254"/>
                    <a:pt x="33" y="222"/>
                  </a:cubicBezTo>
                  <a:cubicBezTo>
                    <a:pt x="128" y="159"/>
                    <a:pt x="254" y="95"/>
                    <a:pt x="349" y="32"/>
                  </a:cubicBezTo>
                  <a:cubicBezTo>
                    <a:pt x="381" y="0"/>
                    <a:pt x="444" y="0"/>
                    <a:pt x="508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8" name="Google Shape;6248;p41"/>
            <p:cNvSpPr/>
            <p:nvPr/>
          </p:nvSpPr>
          <p:spPr>
            <a:xfrm>
              <a:off x="4865736" y="3993650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39" y="32"/>
                  </a:moveTo>
                  <a:cubicBezTo>
                    <a:pt x="603" y="95"/>
                    <a:pt x="698" y="127"/>
                    <a:pt x="793" y="191"/>
                  </a:cubicBezTo>
                  <a:cubicBezTo>
                    <a:pt x="824" y="191"/>
                    <a:pt x="824" y="254"/>
                    <a:pt x="793" y="286"/>
                  </a:cubicBezTo>
                  <a:cubicBezTo>
                    <a:pt x="666" y="317"/>
                    <a:pt x="571" y="381"/>
                    <a:pt x="476" y="444"/>
                  </a:cubicBezTo>
                  <a:cubicBezTo>
                    <a:pt x="413" y="476"/>
                    <a:pt x="349" y="476"/>
                    <a:pt x="318" y="476"/>
                  </a:cubicBezTo>
                  <a:cubicBezTo>
                    <a:pt x="223" y="412"/>
                    <a:pt x="128" y="349"/>
                    <a:pt x="64" y="317"/>
                  </a:cubicBezTo>
                  <a:cubicBezTo>
                    <a:pt x="1" y="286"/>
                    <a:pt x="33" y="254"/>
                    <a:pt x="64" y="222"/>
                  </a:cubicBezTo>
                  <a:cubicBezTo>
                    <a:pt x="159" y="159"/>
                    <a:pt x="286" y="95"/>
                    <a:pt x="381" y="32"/>
                  </a:cubicBezTo>
                  <a:cubicBezTo>
                    <a:pt x="413" y="0"/>
                    <a:pt x="476" y="0"/>
                    <a:pt x="539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9" name="Google Shape;6249;p41"/>
            <p:cNvSpPr/>
            <p:nvPr/>
          </p:nvSpPr>
          <p:spPr>
            <a:xfrm>
              <a:off x="4881006" y="4002233"/>
              <a:ext cx="24817" cy="15300"/>
            </a:xfrm>
            <a:custGeom>
              <a:rect b="b" l="l" r="r" t="t"/>
              <a:pathLst>
                <a:path extrusionOk="0" h="508" w="824">
                  <a:moveTo>
                    <a:pt x="539" y="32"/>
                  </a:moveTo>
                  <a:cubicBezTo>
                    <a:pt x="602" y="96"/>
                    <a:pt x="697" y="127"/>
                    <a:pt x="792" y="191"/>
                  </a:cubicBezTo>
                  <a:cubicBezTo>
                    <a:pt x="824" y="222"/>
                    <a:pt x="824" y="254"/>
                    <a:pt x="761" y="286"/>
                  </a:cubicBezTo>
                  <a:cubicBezTo>
                    <a:pt x="666" y="349"/>
                    <a:pt x="571" y="412"/>
                    <a:pt x="476" y="476"/>
                  </a:cubicBezTo>
                  <a:cubicBezTo>
                    <a:pt x="412" y="476"/>
                    <a:pt x="349" y="507"/>
                    <a:pt x="317" y="476"/>
                  </a:cubicBezTo>
                  <a:cubicBezTo>
                    <a:pt x="222" y="412"/>
                    <a:pt x="127" y="381"/>
                    <a:pt x="64" y="317"/>
                  </a:cubicBezTo>
                  <a:cubicBezTo>
                    <a:pt x="1" y="286"/>
                    <a:pt x="1" y="254"/>
                    <a:pt x="64" y="222"/>
                  </a:cubicBezTo>
                  <a:cubicBezTo>
                    <a:pt x="159" y="159"/>
                    <a:pt x="254" y="96"/>
                    <a:pt x="381" y="32"/>
                  </a:cubicBezTo>
                  <a:cubicBezTo>
                    <a:pt x="412" y="32"/>
                    <a:pt x="476" y="1"/>
                    <a:pt x="539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0" name="Google Shape;6250;p41"/>
            <p:cNvSpPr/>
            <p:nvPr/>
          </p:nvSpPr>
          <p:spPr>
            <a:xfrm>
              <a:off x="4896275" y="4011780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39" y="0"/>
                  </a:moveTo>
                  <a:cubicBezTo>
                    <a:pt x="602" y="64"/>
                    <a:pt x="697" y="127"/>
                    <a:pt x="792" y="159"/>
                  </a:cubicBezTo>
                  <a:cubicBezTo>
                    <a:pt x="824" y="190"/>
                    <a:pt x="824" y="222"/>
                    <a:pt x="760" y="254"/>
                  </a:cubicBezTo>
                  <a:cubicBezTo>
                    <a:pt x="665" y="317"/>
                    <a:pt x="570" y="380"/>
                    <a:pt x="475" y="444"/>
                  </a:cubicBezTo>
                  <a:cubicBezTo>
                    <a:pt x="412" y="475"/>
                    <a:pt x="349" y="475"/>
                    <a:pt x="317" y="444"/>
                  </a:cubicBezTo>
                  <a:cubicBezTo>
                    <a:pt x="222" y="380"/>
                    <a:pt x="127" y="349"/>
                    <a:pt x="64" y="285"/>
                  </a:cubicBezTo>
                  <a:cubicBezTo>
                    <a:pt x="0" y="285"/>
                    <a:pt x="0" y="222"/>
                    <a:pt x="64" y="190"/>
                  </a:cubicBezTo>
                  <a:cubicBezTo>
                    <a:pt x="159" y="159"/>
                    <a:pt x="254" y="95"/>
                    <a:pt x="380" y="32"/>
                  </a:cubicBezTo>
                  <a:cubicBezTo>
                    <a:pt x="412" y="0"/>
                    <a:pt x="475" y="0"/>
                    <a:pt x="539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1" name="Google Shape;6251;p41"/>
            <p:cNvSpPr/>
            <p:nvPr/>
          </p:nvSpPr>
          <p:spPr>
            <a:xfrm>
              <a:off x="4911545" y="4020364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07" y="32"/>
                  </a:moveTo>
                  <a:cubicBezTo>
                    <a:pt x="602" y="64"/>
                    <a:pt x="697" y="127"/>
                    <a:pt x="792" y="159"/>
                  </a:cubicBezTo>
                  <a:cubicBezTo>
                    <a:pt x="823" y="190"/>
                    <a:pt x="823" y="222"/>
                    <a:pt x="760" y="254"/>
                  </a:cubicBezTo>
                  <a:cubicBezTo>
                    <a:pt x="665" y="317"/>
                    <a:pt x="570" y="380"/>
                    <a:pt x="475" y="444"/>
                  </a:cubicBezTo>
                  <a:cubicBezTo>
                    <a:pt x="412" y="475"/>
                    <a:pt x="348" y="475"/>
                    <a:pt x="317" y="444"/>
                  </a:cubicBezTo>
                  <a:cubicBezTo>
                    <a:pt x="222" y="412"/>
                    <a:pt x="127" y="349"/>
                    <a:pt x="32" y="285"/>
                  </a:cubicBezTo>
                  <a:cubicBezTo>
                    <a:pt x="0" y="285"/>
                    <a:pt x="0" y="222"/>
                    <a:pt x="63" y="222"/>
                  </a:cubicBezTo>
                  <a:cubicBezTo>
                    <a:pt x="158" y="159"/>
                    <a:pt x="253" y="95"/>
                    <a:pt x="348" y="32"/>
                  </a:cubicBezTo>
                  <a:cubicBezTo>
                    <a:pt x="412" y="0"/>
                    <a:pt x="475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2" name="Google Shape;6252;p41"/>
            <p:cNvSpPr/>
            <p:nvPr/>
          </p:nvSpPr>
          <p:spPr>
            <a:xfrm>
              <a:off x="4926784" y="4028947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07" y="32"/>
                  </a:moveTo>
                  <a:cubicBezTo>
                    <a:pt x="602" y="64"/>
                    <a:pt x="697" y="127"/>
                    <a:pt x="792" y="190"/>
                  </a:cubicBezTo>
                  <a:cubicBezTo>
                    <a:pt x="824" y="190"/>
                    <a:pt x="824" y="254"/>
                    <a:pt x="761" y="254"/>
                  </a:cubicBezTo>
                  <a:cubicBezTo>
                    <a:pt x="666" y="317"/>
                    <a:pt x="571" y="380"/>
                    <a:pt x="444" y="444"/>
                  </a:cubicBezTo>
                  <a:cubicBezTo>
                    <a:pt x="412" y="475"/>
                    <a:pt x="349" y="475"/>
                    <a:pt x="317" y="444"/>
                  </a:cubicBezTo>
                  <a:cubicBezTo>
                    <a:pt x="222" y="412"/>
                    <a:pt x="127" y="349"/>
                    <a:pt x="32" y="317"/>
                  </a:cubicBezTo>
                  <a:cubicBezTo>
                    <a:pt x="1" y="285"/>
                    <a:pt x="1" y="254"/>
                    <a:pt x="64" y="222"/>
                  </a:cubicBezTo>
                  <a:cubicBezTo>
                    <a:pt x="159" y="159"/>
                    <a:pt x="254" y="95"/>
                    <a:pt x="349" y="32"/>
                  </a:cubicBezTo>
                  <a:cubicBezTo>
                    <a:pt x="412" y="0"/>
                    <a:pt x="476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3" name="Google Shape;6253;p41"/>
            <p:cNvSpPr/>
            <p:nvPr/>
          </p:nvSpPr>
          <p:spPr>
            <a:xfrm>
              <a:off x="4942054" y="4037531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07" y="32"/>
                  </a:moveTo>
                  <a:cubicBezTo>
                    <a:pt x="602" y="95"/>
                    <a:pt x="697" y="127"/>
                    <a:pt x="760" y="190"/>
                  </a:cubicBezTo>
                  <a:cubicBezTo>
                    <a:pt x="824" y="222"/>
                    <a:pt x="824" y="254"/>
                    <a:pt x="760" y="285"/>
                  </a:cubicBezTo>
                  <a:cubicBezTo>
                    <a:pt x="665" y="349"/>
                    <a:pt x="570" y="380"/>
                    <a:pt x="444" y="444"/>
                  </a:cubicBezTo>
                  <a:cubicBezTo>
                    <a:pt x="412" y="475"/>
                    <a:pt x="349" y="475"/>
                    <a:pt x="285" y="475"/>
                  </a:cubicBezTo>
                  <a:cubicBezTo>
                    <a:pt x="222" y="412"/>
                    <a:pt x="127" y="349"/>
                    <a:pt x="32" y="317"/>
                  </a:cubicBezTo>
                  <a:cubicBezTo>
                    <a:pt x="0" y="285"/>
                    <a:pt x="0" y="254"/>
                    <a:pt x="64" y="222"/>
                  </a:cubicBezTo>
                  <a:cubicBezTo>
                    <a:pt x="159" y="159"/>
                    <a:pt x="254" y="95"/>
                    <a:pt x="349" y="32"/>
                  </a:cubicBezTo>
                  <a:cubicBezTo>
                    <a:pt x="412" y="0"/>
                    <a:pt x="475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4" name="Google Shape;6254;p41"/>
            <p:cNvSpPr/>
            <p:nvPr/>
          </p:nvSpPr>
          <p:spPr>
            <a:xfrm>
              <a:off x="4957323" y="4047048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07" y="1"/>
                  </a:moveTo>
                  <a:cubicBezTo>
                    <a:pt x="602" y="64"/>
                    <a:pt x="697" y="96"/>
                    <a:pt x="760" y="159"/>
                  </a:cubicBezTo>
                  <a:cubicBezTo>
                    <a:pt x="824" y="191"/>
                    <a:pt x="824" y="223"/>
                    <a:pt x="760" y="254"/>
                  </a:cubicBezTo>
                  <a:cubicBezTo>
                    <a:pt x="665" y="318"/>
                    <a:pt x="570" y="381"/>
                    <a:pt x="443" y="444"/>
                  </a:cubicBezTo>
                  <a:cubicBezTo>
                    <a:pt x="412" y="476"/>
                    <a:pt x="348" y="476"/>
                    <a:pt x="285" y="444"/>
                  </a:cubicBezTo>
                  <a:cubicBezTo>
                    <a:pt x="222" y="381"/>
                    <a:pt x="127" y="349"/>
                    <a:pt x="32" y="286"/>
                  </a:cubicBezTo>
                  <a:cubicBezTo>
                    <a:pt x="0" y="254"/>
                    <a:pt x="0" y="223"/>
                    <a:pt x="63" y="191"/>
                  </a:cubicBezTo>
                  <a:cubicBezTo>
                    <a:pt x="158" y="128"/>
                    <a:pt x="253" y="64"/>
                    <a:pt x="348" y="33"/>
                  </a:cubicBezTo>
                  <a:cubicBezTo>
                    <a:pt x="412" y="1"/>
                    <a:pt x="475" y="1"/>
                    <a:pt x="507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5" name="Google Shape;6255;p41"/>
            <p:cNvSpPr/>
            <p:nvPr/>
          </p:nvSpPr>
          <p:spPr>
            <a:xfrm>
              <a:off x="4972563" y="4055632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08" y="1"/>
                  </a:moveTo>
                  <a:cubicBezTo>
                    <a:pt x="603" y="64"/>
                    <a:pt x="698" y="128"/>
                    <a:pt x="761" y="159"/>
                  </a:cubicBezTo>
                  <a:cubicBezTo>
                    <a:pt x="824" y="191"/>
                    <a:pt x="793" y="223"/>
                    <a:pt x="761" y="254"/>
                  </a:cubicBezTo>
                  <a:cubicBezTo>
                    <a:pt x="666" y="318"/>
                    <a:pt x="571" y="381"/>
                    <a:pt x="444" y="444"/>
                  </a:cubicBezTo>
                  <a:cubicBezTo>
                    <a:pt x="413" y="476"/>
                    <a:pt x="349" y="476"/>
                    <a:pt x="286" y="444"/>
                  </a:cubicBezTo>
                  <a:cubicBezTo>
                    <a:pt x="223" y="381"/>
                    <a:pt x="127" y="349"/>
                    <a:pt x="32" y="286"/>
                  </a:cubicBezTo>
                  <a:cubicBezTo>
                    <a:pt x="1" y="286"/>
                    <a:pt x="1" y="223"/>
                    <a:pt x="64" y="191"/>
                  </a:cubicBezTo>
                  <a:cubicBezTo>
                    <a:pt x="159" y="159"/>
                    <a:pt x="254" y="96"/>
                    <a:pt x="349" y="33"/>
                  </a:cubicBezTo>
                  <a:cubicBezTo>
                    <a:pt x="413" y="1"/>
                    <a:pt x="476" y="1"/>
                    <a:pt x="508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6" name="Google Shape;6256;p41"/>
            <p:cNvSpPr/>
            <p:nvPr/>
          </p:nvSpPr>
          <p:spPr>
            <a:xfrm>
              <a:off x="4987832" y="4064215"/>
              <a:ext cx="23883" cy="14366"/>
            </a:xfrm>
            <a:custGeom>
              <a:rect b="b" l="l" r="r" t="t"/>
              <a:pathLst>
                <a:path extrusionOk="0" h="477" w="793">
                  <a:moveTo>
                    <a:pt x="507" y="33"/>
                  </a:moveTo>
                  <a:cubicBezTo>
                    <a:pt x="602" y="64"/>
                    <a:pt x="666" y="128"/>
                    <a:pt x="761" y="159"/>
                  </a:cubicBezTo>
                  <a:cubicBezTo>
                    <a:pt x="792" y="191"/>
                    <a:pt x="792" y="223"/>
                    <a:pt x="761" y="254"/>
                  </a:cubicBezTo>
                  <a:cubicBezTo>
                    <a:pt x="666" y="318"/>
                    <a:pt x="539" y="381"/>
                    <a:pt x="444" y="444"/>
                  </a:cubicBezTo>
                  <a:cubicBezTo>
                    <a:pt x="412" y="476"/>
                    <a:pt x="317" y="476"/>
                    <a:pt x="286" y="444"/>
                  </a:cubicBezTo>
                  <a:cubicBezTo>
                    <a:pt x="191" y="413"/>
                    <a:pt x="127" y="349"/>
                    <a:pt x="32" y="318"/>
                  </a:cubicBezTo>
                  <a:cubicBezTo>
                    <a:pt x="1" y="286"/>
                    <a:pt x="1" y="223"/>
                    <a:pt x="32" y="223"/>
                  </a:cubicBezTo>
                  <a:cubicBezTo>
                    <a:pt x="127" y="159"/>
                    <a:pt x="254" y="96"/>
                    <a:pt x="349" y="33"/>
                  </a:cubicBezTo>
                  <a:cubicBezTo>
                    <a:pt x="381" y="1"/>
                    <a:pt x="476" y="1"/>
                    <a:pt x="507" y="33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7" name="Google Shape;6257;p41"/>
            <p:cNvSpPr/>
            <p:nvPr/>
          </p:nvSpPr>
          <p:spPr>
            <a:xfrm>
              <a:off x="4826643" y="3990789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39" y="32"/>
                  </a:moveTo>
                  <a:cubicBezTo>
                    <a:pt x="602" y="64"/>
                    <a:pt x="697" y="127"/>
                    <a:pt x="792" y="159"/>
                  </a:cubicBezTo>
                  <a:cubicBezTo>
                    <a:pt x="824" y="190"/>
                    <a:pt x="824" y="222"/>
                    <a:pt x="792" y="254"/>
                  </a:cubicBezTo>
                  <a:cubicBezTo>
                    <a:pt x="666" y="317"/>
                    <a:pt x="570" y="381"/>
                    <a:pt x="475" y="444"/>
                  </a:cubicBezTo>
                  <a:cubicBezTo>
                    <a:pt x="412" y="476"/>
                    <a:pt x="349" y="476"/>
                    <a:pt x="317" y="444"/>
                  </a:cubicBezTo>
                  <a:cubicBezTo>
                    <a:pt x="222" y="412"/>
                    <a:pt x="127" y="349"/>
                    <a:pt x="64" y="317"/>
                  </a:cubicBezTo>
                  <a:cubicBezTo>
                    <a:pt x="0" y="286"/>
                    <a:pt x="32" y="222"/>
                    <a:pt x="64" y="222"/>
                  </a:cubicBezTo>
                  <a:cubicBezTo>
                    <a:pt x="159" y="159"/>
                    <a:pt x="285" y="95"/>
                    <a:pt x="380" y="32"/>
                  </a:cubicBezTo>
                  <a:cubicBezTo>
                    <a:pt x="412" y="0"/>
                    <a:pt x="475" y="0"/>
                    <a:pt x="539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8" name="Google Shape;6258;p41"/>
            <p:cNvSpPr/>
            <p:nvPr/>
          </p:nvSpPr>
          <p:spPr>
            <a:xfrm>
              <a:off x="4841913" y="3999372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39" y="32"/>
                  </a:moveTo>
                  <a:cubicBezTo>
                    <a:pt x="602" y="96"/>
                    <a:pt x="697" y="127"/>
                    <a:pt x="792" y="191"/>
                  </a:cubicBezTo>
                  <a:cubicBezTo>
                    <a:pt x="824" y="191"/>
                    <a:pt x="824" y="254"/>
                    <a:pt x="760" y="286"/>
                  </a:cubicBezTo>
                  <a:cubicBezTo>
                    <a:pt x="665" y="317"/>
                    <a:pt x="570" y="381"/>
                    <a:pt x="475" y="444"/>
                  </a:cubicBezTo>
                  <a:cubicBezTo>
                    <a:pt x="412" y="476"/>
                    <a:pt x="349" y="476"/>
                    <a:pt x="317" y="476"/>
                  </a:cubicBezTo>
                  <a:cubicBezTo>
                    <a:pt x="222" y="412"/>
                    <a:pt x="127" y="349"/>
                    <a:pt x="32" y="317"/>
                  </a:cubicBezTo>
                  <a:cubicBezTo>
                    <a:pt x="0" y="286"/>
                    <a:pt x="0" y="254"/>
                    <a:pt x="63" y="222"/>
                  </a:cubicBezTo>
                  <a:cubicBezTo>
                    <a:pt x="159" y="159"/>
                    <a:pt x="254" y="96"/>
                    <a:pt x="380" y="32"/>
                  </a:cubicBezTo>
                  <a:cubicBezTo>
                    <a:pt x="412" y="1"/>
                    <a:pt x="475" y="1"/>
                    <a:pt x="539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9" name="Google Shape;6259;p41"/>
            <p:cNvSpPr/>
            <p:nvPr/>
          </p:nvSpPr>
          <p:spPr>
            <a:xfrm>
              <a:off x="4857152" y="4007956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08" y="32"/>
                  </a:moveTo>
                  <a:cubicBezTo>
                    <a:pt x="603" y="96"/>
                    <a:pt x="698" y="127"/>
                    <a:pt x="793" y="191"/>
                  </a:cubicBezTo>
                  <a:cubicBezTo>
                    <a:pt x="824" y="222"/>
                    <a:pt x="824" y="254"/>
                    <a:pt x="761" y="286"/>
                  </a:cubicBezTo>
                  <a:cubicBezTo>
                    <a:pt x="666" y="349"/>
                    <a:pt x="571" y="412"/>
                    <a:pt x="476" y="476"/>
                  </a:cubicBezTo>
                  <a:cubicBezTo>
                    <a:pt x="413" y="476"/>
                    <a:pt x="349" y="476"/>
                    <a:pt x="318" y="476"/>
                  </a:cubicBezTo>
                  <a:cubicBezTo>
                    <a:pt x="223" y="412"/>
                    <a:pt x="128" y="381"/>
                    <a:pt x="33" y="317"/>
                  </a:cubicBezTo>
                  <a:cubicBezTo>
                    <a:pt x="1" y="286"/>
                    <a:pt x="1" y="254"/>
                    <a:pt x="64" y="222"/>
                  </a:cubicBezTo>
                  <a:cubicBezTo>
                    <a:pt x="159" y="159"/>
                    <a:pt x="254" y="96"/>
                    <a:pt x="349" y="32"/>
                  </a:cubicBezTo>
                  <a:cubicBezTo>
                    <a:pt x="413" y="1"/>
                    <a:pt x="476" y="1"/>
                    <a:pt x="508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0" name="Google Shape;6260;p41"/>
            <p:cNvSpPr/>
            <p:nvPr/>
          </p:nvSpPr>
          <p:spPr>
            <a:xfrm>
              <a:off x="4872422" y="4017503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07" y="0"/>
                  </a:moveTo>
                  <a:cubicBezTo>
                    <a:pt x="602" y="64"/>
                    <a:pt x="697" y="127"/>
                    <a:pt x="792" y="159"/>
                  </a:cubicBezTo>
                  <a:cubicBezTo>
                    <a:pt x="824" y="190"/>
                    <a:pt x="824" y="222"/>
                    <a:pt x="761" y="254"/>
                  </a:cubicBezTo>
                  <a:cubicBezTo>
                    <a:pt x="666" y="317"/>
                    <a:pt x="571" y="380"/>
                    <a:pt x="444" y="444"/>
                  </a:cubicBezTo>
                  <a:cubicBezTo>
                    <a:pt x="412" y="475"/>
                    <a:pt x="349" y="475"/>
                    <a:pt x="317" y="444"/>
                  </a:cubicBezTo>
                  <a:cubicBezTo>
                    <a:pt x="222" y="380"/>
                    <a:pt x="127" y="349"/>
                    <a:pt x="32" y="285"/>
                  </a:cubicBezTo>
                  <a:cubicBezTo>
                    <a:pt x="1" y="254"/>
                    <a:pt x="1" y="222"/>
                    <a:pt x="64" y="190"/>
                  </a:cubicBezTo>
                  <a:cubicBezTo>
                    <a:pt x="159" y="127"/>
                    <a:pt x="254" y="64"/>
                    <a:pt x="349" y="0"/>
                  </a:cubicBezTo>
                  <a:cubicBezTo>
                    <a:pt x="412" y="0"/>
                    <a:pt x="476" y="0"/>
                    <a:pt x="507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1" name="Google Shape;6261;p41"/>
            <p:cNvSpPr/>
            <p:nvPr/>
          </p:nvSpPr>
          <p:spPr>
            <a:xfrm>
              <a:off x="4887692" y="4026086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07" y="32"/>
                  </a:moveTo>
                  <a:cubicBezTo>
                    <a:pt x="602" y="64"/>
                    <a:pt x="697" y="127"/>
                    <a:pt x="760" y="159"/>
                  </a:cubicBezTo>
                  <a:cubicBezTo>
                    <a:pt x="824" y="190"/>
                    <a:pt x="824" y="222"/>
                    <a:pt x="760" y="254"/>
                  </a:cubicBezTo>
                  <a:cubicBezTo>
                    <a:pt x="665" y="317"/>
                    <a:pt x="570" y="380"/>
                    <a:pt x="444" y="444"/>
                  </a:cubicBezTo>
                  <a:cubicBezTo>
                    <a:pt x="412" y="475"/>
                    <a:pt x="349" y="475"/>
                    <a:pt x="285" y="444"/>
                  </a:cubicBezTo>
                  <a:cubicBezTo>
                    <a:pt x="222" y="412"/>
                    <a:pt x="127" y="349"/>
                    <a:pt x="32" y="285"/>
                  </a:cubicBezTo>
                  <a:cubicBezTo>
                    <a:pt x="0" y="285"/>
                    <a:pt x="0" y="222"/>
                    <a:pt x="64" y="190"/>
                  </a:cubicBezTo>
                  <a:cubicBezTo>
                    <a:pt x="159" y="159"/>
                    <a:pt x="254" y="95"/>
                    <a:pt x="349" y="32"/>
                  </a:cubicBezTo>
                  <a:cubicBezTo>
                    <a:pt x="412" y="0"/>
                    <a:pt x="475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2" name="Google Shape;6262;p41"/>
            <p:cNvSpPr/>
            <p:nvPr/>
          </p:nvSpPr>
          <p:spPr>
            <a:xfrm>
              <a:off x="4902931" y="4034670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08" y="32"/>
                  </a:moveTo>
                  <a:cubicBezTo>
                    <a:pt x="603" y="64"/>
                    <a:pt x="698" y="127"/>
                    <a:pt x="761" y="190"/>
                  </a:cubicBezTo>
                  <a:cubicBezTo>
                    <a:pt x="824" y="190"/>
                    <a:pt x="824" y="254"/>
                    <a:pt x="761" y="254"/>
                  </a:cubicBezTo>
                  <a:cubicBezTo>
                    <a:pt x="666" y="317"/>
                    <a:pt x="571" y="380"/>
                    <a:pt x="444" y="444"/>
                  </a:cubicBezTo>
                  <a:cubicBezTo>
                    <a:pt x="413" y="475"/>
                    <a:pt x="349" y="475"/>
                    <a:pt x="286" y="444"/>
                  </a:cubicBezTo>
                  <a:cubicBezTo>
                    <a:pt x="223" y="412"/>
                    <a:pt x="128" y="349"/>
                    <a:pt x="33" y="317"/>
                  </a:cubicBezTo>
                  <a:cubicBezTo>
                    <a:pt x="1" y="285"/>
                    <a:pt x="1" y="254"/>
                    <a:pt x="33" y="222"/>
                  </a:cubicBezTo>
                  <a:cubicBezTo>
                    <a:pt x="159" y="159"/>
                    <a:pt x="254" y="95"/>
                    <a:pt x="349" y="32"/>
                  </a:cubicBezTo>
                  <a:cubicBezTo>
                    <a:pt x="413" y="0"/>
                    <a:pt x="476" y="0"/>
                    <a:pt x="508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3" name="Google Shape;6263;p41"/>
            <p:cNvSpPr/>
            <p:nvPr/>
          </p:nvSpPr>
          <p:spPr>
            <a:xfrm>
              <a:off x="4918201" y="4043253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07" y="32"/>
                  </a:moveTo>
                  <a:cubicBezTo>
                    <a:pt x="602" y="95"/>
                    <a:pt x="697" y="127"/>
                    <a:pt x="761" y="190"/>
                  </a:cubicBezTo>
                  <a:cubicBezTo>
                    <a:pt x="824" y="190"/>
                    <a:pt x="792" y="254"/>
                    <a:pt x="761" y="285"/>
                  </a:cubicBezTo>
                  <a:cubicBezTo>
                    <a:pt x="666" y="317"/>
                    <a:pt x="539" y="380"/>
                    <a:pt x="444" y="444"/>
                  </a:cubicBezTo>
                  <a:cubicBezTo>
                    <a:pt x="412" y="475"/>
                    <a:pt x="349" y="475"/>
                    <a:pt x="286" y="475"/>
                  </a:cubicBezTo>
                  <a:cubicBezTo>
                    <a:pt x="222" y="412"/>
                    <a:pt x="127" y="349"/>
                    <a:pt x="32" y="317"/>
                  </a:cubicBezTo>
                  <a:cubicBezTo>
                    <a:pt x="1" y="285"/>
                    <a:pt x="1" y="254"/>
                    <a:pt x="32" y="222"/>
                  </a:cubicBezTo>
                  <a:cubicBezTo>
                    <a:pt x="159" y="159"/>
                    <a:pt x="254" y="95"/>
                    <a:pt x="349" y="32"/>
                  </a:cubicBezTo>
                  <a:cubicBezTo>
                    <a:pt x="412" y="0"/>
                    <a:pt x="476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4" name="Google Shape;6264;p41"/>
            <p:cNvSpPr/>
            <p:nvPr/>
          </p:nvSpPr>
          <p:spPr>
            <a:xfrm>
              <a:off x="4933470" y="4051837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7" y="32"/>
                  </a:moveTo>
                  <a:cubicBezTo>
                    <a:pt x="602" y="95"/>
                    <a:pt x="665" y="127"/>
                    <a:pt x="760" y="190"/>
                  </a:cubicBezTo>
                  <a:cubicBezTo>
                    <a:pt x="792" y="222"/>
                    <a:pt x="792" y="254"/>
                    <a:pt x="760" y="285"/>
                  </a:cubicBezTo>
                  <a:cubicBezTo>
                    <a:pt x="665" y="349"/>
                    <a:pt x="539" y="412"/>
                    <a:pt x="444" y="475"/>
                  </a:cubicBezTo>
                  <a:cubicBezTo>
                    <a:pt x="412" y="475"/>
                    <a:pt x="317" y="475"/>
                    <a:pt x="285" y="475"/>
                  </a:cubicBezTo>
                  <a:cubicBezTo>
                    <a:pt x="190" y="412"/>
                    <a:pt x="127" y="380"/>
                    <a:pt x="32" y="317"/>
                  </a:cubicBezTo>
                  <a:cubicBezTo>
                    <a:pt x="0" y="285"/>
                    <a:pt x="0" y="254"/>
                    <a:pt x="32" y="222"/>
                  </a:cubicBezTo>
                  <a:cubicBezTo>
                    <a:pt x="159" y="159"/>
                    <a:pt x="254" y="95"/>
                    <a:pt x="349" y="32"/>
                  </a:cubicBezTo>
                  <a:cubicBezTo>
                    <a:pt x="380" y="32"/>
                    <a:pt x="475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5" name="Google Shape;6265;p41"/>
            <p:cNvSpPr/>
            <p:nvPr/>
          </p:nvSpPr>
          <p:spPr>
            <a:xfrm>
              <a:off x="4948740" y="4061354"/>
              <a:ext cx="23853" cy="14336"/>
            </a:xfrm>
            <a:custGeom>
              <a:rect b="b" l="l" r="r" t="t"/>
              <a:pathLst>
                <a:path extrusionOk="0" h="476" w="792">
                  <a:moveTo>
                    <a:pt x="507" y="1"/>
                  </a:moveTo>
                  <a:cubicBezTo>
                    <a:pt x="602" y="64"/>
                    <a:pt x="665" y="128"/>
                    <a:pt x="760" y="159"/>
                  </a:cubicBezTo>
                  <a:cubicBezTo>
                    <a:pt x="792" y="191"/>
                    <a:pt x="792" y="223"/>
                    <a:pt x="760" y="254"/>
                  </a:cubicBezTo>
                  <a:cubicBezTo>
                    <a:pt x="665" y="318"/>
                    <a:pt x="538" y="381"/>
                    <a:pt x="443" y="444"/>
                  </a:cubicBezTo>
                  <a:cubicBezTo>
                    <a:pt x="412" y="476"/>
                    <a:pt x="317" y="476"/>
                    <a:pt x="285" y="444"/>
                  </a:cubicBezTo>
                  <a:cubicBezTo>
                    <a:pt x="190" y="381"/>
                    <a:pt x="127" y="349"/>
                    <a:pt x="32" y="286"/>
                  </a:cubicBezTo>
                  <a:cubicBezTo>
                    <a:pt x="0" y="254"/>
                    <a:pt x="0" y="223"/>
                    <a:pt x="32" y="191"/>
                  </a:cubicBezTo>
                  <a:cubicBezTo>
                    <a:pt x="158" y="128"/>
                    <a:pt x="253" y="64"/>
                    <a:pt x="348" y="33"/>
                  </a:cubicBezTo>
                  <a:cubicBezTo>
                    <a:pt x="380" y="1"/>
                    <a:pt x="475" y="1"/>
                    <a:pt x="507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6" name="Google Shape;6266;p41"/>
            <p:cNvSpPr/>
            <p:nvPr/>
          </p:nvSpPr>
          <p:spPr>
            <a:xfrm>
              <a:off x="4963046" y="4069967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39" y="32"/>
                  </a:moveTo>
                  <a:cubicBezTo>
                    <a:pt x="634" y="63"/>
                    <a:pt x="697" y="127"/>
                    <a:pt x="792" y="158"/>
                  </a:cubicBezTo>
                  <a:cubicBezTo>
                    <a:pt x="824" y="190"/>
                    <a:pt x="824" y="222"/>
                    <a:pt x="792" y="253"/>
                  </a:cubicBezTo>
                  <a:cubicBezTo>
                    <a:pt x="665" y="317"/>
                    <a:pt x="570" y="380"/>
                    <a:pt x="475" y="443"/>
                  </a:cubicBezTo>
                  <a:cubicBezTo>
                    <a:pt x="412" y="475"/>
                    <a:pt x="348" y="475"/>
                    <a:pt x="317" y="443"/>
                  </a:cubicBezTo>
                  <a:cubicBezTo>
                    <a:pt x="222" y="412"/>
                    <a:pt x="127" y="348"/>
                    <a:pt x="63" y="285"/>
                  </a:cubicBezTo>
                  <a:cubicBezTo>
                    <a:pt x="0" y="285"/>
                    <a:pt x="32" y="222"/>
                    <a:pt x="63" y="190"/>
                  </a:cubicBezTo>
                  <a:cubicBezTo>
                    <a:pt x="158" y="158"/>
                    <a:pt x="285" y="95"/>
                    <a:pt x="380" y="32"/>
                  </a:cubicBezTo>
                  <a:cubicBezTo>
                    <a:pt x="412" y="0"/>
                    <a:pt x="507" y="0"/>
                    <a:pt x="539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7" name="Google Shape;6267;p41"/>
            <p:cNvSpPr/>
            <p:nvPr/>
          </p:nvSpPr>
          <p:spPr>
            <a:xfrm>
              <a:off x="4978285" y="4078551"/>
              <a:ext cx="31503" cy="18131"/>
            </a:xfrm>
            <a:custGeom>
              <a:rect b="b" l="l" r="r" t="t"/>
              <a:pathLst>
                <a:path extrusionOk="0" h="602" w="1046">
                  <a:moveTo>
                    <a:pt x="539" y="32"/>
                  </a:moveTo>
                  <a:lnTo>
                    <a:pt x="1014" y="285"/>
                  </a:lnTo>
                  <a:cubicBezTo>
                    <a:pt x="1046" y="317"/>
                    <a:pt x="1046" y="348"/>
                    <a:pt x="983" y="380"/>
                  </a:cubicBezTo>
                  <a:cubicBezTo>
                    <a:pt x="888" y="443"/>
                    <a:pt x="793" y="507"/>
                    <a:pt x="698" y="570"/>
                  </a:cubicBezTo>
                  <a:cubicBezTo>
                    <a:pt x="634" y="602"/>
                    <a:pt x="571" y="602"/>
                    <a:pt x="539" y="570"/>
                  </a:cubicBezTo>
                  <a:lnTo>
                    <a:pt x="64" y="317"/>
                  </a:lnTo>
                  <a:cubicBezTo>
                    <a:pt x="1" y="285"/>
                    <a:pt x="33" y="222"/>
                    <a:pt x="64" y="222"/>
                  </a:cubicBezTo>
                  <a:cubicBezTo>
                    <a:pt x="159" y="158"/>
                    <a:pt x="254" y="95"/>
                    <a:pt x="381" y="32"/>
                  </a:cubicBezTo>
                  <a:cubicBezTo>
                    <a:pt x="413" y="0"/>
                    <a:pt x="476" y="0"/>
                    <a:pt x="539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8" name="Google Shape;6268;p41"/>
            <p:cNvSpPr/>
            <p:nvPr/>
          </p:nvSpPr>
          <p:spPr>
            <a:xfrm>
              <a:off x="4795171" y="3991752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7" y="32"/>
                  </a:moveTo>
                  <a:cubicBezTo>
                    <a:pt x="602" y="63"/>
                    <a:pt x="665" y="127"/>
                    <a:pt x="760" y="158"/>
                  </a:cubicBezTo>
                  <a:cubicBezTo>
                    <a:pt x="792" y="190"/>
                    <a:pt x="792" y="222"/>
                    <a:pt x="760" y="254"/>
                  </a:cubicBezTo>
                  <a:cubicBezTo>
                    <a:pt x="665" y="317"/>
                    <a:pt x="539" y="380"/>
                    <a:pt x="444" y="444"/>
                  </a:cubicBezTo>
                  <a:cubicBezTo>
                    <a:pt x="412" y="475"/>
                    <a:pt x="317" y="475"/>
                    <a:pt x="285" y="444"/>
                  </a:cubicBezTo>
                  <a:cubicBezTo>
                    <a:pt x="190" y="412"/>
                    <a:pt x="127" y="349"/>
                    <a:pt x="32" y="317"/>
                  </a:cubicBezTo>
                  <a:cubicBezTo>
                    <a:pt x="0" y="285"/>
                    <a:pt x="0" y="222"/>
                    <a:pt x="32" y="222"/>
                  </a:cubicBezTo>
                  <a:cubicBezTo>
                    <a:pt x="127" y="158"/>
                    <a:pt x="254" y="95"/>
                    <a:pt x="349" y="32"/>
                  </a:cubicBezTo>
                  <a:cubicBezTo>
                    <a:pt x="380" y="0"/>
                    <a:pt x="475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9" name="Google Shape;6269;p41"/>
            <p:cNvSpPr/>
            <p:nvPr/>
          </p:nvSpPr>
          <p:spPr>
            <a:xfrm>
              <a:off x="4809476" y="4000336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39" y="32"/>
                  </a:moveTo>
                  <a:cubicBezTo>
                    <a:pt x="602" y="64"/>
                    <a:pt x="697" y="127"/>
                    <a:pt x="792" y="190"/>
                  </a:cubicBezTo>
                  <a:cubicBezTo>
                    <a:pt x="824" y="190"/>
                    <a:pt x="824" y="254"/>
                    <a:pt x="792" y="254"/>
                  </a:cubicBezTo>
                  <a:cubicBezTo>
                    <a:pt x="665" y="317"/>
                    <a:pt x="570" y="380"/>
                    <a:pt x="475" y="444"/>
                  </a:cubicBezTo>
                  <a:cubicBezTo>
                    <a:pt x="412" y="475"/>
                    <a:pt x="349" y="475"/>
                    <a:pt x="317" y="444"/>
                  </a:cubicBezTo>
                  <a:cubicBezTo>
                    <a:pt x="222" y="412"/>
                    <a:pt x="127" y="349"/>
                    <a:pt x="64" y="317"/>
                  </a:cubicBezTo>
                  <a:cubicBezTo>
                    <a:pt x="0" y="285"/>
                    <a:pt x="32" y="254"/>
                    <a:pt x="64" y="222"/>
                  </a:cubicBezTo>
                  <a:cubicBezTo>
                    <a:pt x="159" y="159"/>
                    <a:pt x="285" y="95"/>
                    <a:pt x="380" y="32"/>
                  </a:cubicBezTo>
                  <a:cubicBezTo>
                    <a:pt x="412" y="0"/>
                    <a:pt x="475" y="0"/>
                    <a:pt x="539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0" name="Google Shape;6270;p41"/>
            <p:cNvSpPr/>
            <p:nvPr/>
          </p:nvSpPr>
          <p:spPr>
            <a:xfrm>
              <a:off x="4825680" y="4008919"/>
              <a:ext cx="23883" cy="14336"/>
            </a:xfrm>
            <a:custGeom>
              <a:rect b="b" l="l" r="r" t="t"/>
              <a:pathLst>
                <a:path extrusionOk="0" h="476" w="793">
                  <a:moveTo>
                    <a:pt x="507" y="32"/>
                  </a:moveTo>
                  <a:cubicBezTo>
                    <a:pt x="571" y="95"/>
                    <a:pt x="666" y="127"/>
                    <a:pt x="761" y="190"/>
                  </a:cubicBezTo>
                  <a:cubicBezTo>
                    <a:pt x="793" y="222"/>
                    <a:pt x="793" y="254"/>
                    <a:pt x="761" y="285"/>
                  </a:cubicBezTo>
                  <a:cubicBezTo>
                    <a:pt x="634" y="349"/>
                    <a:pt x="539" y="380"/>
                    <a:pt x="444" y="444"/>
                  </a:cubicBezTo>
                  <a:cubicBezTo>
                    <a:pt x="381" y="475"/>
                    <a:pt x="317" y="475"/>
                    <a:pt x="286" y="475"/>
                  </a:cubicBezTo>
                  <a:cubicBezTo>
                    <a:pt x="191" y="412"/>
                    <a:pt x="96" y="349"/>
                    <a:pt x="32" y="317"/>
                  </a:cubicBezTo>
                  <a:cubicBezTo>
                    <a:pt x="1" y="285"/>
                    <a:pt x="1" y="254"/>
                    <a:pt x="32" y="222"/>
                  </a:cubicBezTo>
                  <a:cubicBezTo>
                    <a:pt x="127" y="159"/>
                    <a:pt x="254" y="95"/>
                    <a:pt x="349" y="32"/>
                  </a:cubicBezTo>
                  <a:cubicBezTo>
                    <a:pt x="381" y="0"/>
                    <a:pt x="444" y="0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1" name="Google Shape;6271;p41"/>
            <p:cNvSpPr/>
            <p:nvPr/>
          </p:nvSpPr>
          <p:spPr>
            <a:xfrm>
              <a:off x="4839986" y="4018436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39" y="1"/>
                  </a:moveTo>
                  <a:cubicBezTo>
                    <a:pt x="603" y="64"/>
                    <a:pt x="698" y="128"/>
                    <a:pt x="793" y="159"/>
                  </a:cubicBezTo>
                  <a:cubicBezTo>
                    <a:pt x="824" y="191"/>
                    <a:pt x="824" y="223"/>
                    <a:pt x="793" y="254"/>
                  </a:cubicBezTo>
                  <a:cubicBezTo>
                    <a:pt x="666" y="318"/>
                    <a:pt x="571" y="381"/>
                    <a:pt x="476" y="444"/>
                  </a:cubicBezTo>
                  <a:cubicBezTo>
                    <a:pt x="413" y="476"/>
                    <a:pt x="349" y="476"/>
                    <a:pt x="318" y="444"/>
                  </a:cubicBezTo>
                  <a:cubicBezTo>
                    <a:pt x="223" y="381"/>
                    <a:pt x="127" y="349"/>
                    <a:pt x="64" y="286"/>
                  </a:cubicBezTo>
                  <a:cubicBezTo>
                    <a:pt x="1" y="254"/>
                    <a:pt x="32" y="223"/>
                    <a:pt x="64" y="191"/>
                  </a:cubicBezTo>
                  <a:cubicBezTo>
                    <a:pt x="159" y="128"/>
                    <a:pt x="286" y="96"/>
                    <a:pt x="381" y="33"/>
                  </a:cubicBezTo>
                  <a:cubicBezTo>
                    <a:pt x="413" y="1"/>
                    <a:pt x="476" y="1"/>
                    <a:pt x="539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2" name="Google Shape;6272;p41"/>
            <p:cNvSpPr/>
            <p:nvPr/>
          </p:nvSpPr>
          <p:spPr>
            <a:xfrm>
              <a:off x="4855255" y="4027020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07" y="33"/>
                  </a:moveTo>
                  <a:cubicBezTo>
                    <a:pt x="602" y="64"/>
                    <a:pt x="697" y="128"/>
                    <a:pt x="792" y="159"/>
                  </a:cubicBezTo>
                  <a:cubicBezTo>
                    <a:pt x="824" y="191"/>
                    <a:pt x="824" y="223"/>
                    <a:pt x="761" y="254"/>
                  </a:cubicBezTo>
                  <a:cubicBezTo>
                    <a:pt x="666" y="318"/>
                    <a:pt x="571" y="381"/>
                    <a:pt x="476" y="444"/>
                  </a:cubicBezTo>
                  <a:cubicBezTo>
                    <a:pt x="412" y="476"/>
                    <a:pt x="349" y="476"/>
                    <a:pt x="317" y="444"/>
                  </a:cubicBezTo>
                  <a:cubicBezTo>
                    <a:pt x="222" y="381"/>
                    <a:pt x="127" y="349"/>
                    <a:pt x="32" y="286"/>
                  </a:cubicBezTo>
                  <a:cubicBezTo>
                    <a:pt x="1" y="286"/>
                    <a:pt x="1" y="223"/>
                    <a:pt x="64" y="191"/>
                  </a:cubicBezTo>
                  <a:cubicBezTo>
                    <a:pt x="159" y="159"/>
                    <a:pt x="254" y="96"/>
                    <a:pt x="381" y="33"/>
                  </a:cubicBezTo>
                  <a:cubicBezTo>
                    <a:pt x="412" y="1"/>
                    <a:pt x="476" y="1"/>
                    <a:pt x="507" y="33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3" name="Google Shape;6273;p41"/>
            <p:cNvSpPr/>
            <p:nvPr/>
          </p:nvSpPr>
          <p:spPr>
            <a:xfrm>
              <a:off x="4870525" y="4035603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07" y="33"/>
                  </a:moveTo>
                  <a:cubicBezTo>
                    <a:pt x="602" y="64"/>
                    <a:pt x="697" y="128"/>
                    <a:pt x="792" y="159"/>
                  </a:cubicBezTo>
                  <a:cubicBezTo>
                    <a:pt x="824" y="191"/>
                    <a:pt x="824" y="223"/>
                    <a:pt x="760" y="254"/>
                  </a:cubicBezTo>
                  <a:cubicBezTo>
                    <a:pt x="665" y="318"/>
                    <a:pt x="570" y="381"/>
                    <a:pt x="475" y="444"/>
                  </a:cubicBezTo>
                  <a:cubicBezTo>
                    <a:pt x="412" y="476"/>
                    <a:pt x="349" y="476"/>
                    <a:pt x="317" y="444"/>
                  </a:cubicBezTo>
                  <a:cubicBezTo>
                    <a:pt x="222" y="413"/>
                    <a:pt x="127" y="349"/>
                    <a:pt x="32" y="318"/>
                  </a:cubicBezTo>
                  <a:cubicBezTo>
                    <a:pt x="0" y="286"/>
                    <a:pt x="0" y="223"/>
                    <a:pt x="64" y="223"/>
                  </a:cubicBezTo>
                  <a:cubicBezTo>
                    <a:pt x="159" y="159"/>
                    <a:pt x="254" y="96"/>
                    <a:pt x="349" y="33"/>
                  </a:cubicBezTo>
                  <a:cubicBezTo>
                    <a:pt x="412" y="1"/>
                    <a:pt x="475" y="1"/>
                    <a:pt x="507" y="33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4" name="Google Shape;6274;p41"/>
            <p:cNvSpPr/>
            <p:nvPr/>
          </p:nvSpPr>
          <p:spPr>
            <a:xfrm>
              <a:off x="4885764" y="4044187"/>
              <a:ext cx="24847" cy="14336"/>
            </a:xfrm>
            <a:custGeom>
              <a:rect b="b" l="l" r="r" t="t"/>
              <a:pathLst>
                <a:path extrusionOk="0" h="476" w="825">
                  <a:moveTo>
                    <a:pt x="508" y="33"/>
                  </a:moveTo>
                  <a:cubicBezTo>
                    <a:pt x="603" y="96"/>
                    <a:pt x="698" y="128"/>
                    <a:pt x="793" y="191"/>
                  </a:cubicBezTo>
                  <a:cubicBezTo>
                    <a:pt x="824" y="191"/>
                    <a:pt x="824" y="254"/>
                    <a:pt x="761" y="286"/>
                  </a:cubicBezTo>
                  <a:cubicBezTo>
                    <a:pt x="666" y="318"/>
                    <a:pt x="571" y="381"/>
                    <a:pt x="444" y="444"/>
                  </a:cubicBezTo>
                  <a:cubicBezTo>
                    <a:pt x="413" y="476"/>
                    <a:pt x="349" y="476"/>
                    <a:pt x="318" y="476"/>
                  </a:cubicBezTo>
                  <a:cubicBezTo>
                    <a:pt x="223" y="413"/>
                    <a:pt x="128" y="349"/>
                    <a:pt x="33" y="318"/>
                  </a:cubicBezTo>
                  <a:cubicBezTo>
                    <a:pt x="1" y="286"/>
                    <a:pt x="1" y="254"/>
                    <a:pt x="64" y="223"/>
                  </a:cubicBezTo>
                  <a:cubicBezTo>
                    <a:pt x="159" y="159"/>
                    <a:pt x="254" y="96"/>
                    <a:pt x="349" y="33"/>
                  </a:cubicBezTo>
                  <a:cubicBezTo>
                    <a:pt x="413" y="1"/>
                    <a:pt x="476" y="1"/>
                    <a:pt x="508" y="33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5" name="Google Shape;6275;p41"/>
            <p:cNvSpPr/>
            <p:nvPr/>
          </p:nvSpPr>
          <p:spPr>
            <a:xfrm>
              <a:off x="4901034" y="4052770"/>
              <a:ext cx="24847" cy="15300"/>
            </a:xfrm>
            <a:custGeom>
              <a:rect b="b" l="l" r="r" t="t"/>
              <a:pathLst>
                <a:path extrusionOk="0" h="508" w="825">
                  <a:moveTo>
                    <a:pt x="507" y="33"/>
                  </a:moveTo>
                  <a:cubicBezTo>
                    <a:pt x="602" y="96"/>
                    <a:pt x="697" y="128"/>
                    <a:pt x="761" y="191"/>
                  </a:cubicBezTo>
                  <a:cubicBezTo>
                    <a:pt x="824" y="223"/>
                    <a:pt x="824" y="254"/>
                    <a:pt x="761" y="286"/>
                  </a:cubicBezTo>
                  <a:cubicBezTo>
                    <a:pt x="666" y="349"/>
                    <a:pt x="571" y="413"/>
                    <a:pt x="444" y="476"/>
                  </a:cubicBezTo>
                  <a:cubicBezTo>
                    <a:pt x="412" y="476"/>
                    <a:pt x="349" y="508"/>
                    <a:pt x="286" y="476"/>
                  </a:cubicBezTo>
                  <a:cubicBezTo>
                    <a:pt x="222" y="413"/>
                    <a:pt x="127" y="381"/>
                    <a:pt x="32" y="318"/>
                  </a:cubicBezTo>
                  <a:cubicBezTo>
                    <a:pt x="1" y="286"/>
                    <a:pt x="1" y="254"/>
                    <a:pt x="64" y="223"/>
                  </a:cubicBezTo>
                  <a:cubicBezTo>
                    <a:pt x="159" y="159"/>
                    <a:pt x="254" y="96"/>
                    <a:pt x="349" y="33"/>
                  </a:cubicBezTo>
                  <a:cubicBezTo>
                    <a:pt x="412" y="33"/>
                    <a:pt x="476" y="1"/>
                    <a:pt x="507" y="33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6" name="Google Shape;6276;p41"/>
            <p:cNvSpPr/>
            <p:nvPr/>
          </p:nvSpPr>
          <p:spPr>
            <a:xfrm>
              <a:off x="4916303" y="4062318"/>
              <a:ext cx="24817" cy="14336"/>
            </a:xfrm>
            <a:custGeom>
              <a:rect b="b" l="l" r="r" t="t"/>
              <a:pathLst>
                <a:path extrusionOk="0" h="476" w="824">
                  <a:moveTo>
                    <a:pt x="507" y="1"/>
                  </a:moveTo>
                  <a:cubicBezTo>
                    <a:pt x="602" y="64"/>
                    <a:pt x="697" y="96"/>
                    <a:pt x="760" y="159"/>
                  </a:cubicBezTo>
                  <a:cubicBezTo>
                    <a:pt x="824" y="191"/>
                    <a:pt x="792" y="222"/>
                    <a:pt x="760" y="254"/>
                  </a:cubicBezTo>
                  <a:cubicBezTo>
                    <a:pt x="665" y="317"/>
                    <a:pt x="539" y="381"/>
                    <a:pt x="444" y="444"/>
                  </a:cubicBezTo>
                  <a:cubicBezTo>
                    <a:pt x="412" y="476"/>
                    <a:pt x="349" y="476"/>
                    <a:pt x="285" y="444"/>
                  </a:cubicBezTo>
                  <a:cubicBezTo>
                    <a:pt x="222" y="381"/>
                    <a:pt x="127" y="349"/>
                    <a:pt x="32" y="286"/>
                  </a:cubicBezTo>
                  <a:cubicBezTo>
                    <a:pt x="0" y="254"/>
                    <a:pt x="0" y="222"/>
                    <a:pt x="32" y="191"/>
                  </a:cubicBezTo>
                  <a:cubicBezTo>
                    <a:pt x="159" y="127"/>
                    <a:pt x="254" y="96"/>
                    <a:pt x="349" y="32"/>
                  </a:cubicBezTo>
                  <a:cubicBezTo>
                    <a:pt x="412" y="1"/>
                    <a:pt x="475" y="1"/>
                    <a:pt x="507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7" name="Google Shape;6277;p41"/>
            <p:cNvSpPr/>
            <p:nvPr/>
          </p:nvSpPr>
          <p:spPr>
            <a:xfrm>
              <a:off x="4931573" y="4070901"/>
              <a:ext cx="23853" cy="14336"/>
            </a:xfrm>
            <a:custGeom>
              <a:rect b="b" l="l" r="r" t="t"/>
              <a:pathLst>
                <a:path extrusionOk="0" h="476" w="792">
                  <a:moveTo>
                    <a:pt x="507" y="32"/>
                  </a:moveTo>
                  <a:cubicBezTo>
                    <a:pt x="602" y="64"/>
                    <a:pt x="665" y="127"/>
                    <a:pt x="760" y="159"/>
                  </a:cubicBezTo>
                  <a:cubicBezTo>
                    <a:pt x="792" y="191"/>
                    <a:pt x="792" y="222"/>
                    <a:pt x="760" y="254"/>
                  </a:cubicBezTo>
                  <a:cubicBezTo>
                    <a:pt x="665" y="317"/>
                    <a:pt x="538" y="381"/>
                    <a:pt x="443" y="444"/>
                  </a:cubicBezTo>
                  <a:cubicBezTo>
                    <a:pt x="412" y="476"/>
                    <a:pt x="317" y="476"/>
                    <a:pt x="285" y="444"/>
                  </a:cubicBezTo>
                  <a:cubicBezTo>
                    <a:pt x="190" y="381"/>
                    <a:pt x="127" y="349"/>
                    <a:pt x="32" y="286"/>
                  </a:cubicBezTo>
                  <a:cubicBezTo>
                    <a:pt x="0" y="286"/>
                    <a:pt x="0" y="222"/>
                    <a:pt x="32" y="191"/>
                  </a:cubicBezTo>
                  <a:cubicBezTo>
                    <a:pt x="158" y="159"/>
                    <a:pt x="253" y="96"/>
                    <a:pt x="348" y="32"/>
                  </a:cubicBezTo>
                  <a:cubicBezTo>
                    <a:pt x="412" y="1"/>
                    <a:pt x="475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8" name="Google Shape;6278;p41"/>
            <p:cNvSpPr/>
            <p:nvPr/>
          </p:nvSpPr>
          <p:spPr>
            <a:xfrm>
              <a:off x="4946812" y="4079485"/>
              <a:ext cx="30569" cy="18161"/>
            </a:xfrm>
            <a:custGeom>
              <a:rect b="b" l="l" r="r" t="t"/>
              <a:pathLst>
                <a:path extrusionOk="0" h="603" w="1015">
                  <a:moveTo>
                    <a:pt x="507" y="32"/>
                  </a:moveTo>
                  <a:lnTo>
                    <a:pt x="982" y="286"/>
                  </a:lnTo>
                  <a:cubicBezTo>
                    <a:pt x="1014" y="317"/>
                    <a:pt x="1014" y="381"/>
                    <a:pt x="982" y="381"/>
                  </a:cubicBezTo>
                  <a:lnTo>
                    <a:pt x="666" y="571"/>
                  </a:lnTo>
                  <a:cubicBezTo>
                    <a:pt x="602" y="602"/>
                    <a:pt x="539" y="602"/>
                    <a:pt x="507" y="571"/>
                  </a:cubicBezTo>
                  <a:lnTo>
                    <a:pt x="32" y="317"/>
                  </a:lnTo>
                  <a:cubicBezTo>
                    <a:pt x="1" y="286"/>
                    <a:pt x="1" y="222"/>
                    <a:pt x="32" y="222"/>
                  </a:cubicBezTo>
                  <a:lnTo>
                    <a:pt x="349" y="32"/>
                  </a:lnTo>
                  <a:cubicBezTo>
                    <a:pt x="381" y="1"/>
                    <a:pt x="476" y="1"/>
                    <a:pt x="50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9" name="Google Shape;6279;p41"/>
            <p:cNvSpPr/>
            <p:nvPr/>
          </p:nvSpPr>
          <p:spPr>
            <a:xfrm>
              <a:off x="4968768" y="4092857"/>
              <a:ext cx="23853" cy="13372"/>
            </a:xfrm>
            <a:custGeom>
              <a:rect b="b" l="l" r="r" t="t"/>
              <a:pathLst>
                <a:path extrusionOk="0" h="444" w="792">
                  <a:moveTo>
                    <a:pt x="507" y="0"/>
                  </a:moveTo>
                  <a:cubicBezTo>
                    <a:pt x="602" y="63"/>
                    <a:pt x="697" y="95"/>
                    <a:pt x="760" y="158"/>
                  </a:cubicBezTo>
                  <a:cubicBezTo>
                    <a:pt x="792" y="190"/>
                    <a:pt x="792" y="222"/>
                    <a:pt x="760" y="253"/>
                  </a:cubicBezTo>
                  <a:cubicBezTo>
                    <a:pt x="634" y="317"/>
                    <a:pt x="539" y="380"/>
                    <a:pt x="444" y="443"/>
                  </a:cubicBezTo>
                  <a:cubicBezTo>
                    <a:pt x="380" y="443"/>
                    <a:pt x="317" y="443"/>
                    <a:pt x="285" y="443"/>
                  </a:cubicBezTo>
                  <a:cubicBezTo>
                    <a:pt x="222" y="380"/>
                    <a:pt x="127" y="348"/>
                    <a:pt x="32" y="285"/>
                  </a:cubicBezTo>
                  <a:cubicBezTo>
                    <a:pt x="0" y="285"/>
                    <a:pt x="0" y="222"/>
                    <a:pt x="63" y="190"/>
                  </a:cubicBezTo>
                  <a:cubicBezTo>
                    <a:pt x="158" y="127"/>
                    <a:pt x="253" y="95"/>
                    <a:pt x="380" y="0"/>
                  </a:cubicBezTo>
                  <a:cubicBezTo>
                    <a:pt x="412" y="0"/>
                    <a:pt x="475" y="0"/>
                    <a:pt x="507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0" name="Google Shape;6280;p41"/>
            <p:cNvSpPr/>
            <p:nvPr/>
          </p:nvSpPr>
          <p:spPr>
            <a:xfrm>
              <a:off x="4789448" y="4039428"/>
              <a:ext cx="129746" cy="75384"/>
            </a:xfrm>
            <a:custGeom>
              <a:rect b="b" l="l" r="r" t="t"/>
              <a:pathLst>
                <a:path extrusionOk="0" h="2503" w="4308">
                  <a:moveTo>
                    <a:pt x="1647" y="32"/>
                  </a:moveTo>
                  <a:cubicBezTo>
                    <a:pt x="2091" y="286"/>
                    <a:pt x="2534" y="539"/>
                    <a:pt x="2977" y="761"/>
                  </a:cubicBezTo>
                  <a:cubicBezTo>
                    <a:pt x="3389" y="1014"/>
                    <a:pt x="3832" y="1267"/>
                    <a:pt x="4276" y="1521"/>
                  </a:cubicBezTo>
                  <a:cubicBezTo>
                    <a:pt x="4307" y="1552"/>
                    <a:pt x="4307" y="1584"/>
                    <a:pt x="4276" y="1616"/>
                  </a:cubicBezTo>
                  <a:cubicBezTo>
                    <a:pt x="4022" y="1774"/>
                    <a:pt x="3769" y="1901"/>
                    <a:pt x="3547" y="2027"/>
                  </a:cubicBezTo>
                  <a:cubicBezTo>
                    <a:pt x="3294" y="2186"/>
                    <a:pt x="3072" y="2312"/>
                    <a:pt x="2819" y="2471"/>
                  </a:cubicBezTo>
                  <a:cubicBezTo>
                    <a:pt x="2787" y="2502"/>
                    <a:pt x="2724" y="2502"/>
                    <a:pt x="2661" y="2471"/>
                  </a:cubicBezTo>
                  <a:cubicBezTo>
                    <a:pt x="2249" y="2217"/>
                    <a:pt x="1805" y="1964"/>
                    <a:pt x="1362" y="1711"/>
                  </a:cubicBezTo>
                  <a:cubicBezTo>
                    <a:pt x="919" y="1457"/>
                    <a:pt x="475" y="1204"/>
                    <a:pt x="64" y="951"/>
                  </a:cubicBezTo>
                  <a:cubicBezTo>
                    <a:pt x="0" y="919"/>
                    <a:pt x="32" y="887"/>
                    <a:pt x="64" y="856"/>
                  </a:cubicBezTo>
                  <a:cubicBezTo>
                    <a:pt x="285" y="729"/>
                    <a:pt x="539" y="571"/>
                    <a:pt x="792" y="444"/>
                  </a:cubicBezTo>
                  <a:cubicBezTo>
                    <a:pt x="1014" y="317"/>
                    <a:pt x="1267" y="159"/>
                    <a:pt x="1489" y="32"/>
                  </a:cubicBezTo>
                  <a:cubicBezTo>
                    <a:pt x="1552" y="1"/>
                    <a:pt x="1615" y="1"/>
                    <a:pt x="1647" y="32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1" name="Google Shape;6281;p41"/>
            <p:cNvSpPr/>
            <p:nvPr/>
          </p:nvSpPr>
          <p:spPr>
            <a:xfrm>
              <a:off x="4776076" y="4069004"/>
              <a:ext cx="49634" cy="28642"/>
            </a:xfrm>
            <a:custGeom>
              <a:rect b="b" l="l" r="r" t="t"/>
              <a:pathLst>
                <a:path extrusionOk="0" h="951" w="1648">
                  <a:moveTo>
                    <a:pt x="318" y="0"/>
                  </a:moveTo>
                  <a:cubicBezTo>
                    <a:pt x="761" y="254"/>
                    <a:pt x="1204" y="507"/>
                    <a:pt x="1648" y="760"/>
                  </a:cubicBezTo>
                  <a:cubicBezTo>
                    <a:pt x="1648" y="760"/>
                    <a:pt x="1648" y="760"/>
                    <a:pt x="1616" y="792"/>
                  </a:cubicBezTo>
                  <a:cubicBezTo>
                    <a:pt x="1521" y="824"/>
                    <a:pt x="1426" y="887"/>
                    <a:pt x="1331" y="950"/>
                  </a:cubicBezTo>
                  <a:cubicBezTo>
                    <a:pt x="1331" y="950"/>
                    <a:pt x="1299" y="950"/>
                    <a:pt x="1299" y="950"/>
                  </a:cubicBezTo>
                  <a:cubicBezTo>
                    <a:pt x="856" y="697"/>
                    <a:pt x="444" y="444"/>
                    <a:pt x="1" y="190"/>
                  </a:cubicBezTo>
                  <a:cubicBezTo>
                    <a:pt x="1" y="190"/>
                    <a:pt x="1" y="190"/>
                    <a:pt x="1" y="159"/>
                  </a:cubicBezTo>
                  <a:cubicBezTo>
                    <a:pt x="96" y="127"/>
                    <a:pt x="191" y="64"/>
                    <a:pt x="286" y="0"/>
                  </a:cubicBezTo>
                  <a:cubicBezTo>
                    <a:pt x="318" y="0"/>
                    <a:pt x="318" y="0"/>
                    <a:pt x="318" y="0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2" name="Google Shape;6282;p41"/>
            <p:cNvSpPr/>
            <p:nvPr/>
          </p:nvSpPr>
          <p:spPr>
            <a:xfrm>
              <a:off x="4819024" y="4093790"/>
              <a:ext cx="49604" cy="28642"/>
            </a:xfrm>
            <a:custGeom>
              <a:rect b="b" l="l" r="r" t="t"/>
              <a:pathLst>
                <a:path extrusionOk="0" h="951" w="1647">
                  <a:moveTo>
                    <a:pt x="348" y="1"/>
                  </a:moveTo>
                  <a:cubicBezTo>
                    <a:pt x="760" y="254"/>
                    <a:pt x="1204" y="507"/>
                    <a:pt x="1647" y="761"/>
                  </a:cubicBezTo>
                  <a:cubicBezTo>
                    <a:pt x="1647" y="761"/>
                    <a:pt x="1647" y="761"/>
                    <a:pt x="1647" y="792"/>
                  </a:cubicBezTo>
                  <a:cubicBezTo>
                    <a:pt x="1520" y="856"/>
                    <a:pt x="1425" y="887"/>
                    <a:pt x="1330" y="951"/>
                  </a:cubicBezTo>
                  <a:cubicBezTo>
                    <a:pt x="1330" y="951"/>
                    <a:pt x="1299" y="951"/>
                    <a:pt x="1299" y="951"/>
                  </a:cubicBezTo>
                  <a:cubicBezTo>
                    <a:pt x="855" y="697"/>
                    <a:pt x="443" y="444"/>
                    <a:pt x="0" y="191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95" y="127"/>
                    <a:pt x="190" y="64"/>
                    <a:pt x="285" y="1"/>
                  </a:cubicBezTo>
                  <a:cubicBezTo>
                    <a:pt x="317" y="1"/>
                    <a:pt x="317" y="1"/>
                    <a:pt x="348" y="1"/>
                  </a:cubicBezTo>
                  <a:close/>
                </a:path>
              </a:pathLst>
            </a:custGeom>
            <a:solidFill>
              <a:srgbClr val="ACB3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3" name="Google Shape;6283;p41"/>
            <p:cNvSpPr/>
            <p:nvPr/>
          </p:nvSpPr>
          <p:spPr>
            <a:xfrm>
              <a:off x="4897209" y="3710365"/>
              <a:ext cx="290001" cy="326233"/>
            </a:xfrm>
            <a:custGeom>
              <a:rect b="b" l="l" r="r" t="t"/>
              <a:pathLst>
                <a:path extrusionOk="0" h="10832" w="9629">
                  <a:moveTo>
                    <a:pt x="2059" y="1"/>
                  </a:moveTo>
                  <a:lnTo>
                    <a:pt x="1" y="6398"/>
                  </a:lnTo>
                  <a:lnTo>
                    <a:pt x="7760" y="10832"/>
                  </a:lnTo>
                  <a:lnTo>
                    <a:pt x="9628" y="4308"/>
                  </a:lnTo>
                  <a:close/>
                </a:path>
              </a:pathLst>
            </a:custGeom>
            <a:solidFill>
              <a:srgbClr val="D6E0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4" name="Google Shape;6284;p41"/>
            <p:cNvSpPr/>
            <p:nvPr/>
          </p:nvSpPr>
          <p:spPr>
            <a:xfrm>
              <a:off x="4931573" y="3748523"/>
              <a:ext cx="221303" cy="249915"/>
            </a:xfrm>
            <a:custGeom>
              <a:rect b="b" l="l" r="r" t="t"/>
              <a:pathLst>
                <a:path extrusionOk="0" h="8298" w="7348">
                  <a:moveTo>
                    <a:pt x="1552" y="1"/>
                  </a:moveTo>
                  <a:lnTo>
                    <a:pt x="0" y="4909"/>
                  </a:lnTo>
                  <a:lnTo>
                    <a:pt x="5922" y="8298"/>
                  </a:lnTo>
                  <a:lnTo>
                    <a:pt x="7347" y="3326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5" name="Google Shape;6285;p41"/>
            <p:cNvSpPr/>
            <p:nvPr/>
          </p:nvSpPr>
          <p:spPr>
            <a:xfrm>
              <a:off x="4914406" y="2393206"/>
              <a:ext cx="208895" cy="207931"/>
            </a:xfrm>
            <a:custGeom>
              <a:rect b="b" l="l" r="r" t="t"/>
              <a:pathLst>
                <a:path extrusionOk="0" h="6904" w="6936">
                  <a:moveTo>
                    <a:pt x="6524" y="2692"/>
                  </a:moveTo>
                  <a:cubicBezTo>
                    <a:pt x="6936" y="4402"/>
                    <a:pt x="5890" y="6081"/>
                    <a:pt x="4212" y="6492"/>
                  </a:cubicBezTo>
                  <a:cubicBezTo>
                    <a:pt x="2534" y="6904"/>
                    <a:pt x="823" y="5891"/>
                    <a:pt x="412" y="4180"/>
                  </a:cubicBezTo>
                  <a:cubicBezTo>
                    <a:pt x="0" y="2502"/>
                    <a:pt x="1045" y="792"/>
                    <a:pt x="2724" y="380"/>
                  </a:cubicBezTo>
                  <a:cubicBezTo>
                    <a:pt x="4402" y="0"/>
                    <a:pt x="6112" y="1013"/>
                    <a:pt x="6524" y="2692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6" name="Google Shape;6286;p41"/>
            <p:cNvSpPr/>
            <p:nvPr/>
          </p:nvSpPr>
          <p:spPr>
            <a:xfrm>
              <a:off x="4985935" y="2546745"/>
              <a:ext cx="66801" cy="245156"/>
            </a:xfrm>
            <a:custGeom>
              <a:rect b="b" l="l" r="r" t="t"/>
              <a:pathLst>
                <a:path extrusionOk="0" h="8140" w="2218">
                  <a:moveTo>
                    <a:pt x="0" y="1"/>
                  </a:moveTo>
                  <a:lnTo>
                    <a:pt x="1109" y="8140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7" name="Google Shape;6287;p41"/>
            <p:cNvSpPr/>
            <p:nvPr/>
          </p:nvSpPr>
          <p:spPr>
            <a:xfrm>
              <a:off x="4941090" y="2419890"/>
              <a:ext cx="155497" cy="155497"/>
            </a:xfrm>
            <a:custGeom>
              <a:rect b="b" l="l" r="r" t="t"/>
              <a:pathLst>
                <a:path extrusionOk="0" h="5163" w="5163">
                  <a:moveTo>
                    <a:pt x="2598" y="5163"/>
                  </a:moveTo>
                  <a:cubicBezTo>
                    <a:pt x="4023" y="5163"/>
                    <a:pt x="5163" y="3991"/>
                    <a:pt x="5163" y="2566"/>
                  </a:cubicBezTo>
                  <a:cubicBezTo>
                    <a:pt x="5163" y="1141"/>
                    <a:pt x="4023" y="1"/>
                    <a:pt x="2598" y="1"/>
                  </a:cubicBezTo>
                  <a:cubicBezTo>
                    <a:pt x="1172" y="1"/>
                    <a:pt x="1" y="1141"/>
                    <a:pt x="1" y="2566"/>
                  </a:cubicBezTo>
                  <a:cubicBezTo>
                    <a:pt x="1" y="3991"/>
                    <a:pt x="1172" y="5163"/>
                    <a:pt x="2598" y="51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8" name="Google Shape;6288;p41"/>
            <p:cNvSpPr/>
            <p:nvPr/>
          </p:nvSpPr>
          <p:spPr>
            <a:xfrm>
              <a:off x="4664491" y="2465668"/>
              <a:ext cx="208925" cy="207961"/>
            </a:xfrm>
            <a:custGeom>
              <a:rect b="b" l="l" r="r" t="t"/>
              <a:pathLst>
                <a:path extrusionOk="0" h="6905" w="6937">
                  <a:moveTo>
                    <a:pt x="6525" y="2724"/>
                  </a:moveTo>
                  <a:cubicBezTo>
                    <a:pt x="6936" y="4403"/>
                    <a:pt x="5891" y="6113"/>
                    <a:pt x="4181" y="6493"/>
                  </a:cubicBezTo>
                  <a:cubicBezTo>
                    <a:pt x="2503" y="6905"/>
                    <a:pt x="824" y="5860"/>
                    <a:pt x="412" y="4181"/>
                  </a:cubicBezTo>
                  <a:cubicBezTo>
                    <a:pt x="1" y="2471"/>
                    <a:pt x="1046" y="793"/>
                    <a:pt x="2756" y="381"/>
                  </a:cubicBezTo>
                  <a:cubicBezTo>
                    <a:pt x="4434" y="1"/>
                    <a:pt x="6145" y="1046"/>
                    <a:pt x="6525" y="2724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9" name="Google Shape;6289;p41"/>
            <p:cNvSpPr/>
            <p:nvPr/>
          </p:nvSpPr>
          <p:spPr>
            <a:xfrm>
              <a:off x="4736020" y="2619238"/>
              <a:ext cx="66801" cy="246120"/>
            </a:xfrm>
            <a:custGeom>
              <a:rect b="b" l="l" r="r" t="t"/>
              <a:pathLst>
                <a:path extrusionOk="0" h="8172" w="2218">
                  <a:moveTo>
                    <a:pt x="1" y="1"/>
                  </a:moveTo>
                  <a:lnTo>
                    <a:pt x="1109" y="8171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0" name="Google Shape;6290;p41"/>
            <p:cNvSpPr/>
            <p:nvPr/>
          </p:nvSpPr>
          <p:spPr>
            <a:xfrm>
              <a:off x="4691205" y="2492383"/>
              <a:ext cx="155497" cy="155497"/>
            </a:xfrm>
            <a:custGeom>
              <a:rect b="b" l="l" r="r" t="t"/>
              <a:pathLst>
                <a:path extrusionOk="0" h="5163" w="5163">
                  <a:moveTo>
                    <a:pt x="2597" y="5163"/>
                  </a:moveTo>
                  <a:cubicBezTo>
                    <a:pt x="4022" y="5163"/>
                    <a:pt x="5163" y="3991"/>
                    <a:pt x="5163" y="2566"/>
                  </a:cubicBezTo>
                  <a:cubicBezTo>
                    <a:pt x="5163" y="1141"/>
                    <a:pt x="4022" y="1"/>
                    <a:pt x="2597" y="1"/>
                  </a:cubicBezTo>
                  <a:cubicBezTo>
                    <a:pt x="1172" y="1"/>
                    <a:pt x="0" y="1141"/>
                    <a:pt x="0" y="2566"/>
                  </a:cubicBezTo>
                  <a:cubicBezTo>
                    <a:pt x="0" y="3991"/>
                    <a:pt x="1172" y="5163"/>
                    <a:pt x="2597" y="51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1" name="Google Shape;6291;p41"/>
            <p:cNvSpPr/>
            <p:nvPr/>
          </p:nvSpPr>
          <p:spPr>
            <a:xfrm>
              <a:off x="4883867" y="2644054"/>
              <a:ext cx="66801" cy="245126"/>
            </a:xfrm>
            <a:custGeom>
              <a:rect b="b" l="l" r="r" t="t"/>
              <a:pathLst>
                <a:path extrusionOk="0" h="8139" w="2218">
                  <a:moveTo>
                    <a:pt x="1" y="0"/>
                  </a:moveTo>
                  <a:lnTo>
                    <a:pt x="1109" y="8139"/>
                  </a:lnTo>
                  <a:lnTo>
                    <a:pt x="2217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2" name="Google Shape;6292;p41"/>
            <p:cNvSpPr/>
            <p:nvPr/>
          </p:nvSpPr>
          <p:spPr>
            <a:xfrm>
              <a:off x="4822819" y="2500033"/>
              <a:ext cx="188897" cy="188867"/>
            </a:xfrm>
            <a:custGeom>
              <a:rect b="b" l="l" r="r" t="t"/>
              <a:pathLst>
                <a:path extrusionOk="0" h="6271" w="6272">
                  <a:moveTo>
                    <a:pt x="3136" y="6270"/>
                  </a:moveTo>
                  <a:cubicBezTo>
                    <a:pt x="4878" y="6270"/>
                    <a:pt x="6271" y="4877"/>
                    <a:pt x="6271" y="3135"/>
                  </a:cubicBezTo>
                  <a:cubicBezTo>
                    <a:pt x="6271" y="1393"/>
                    <a:pt x="4878" y="0"/>
                    <a:pt x="3136" y="0"/>
                  </a:cubicBezTo>
                  <a:cubicBezTo>
                    <a:pt x="1394" y="0"/>
                    <a:pt x="1" y="1393"/>
                    <a:pt x="1" y="3135"/>
                  </a:cubicBezTo>
                  <a:cubicBezTo>
                    <a:pt x="1" y="4877"/>
                    <a:pt x="1394" y="6270"/>
                    <a:pt x="3136" y="6270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3" name="Google Shape;6293;p41"/>
            <p:cNvSpPr/>
            <p:nvPr/>
          </p:nvSpPr>
          <p:spPr>
            <a:xfrm>
              <a:off x="4839052" y="2516236"/>
              <a:ext cx="155497" cy="156460"/>
            </a:xfrm>
            <a:custGeom>
              <a:rect b="b" l="l" r="r" t="t"/>
              <a:pathLst>
                <a:path extrusionOk="0" h="5195" w="5163">
                  <a:moveTo>
                    <a:pt x="2597" y="5194"/>
                  </a:moveTo>
                  <a:cubicBezTo>
                    <a:pt x="4022" y="5194"/>
                    <a:pt x="5162" y="4022"/>
                    <a:pt x="5162" y="2597"/>
                  </a:cubicBezTo>
                  <a:cubicBezTo>
                    <a:pt x="5162" y="1172"/>
                    <a:pt x="4022" y="0"/>
                    <a:pt x="2597" y="0"/>
                  </a:cubicBezTo>
                  <a:cubicBezTo>
                    <a:pt x="1172" y="0"/>
                    <a:pt x="0" y="1172"/>
                    <a:pt x="0" y="2597"/>
                  </a:cubicBezTo>
                  <a:cubicBezTo>
                    <a:pt x="0" y="4022"/>
                    <a:pt x="1172" y="5194"/>
                    <a:pt x="2597" y="51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4" name="Google Shape;6294;p41"/>
            <p:cNvSpPr/>
            <p:nvPr/>
          </p:nvSpPr>
          <p:spPr>
            <a:xfrm>
              <a:off x="4110329" y="3298327"/>
              <a:ext cx="302410" cy="287140"/>
            </a:xfrm>
            <a:custGeom>
              <a:rect b="b" l="l" r="r" t="t"/>
              <a:pathLst>
                <a:path extrusionOk="0" h="9534" w="10041">
                  <a:moveTo>
                    <a:pt x="1" y="1"/>
                  </a:moveTo>
                  <a:lnTo>
                    <a:pt x="10040" y="1"/>
                  </a:lnTo>
                  <a:lnTo>
                    <a:pt x="10040" y="5923"/>
                  </a:lnTo>
                  <a:lnTo>
                    <a:pt x="10040" y="6081"/>
                  </a:lnTo>
                  <a:lnTo>
                    <a:pt x="10040" y="6145"/>
                  </a:lnTo>
                  <a:lnTo>
                    <a:pt x="10040" y="6145"/>
                  </a:lnTo>
                  <a:cubicBezTo>
                    <a:pt x="9723" y="9533"/>
                    <a:pt x="318" y="9533"/>
                    <a:pt x="1" y="6145"/>
                  </a:cubicBezTo>
                  <a:lnTo>
                    <a:pt x="1" y="6145"/>
                  </a:lnTo>
                  <a:lnTo>
                    <a:pt x="1" y="6145"/>
                  </a:lnTo>
                  <a:cubicBezTo>
                    <a:pt x="1" y="6050"/>
                    <a:pt x="1" y="5955"/>
                    <a:pt x="1" y="586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5" name="Google Shape;6295;p41"/>
            <p:cNvSpPr/>
            <p:nvPr/>
          </p:nvSpPr>
          <p:spPr>
            <a:xfrm>
              <a:off x="4110329" y="3237309"/>
              <a:ext cx="302410" cy="165978"/>
            </a:xfrm>
            <a:custGeom>
              <a:rect b="b" l="l" r="r" t="t"/>
              <a:pathLst>
                <a:path extrusionOk="0" h="5511" w="10041">
                  <a:moveTo>
                    <a:pt x="1" y="0"/>
                  </a:moveTo>
                  <a:lnTo>
                    <a:pt x="10040" y="0"/>
                  </a:lnTo>
                  <a:lnTo>
                    <a:pt x="10040" y="1900"/>
                  </a:lnTo>
                  <a:lnTo>
                    <a:pt x="10040" y="2027"/>
                  </a:lnTo>
                  <a:lnTo>
                    <a:pt x="10040" y="2122"/>
                  </a:lnTo>
                  <a:lnTo>
                    <a:pt x="10040" y="2122"/>
                  </a:lnTo>
                  <a:cubicBezTo>
                    <a:pt x="9723" y="5510"/>
                    <a:pt x="318" y="5510"/>
                    <a:pt x="1" y="2122"/>
                  </a:cubicBezTo>
                  <a:lnTo>
                    <a:pt x="1" y="2122"/>
                  </a:lnTo>
                  <a:lnTo>
                    <a:pt x="1" y="2122"/>
                  </a:lnTo>
                  <a:cubicBezTo>
                    <a:pt x="1" y="2027"/>
                    <a:pt x="1" y="1900"/>
                    <a:pt x="1" y="1805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6" name="Google Shape;6296;p41"/>
            <p:cNvSpPr/>
            <p:nvPr/>
          </p:nvSpPr>
          <p:spPr>
            <a:xfrm>
              <a:off x="4110329" y="3139066"/>
              <a:ext cx="302410" cy="186969"/>
            </a:xfrm>
            <a:custGeom>
              <a:rect b="b" l="l" r="r" t="t"/>
              <a:pathLst>
                <a:path extrusionOk="0" h="6208" w="10041">
                  <a:moveTo>
                    <a:pt x="1" y="0"/>
                  </a:moveTo>
                  <a:lnTo>
                    <a:pt x="10040" y="0"/>
                  </a:lnTo>
                  <a:lnTo>
                    <a:pt x="10040" y="3040"/>
                  </a:lnTo>
                  <a:lnTo>
                    <a:pt x="10040" y="3167"/>
                  </a:lnTo>
                  <a:lnTo>
                    <a:pt x="10040" y="3262"/>
                  </a:lnTo>
                  <a:lnTo>
                    <a:pt x="10040" y="3262"/>
                  </a:lnTo>
                  <a:cubicBezTo>
                    <a:pt x="9977" y="3927"/>
                    <a:pt x="9502" y="4592"/>
                    <a:pt x="8583" y="5099"/>
                  </a:cubicBezTo>
                  <a:cubicBezTo>
                    <a:pt x="6620" y="6207"/>
                    <a:pt x="3421" y="6207"/>
                    <a:pt x="1458" y="5099"/>
                  </a:cubicBezTo>
                  <a:cubicBezTo>
                    <a:pt x="571" y="4592"/>
                    <a:pt x="64" y="3927"/>
                    <a:pt x="1" y="3262"/>
                  </a:cubicBezTo>
                  <a:lnTo>
                    <a:pt x="1" y="3262"/>
                  </a:lnTo>
                  <a:lnTo>
                    <a:pt x="1" y="3262"/>
                  </a:lnTo>
                  <a:cubicBezTo>
                    <a:pt x="1" y="3135"/>
                    <a:pt x="1" y="3040"/>
                    <a:pt x="1" y="294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7" name="Google Shape;6297;p41"/>
            <p:cNvSpPr/>
            <p:nvPr/>
          </p:nvSpPr>
          <p:spPr>
            <a:xfrm>
              <a:off x="4096023" y="3046545"/>
              <a:ext cx="331955" cy="187933"/>
            </a:xfrm>
            <a:custGeom>
              <a:rect b="b" l="l" r="r" t="t"/>
              <a:pathLst>
                <a:path extrusionOk="0" h="6240" w="11022">
                  <a:moveTo>
                    <a:pt x="9058" y="1109"/>
                  </a:moveTo>
                  <a:cubicBezTo>
                    <a:pt x="11022" y="2217"/>
                    <a:pt x="11022" y="4022"/>
                    <a:pt x="9058" y="5131"/>
                  </a:cubicBezTo>
                  <a:cubicBezTo>
                    <a:pt x="7095" y="6239"/>
                    <a:pt x="3896" y="6239"/>
                    <a:pt x="1964" y="5131"/>
                  </a:cubicBezTo>
                  <a:cubicBezTo>
                    <a:pt x="1" y="4022"/>
                    <a:pt x="1" y="2217"/>
                    <a:pt x="1964" y="1109"/>
                  </a:cubicBezTo>
                  <a:cubicBezTo>
                    <a:pt x="3928" y="0"/>
                    <a:pt x="7095" y="0"/>
                    <a:pt x="9058" y="1109"/>
                  </a:cubicBez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8" name="Google Shape;6298;p41"/>
            <p:cNvSpPr/>
            <p:nvPr/>
          </p:nvSpPr>
          <p:spPr>
            <a:xfrm>
              <a:off x="4735086" y="1464201"/>
              <a:ext cx="391076" cy="237537"/>
            </a:xfrm>
            <a:custGeom>
              <a:rect b="b" l="l" r="r" t="t"/>
              <a:pathLst>
                <a:path extrusionOk="0" h="7887" w="12985">
                  <a:moveTo>
                    <a:pt x="12985" y="3928"/>
                  </a:moveTo>
                  <a:cubicBezTo>
                    <a:pt x="12985" y="6113"/>
                    <a:pt x="10071" y="7886"/>
                    <a:pt x="6492" y="7886"/>
                  </a:cubicBezTo>
                  <a:cubicBezTo>
                    <a:pt x="2914" y="7886"/>
                    <a:pt x="0" y="6113"/>
                    <a:pt x="0" y="3928"/>
                  </a:cubicBezTo>
                  <a:cubicBezTo>
                    <a:pt x="0" y="1774"/>
                    <a:pt x="2914" y="1"/>
                    <a:pt x="6492" y="1"/>
                  </a:cubicBezTo>
                  <a:cubicBezTo>
                    <a:pt x="10071" y="1"/>
                    <a:pt x="12985" y="1774"/>
                    <a:pt x="12985" y="3928"/>
                  </a:cubicBez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9" name="Google Shape;6299;p41"/>
            <p:cNvSpPr/>
            <p:nvPr/>
          </p:nvSpPr>
          <p:spPr>
            <a:xfrm>
              <a:off x="4930609" y="1583437"/>
              <a:ext cx="195553" cy="118302"/>
            </a:xfrm>
            <a:custGeom>
              <a:rect b="b" l="l" r="r" t="t"/>
              <a:pathLst>
                <a:path extrusionOk="0" h="3928" w="6493">
                  <a:moveTo>
                    <a:pt x="6493" y="0"/>
                  </a:moveTo>
                  <a:cubicBezTo>
                    <a:pt x="6493" y="2185"/>
                    <a:pt x="3579" y="3927"/>
                    <a:pt x="0" y="39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0" name="Google Shape;6300;p41"/>
            <p:cNvSpPr/>
            <p:nvPr/>
          </p:nvSpPr>
          <p:spPr>
            <a:xfrm>
              <a:off x="4930609" y="1518563"/>
              <a:ext cx="195553" cy="68698"/>
            </a:xfrm>
            <a:custGeom>
              <a:rect b="b" l="l" r="r" t="t"/>
              <a:pathLst>
                <a:path extrusionOk="0" h="2281" w="6493">
                  <a:moveTo>
                    <a:pt x="5447" y="1"/>
                  </a:moveTo>
                  <a:cubicBezTo>
                    <a:pt x="6113" y="602"/>
                    <a:pt x="6493" y="1362"/>
                    <a:pt x="6493" y="2154"/>
                  </a:cubicBezTo>
                  <a:cubicBezTo>
                    <a:pt x="6493" y="2218"/>
                    <a:pt x="6493" y="2281"/>
                    <a:pt x="6493" y="2154"/>
                  </a:cubicBezTo>
                  <a:lnTo>
                    <a:pt x="0" y="2154"/>
                  </a:lnTo>
                  <a:close/>
                </a:path>
              </a:pathLst>
            </a:custGeom>
            <a:solidFill>
              <a:srgbClr val="6AA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1" name="Google Shape;6301;p41"/>
            <p:cNvSpPr/>
            <p:nvPr/>
          </p:nvSpPr>
          <p:spPr>
            <a:xfrm>
              <a:off x="4735086" y="1494710"/>
              <a:ext cx="195553" cy="207028"/>
            </a:xfrm>
            <a:custGeom>
              <a:rect b="b" l="l" r="r" t="t"/>
              <a:pathLst>
                <a:path extrusionOk="0" h="6874" w="6493">
                  <a:moveTo>
                    <a:pt x="6492" y="3675"/>
                  </a:moveTo>
                  <a:lnTo>
                    <a:pt x="0" y="1"/>
                  </a:lnTo>
                  <a:lnTo>
                    <a:pt x="0" y="3200"/>
                  </a:lnTo>
                  <a:lnTo>
                    <a:pt x="6492" y="6873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2" name="Google Shape;6302;p41"/>
            <p:cNvSpPr/>
            <p:nvPr/>
          </p:nvSpPr>
          <p:spPr>
            <a:xfrm>
              <a:off x="4735086" y="1366922"/>
              <a:ext cx="391076" cy="238470"/>
            </a:xfrm>
            <a:custGeom>
              <a:rect b="b" l="l" r="r" t="t"/>
              <a:pathLst>
                <a:path extrusionOk="0" h="7918" w="12985">
                  <a:moveTo>
                    <a:pt x="6492" y="7918"/>
                  </a:moveTo>
                  <a:cubicBezTo>
                    <a:pt x="10071" y="7918"/>
                    <a:pt x="12985" y="6144"/>
                    <a:pt x="12985" y="3959"/>
                  </a:cubicBezTo>
                  <a:cubicBezTo>
                    <a:pt x="12985" y="1805"/>
                    <a:pt x="10071" y="0"/>
                    <a:pt x="6492" y="0"/>
                  </a:cubicBezTo>
                  <a:cubicBezTo>
                    <a:pt x="2914" y="0"/>
                    <a:pt x="0" y="1805"/>
                    <a:pt x="0" y="3959"/>
                  </a:cubicBezTo>
                  <a:cubicBezTo>
                    <a:pt x="0" y="6144"/>
                    <a:pt x="2914" y="7918"/>
                    <a:pt x="6492" y="7918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3" name="Google Shape;6303;p41"/>
            <p:cNvSpPr/>
            <p:nvPr/>
          </p:nvSpPr>
          <p:spPr>
            <a:xfrm>
              <a:off x="4014013" y="1829497"/>
              <a:ext cx="216545" cy="125951"/>
            </a:xfrm>
            <a:custGeom>
              <a:rect b="b" l="l" r="r" t="t"/>
              <a:pathLst>
                <a:path extrusionOk="0" h="4182" w="7190">
                  <a:moveTo>
                    <a:pt x="3579" y="1"/>
                  </a:moveTo>
                  <a:lnTo>
                    <a:pt x="0" y="2091"/>
                  </a:lnTo>
                  <a:lnTo>
                    <a:pt x="3579" y="4181"/>
                  </a:lnTo>
                  <a:lnTo>
                    <a:pt x="7189" y="2091"/>
                  </a:lnTo>
                  <a:close/>
                </a:path>
              </a:pathLst>
            </a:custGeom>
            <a:solidFill>
              <a:srgbClr val="F144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4" name="Google Shape;6304;p41"/>
            <p:cNvSpPr/>
            <p:nvPr/>
          </p:nvSpPr>
          <p:spPr>
            <a:xfrm>
              <a:off x="4014013" y="1803746"/>
              <a:ext cx="216545" cy="428301"/>
            </a:xfrm>
            <a:custGeom>
              <a:rect b="b" l="l" r="r" t="t"/>
              <a:pathLst>
                <a:path extrusionOk="0" h="14221" w="7190">
                  <a:moveTo>
                    <a:pt x="3579" y="14220"/>
                  </a:moveTo>
                  <a:lnTo>
                    <a:pt x="2977" y="2471"/>
                  </a:lnTo>
                  <a:lnTo>
                    <a:pt x="0" y="1"/>
                  </a:lnTo>
                  <a:lnTo>
                    <a:pt x="3516" y="1584"/>
                  </a:lnTo>
                  <a:lnTo>
                    <a:pt x="7189" y="1"/>
                  </a:lnTo>
                  <a:lnTo>
                    <a:pt x="4149" y="2534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5" name="Google Shape;6305;p41"/>
            <p:cNvSpPr/>
            <p:nvPr/>
          </p:nvSpPr>
          <p:spPr>
            <a:xfrm>
              <a:off x="4014013" y="1740800"/>
              <a:ext cx="216545" cy="124988"/>
            </a:xfrm>
            <a:custGeom>
              <a:rect b="b" l="l" r="r" t="t"/>
              <a:pathLst>
                <a:path extrusionOk="0" h="4150" w="7190">
                  <a:moveTo>
                    <a:pt x="3579" y="1"/>
                  </a:moveTo>
                  <a:lnTo>
                    <a:pt x="0" y="2091"/>
                  </a:lnTo>
                  <a:lnTo>
                    <a:pt x="3579" y="4149"/>
                  </a:lnTo>
                  <a:lnTo>
                    <a:pt x="7189" y="2091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6" name="Google Shape;6306;p41"/>
            <p:cNvSpPr/>
            <p:nvPr/>
          </p:nvSpPr>
          <p:spPr>
            <a:xfrm>
              <a:off x="4014013" y="1803746"/>
              <a:ext cx="107791" cy="428301"/>
            </a:xfrm>
            <a:custGeom>
              <a:rect b="b" l="l" r="r" t="t"/>
              <a:pathLst>
                <a:path extrusionOk="0" h="14221" w="3579">
                  <a:moveTo>
                    <a:pt x="0" y="7221"/>
                  </a:moveTo>
                  <a:lnTo>
                    <a:pt x="0" y="2946"/>
                  </a:lnTo>
                  <a:lnTo>
                    <a:pt x="0" y="1"/>
                  </a:lnTo>
                  <a:lnTo>
                    <a:pt x="3579" y="2059"/>
                  </a:lnTo>
                  <a:lnTo>
                    <a:pt x="3579" y="5036"/>
                  </a:lnTo>
                  <a:lnTo>
                    <a:pt x="3579" y="9311"/>
                  </a:lnTo>
                  <a:lnTo>
                    <a:pt x="3579" y="14220"/>
                  </a:lnTo>
                  <a:lnTo>
                    <a:pt x="0" y="1213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7" name="Google Shape;6307;p41"/>
            <p:cNvSpPr/>
            <p:nvPr/>
          </p:nvSpPr>
          <p:spPr>
            <a:xfrm>
              <a:off x="4121804" y="1803746"/>
              <a:ext cx="108754" cy="428301"/>
            </a:xfrm>
            <a:custGeom>
              <a:rect b="b" l="l" r="r" t="t"/>
              <a:pathLst>
                <a:path extrusionOk="0" h="14221" w="3611">
                  <a:moveTo>
                    <a:pt x="3610" y="12130"/>
                  </a:moveTo>
                  <a:lnTo>
                    <a:pt x="3610" y="7221"/>
                  </a:lnTo>
                  <a:lnTo>
                    <a:pt x="3610" y="2946"/>
                  </a:lnTo>
                  <a:lnTo>
                    <a:pt x="3610" y="1"/>
                  </a:lnTo>
                  <a:lnTo>
                    <a:pt x="0" y="2059"/>
                  </a:lnTo>
                  <a:lnTo>
                    <a:pt x="0" y="5036"/>
                  </a:lnTo>
                  <a:lnTo>
                    <a:pt x="0" y="9311"/>
                  </a:lnTo>
                  <a:lnTo>
                    <a:pt x="0" y="1422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8" name="Google Shape;6308;p41"/>
            <p:cNvSpPr/>
            <p:nvPr/>
          </p:nvSpPr>
          <p:spPr>
            <a:xfrm>
              <a:off x="4121804" y="1991649"/>
              <a:ext cx="217478" cy="303343"/>
            </a:xfrm>
            <a:custGeom>
              <a:rect b="b" l="l" r="r" t="t"/>
              <a:pathLst>
                <a:path extrusionOk="0" h="10072" w="7221">
                  <a:moveTo>
                    <a:pt x="3610" y="10071"/>
                  </a:moveTo>
                  <a:lnTo>
                    <a:pt x="3199" y="2312"/>
                  </a:lnTo>
                  <a:lnTo>
                    <a:pt x="0" y="0"/>
                  </a:lnTo>
                  <a:lnTo>
                    <a:pt x="3610" y="1552"/>
                  </a:lnTo>
                  <a:lnTo>
                    <a:pt x="7221" y="0"/>
                  </a:lnTo>
                  <a:lnTo>
                    <a:pt x="4212" y="266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9" name="Google Shape;6309;p41"/>
            <p:cNvSpPr/>
            <p:nvPr/>
          </p:nvSpPr>
          <p:spPr>
            <a:xfrm>
              <a:off x="4121804" y="1928704"/>
              <a:ext cx="217478" cy="124958"/>
            </a:xfrm>
            <a:custGeom>
              <a:rect b="b" l="l" r="r" t="t"/>
              <a:pathLst>
                <a:path extrusionOk="0" h="4149" w="7221">
                  <a:moveTo>
                    <a:pt x="3610" y="0"/>
                  </a:moveTo>
                  <a:lnTo>
                    <a:pt x="0" y="2090"/>
                  </a:lnTo>
                  <a:lnTo>
                    <a:pt x="3610" y="4149"/>
                  </a:lnTo>
                  <a:lnTo>
                    <a:pt x="7221" y="209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0" name="Google Shape;6310;p41"/>
            <p:cNvSpPr/>
            <p:nvPr/>
          </p:nvSpPr>
          <p:spPr>
            <a:xfrm>
              <a:off x="4121804" y="1991649"/>
              <a:ext cx="108754" cy="303343"/>
            </a:xfrm>
            <a:custGeom>
              <a:rect b="b" l="l" r="r" t="t"/>
              <a:pathLst>
                <a:path extrusionOk="0" h="10072" w="3611">
                  <a:moveTo>
                    <a:pt x="0" y="7981"/>
                  </a:moveTo>
                  <a:lnTo>
                    <a:pt x="0" y="0"/>
                  </a:lnTo>
                  <a:lnTo>
                    <a:pt x="3610" y="2059"/>
                  </a:lnTo>
                  <a:lnTo>
                    <a:pt x="3610" y="1007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1" name="Google Shape;6311;p41"/>
            <p:cNvSpPr/>
            <p:nvPr/>
          </p:nvSpPr>
          <p:spPr>
            <a:xfrm>
              <a:off x="4230528" y="1991649"/>
              <a:ext cx="108754" cy="303343"/>
            </a:xfrm>
            <a:custGeom>
              <a:rect b="b" l="l" r="r" t="t"/>
              <a:pathLst>
                <a:path extrusionOk="0" h="10072" w="3611">
                  <a:moveTo>
                    <a:pt x="3611" y="7981"/>
                  </a:moveTo>
                  <a:lnTo>
                    <a:pt x="3611" y="0"/>
                  </a:lnTo>
                  <a:lnTo>
                    <a:pt x="0" y="2059"/>
                  </a:lnTo>
                  <a:lnTo>
                    <a:pt x="0" y="1007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2" name="Google Shape;6312;p41"/>
            <p:cNvSpPr/>
            <p:nvPr/>
          </p:nvSpPr>
          <p:spPr>
            <a:xfrm>
              <a:off x="4230528" y="2174764"/>
              <a:ext cx="217478" cy="182211"/>
            </a:xfrm>
            <a:custGeom>
              <a:rect b="b" l="l" r="r" t="t"/>
              <a:pathLst>
                <a:path extrusionOk="0" h="6050" w="7221">
                  <a:moveTo>
                    <a:pt x="3611" y="6050"/>
                  </a:moveTo>
                  <a:lnTo>
                    <a:pt x="4022" y="2693"/>
                  </a:lnTo>
                  <a:lnTo>
                    <a:pt x="7221" y="1"/>
                  </a:lnTo>
                  <a:lnTo>
                    <a:pt x="3452" y="1458"/>
                  </a:lnTo>
                  <a:lnTo>
                    <a:pt x="0" y="1"/>
                  </a:lnTo>
                  <a:lnTo>
                    <a:pt x="2692" y="247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3" name="Google Shape;6313;p41"/>
            <p:cNvSpPr/>
            <p:nvPr/>
          </p:nvSpPr>
          <p:spPr>
            <a:xfrm>
              <a:off x="4230528" y="2111818"/>
              <a:ext cx="217478" cy="124988"/>
            </a:xfrm>
            <a:custGeom>
              <a:rect b="b" l="l" r="r" t="t"/>
              <a:pathLst>
                <a:path extrusionOk="0" h="4150" w="7221">
                  <a:moveTo>
                    <a:pt x="3611" y="1"/>
                  </a:moveTo>
                  <a:lnTo>
                    <a:pt x="0" y="2091"/>
                  </a:lnTo>
                  <a:lnTo>
                    <a:pt x="3611" y="4149"/>
                  </a:lnTo>
                  <a:lnTo>
                    <a:pt x="7221" y="209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4" name="Google Shape;6314;p41"/>
            <p:cNvSpPr/>
            <p:nvPr/>
          </p:nvSpPr>
          <p:spPr>
            <a:xfrm>
              <a:off x="4230528" y="2174764"/>
              <a:ext cx="108754" cy="182211"/>
            </a:xfrm>
            <a:custGeom>
              <a:rect b="b" l="l" r="r" t="t"/>
              <a:pathLst>
                <a:path extrusionOk="0" h="6050" w="3611">
                  <a:moveTo>
                    <a:pt x="0" y="3991"/>
                  </a:moveTo>
                  <a:lnTo>
                    <a:pt x="0" y="1"/>
                  </a:lnTo>
                  <a:lnTo>
                    <a:pt x="3611" y="2059"/>
                  </a:lnTo>
                  <a:lnTo>
                    <a:pt x="3611" y="605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5" name="Google Shape;6315;p41"/>
            <p:cNvSpPr/>
            <p:nvPr/>
          </p:nvSpPr>
          <p:spPr>
            <a:xfrm>
              <a:off x="4339252" y="2174764"/>
              <a:ext cx="108754" cy="182211"/>
            </a:xfrm>
            <a:custGeom>
              <a:rect b="b" l="l" r="r" t="t"/>
              <a:pathLst>
                <a:path extrusionOk="0" h="6050" w="3611">
                  <a:moveTo>
                    <a:pt x="3611" y="3991"/>
                  </a:moveTo>
                  <a:lnTo>
                    <a:pt x="3611" y="1"/>
                  </a:lnTo>
                  <a:lnTo>
                    <a:pt x="1" y="2059"/>
                  </a:lnTo>
                  <a:lnTo>
                    <a:pt x="1" y="605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6" name="Google Shape;6316;p41"/>
            <p:cNvSpPr/>
            <p:nvPr/>
          </p:nvSpPr>
          <p:spPr>
            <a:xfrm>
              <a:off x="4822819" y="1184741"/>
              <a:ext cx="303343" cy="301416"/>
            </a:xfrm>
            <a:custGeom>
              <a:rect b="b" l="l" r="r" t="t"/>
              <a:pathLst>
                <a:path extrusionOk="0" h="10008" w="10072">
                  <a:moveTo>
                    <a:pt x="3579" y="10008"/>
                  </a:moveTo>
                  <a:lnTo>
                    <a:pt x="4149" y="3801"/>
                  </a:lnTo>
                  <a:lnTo>
                    <a:pt x="10072" y="3294"/>
                  </a:lnTo>
                  <a:lnTo>
                    <a:pt x="3833" y="2692"/>
                  </a:lnTo>
                  <a:lnTo>
                    <a:pt x="1" y="1"/>
                  </a:lnTo>
                  <a:lnTo>
                    <a:pt x="2819" y="3833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7" name="Google Shape;6317;p41"/>
            <p:cNvSpPr/>
            <p:nvPr/>
          </p:nvSpPr>
          <p:spPr>
            <a:xfrm>
              <a:off x="4930609" y="1283948"/>
              <a:ext cx="195553" cy="105893"/>
            </a:xfrm>
            <a:custGeom>
              <a:rect b="b" l="l" r="r" t="t"/>
              <a:pathLst>
                <a:path extrusionOk="0" h="3516" w="6493">
                  <a:moveTo>
                    <a:pt x="0" y="0"/>
                  </a:moveTo>
                  <a:lnTo>
                    <a:pt x="6493" y="0"/>
                  </a:lnTo>
                  <a:lnTo>
                    <a:pt x="6493" y="3515"/>
                  </a:lnTo>
                  <a:lnTo>
                    <a:pt x="0" y="3515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8" name="Google Shape;6318;p41"/>
            <p:cNvSpPr/>
            <p:nvPr/>
          </p:nvSpPr>
          <p:spPr>
            <a:xfrm>
              <a:off x="4822819" y="1184741"/>
              <a:ext cx="107821" cy="301416"/>
            </a:xfrm>
            <a:custGeom>
              <a:rect b="b" l="l" r="r" t="t"/>
              <a:pathLst>
                <a:path extrusionOk="0" h="10008" w="3580">
                  <a:moveTo>
                    <a:pt x="3579" y="3294"/>
                  </a:moveTo>
                  <a:lnTo>
                    <a:pt x="1" y="1"/>
                  </a:lnTo>
                  <a:lnTo>
                    <a:pt x="1" y="6683"/>
                  </a:lnTo>
                  <a:lnTo>
                    <a:pt x="3579" y="10008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9" name="Google Shape;6319;p41"/>
            <p:cNvSpPr/>
            <p:nvPr/>
          </p:nvSpPr>
          <p:spPr>
            <a:xfrm>
              <a:off x="4822819" y="1164713"/>
              <a:ext cx="303343" cy="119265"/>
            </a:xfrm>
            <a:custGeom>
              <a:rect b="b" l="l" r="r" t="t"/>
              <a:pathLst>
                <a:path extrusionOk="0" h="3960" w="10072">
                  <a:moveTo>
                    <a:pt x="10072" y="3959"/>
                  </a:moveTo>
                  <a:cubicBezTo>
                    <a:pt x="10072" y="1774"/>
                    <a:pt x="7158" y="1"/>
                    <a:pt x="3579" y="1"/>
                  </a:cubicBezTo>
                  <a:cubicBezTo>
                    <a:pt x="2249" y="1"/>
                    <a:pt x="1014" y="254"/>
                    <a:pt x="1" y="666"/>
                  </a:cubicBezTo>
                  <a:lnTo>
                    <a:pt x="3579" y="3959"/>
                  </a:lnTo>
                  <a:lnTo>
                    <a:pt x="10072" y="3959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0" name="Google Shape;6320;p41"/>
            <p:cNvSpPr/>
            <p:nvPr/>
          </p:nvSpPr>
          <p:spPr>
            <a:xfrm>
              <a:off x="4930609" y="1389811"/>
              <a:ext cx="195553" cy="311927"/>
            </a:xfrm>
            <a:custGeom>
              <a:rect b="b" l="l" r="r" t="t"/>
              <a:pathLst>
                <a:path extrusionOk="0" h="10357" w="6493">
                  <a:moveTo>
                    <a:pt x="6493" y="0"/>
                  </a:moveTo>
                  <a:lnTo>
                    <a:pt x="0" y="3959"/>
                  </a:lnTo>
                  <a:lnTo>
                    <a:pt x="0" y="10356"/>
                  </a:lnTo>
                  <a:lnTo>
                    <a:pt x="6493" y="6429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1" name="Google Shape;6321;p41"/>
            <p:cNvSpPr/>
            <p:nvPr/>
          </p:nvSpPr>
          <p:spPr>
            <a:xfrm>
              <a:off x="4930609" y="1389811"/>
              <a:ext cx="195553" cy="119265"/>
            </a:xfrm>
            <a:custGeom>
              <a:rect b="b" l="l" r="r" t="t"/>
              <a:pathLst>
                <a:path extrusionOk="0" h="3960" w="6493">
                  <a:moveTo>
                    <a:pt x="6493" y="0"/>
                  </a:moveTo>
                  <a:cubicBezTo>
                    <a:pt x="6493" y="2186"/>
                    <a:pt x="3579" y="3959"/>
                    <a:pt x="0" y="3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22" name="Google Shape;6322;p41"/>
          <p:cNvSpPr txBox="1"/>
          <p:nvPr/>
        </p:nvSpPr>
        <p:spPr>
          <a:xfrm>
            <a:off x="5904925" y="1430300"/>
            <a:ext cx="1750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323" name="Google Shape;6323;p41"/>
          <p:cNvSpPr txBox="1"/>
          <p:nvPr/>
        </p:nvSpPr>
        <p:spPr>
          <a:xfrm>
            <a:off x="5904926" y="1869560"/>
            <a:ext cx="1750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4" name="Google Shape;6324;p41"/>
          <p:cNvSpPr txBox="1"/>
          <p:nvPr/>
        </p:nvSpPr>
        <p:spPr>
          <a:xfrm>
            <a:off x="5904925" y="2685595"/>
            <a:ext cx="1750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325" name="Google Shape;6325;p41"/>
          <p:cNvSpPr txBox="1"/>
          <p:nvPr/>
        </p:nvSpPr>
        <p:spPr>
          <a:xfrm>
            <a:off x="5904926" y="3124856"/>
            <a:ext cx="1750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6" name="Google Shape;6326;p41"/>
          <p:cNvSpPr txBox="1"/>
          <p:nvPr/>
        </p:nvSpPr>
        <p:spPr>
          <a:xfrm>
            <a:off x="5904925" y="3940891"/>
            <a:ext cx="1750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327" name="Google Shape;6327;p41"/>
          <p:cNvSpPr txBox="1"/>
          <p:nvPr/>
        </p:nvSpPr>
        <p:spPr>
          <a:xfrm>
            <a:off x="5904926" y="4380151"/>
            <a:ext cx="1750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Earth is the third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8" name="Google Shape;6328;p41"/>
          <p:cNvSpPr txBox="1"/>
          <p:nvPr/>
        </p:nvSpPr>
        <p:spPr>
          <a:xfrm>
            <a:off x="1483050" y="2058200"/>
            <a:ext cx="1750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329" name="Google Shape;6329;p41"/>
          <p:cNvSpPr txBox="1"/>
          <p:nvPr/>
        </p:nvSpPr>
        <p:spPr>
          <a:xfrm>
            <a:off x="1483051" y="2497459"/>
            <a:ext cx="1750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it’s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0" name="Google Shape;6330;p41"/>
          <p:cNvSpPr txBox="1"/>
          <p:nvPr/>
        </p:nvSpPr>
        <p:spPr>
          <a:xfrm>
            <a:off x="1483050" y="3313500"/>
            <a:ext cx="1750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331" name="Google Shape;6331;p41"/>
          <p:cNvSpPr txBox="1"/>
          <p:nvPr/>
        </p:nvSpPr>
        <p:spPr>
          <a:xfrm>
            <a:off x="1483051" y="3752750"/>
            <a:ext cx="1750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2" name="Google Shape;6332;p41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6" name="Shape 6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37" name="Google Shape;6337;p42"/>
          <p:cNvGrpSpPr/>
          <p:nvPr/>
        </p:nvGrpSpPr>
        <p:grpSpPr>
          <a:xfrm>
            <a:off x="506729" y="1110110"/>
            <a:ext cx="3892994" cy="3613394"/>
            <a:chOff x="658525" y="1590325"/>
            <a:chExt cx="3163750" cy="2936525"/>
          </a:xfrm>
        </p:grpSpPr>
        <p:sp>
          <p:nvSpPr>
            <p:cNvPr id="6338" name="Google Shape;6338;p42"/>
            <p:cNvSpPr/>
            <p:nvPr/>
          </p:nvSpPr>
          <p:spPr>
            <a:xfrm>
              <a:off x="912675" y="2672600"/>
              <a:ext cx="2629350" cy="842425"/>
            </a:xfrm>
            <a:custGeom>
              <a:rect b="b" l="l" r="r" t="t"/>
              <a:pathLst>
                <a:path extrusionOk="0" h="33697" w="105174">
                  <a:moveTo>
                    <a:pt x="53046" y="1"/>
                  </a:moveTo>
                  <a:lnTo>
                    <a:pt x="0" y="28629"/>
                  </a:lnTo>
                  <a:lnTo>
                    <a:pt x="6936" y="33697"/>
                  </a:lnTo>
                  <a:lnTo>
                    <a:pt x="52951" y="8741"/>
                  </a:lnTo>
                  <a:lnTo>
                    <a:pt x="102640" y="32493"/>
                  </a:lnTo>
                  <a:lnTo>
                    <a:pt x="105173" y="29706"/>
                  </a:lnTo>
                  <a:lnTo>
                    <a:pt x="53046" y="1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9" name="Google Shape;6339;p42"/>
            <p:cNvSpPr/>
            <p:nvPr/>
          </p:nvSpPr>
          <p:spPr>
            <a:xfrm>
              <a:off x="659300" y="3422375"/>
              <a:ext cx="3162975" cy="1104475"/>
            </a:xfrm>
            <a:custGeom>
              <a:rect b="b" l="l" r="r" t="t"/>
              <a:pathLst>
                <a:path extrusionOk="0" h="44179" w="126519">
                  <a:moveTo>
                    <a:pt x="126519" y="0"/>
                  </a:moveTo>
                  <a:lnTo>
                    <a:pt x="122402" y="570"/>
                  </a:lnTo>
                  <a:lnTo>
                    <a:pt x="63339" y="33854"/>
                  </a:lnTo>
                  <a:lnTo>
                    <a:pt x="3200" y="222"/>
                  </a:lnTo>
                  <a:lnTo>
                    <a:pt x="1" y="0"/>
                  </a:lnTo>
                  <a:lnTo>
                    <a:pt x="1" y="0"/>
                  </a:lnTo>
                  <a:lnTo>
                    <a:pt x="856" y="2344"/>
                  </a:lnTo>
                  <a:lnTo>
                    <a:pt x="61312" y="38066"/>
                  </a:lnTo>
                  <a:lnTo>
                    <a:pt x="63434" y="44178"/>
                  </a:lnTo>
                  <a:lnTo>
                    <a:pt x="64796" y="36800"/>
                  </a:lnTo>
                  <a:lnTo>
                    <a:pt x="126012" y="2185"/>
                  </a:lnTo>
                  <a:lnTo>
                    <a:pt x="126519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0" name="Google Shape;6340;p42"/>
            <p:cNvSpPr/>
            <p:nvPr/>
          </p:nvSpPr>
          <p:spPr>
            <a:xfrm>
              <a:off x="2236425" y="2702700"/>
              <a:ext cx="1247000" cy="908125"/>
            </a:xfrm>
            <a:custGeom>
              <a:rect b="b" l="l" r="r" t="t"/>
              <a:pathLst>
                <a:path extrusionOk="0" h="36325" w="49880">
                  <a:moveTo>
                    <a:pt x="1" y="0"/>
                  </a:moveTo>
                  <a:lnTo>
                    <a:pt x="1" y="7537"/>
                  </a:lnTo>
                  <a:lnTo>
                    <a:pt x="49848" y="36324"/>
                  </a:lnTo>
                  <a:lnTo>
                    <a:pt x="49880" y="2878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1" name="Google Shape;6341;p42"/>
            <p:cNvSpPr/>
            <p:nvPr/>
          </p:nvSpPr>
          <p:spPr>
            <a:xfrm>
              <a:off x="997375" y="2702700"/>
              <a:ext cx="1239075" cy="908125"/>
            </a:xfrm>
            <a:custGeom>
              <a:rect b="b" l="l" r="r" t="t"/>
              <a:pathLst>
                <a:path extrusionOk="0" h="36325" w="49563">
                  <a:moveTo>
                    <a:pt x="49563" y="0"/>
                  </a:moveTo>
                  <a:lnTo>
                    <a:pt x="32" y="28787"/>
                  </a:lnTo>
                  <a:lnTo>
                    <a:pt x="1" y="36324"/>
                  </a:lnTo>
                  <a:lnTo>
                    <a:pt x="1" y="36324"/>
                  </a:lnTo>
                  <a:lnTo>
                    <a:pt x="49563" y="7537"/>
                  </a:lnTo>
                  <a:lnTo>
                    <a:pt x="49563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2" name="Google Shape;6342;p42"/>
            <p:cNvSpPr/>
            <p:nvPr/>
          </p:nvSpPr>
          <p:spPr>
            <a:xfrm>
              <a:off x="658525" y="3422375"/>
              <a:ext cx="1587425" cy="1104475"/>
            </a:xfrm>
            <a:custGeom>
              <a:rect b="b" l="l" r="r" t="t"/>
              <a:pathLst>
                <a:path extrusionOk="0" h="44179" w="63497">
                  <a:moveTo>
                    <a:pt x="32" y="0"/>
                  </a:moveTo>
                  <a:lnTo>
                    <a:pt x="0" y="7537"/>
                  </a:lnTo>
                  <a:lnTo>
                    <a:pt x="63465" y="44178"/>
                  </a:lnTo>
                  <a:lnTo>
                    <a:pt x="63497" y="36641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D3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3" name="Google Shape;6343;p42"/>
            <p:cNvSpPr/>
            <p:nvPr/>
          </p:nvSpPr>
          <p:spPr>
            <a:xfrm>
              <a:off x="2245150" y="3422375"/>
              <a:ext cx="1577125" cy="1104475"/>
            </a:xfrm>
            <a:custGeom>
              <a:rect b="b" l="l" r="r" t="t"/>
              <a:pathLst>
                <a:path extrusionOk="0" h="44179" w="63085">
                  <a:moveTo>
                    <a:pt x="63085" y="0"/>
                  </a:moveTo>
                  <a:lnTo>
                    <a:pt x="32" y="36641"/>
                  </a:lnTo>
                  <a:lnTo>
                    <a:pt x="0" y="44178"/>
                  </a:lnTo>
                  <a:lnTo>
                    <a:pt x="63085" y="7537"/>
                  </a:lnTo>
                  <a:lnTo>
                    <a:pt x="63085" y="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4" name="Google Shape;6344;p42"/>
            <p:cNvSpPr/>
            <p:nvPr/>
          </p:nvSpPr>
          <p:spPr>
            <a:xfrm>
              <a:off x="659300" y="2506350"/>
              <a:ext cx="3162975" cy="1832075"/>
            </a:xfrm>
            <a:custGeom>
              <a:rect b="b" l="l" r="r" t="t"/>
              <a:pathLst>
                <a:path extrusionOk="0" h="73283" w="126519">
                  <a:moveTo>
                    <a:pt x="63117" y="7854"/>
                  </a:moveTo>
                  <a:lnTo>
                    <a:pt x="112965" y="36641"/>
                  </a:lnTo>
                  <a:lnTo>
                    <a:pt x="63434" y="65428"/>
                  </a:lnTo>
                  <a:lnTo>
                    <a:pt x="13555" y="36641"/>
                  </a:lnTo>
                  <a:lnTo>
                    <a:pt x="63117" y="7854"/>
                  </a:lnTo>
                  <a:close/>
                  <a:moveTo>
                    <a:pt x="63054" y="0"/>
                  </a:moveTo>
                  <a:lnTo>
                    <a:pt x="1" y="36641"/>
                  </a:lnTo>
                  <a:lnTo>
                    <a:pt x="63466" y="73282"/>
                  </a:lnTo>
                  <a:lnTo>
                    <a:pt x="126519" y="36641"/>
                  </a:lnTo>
                  <a:lnTo>
                    <a:pt x="63054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5" name="Google Shape;6345;p42"/>
            <p:cNvSpPr/>
            <p:nvPr/>
          </p:nvSpPr>
          <p:spPr>
            <a:xfrm>
              <a:off x="934050" y="2979000"/>
              <a:ext cx="2613500" cy="945350"/>
            </a:xfrm>
            <a:custGeom>
              <a:rect b="b" l="l" r="r" t="t"/>
              <a:pathLst>
                <a:path extrusionOk="0" h="37814" w="104540">
                  <a:moveTo>
                    <a:pt x="0" y="1"/>
                  </a:moveTo>
                  <a:lnTo>
                    <a:pt x="570" y="2946"/>
                  </a:lnTo>
                  <a:lnTo>
                    <a:pt x="50259" y="31828"/>
                  </a:lnTo>
                  <a:lnTo>
                    <a:pt x="52412" y="37813"/>
                  </a:lnTo>
                  <a:lnTo>
                    <a:pt x="53553" y="30561"/>
                  </a:lnTo>
                  <a:lnTo>
                    <a:pt x="103811" y="2091"/>
                  </a:lnTo>
                  <a:lnTo>
                    <a:pt x="104540" y="1"/>
                  </a:lnTo>
                  <a:lnTo>
                    <a:pt x="99758" y="729"/>
                  </a:lnTo>
                  <a:lnTo>
                    <a:pt x="52191" y="28534"/>
                  </a:lnTo>
                  <a:lnTo>
                    <a:pt x="2787" y="1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6" name="Google Shape;6346;p42"/>
            <p:cNvSpPr/>
            <p:nvPr/>
          </p:nvSpPr>
          <p:spPr>
            <a:xfrm>
              <a:off x="1201650" y="2405800"/>
              <a:ext cx="2061675" cy="638150"/>
            </a:xfrm>
            <a:custGeom>
              <a:rect b="b" l="l" r="r" t="t"/>
              <a:pathLst>
                <a:path extrusionOk="0" h="25526" w="82467">
                  <a:moveTo>
                    <a:pt x="39365" y="0"/>
                  </a:moveTo>
                  <a:lnTo>
                    <a:pt x="0" y="20965"/>
                  </a:lnTo>
                  <a:lnTo>
                    <a:pt x="2470" y="25526"/>
                  </a:lnTo>
                  <a:lnTo>
                    <a:pt x="40125" y="3801"/>
                  </a:lnTo>
                  <a:lnTo>
                    <a:pt x="79838" y="24860"/>
                  </a:lnTo>
                  <a:lnTo>
                    <a:pt x="82467" y="22580"/>
                  </a:lnTo>
                  <a:lnTo>
                    <a:pt x="39365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7" name="Google Shape;6347;p42"/>
            <p:cNvSpPr/>
            <p:nvPr/>
          </p:nvSpPr>
          <p:spPr>
            <a:xfrm>
              <a:off x="2237225" y="2418475"/>
              <a:ext cx="971475" cy="748975"/>
            </a:xfrm>
            <a:custGeom>
              <a:rect b="b" l="l" r="r" t="t"/>
              <a:pathLst>
                <a:path extrusionOk="0" h="29959" w="38859">
                  <a:moveTo>
                    <a:pt x="32" y="0"/>
                  </a:moveTo>
                  <a:lnTo>
                    <a:pt x="0" y="7537"/>
                  </a:lnTo>
                  <a:lnTo>
                    <a:pt x="38858" y="29959"/>
                  </a:lnTo>
                  <a:lnTo>
                    <a:pt x="38858" y="2242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8" name="Google Shape;6348;p42"/>
            <p:cNvSpPr/>
            <p:nvPr/>
          </p:nvSpPr>
          <p:spPr>
            <a:xfrm>
              <a:off x="1272100" y="2418475"/>
              <a:ext cx="965950" cy="748975"/>
            </a:xfrm>
            <a:custGeom>
              <a:rect b="b" l="l" r="r" t="t"/>
              <a:pathLst>
                <a:path extrusionOk="0" h="29959" w="38638">
                  <a:moveTo>
                    <a:pt x="38637" y="0"/>
                  </a:moveTo>
                  <a:lnTo>
                    <a:pt x="32" y="22422"/>
                  </a:lnTo>
                  <a:lnTo>
                    <a:pt x="1" y="29959"/>
                  </a:lnTo>
                  <a:lnTo>
                    <a:pt x="38605" y="7537"/>
                  </a:lnTo>
                  <a:lnTo>
                    <a:pt x="38637" y="0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9" name="Google Shape;6349;p42"/>
            <p:cNvSpPr/>
            <p:nvPr/>
          </p:nvSpPr>
          <p:spPr>
            <a:xfrm>
              <a:off x="933250" y="2979000"/>
              <a:ext cx="1311925" cy="945350"/>
            </a:xfrm>
            <a:custGeom>
              <a:rect b="b" l="l" r="r" t="t"/>
              <a:pathLst>
                <a:path extrusionOk="0" h="37814" w="52477">
                  <a:moveTo>
                    <a:pt x="32" y="1"/>
                  </a:moveTo>
                  <a:lnTo>
                    <a:pt x="0" y="7538"/>
                  </a:lnTo>
                  <a:lnTo>
                    <a:pt x="52444" y="37813"/>
                  </a:lnTo>
                  <a:lnTo>
                    <a:pt x="52476" y="30276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0" name="Google Shape;6350;p42"/>
            <p:cNvSpPr/>
            <p:nvPr/>
          </p:nvSpPr>
          <p:spPr>
            <a:xfrm>
              <a:off x="2244350" y="2979000"/>
              <a:ext cx="1303200" cy="945350"/>
            </a:xfrm>
            <a:custGeom>
              <a:rect b="b" l="l" r="r" t="t"/>
              <a:pathLst>
                <a:path extrusionOk="0" h="37814" w="52128">
                  <a:moveTo>
                    <a:pt x="52128" y="1"/>
                  </a:moveTo>
                  <a:lnTo>
                    <a:pt x="32" y="30276"/>
                  </a:lnTo>
                  <a:lnTo>
                    <a:pt x="0" y="37813"/>
                  </a:lnTo>
                  <a:lnTo>
                    <a:pt x="52128" y="7538"/>
                  </a:lnTo>
                  <a:lnTo>
                    <a:pt x="52128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1" name="Google Shape;6351;p42"/>
            <p:cNvSpPr/>
            <p:nvPr/>
          </p:nvSpPr>
          <p:spPr>
            <a:xfrm>
              <a:off x="934050" y="2222125"/>
              <a:ext cx="2613500" cy="1513800"/>
            </a:xfrm>
            <a:custGeom>
              <a:rect b="b" l="l" r="r" t="t"/>
              <a:pathLst>
                <a:path extrusionOk="0" h="60552" w="104540">
                  <a:moveTo>
                    <a:pt x="52159" y="7854"/>
                  </a:moveTo>
                  <a:lnTo>
                    <a:pt x="90985" y="30276"/>
                  </a:lnTo>
                  <a:lnTo>
                    <a:pt x="52412" y="52697"/>
                  </a:lnTo>
                  <a:lnTo>
                    <a:pt x="13554" y="30276"/>
                  </a:lnTo>
                  <a:lnTo>
                    <a:pt x="52159" y="7854"/>
                  </a:lnTo>
                  <a:close/>
                  <a:moveTo>
                    <a:pt x="52096" y="0"/>
                  </a:moveTo>
                  <a:lnTo>
                    <a:pt x="0" y="30276"/>
                  </a:lnTo>
                  <a:lnTo>
                    <a:pt x="52444" y="60551"/>
                  </a:lnTo>
                  <a:lnTo>
                    <a:pt x="104540" y="30276"/>
                  </a:lnTo>
                  <a:lnTo>
                    <a:pt x="52096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2" name="Google Shape;6352;p42"/>
            <p:cNvSpPr/>
            <p:nvPr/>
          </p:nvSpPr>
          <p:spPr>
            <a:xfrm>
              <a:off x="1208775" y="2492875"/>
              <a:ext cx="2064850" cy="786225"/>
            </a:xfrm>
            <a:custGeom>
              <a:rect b="b" l="l" r="r" t="t"/>
              <a:pathLst>
                <a:path extrusionOk="0" h="31449" w="82594">
                  <a:moveTo>
                    <a:pt x="0" y="1"/>
                  </a:moveTo>
                  <a:lnTo>
                    <a:pt x="887" y="2566"/>
                  </a:lnTo>
                  <a:lnTo>
                    <a:pt x="39460" y="24481"/>
                  </a:lnTo>
                  <a:lnTo>
                    <a:pt x="41392" y="31448"/>
                  </a:lnTo>
                  <a:lnTo>
                    <a:pt x="42912" y="25336"/>
                  </a:lnTo>
                  <a:lnTo>
                    <a:pt x="81168" y="3611"/>
                  </a:lnTo>
                  <a:lnTo>
                    <a:pt x="82593" y="1"/>
                  </a:lnTo>
                  <a:lnTo>
                    <a:pt x="82593" y="1"/>
                  </a:lnTo>
                  <a:lnTo>
                    <a:pt x="75151" y="2408"/>
                  </a:lnTo>
                  <a:lnTo>
                    <a:pt x="41392" y="21726"/>
                  </a:lnTo>
                  <a:lnTo>
                    <a:pt x="2407" y="1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3" name="Google Shape;6353;p42"/>
            <p:cNvSpPr/>
            <p:nvPr/>
          </p:nvSpPr>
          <p:spPr>
            <a:xfrm>
              <a:off x="1488250" y="2070900"/>
              <a:ext cx="1504300" cy="490900"/>
            </a:xfrm>
            <a:custGeom>
              <a:rect b="b" l="l" r="r" t="t"/>
              <a:pathLst>
                <a:path extrusionOk="0" h="19636" w="60172">
                  <a:moveTo>
                    <a:pt x="30054" y="0"/>
                  </a:moveTo>
                  <a:lnTo>
                    <a:pt x="0" y="16848"/>
                  </a:lnTo>
                  <a:lnTo>
                    <a:pt x="3611" y="19635"/>
                  </a:lnTo>
                  <a:lnTo>
                    <a:pt x="28091" y="5479"/>
                  </a:lnTo>
                  <a:lnTo>
                    <a:pt x="30054" y="9596"/>
                  </a:lnTo>
                  <a:lnTo>
                    <a:pt x="32018" y="7126"/>
                  </a:lnTo>
                  <a:lnTo>
                    <a:pt x="57575" y="19192"/>
                  </a:lnTo>
                  <a:lnTo>
                    <a:pt x="60172" y="16912"/>
                  </a:lnTo>
                  <a:lnTo>
                    <a:pt x="30054" y="0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4" name="Google Shape;6354;p42"/>
            <p:cNvSpPr/>
            <p:nvPr/>
          </p:nvSpPr>
          <p:spPr>
            <a:xfrm>
              <a:off x="2238025" y="2091475"/>
              <a:ext cx="695950" cy="589875"/>
            </a:xfrm>
            <a:custGeom>
              <a:rect b="b" l="l" r="r" t="t"/>
              <a:pathLst>
                <a:path extrusionOk="0" h="23595" w="27838">
                  <a:moveTo>
                    <a:pt x="32" y="1"/>
                  </a:moveTo>
                  <a:lnTo>
                    <a:pt x="0" y="7506"/>
                  </a:lnTo>
                  <a:lnTo>
                    <a:pt x="27837" y="23594"/>
                  </a:lnTo>
                  <a:lnTo>
                    <a:pt x="27837" y="16057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5" name="Google Shape;6355;p42"/>
            <p:cNvSpPr/>
            <p:nvPr/>
          </p:nvSpPr>
          <p:spPr>
            <a:xfrm>
              <a:off x="1546825" y="2091475"/>
              <a:ext cx="692000" cy="589875"/>
            </a:xfrm>
            <a:custGeom>
              <a:rect b="b" l="l" r="r" t="t"/>
              <a:pathLst>
                <a:path extrusionOk="0" h="23595" w="27680">
                  <a:moveTo>
                    <a:pt x="27680" y="1"/>
                  </a:moveTo>
                  <a:lnTo>
                    <a:pt x="33" y="16057"/>
                  </a:lnTo>
                  <a:lnTo>
                    <a:pt x="1" y="23594"/>
                  </a:lnTo>
                  <a:lnTo>
                    <a:pt x="1" y="23594"/>
                  </a:lnTo>
                  <a:lnTo>
                    <a:pt x="27648" y="7506"/>
                  </a:lnTo>
                  <a:lnTo>
                    <a:pt x="27680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6" name="Google Shape;6356;p42"/>
            <p:cNvSpPr/>
            <p:nvPr/>
          </p:nvSpPr>
          <p:spPr>
            <a:xfrm>
              <a:off x="1207975" y="2492875"/>
              <a:ext cx="1036400" cy="786225"/>
            </a:xfrm>
            <a:custGeom>
              <a:rect b="b" l="l" r="r" t="t"/>
              <a:pathLst>
                <a:path extrusionOk="0" h="31449" w="41456">
                  <a:moveTo>
                    <a:pt x="32" y="1"/>
                  </a:moveTo>
                  <a:lnTo>
                    <a:pt x="1" y="7538"/>
                  </a:lnTo>
                  <a:lnTo>
                    <a:pt x="41424" y="31448"/>
                  </a:lnTo>
                  <a:lnTo>
                    <a:pt x="41455" y="23911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7" name="Google Shape;6357;p42"/>
            <p:cNvSpPr/>
            <p:nvPr/>
          </p:nvSpPr>
          <p:spPr>
            <a:xfrm>
              <a:off x="2243550" y="2492875"/>
              <a:ext cx="1030075" cy="786225"/>
            </a:xfrm>
            <a:custGeom>
              <a:rect b="b" l="l" r="r" t="t"/>
              <a:pathLst>
                <a:path extrusionOk="0" h="31449" w="41203">
                  <a:moveTo>
                    <a:pt x="41202" y="1"/>
                  </a:moveTo>
                  <a:lnTo>
                    <a:pt x="32" y="23911"/>
                  </a:lnTo>
                  <a:lnTo>
                    <a:pt x="1" y="31448"/>
                  </a:lnTo>
                  <a:lnTo>
                    <a:pt x="1" y="31448"/>
                  </a:lnTo>
                  <a:lnTo>
                    <a:pt x="41171" y="7538"/>
                  </a:lnTo>
                  <a:lnTo>
                    <a:pt x="41202" y="1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8" name="Google Shape;6358;p42"/>
            <p:cNvSpPr/>
            <p:nvPr/>
          </p:nvSpPr>
          <p:spPr>
            <a:xfrm>
              <a:off x="1208775" y="1895125"/>
              <a:ext cx="2064850" cy="1195525"/>
            </a:xfrm>
            <a:custGeom>
              <a:rect b="b" l="l" r="r" t="t"/>
              <a:pathLst>
                <a:path extrusionOk="0" h="47821" w="82594">
                  <a:moveTo>
                    <a:pt x="41202" y="7823"/>
                  </a:moveTo>
                  <a:lnTo>
                    <a:pt x="69007" y="23911"/>
                  </a:lnTo>
                  <a:lnTo>
                    <a:pt x="41360" y="39967"/>
                  </a:lnTo>
                  <a:lnTo>
                    <a:pt x="13555" y="23911"/>
                  </a:lnTo>
                  <a:lnTo>
                    <a:pt x="41202" y="7823"/>
                  </a:lnTo>
                  <a:close/>
                  <a:moveTo>
                    <a:pt x="41138" y="1"/>
                  </a:moveTo>
                  <a:lnTo>
                    <a:pt x="0" y="23911"/>
                  </a:lnTo>
                  <a:lnTo>
                    <a:pt x="41423" y="47821"/>
                  </a:lnTo>
                  <a:lnTo>
                    <a:pt x="82593" y="23911"/>
                  </a:lnTo>
                  <a:lnTo>
                    <a:pt x="41138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9" name="Google Shape;6359;p42"/>
            <p:cNvSpPr/>
            <p:nvPr/>
          </p:nvSpPr>
          <p:spPr>
            <a:xfrm>
              <a:off x="1482700" y="2028950"/>
              <a:ext cx="1516200" cy="627850"/>
            </a:xfrm>
            <a:custGeom>
              <a:rect b="b" l="l" r="r" t="t"/>
              <a:pathLst>
                <a:path extrusionOk="0" h="25114" w="60648">
                  <a:moveTo>
                    <a:pt x="60647" y="0"/>
                  </a:moveTo>
                  <a:lnTo>
                    <a:pt x="56435" y="633"/>
                  </a:lnTo>
                  <a:lnTo>
                    <a:pt x="30213" y="15581"/>
                  </a:lnTo>
                  <a:lnTo>
                    <a:pt x="1806" y="32"/>
                  </a:lnTo>
                  <a:lnTo>
                    <a:pt x="1" y="0"/>
                  </a:lnTo>
                  <a:lnTo>
                    <a:pt x="1" y="0"/>
                  </a:lnTo>
                  <a:lnTo>
                    <a:pt x="476" y="2439"/>
                  </a:lnTo>
                  <a:lnTo>
                    <a:pt x="29200" y="18368"/>
                  </a:lnTo>
                  <a:lnTo>
                    <a:pt x="30403" y="25113"/>
                  </a:lnTo>
                  <a:lnTo>
                    <a:pt x="31448" y="18526"/>
                  </a:lnTo>
                  <a:lnTo>
                    <a:pt x="59475" y="1932"/>
                  </a:lnTo>
                  <a:lnTo>
                    <a:pt x="60647" y="0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0" name="Google Shape;6360;p42"/>
            <p:cNvSpPr/>
            <p:nvPr/>
          </p:nvSpPr>
          <p:spPr>
            <a:xfrm>
              <a:off x="1787525" y="1749450"/>
              <a:ext cx="948500" cy="341275"/>
            </a:xfrm>
            <a:custGeom>
              <a:rect b="b" l="l" r="r" t="t"/>
              <a:pathLst>
                <a:path extrusionOk="0" h="13651" w="37940">
                  <a:moveTo>
                    <a:pt x="18115" y="1"/>
                  </a:moveTo>
                  <a:lnTo>
                    <a:pt x="0" y="11307"/>
                  </a:lnTo>
                  <a:lnTo>
                    <a:pt x="2407" y="13650"/>
                  </a:lnTo>
                  <a:lnTo>
                    <a:pt x="17513" y="5385"/>
                  </a:lnTo>
                  <a:lnTo>
                    <a:pt x="18083" y="9153"/>
                  </a:lnTo>
                  <a:lnTo>
                    <a:pt x="19477" y="3643"/>
                  </a:lnTo>
                  <a:lnTo>
                    <a:pt x="35058" y="13048"/>
                  </a:lnTo>
                  <a:lnTo>
                    <a:pt x="37940" y="11687"/>
                  </a:lnTo>
                  <a:lnTo>
                    <a:pt x="18115" y="1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1" name="Google Shape;6361;p42"/>
            <p:cNvSpPr/>
            <p:nvPr/>
          </p:nvSpPr>
          <p:spPr>
            <a:xfrm>
              <a:off x="2238800" y="1786675"/>
              <a:ext cx="421225" cy="430725"/>
            </a:xfrm>
            <a:custGeom>
              <a:rect b="b" l="l" r="r" t="t"/>
              <a:pathLst>
                <a:path extrusionOk="0" h="17229" w="16849">
                  <a:moveTo>
                    <a:pt x="32" y="0"/>
                  </a:moveTo>
                  <a:lnTo>
                    <a:pt x="1" y="7538"/>
                  </a:lnTo>
                  <a:lnTo>
                    <a:pt x="16817" y="17228"/>
                  </a:lnTo>
                  <a:lnTo>
                    <a:pt x="16849" y="9691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2" name="Google Shape;6362;p42"/>
            <p:cNvSpPr/>
            <p:nvPr/>
          </p:nvSpPr>
          <p:spPr>
            <a:xfrm>
              <a:off x="1821575" y="1786675"/>
              <a:ext cx="418050" cy="430725"/>
            </a:xfrm>
            <a:custGeom>
              <a:rect b="b" l="l" r="r" t="t"/>
              <a:pathLst>
                <a:path extrusionOk="0" h="17229" w="16722">
                  <a:moveTo>
                    <a:pt x="16721" y="0"/>
                  </a:moveTo>
                  <a:lnTo>
                    <a:pt x="0" y="9691"/>
                  </a:lnTo>
                  <a:lnTo>
                    <a:pt x="0" y="17228"/>
                  </a:lnTo>
                  <a:lnTo>
                    <a:pt x="16690" y="7538"/>
                  </a:lnTo>
                  <a:lnTo>
                    <a:pt x="16721" y="0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3" name="Google Shape;6363;p42"/>
            <p:cNvSpPr/>
            <p:nvPr/>
          </p:nvSpPr>
          <p:spPr>
            <a:xfrm>
              <a:off x="1482700" y="2028950"/>
              <a:ext cx="760875" cy="627850"/>
            </a:xfrm>
            <a:custGeom>
              <a:rect b="b" l="l" r="r" t="t"/>
              <a:pathLst>
                <a:path extrusionOk="0" h="25114" w="30435">
                  <a:moveTo>
                    <a:pt x="1" y="0"/>
                  </a:moveTo>
                  <a:lnTo>
                    <a:pt x="1" y="7537"/>
                  </a:lnTo>
                  <a:lnTo>
                    <a:pt x="30403" y="25113"/>
                  </a:lnTo>
                  <a:lnTo>
                    <a:pt x="30435" y="1757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314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4" name="Google Shape;6364;p42"/>
            <p:cNvSpPr/>
            <p:nvPr/>
          </p:nvSpPr>
          <p:spPr>
            <a:xfrm>
              <a:off x="2242775" y="2028950"/>
              <a:ext cx="756125" cy="627850"/>
            </a:xfrm>
            <a:custGeom>
              <a:rect b="b" l="l" r="r" t="t"/>
              <a:pathLst>
                <a:path extrusionOk="0" h="25114" w="30245">
                  <a:moveTo>
                    <a:pt x="30244" y="0"/>
                  </a:moveTo>
                  <a:lnTo>
                    <a:pt x="32" y="17576"/>
                  </a:lnTo>
                  <a:lnTo>
                    <a:pt x="0" y="25113"/>
                  </a:lnTo>
                  <a:lnTo>
                    <a:pt x="30212" y="7537"/>
                  </a:lnTo>
                  <a:lnTo>
                    <a:pt x="30244" y="0"/>
                  </a:lnTo>
                  <a:close/>
                </a:path>
              </a:pathLst>
            </a:custGeom>
            <a:solidFill>
              <a:srgbClr val="010A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5" name="Google Shape;6365;p42"/>
            <p:cNvSpPr/>
            <p:nvPr/>
          </p:nvSpPr>
          <p:spPr>
            <a:xfrm>
              <a:off x="1482700" y="1590325"/>
              <a:ext cx="1516200" cy="878050"/>
            </a:xfrm>
            <a:custGeom>
              <a:rect b="b" l="l" r="r" t="t"/>
              <a:pathLst>
                <a:path extrusionOk="0" h="35122" w="60648">
                  <a:moveTo>
                    <a:pt x="30276" y="7854"/>
                  </a:moveTo>
                  <a:lnTo>
                    <a:pt x="47093" y="17545"/>
                  </a:lnTo>
                  <a:lnTo>
                    <a:pt x="30371" y="27267"/>
                  </a:lnTo>
                  <a:lnTo>
                    <a:pt x="13555" y="17545"/>
                  </a:lnTo>
                  <a:lnTo>
                    <a:pt x="30276" y="7854"/>
                  </a:lnTo>
                  <a:close/>
                  <a:moveTo>
                    <a:pt x="30213" y="0"/>
                  </a:moveTo>
                  <a:lnTo>
                    <a:pt x="1" y="17545"/>
                  </a:lnTo>
                  <a:lnTo>
                    <a:pt x="30435" y="35121"/>
                  </a:lnTo>
                  <a:lnTo>
                    <a:pt x="60647" y="17545"/>
                  </a:lnTo>
                  <a:lnTo>
                    <a:pt x="30213" y="0"/>
                  </a:lnTo>
                  <a:close/>
                </a:path>
              </a:pathLst>
            </a:custGeom>
            <a:solidFill>
              <a:srgbClr val="051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66" name="Google Shape;6366;p42"/>
          <p:cNvSpPr txBox="1"/>
          <p:nvPr/>
        </p:nvSpPr>
        <p:spPr>
          <a:xfrm>
            <a:off x="4813201" y="188477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367" name="Google Shape;6367;p42"/>
          <p:cNvSpPr txBox="1"/>
          <p:nvPr/>
        </p:nvSpPr>
        <p:spPr>
          <a:xfrm>
            <a:off x="4813201" y="216982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8" name="Google Shape;6368;p42"/>
          <p:cNvSpPr txBox="1"/>
          <p:nvPr/>
        </p:nvSpPr>
        <p:spPr>
          <a:xfrm>
            <a:off x="4813201" y="333292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369" name="Google Shape;6369;p42"/>
          <p:cNvSpPr txBox="1"/>
          <p:nvPr/>
        </p:nvSpPr>
        <p:spPr>
          <a:xfrm>
            <a:off x="4813201" y="3593618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farthest planet from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0" name="Google Shape;6370;p42"/>
          <p:cNvSpPr txBox="1"/>
          <p:nvPr/>
        </p:nvSpPr>
        <p:spPr>
          <a:xfrm>
            <a:off x="6851701" y="188477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371" name="Google Shape;6371;p42"/>
          <p:cNvSpPr txBox="1"/>
          <p:nvPr/>
        </p:nvSpPr>
        <p:spPr>
          <a:xfrm>
            <a:off x="6851701" y="216982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it’s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2" name="Google Shape;6372;p42"/>
          <p:cNvSpPr txBox="1"/>
          <p:nvPr/>
        </p:nvSpPr>
        <p:spPr>
          <a:xfrm>
            <a:off x="6851701" y="333292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373" name="Google Shape;6373;p42"/>
          <p:cNvSpPr txBox="1"/>
          <p:nvPr/>
        </p:nvSpPr>
        <p:spPr>
          <a:xfrm>
            <a:off x="6851701" y="3593618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4" name="Google Shape;6374;p42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6375" name="Google Shape;6375;p42"/>
          <p:cNvGrpSpPr/>
          <p:nvPr/>
        </p:nvGrpSpPr>
        <p:grpSpPr>
          <a:xfrm>
            <a:off x="6962000" y="2976025"/>
            <a:ext cx="280300" cy="280300"/>
            <a:chOff x="6962000" y="2976025"/>
            <a:chExt cx="280300" cy="280300"/>
          </a:xfrm>
        </p:grpSpPr>
        <p:sp>
          <p:nvSpPr>
            <p:cNvPr id="6376" name="Google Shape;6376;p42"/>
            <p:cNvSpPr/>
            <p:nvPr/>
          </p:nvSpPr>
          <p:spPr>
            <a:xfrm>
              <a:off x="6973075" y="3124075"/>
              <a:ext cx="118000" cy="125925"/>
            </a:xfrm>
            <a:custGeom>
              <a:rect b="b" l="l" r="r" t="t"/>
              <a:pathLst>
                <a:path extrusionOk="0" h="5037" w="4720">
                  <a:moveTo>
                    <a:pt x="159" y="1"/>
                  </a:moveTo>
                  <a:cubicBezTo>
                    <a:pt x="64" y="1"/>
                    <a:pt x="1" y="96"/>
                    <a:pt x="1" y="159"/>
                  </a:cubicBezTo>
                  <a:cubicBezTo>
                    <a:pt x="1" y="1362"/>
                    <a:pt x="444" y="2439"/>
                    <a:pt x="1267" y="3263"/>
                  </a:cubicBezTo>
                  <a:cubicBezTo>
                    <a:pt x="1996" y="3959"/>
                    <a:pt x="2978" y="4403"/>
                    <a:pt x="4054" y="4498"/>
                  </a:cubicBezTo>
                  <a:lnTo>
                    <a:pt x="3674" y="4751"/>
                  </a:lnTo>
                  <a:cubicBezTo>
                    <a:pt x="3611" y="4783"/>
                    <a:pt x="3579" y="4909"/>
                    <a:pt x="3643" y="4973"/>
                  </a:cubicBezTo>
                  <a:cubicBezTo>
                    <a:pt x="3674" y="5004"/>
                    <a:pt x="3706" y="5036"/>
                    <a:pt x="3769" y="5036"/>
                  </a:cubicBezTo>
                  <a:cubicBezTo>
                    <a:pt x="3801" y="5036"/>
                    <a:pt x="3833" y="5036"/>
                    <a:pt x="3864" y="5004"/>
                  </a:cubicBezTo>
                  <a:lnTo>
                    <a:pt x="4656" y="4498"/>
                  </a:lnTo>
                  <a:lnTo>
                    <a:pt x="4688" y="4466"/>
                  </a:lnTo>
                  <a:cubicBezTo>
                    <a:pt x="4688" y="4466"/>
                    <a:pt x="4688" y="4466"/>
                    <a:pt x="4688" y="4434"/>
                  </a:cubicBezTo>
                  <a:lnTo>
                    <a:pt x="4719" y="4434"/>
                  </a:lnTo>
                  <a:cubicBezTo>
                    <a:pt x="4719" y="4434"/>
                    <a:pt x="4719" y="4434"/>
                    <a:pt x="4719" y="4403"/>
                  </a:cubicBezTo>
                  <a:lnTo>
                    <a:pt x="4719" y="4371"/>
                  </a:lnTo>
                  <a:lnTo>
                    <a:pt x="4719" y="4339"/>
                  </a:lnTo>
                  <a:lnTo>
                    <a:pt x="4719" y="4308"/>
                  </a:lnTo>
                  <a:cubicBezTo>
                    <a:pt x="4719" y="4276"/>
                    <a:pt x="4719" y="4276"/>
                    <a:pt x="4719" y="4276"/>
                  </a:cubicBezTo>
                  <a:lnTo>
                    <a:pt x="4688" y="4276"/>
                  </a:lnTo>
                  <a:cubicBezTo>
                    <a:pt x="4688" y="4244"/>
                    <a:pt x="4688" y="4244"/>
                    <a:pt x="4688" y="4244"/>
                  </a:cubicBezTo>
                  <a:lnTo>
                    <a:pt x="3896" y="3611"/>
                  </a:lnTo>
                  <a:cubicBezTo>
                    <a:pt x="3872" y="3587"/>
                    <a:pt x="3843" y="3576"/>
                    <a:pt x="3813" y="3576"/>
                  </a:cubicBezTo>
                  <a:cubicBezTo>
                    <a:pt x="3765" y="3576"/>
                    <a:pt x="3713" y="3603"/>
                    <a:pt x="3674" y="3643"/>
                  </a:cubicBezTo>
                  <a:cubicBezTo>
                    <a:pt x="3611" y="3706"/>
                    <a:pt x="3643" y="3801"/>
                    <a:pt x="3706" y="3864"/>
                  </a:cubicBezTo>
                  <a:lnTo>
                    <a:pt x="4086" y="4181"/>
                  </a:lnTo>
                  <a:cubicBezTo>
                    <a:pt x="3073" y="4086"/>
                    <a:pt x="2186" y="3674"/>
                    <a:pt x="1489" y="3009"/>
                  </a:cubicBezTo>
                  <a:cubicBezTo>
                    <a:pt x="729" y="2281"/>
                    <a:pt x="317" y="1267"/>
                    <a:pt x="317" y="159"/>
                  </a:cubicBezTo>
                  <a:cubicBezTo>
                    <a:pt x="317" y="96"/>
                    <a:pt x="222" y="1"/>
                    <a:pt x="159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7" name="Google Shape;6377;p42"/>
            <p:cNvSpPr/>
            <p:nvPr/>
          </p:nvSpPr>
          <p:spPr>
            <a:xfrm>
              <a:off x="7113225" y="2984275"/>
              <a:ext cx="118775" cy="125575"/>
            </a:xfrm>
            <a:custGeom>
              <a:rect b="b" l="l" r="r" t="t"/>
              <a:pathLst>
                <a:path extrusionOk="0" h="5023" w="4751">
                  <a:moveTo>
                    <a:pt x="966" y="0"/>
                  </a:moveTo>
                  <a:cubicBezTo>
                    <a:pt x="938" y="0"/>
                    <a:pt x="910" y="7"/>
                    <a:pt x="887" y="19"/>
                  </a:cubicBezTo>
                  <a:lnTo>
                    <a:pt x="63" y="526"/>
                  </a:lnTo>
                  <a:cubicBezTo>
                    <a:pt x="63" y="557"/>
                    <a:pt x="63" y="557"/>
                    <a:pt x="63" y="557"/>
                  </a:cubicBezTo>
                  <a:lnTo>
                    <a:pt x="32" y="557"/>
                  </a:lnTo>
                  <a:cubicBezTo>
                    <a:pt x="32" y="557"/>
                    <a:pt x="32" y="589"/>
                    <a:pt x="32" y="589"/>
                  </a:cubicBezTo>
                  <a:cubicBezTo>
                    <a:pt x="0" y="621"/>
                    <a:pt x="0" y="621"/>
                    <a:pt x="0" y="621"/>
                  </a:cubicBezTo>
                  <a:cubicBezTo>
                    <a:pt x="0" y="621"/>
                    <a:pt x="0" y="652"/>
                    <a:pt x="0" y="652"/>
                  </a:cubicBezTo>
                  <a:lnTo>
                    <a:pt x="0" y="684"/>
                  </a:lnTo>
                  <a:lnTo>
                    <a:pt x="0" y="716"/>
                  </a:lnTo>
                  <a:lnTo>
                    <a:pt x="0" y="747"/>
                  </a:lnTo>
                  <a:lnTo>
                    <a:pt x="32" y="747"/>
                  </a:lnTo>
                  <a:cubicBezTo>
                    <a:pt x="32" y="779"/>
                    <a:pt x="32" y="779"/>
                    <a:pt x="32" y="779"/>
                  </a:cubicBezTo>
                  <a:lnTo>
                    <a:pt x="63" y="811"/>
                  </a:lnTo>
                  <a:lnTo>
                    <a:pt x="824" y="1412"/>
                  </a:lnTo>
                  <a:cubicBezTo>
                    <a:pt x="855" y="1444"/>
                    <a:pt x="887" y="1444"/>
                    <a:pt x="919" y="1444"/>
                  </a:cubicBezTo>
                  <a:cubicBezTo>
                    <a:pt x="982" y="1444"/>
                    <a:pt x="1014" y="1444"/>
                    <a:pt x="1045" y="1412"/>
                  </a:cubicBezTo>
                  <a:cubicBezTo>
                    <a:pt x="1109" y="1317"/>
                    <a:pt x="1109" y="1222"/>
                    <a:pt x="1014" y="1159"/>
                  </a:cubicBezTo>
                  <a:lnTo>
                    <a:pt x="634" y="874"/>
                  </a:lnTo>
                  <a:lnTo>
                    <a:pt x="634" y="874"/>
                  </a:lnTo>
                  <a:cubicBezTo>
                    <a:pt x="1647" y="969"/>
                    <a:pt x="2565" y="1381"/>
                    <a:pt x="3230" y="2014"/>
                  </a:cubicBezTo>
                  <a:cubicBezTo>
                    <a:pt x="3990" y="2774"/>
                    <a:pt x="4402" y="3788"/>
                    <a:pt x="4402" y="4864"/>
                  </a:cubicBezTo>
                  <a:cubicBezTo>
                    <a:pt x="4402" y="4959"/>
                    <a:pt x="4497" y="5023"/>
                    <a:pt x="4592" y="5023"/>
                  </a:cubicBezTo>
                  <a:cubicBezTo>
                    <a:pt x="4656" y="5023"/>
                    <a:pt x="4751" y="4959"/>
                    <a:pt x="4751" y="4864"/>
                  </a:cubicBezTo>
                  <a:cubicBezTo>
                    <a:pt x="4751" y="3693"/>
                    <a:pt x="4275" y="2584"/>
                    <a:pt x="3452" y="1792"/>
                  </a:cubicBezTo>
                  <a:cubicBezTo>
                    <a:pt x="2724" y="1064"/>
                    <a:pt x="1742" y="652"/>
                    <a:pt x="665" y="526"/>
                  </a:cubicBezTo>
                  <a:lnTo>
                    <a:pt x="1045" y="304"/>
                  </a:lnTo>
                  <a:cubicBezTo>
                    <a:pt x="1140" y="241"/>
                    <a:pt x="1140" y="146"/>
                    <a:pt x="1109" y="82"/>
                  </a:cubicBezTo>
                  <a:cubicBezTo>
                    <a:pt x="1068" y="22"/>
                    <a:pt x="1016" y="0"/>
                    <a:pt x="966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8" name="Google Shape;6378;p42"/>
            <p:cNvSpPr/>
            <p:nvPr/>
          </p:nvSpPr>
          <p:spPr>
            <a:xfrm>
              <a:off x="6962000" y="2976025"/>
              <a:ext cx="152025" cy="152050"/>
            </a:xfrm>
            <a:custGeom>
              <a:rect b="b" l="l" r="r" t="t"/>
              <a:pathLst>
                <a:path extrusionOk="0" h="6082" w="6081">
                  <a:moveTo>
                    <a:pt x="3041" y="317"/>
                  </a:moveTo>
                  <a:cubicBezTo>
                    <a:pt x="4529" y="317"/>
                    <a:pt x="5764" y="1521"/>
                    <a:pt x="5764" y="3009"/>
                  </a:cubicBezTo>
                  <a:cubicBezTo>
                    <a:pt x="5764" y="4529"/>
                    <a:pt x="4529" y="5733"/>
                    <a:pt x="3041" y="5733"/>
                  </a:cubicBezTo>
                  <a:cubicBezTo>
                    <a:pt x="1552" y="5733"/>
                    <a:pt x="317" y="4529"/>
                    <a:pt x="317" y="3009"/>
                  </a:cubicBezTo>
                  <a:cubicBezTo>
                    <a:pt x="317" y="1521"/>
                    <a:pt x="1552" y="317"/>
                    <a:pt x="3041" y="317"/>
                  </a:cubicBezTo>
                  <a:close/>
                  <a:moveTo>
                    <a:pt x="3041" y="1"/>
                  </a:moveTo>
                  <a:cubicBezTo>
                    <a:pt x="1362" y="1"/>
                    <a:pt x="0" y="1362"/>
                    <a:pt x="0" y="3041"/>
                  </a:cubicBezTo>
                  <a:cubicBezTo>
                    <a:pt x="0" y="4688"/>
                    <a:pt x="1362" y="6081"/>
                    <a:pt x="3041" y="6081"/>
                  </a:cubicBezTo>
                  <a:cubicBezTo>
                    <a:pt x="4719" y="6081"/>
                    <a:pt x="6081" y="4688"/>
                    <a:pt x="6081" y="3041"/>
                  </a:cubicBezTo>
                  <a:cubicBezTo>
                    <a:pt x="6081" y="1362"/>
                    <a:pt x="4719" y="1"/>
                    <a:pt x="3041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9" name="Google Shape;6379;p42"/>
            <p:cNvSpPr/>
            <p:nvPr/>
          </p:nvSpPr>
          <p:spPr>
            <a:xfrm>
              <a:off x="6976250" y="3058950"/>
              <a:ext cx="122750" cy="54850"/>
            </a:xfrm>
            <a:custGeom>
              <a:rect b="b" l="l" r="r" t="t"/>
              <a:pathLst>
                <a:path extrusionOk="0" h="2194" w="4910">
                  <a:moveTo>
                    <a:pt x="206" y="1"/>
                  </a:moveTo>
                  <a:cubicBezTo>
                    <a:pt x="191" y="1"/>
                    <a:pt x="176" y="3"/>
                    <a:pt x="159" y="9"/>
                  </a:cubicBezTo>
                  <a:cubicBezTo>
                    <a:pt x="64" y="9"/>
                    <a:pt x="0" y="104"/>
                    <a:pt x="32" y="199"/>
                  </a:cubicBezTo>
                  <a:cubicBezTo>
                    <a:pt x="127" y="674"/>
                    <a:pt x="349" y="1117"/>
                    <a:pt x="697" y="1466"/>
                  </a:cubicBezTo>
                  <a:cubicBezTo>
                    <a:pt x="1172" y="1941"/>
                    <a:pt x="1806" y="2194"/>
                    <a:pt x="2471" y="2194"/>
                  </a:cubicBezTo>
                  <a:cubicBezTo>
                    <a:pt x="3136" y="2194"/>
                    <a:pt x="3769" y="1941"/>
                    <a:pt x="4244" y="1466"/>
                  </a:cubicBezTo>
                  <a:cubicBezTo>
                    <a:pt x="4592" y="1117"/>
                    <a:pt x="4814" y="674"/>
                    <a:pt x="4909" y="199"/>
                  </a:cubicBezTo>
                  <a:cubicBezTo>
                    <a:pt x="4909" y="104"/>
                    <a:pt x="4877" y="9"/>
                    <a:pt x="4782" y="9"/>
                  </a:cubicBezTo>
                  <a:cubicBezTo>
                    <a:pt x="4766" y="3"/>
                    <a:pt x="4750" y="1"/>
                    <a:pt x="4735" y="1"/>
                  </a:cubicBezTo>
                  <a:cubicBezTo>
                    <a:pt x="4666" y="1"/>
                    <a:pt x="4618" y="57"/>
                    <a:pt x="4592" y="136"/>
                  </a:cubicBezTo>
                  <a:cubicBezTo>
                    <a:pt x="4497" y="547"/>
                    <a:pt x="4307" y="927"/>
                    <a:pt x="3991" y="1244"/>
                  </a:cubicBezTo>
                  <a:cubicBezTo>
                    <a:pt x="3579" y="1656"/>
                    <a:pt x="3041" y="1877"/>
                    <a:pt x="2471" y="1877"/>
                  </a:cubicBezTo>
                  <a:cubicBezTo>
                    <a:pt x="1901" y="1877"/>
                    <a:pt x="1362" y="1656"/>
                    <a:pt x="950" y="1244"/>
                  </a:cubicBezTo>
                  <a:cubicBezTo>
                    <a:pt x="634" y="927"/>
                    <a:pt x="412" y="547"/>
                    <a:pt x="349" y="136"/>
                  </a:cubicBezTo>
                  <a:cubicBezTo>
                    <a:pt x="323" y="57"/>
                    <a:pt x="275" y="1"/>
                    <a:pt x="206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0" name="Google Shape;6380;p42"/>
            <p:cNvSpPr/>
            <p:nvPr/>
          </p:nvSpPr>
          <p:spPr>
            <a:xfrm>
              <a:off x="6977050" y="2989475"/>
              <a:ext cx="121950" cy="51700"/>
            </a:xfrm>
            <a:custGeom>
              <a:rect b="b" l="l" r="r" t="t"/>
              <a:pathLst>
                <a:path extrusionOk="0" h="2068" w="4878">
                  <a:moveTo>
                    <a:pt x="2439" y="1"/>
                  </a:moveTo>
                  <a:cubicBezTo>
                    <a:pt x="1774" y="1"/>
                    <a:pt x="1140" y="254"/>
                    <a:pt x="697" y="729"/>
                  </a:cubicBezTo>
                  <a:cubicBezTo>
                    <a:pt x="380" y="1046"/>
                    <a:pt x="158" y="1426"/>
                    <a:pt x="32" y="1869"/>
                  </a:cubicBezTo>
                  <a:cubicBezTo>
                    <a:pt x="0" y="1964"/>
                    <a:pt x="63" y="2028"/>
                    <a:pt x="158" y="2059"/>
                  </a:cubicBezTo>
                  <a:cubicBezTo>
                    <a:pt x="170" y="2065"/>
                    <a:pt x="182" y="2068"/>
                    <a:pt x="195" y="2068"/>
                  </a:cubicBezTo>
                  <a:cubicBezTo>
                    <a:pt x="253" y="2068"/>
                    <a:pt x="322" y="2011"/>
                    <a:pt x="348" y="1933"/>
                  </a:cubicBezTo>
                  <a:cubicBezTo>
                    <a:pt x="443" y="1584"/>
                    <a:pt x="633" y="1236"/>
                    <a:pt x="918" y="951"/>
                  </a:cubicBezTo>
                  <a:cubicBezTo>
                    <a:pt x="1330" y="539"/>
                    <a:pt x="1869" y="318"/>
                    <a:pt x="2439" y="318"/>
                  </a:cubicBezTo>
                  <a:cubicBezTo>
                    <a:pt x="3009" y="318"/>
                    <a:pt x="3547" y="539"/>
                    <a:pt x="3959" y="951"/>
                  </a:cubicBezTo>
                  <a:cubicBezTo>
                    <a:pt x="4244" y="1236"/>
                    <a:pt x="4434" y="1584"/>
                    <a:pt x="4529" y="1933"/>
                  </a:cubicBezTo>
                  <a:cubicBezTo>
                    <a:pt x="4560" y="2028"/>
                    <a:pt x="4624" y="2059"/>
                    <a:pt x="4687" y="2059"/>
                  </a:cubicBezTo>
                  <a:lnTo>
                    <a:pt x="4750" y="2059"/>
                  </a:lnTo>
                  <a:cubicBezTo>
                    <a:pt x="4814" y="2028"/>
                    <a:pt x="4877" y="1964"/>
                    <a:pt x="4845" y="1869"/>
                  </a:cubicBezTo>
                  <a:cubicBezTo>
                    <a:pt x="4750" y="1426"/>
                    <a:pt x="4529" y="1046"/>
                    <a:pt x="4212" y="729"/>
                  </a:cubicBezTo>
                  <a:cubicBezTo>
                    <a:pt x="3737" y="254"/>
                    <a:pt x="3104" y="1"/>
                    <a:pt x="2439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1" name="Google Shape;6381;p42"/>
            <p:cNvSpPr/>
            <p:nvPr/>
          </p:nvSpPr>
          <p:spPr>
            <a:xfrm>
              <a:off x="7090250" y="3104275"/>
              <a:ext cx="152050" cy="152050"/>
            </a:xfrm>
            <a:custGeom>
              <a:rect b="b" l="l" r="r" t="t"/>
              <a:pathLst>
                <a:path extrusionOk="0" h="6082" w="6082">
                  <a:moveTo>
                    <a:pt x="3041" y="318"/>
                  </a:moveTo>
                  <a:cubicBezTo>
                    <a:pt x="4529" y="318"/>
                    <a:pt x="5765" y="1521"/>
                    <a:pt x="5765" y="3041"/>
                  </a:cubicBezTo>
                  <a:cubicBezTo>
                    <a:pt x="5765" y="4530"/>
                    <a:pt x="4529" y="5765"/>
                    <a:pt x="3041" y="5765"/>
                  </a:cubicBezTo>
                  <a:cubicBezTo>
                    <a:pt x="1553" y="5765"/>
                    <a:pt x="317" y="4530"/>
                    <a:pt x="317" y="3041"/>
                  </a:cubicBezTo>
                  <a:cubicBezTo>
                    <a:pt x="317" y="1553"/>
                    <a:pt x="1553" y="318"/>
                    <a:pt x="3041" y="318"/>
                  </a:cubicBezTo>
                  <a:close/>
                  <a:moveTo>
                    <a:pt x="3041" y="1"/>
                  </a:moveTo>
                  <a:cubicBezTo>
                    <a:pt x="1363" y="1"/>
                    <a:pt x="1" y="1363"/>
                    <a:pt x="1" y="3041"/>
                  </a:cubicBezTo>
                  <a:cubicBezTo>
                    <a:pt x="1" y="4720"/>
                    <a:pt x="1363" y="6081"/>
                    <a:pt x="3041" y="6081"/>
                  </a:cubicBezTo>
                  <a:cubicBezTo>
                    <a:pt x="4719" y="6081"/>
                    <a:pt x="6081" y="4720"/>
                    <a:pt x="6081" y="3041"/>
                  </a:cubicBezTo>
                  <a:cubicBezTo>
                    <a:pt x="6081" y="1363"/>
                    <a:pt x="4719" y="1"/>
                    <a:pt x="3041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2" name="Google Shape;6382;p42"/>
            <p:cNvSpPr/>
            <p:nvPr/>
          </p:nvSpPr>
          <p:spPr>
            <a:xfrm>
              <a:off x="7105300" y="3117750"/>
              <a:ext cx="121950" cy="53075"/>
            </a:xfrm>
            <a:custGeom>
              <a:rect b="b" l="l" r="r" t="t"/>
              <a:pathLst>
                <a:path extrusionOk="0" h="2123" w="4878">
                  <a:moveTo>
                    <a:pt x="2439" y="0"/>
                  </a:moveTo>
                  <a:cubicBezTo>
                    <a:pt x="1774" y="0"/>
                    <a:pt x="1141" y="254"/>
                    <a:pt x="697" y="729"/>
                  </a:cubicBezTo>
                  <a:cubicBezTo>
                    <a:pt x="349" y="1045"/>
                    <a:pt x="127" y="1457"/>
                    <a:pt x="32" y="1900"/>
                  </a:cubicBezTo>
                  <a:cubicBezTo>
                    <a:pt x="0" y="1995"/>
                    <a:pt x="64" y="2059"/>
                    <a:pt x="159" y="2091"/>
                  </a:cubicBezTo>
                  <a:cubicBezTo>
                    <a:pt x="170" y="2096"/>
                    <a:pt x="182" y="2099"/>
                    <a:pt x="195" y="2099"/>
                  </a:cubicBezTo>
                  <a:cubicBezTo>
                    <a:pt x="254" y="2099"/>
                    <a:pt x="323" y="2042"/>
                    <a:pt x="349" y="1964"/>
                  </a:cubicBezTo>
                  <a:cubicBezTo>
                    <a:pt x="444" y="1584"/>
                    <a:pt x="634" y="1235"/>
                    <a:pt x="919" y="950"/>
                  </a:cubicBezTo>
                  <a:cubicBezTo>
                    <a:pt x="1331" y="570"/>
                    <a:pt x="1869" y="317"/>
                    <a:pt x="2439" y="317"/>
                  </a:cubicBezTo>
                  <a:cubicBezTo>
                    <a:pt x="3009" y="317"/>
                    <a:pt x="3579" y="539"/>
                    <a:pt x="3991" y="950"/>
                  </a:cubicBezTo>
                  <a:cubicBezTo>
                    <a:pt x="4244" y="1235"/>
                    <a:pt x="4466" y="1615"/>
                    <a:pt x="4561" y="1995"/>
                  </a:cubicBezTo>
                  <a:cubicBezTo>
                    <a:pt x="4561" y="2059"/>
                    <a:pt x="4624" y="2122"/>
                    <a:pt x="4719" y="2122"/>
                  </a:cubicBezTo>
                  <a:cubicBezTo>
                    <a:pt x="4719" y="2122"/>
                    <a:pt x="4719" y="2122"/>
                    <a:pt x="4751" y="2091"/>
                  </a:cubicBezTo>
                  <a:cubicBezTo>
                    <a:pt x="4846" y="2091"/>
                    <a:pt x="4878" y="1995"/>
                    <a:pt x="4878" y="1900"/>
                  </a:cubicBezTo>
                  <a:cubicBezTo>
                    <a:pt x="4751" y="1457"/>
                    <a:pt x="4529" y="1045"/>
                    <a:pt x="4212" y="729"/>
                  </a:cubicBezTo>
                  <a:cubicBezTo>
                    <a:pt x="3737" y="254"/>
                    <a:pt x="3104" y="0"/>
                    <a:pt x="2439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3" name="Google Shape;6383;p42"/>
            <p:cNvSpPr/>
            <p:nvPr/>
          </p:nvSpPr>
          <p:spPr>
            <a:xfrm>
              <a:off x="7105300" y="3188000"/>
              <a:ext cx="122750" cy="54075"/>
            </a:xfrm>
            <a:custGeom>
              <a:rect b="b" l="l" r="r" t="t"/>
              <a:pathLst>
                <a:path extrusionOk="0" h="2163" w="4910">
                  <a:moveTo>
                    <a:pt x="177" y="1"/>
                  </a:moveTo>
                  <a:cubicBezTo>
                    <a:pt x="161" y="1"/>
                    <a:pt x="144" y="3"/>
                    <a:pt x="127" y="9"/>
                  </a:cubicBezTo>
                  <a:cubicBezTo>
                    <a:pt x="32" y="9"/>
                    <a:pt x="0" y="104"/>
                    <a:pt x="0" y="199"/>
                  </a:cubicBezTo>
                  <a:cubicBezTo>
                    <a:pt x="95" y="674"/>
                    <a:pt x="349" y="1086"/>
                    <a:pt x="697" y="1434"/>
                  </a:cubicBezTo>
                  <a:cubicBezTo>
                    <a:pt x="1141" y="1909"/>
                    <a:pt x="1774" y="2162"/>
                    <a:pt x="2439" y="2162"/>
                  </a:cubicBezTo>
                  <a:cubicBezTo>
                    <a:pt x="3104" y="2162"/>
                    <a:pt x="3737" y="1909"/>
                    <a:pt x="4212" y="1434"/>
                  </a:cubicBezTo>
                  <a:cubicBezTo>
                    <a:pt x="4561" y="1086"/>
                    <a:pt x="4782" y="674"/>
                    <a:pt x="4878" y="167"/>
                  </a:cubicBezTo>
                  <a:cubicBezTo>
                    <a:pt x="4909" y="104"/>
                    <a:pt x="4846" y="9"/>
                    <a:pt x="4751" y="9"/>
                  </a:cubicBezTo>
                  <a:cubicBezTo>
                    <a:pt x="4734" y="3"/>
                    <a:pt x="4718" y="1"/>
                    <a:pt x="4703" y="1"/>
                  </a:cubicBezTo>
                  <a:cubicBezTo>
                    <a:pt x="4634" y="1"/>
                    <a:pt x="4587" y="57"/>
                    <a:pt x="4561" y="136"/>
                  </a:cubicBezTo>
                  <a:cubicBezTo>
                    <a:pt x="4497" y="547"/>
                    <a:pt x="4276" y="927"/>
                    <a:pt x="3991" y="1212"/>
                  </a:cubicBezTo>
                  <a:cubicBezTo>
                    <a:pt x="3579" y="1624"/>
                    <a:pt x="3009" y="1846"/>
                    <a:pt x="2439" y="1846"/>
                  </a:cubicBezTo>
                  <a:cubicBezTo>
                    <a:pt x="1869" y="1846"/>
                    <a:pt x="1331" y="1624"/>
                    <a:pt x="919" y="1212"/>
                  </a:cubicBezTo>
                  <a:cubicBezTo>
                    <a:pt x="602" y="927"/>
                    <a:pt x="412" y="547"/>
                    <a:pt x="317" y="136"/>
                  </a:cubicBezTo>
                  <a:cubicBezTo>
                    <a:pt x="317" y="57"/>
                    <a:pt x="253" y="1"/>
                    <a:pt x="177" y="1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4" name="Google Shape;6384;p42"/>
            <p:cNvSpPr/>
            <p:nvPr/>
          </p:nvSpPr>
          <p:spPr>
            <a:xfrm>
              <a:off x="7015825" y="3012450"/>
              <a:ext cx="42000" cy="77600"/>
            </a:xfrm>
            <a:custGeom>
              <a:rect b="b" l="l" r="r" t="t"/>
              <a:pathLst>
                <a:path extrusionOk="0" h="3104" w="1680">
                  <a:moveTo>
                    <a:pt x="793" y="539"/>
                  </a:moveTo>
                  <a:lnTo>
                    <a:pt x="793" y="1235"/>
                  </a:lnTo>
                  <a:cubicBezTo>
                    <a:pt x="603" y="1172"/>
                    <a:pt x="444" y="1077"/>
                    <a:pt x="444" y="855"/>
                  </a:cubicBezTo>
                  <a:cubicBezTo>
                    <a:pt x="444" y="665"/>
                    <a:pt x="571" y="570"/>
                    <a:pt x="793" y="539"/>
                  </a:cubicBezTo>
                  <a:close/>
                  <a:moveTo>
                    <a:pt x="983" y="1742"/>
                  </a:moveTo>
                  <a:cubicBezTo>
                    <a:pt x="1173" y="1806"/>
                    <a:pt x="1299" y="1901"/>
                    <a:pt x="1299" y="2154"/>
                  </a:cubicBezTo>
                  <a:cubicBezTo>
                    <a:pt x="1299" y="2376"/>
                    <a:pt x="1173" y="2471"/>
                    <a:pt x="983" y="2534"/>
                  </a:cubicBezTo>
                  <a:lnTo>
                    <a:pt x="983" y="1742"/>
                  </a:lnTo>
                  <a:close/>
                  <a:moveTo>
                    <a:pt x="888" y="0"/>
                  </a:moveTo>
                  <a:cubicBezTo>
                    <a:pt x="824" y="0"/>
                    <a:pt x="761" y="64"/>
                    <a:pt x="761" y="95"/>
                  </a:cubicBezTo>
                  <a:lnTo>
                    <a:pt x="761" y="190"/>
                  </a:lnTo>
                  <a:cubicBezTo>
                    <a:pt x="413" y="222"/>
                    <a:pt x="64" y="412"/>
                    <a:pt x="64" y="887"/>
                  </a:cubicBezTo>
                  <a:cubicBezTo>
                    <a:pt x="64" y="1394"/>
                    <a:pt x="444" y="1521"/>
                    <a:pt x="761" y="1647"/>
                  </a:cubicBezTo>
                  <a:lnTo>
                    <a:pt x="761" y="2534"/>
                  </a:lnTo>
                  <a:cubicBezTo>
                    <a:pt x="381" y="2502"/>
                    <a:pt x="286" y="2249"/>
                    <a:pt x="159" y="2249"/>
                  </a:cubicBezTo>
                  <a:cubicBezTo>
                    <a:pt x="64" y="2249"/>
                    <a:pt x="1" y="2344"/>
                    <a:pt x="1" y="2439"/>
                  </a:cubicBezTo>
                  <a:cubicBezTo>
                    <a:pt x="1" y="2629"/>
                    <a:pt x="318" y="2882"/>
                    <a:pt x="761" y="2882"/>
                  </a:cubicBezTo>
                  <a:lnTo>
                    <a:pt x="761" y="3009"/>
                  </a:lnTo>
                  <a:cubicBezTo>
                    <a:pt x="761" y="3041"/>
                    <a:pt x="824" y="3104"/>
                    <a:pt x="888" y="3104"/>
                  </a:cubicBezTo>
                  <a:cubicBezTo>
                    <a:pt x="951" y="3104"/>
                    <a:pt x="1014" y="3041"/>
                    <a:pt x="1014" y="3009"/>
                  </a:cubicBezTo>
                  <a:lnTo>
                    <a:pt x="1014" y="2882"/>
                  </a:lnTo>
                  <a:cubicBezTo>
                    <a:pt x="1394" y="2819"/>
                    <a:pt x="1679" y="2566"/>
                    <a:pt x="1679" y="2091"/>
                  </a:cubicBezTo>
                  <a:cubicBezTo>
                    <a:pt x="1679" y="1584"/>
                    <a:pt x="1331" y="1425"/>
                    <a:pt x="1014" y="1299"/>
                  </a:cubicBezTo>
                  <a:lnTo>
                    <a:pt x="1014" y="539"/>
                  </a:lnTo>
                  <a:cubicBezTo>
                    <a:pt x="1268" y="570"/>
                    <a:pt x="1363" y="697"/>
                    <a:pt x="1458" y="697"/>
                  </a:cubicBezTo>
                  <a:cubicBezTo>
                    <a:pt x="1553" y="697"/>
                    <a:pt x="1616" y="539"/>
                    <a:pt x="1616" y="475"/>
                  </a:cubicBezTo>
                  <a:cubicBezTo>
                    <a:pt x="1616" y="285"/>
                    <a:pt x="1268" y="190"/>
                    <a:pt x="1014" y="190"/>
                  </a:cubicBezTo>
                  <a:lnTo>
                    <a:pt x="1014" y="95"/>
                  </a:lnTo>
                  <a:cubicBezTo>
                    <a:pt x="1014" y="32"/>
                    <a:pt x="951" y="0"/>
                    <a:pt x="888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5" name="Google Shape;6385;p42"/>
            <p:cNvSpPr/>
            <p:nvPr/>
          </p:nvSpPr>
          <p:spPr>
            <a:xfrm>
              <a:off x="7148850" y="3146250"/>
              <a:ext cx="40400" cy="74450"/>
            </a:xfrm>
            <a:custGeom>
              <a:rect b="b" l="l" r="r" t="t"/>
              <a:pathLst>
                <a:path extrusionOk="0" h="2978" w="1616">
                  <a:moveTo>
                    <a:pt x="887" y="570"/>
                  </a:moveTo>
                  <a:cubicBezTo>
                    <a:pt x="1077" y="570"/>
                    <a:pt x="1235" y="665"/>
                    <a:pt x="1235" y="887"/>
                  </a:cubicBezTo>
                  <a:cubicBezTo>
                    <a:pt x="1235" y="1141"/>
                    <a:pt x="1109" y="1236"/>
                    <a:pt x="887" y="1236"/>
                  </a:cubicBezTo>
                  <a:lnTo>
                    <a:pt x="507" y="1236"/>
                  </a:lnTo>
                  <a:lnTo>
                    <a:pt x="507" y="570"/>
                  </a:lnTo>
                  <a:close/>
                  <a:moveTo>
                    <a:pt x="919" y="1521"/>
                  </a:moveTo>
                  <a:cubicBezTo>
                    <a:pt x="1140" y="1521"/>
                    <a:pt x="1267" y="1616"/>
                    <a:pt x="1267" y="1901"/>
                  </a:cubicBezTo>
                  <a:lnTo>
                    <a:pt x="1267" y="1964"/>
                  </a:lnTo>
                  <a:cubicBezTo>
                    <a:pt x="1267" y="2249"/>
                    <a:pt x="1140" y="2376"/>
                    <a:pt x="919" y="2376"/>
                  </a:cubicBezTo>
                  <a:lnTo>
                    <a:pt x="507" y="2376"/>
                  </a:lnTo>
                  <a:lnTo>
                    <a:pt x="507" y="1521"/>
                  </a:lnTo>
                  <a:close/>
                  <a:moveTo>
                    <a:pt x="539" y="0"/>
                  </a:moveTo>
                  <a:cubicBezTo>
                    <a:pt x="444" y="0"/>
                    <a:pt x="380" y="64"/>
                    <a:pt x="380" y="127"/>
                  </a:cubicBezTo>
                  <a:lnTo>
                    <a:pt x="380" y="285"/>
                  </a:lnTo>
                  <a:lnTo>
                    <a:pt x="159" y="285"/>
                  </a:lnTo>
                  <a:cubicBezTo>
                    <a:pt x="64" y="285"/>
                    <a:pt x="0" y="349"/>
                    <a:pt x="0" y="444"/>
                  </a:cubicBezTo>
                  <a:cubicBezTo>
                    <a:pt x="0" y="539"/>
                    <a:pt x="64" y="602"/>
                    <a:pt x="159" y="602"/>
                  </a:cubicBezTo>
                  <a:lnTo>
                    <a:pt x="159" y="2376"/>
                  </a:lnTo>
                  <a:cubicBezTo>
                    <a:pt x="64" y="2376"/>
                    <a:pt x="0" y="2439"/>
                    <a:pt x="0" y="2534"/>
                  </a:cubicBezTo>
                  <a:cubicBezTo>
                    <a:pt x="0" y="2629"/>
                    <a:pt x="64" y="2692"/>
                    <a:pt x="159" y="2692"/>
                  </a:cubicBezTo>
                  <a:lnTo>
                    <a:pt x="380" y="2692"/>
                  </a:lnTo>
                  <a:lnTo>
                    <a:pt x="380" y="2819"/>
                  </a:lnTo>
                  <a:cubicBezTo>
                    <a:pt x="380" y="2914"/>
                    <a:pt x="444" y="2977"/>
                    <a:pt x="539" y="2977"/>
                  </a:cubicBezTo>
                  <a:cubicBezTo>
                    <a:pt x="634" y="2977"/>
                    <a:pt x="697" y="2914"/>
                    <a:pt x="697" y="2819"/>
                  </a:cubicBezTo>
                  <a:lnTo>
                    <a:pt x="697" y="2692"/>
                  </a:lnTo>
                  <a:lnTo>
                    <a:pt x="855" y="2692"/>
                  </a:lnTo>
                  <a:lnTo>
                    <a:pt x="855" y="2819"/>
                  </a:lnTo>
                  <a:cubicBezTo>
                    <a:pt x="855" y="2914"/>
                    <a:pt x="919" y="2977"/>
                    <a:pt x="1014" y="2977"/>
                  </a:cubicBezTo>
                  <a:cubicBezTo>
                    <a:pt x="1109" y="2977"/>
                    <a:pt x="1172" y="2914"/>
                    <a:pt x="1172" y="2819"/>
                  </a:cubicBezTo>
                  <a:lnTo>
                    <a:pt x="1172" y="2661"/>
                  </a:lnTo>
                  <a:lnTo>
                    <a:pt x="1140" y="2661"/>
                  </a:lnTo>
                  <a:cubicBezTo>
                    <a:pt x="1425" y="2629"/>
                    <a:pt x="1615" y="2407"/>
                    <a:pt x="1615" y="1996"/>
                  </a:cubicBezTo>
                  <a:lnTo>
                    <a:pt x="1615" y="1932"/>
                  </a:lnTo>
                  <a:cubicBezTo>
                    <a:pt x="1615" y="1584"/>
                    <a:pt x="1489" y="1457"/>
                    <a:pt x="1299" y="1394"/>
                  </a:cubicBezTo>
                  <a:cubicBezTo>
                    <a:pt x="1457" y="1299"/>
                    <a:pt x="1584" y="1109"/>
                    <a:pt x="1584" y="855"/>
                  </a:cubicBezTo>
                  <a:cubicBezTo>
                    <a:pt x="1584" y="507"/>
                    <a:pt x="1394" y="349"/>
                    <a:pt x="1172" y="285"/>
                  </a:cubicBezTo>
                  <a:lnTo>
                    <a:pt x="1172" y="127"/>
                  </a:lnTo>
                  <a:cubicBezTo>
                    <a:pt x="1172" y="64"/>
                    <a:pt x="1109" y="0"/>
                    <a:pt x="1014" y="0"/>
                  </a:cubicBezTo>
                  <a:cubicBezTo>
                    <a:pt x="919" y="0"/>
                    <a:pt x="855" y="64"/>
                    <a:pt x="855" y="127"/>
                  </a:cubicBezTo>
                  <a:lnTo>
                    <a:pt x="855" y="285"/>
                  </a:lnTo>
                  <a:lnTo>
                    <a:pt x="697" y="285"/>
                  </a:lnTo>
                  <a:lnTo>
                    <a:pt x="697" y="127"/>
                  </a:lnTo>
                  <a:cubicBezTo>
                    <a:pt x="697" y="64"/>
                    <a:pt x="634" y="0"/>
                    <a:pt x="539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86" name="Google Shape;6386;p42"/>
          <p:cNvGrpSpPr/>
          <p:nvPr/>
        </p:nvGrpSpPr>
        <p:grpSpPr>
          <a:xfrm>
            <a:off x="4905100" y="2975625"/>
            <a:ext cx="334925" cy="281100"/>
            <a:chOff x="4905100" y="2975625"/>
            <a:chExt cx="334925" cy="281100"/>
          </a:xfrm>
        </p:grpSpPr>
        <p:sp>
          <p:nvSpPr>
            <p:cNvPr id="6387" name="Google Shape;6387;p42"/>
            <p:cNvSpPr/>
            <p:nvPr/>
          </p:nvSpPr>
          <p:spPr>
            <a:xfrm>
              <a:off x="4905100" y="2975625"/>
              <a:ext cx="334925" cy="281100"/>
            </a:xfrm>
            <a:custGeom>
              <a:rect b="b" l="l" r="r" t="t"/>
              <a:pathLst>
                <a:path extrusionOk="0" h="11244" w="13397">
                  <a:moveTo>
                    <a:pt x="4371" y="3801"/>
                  </a:moveTo>
                  <a:cubicBezTo>
                    <a:pt x="4371" y="3801"/>
                    <a:pt x="4403" y="3833"/>
                    <a:pt x="4403" y="3865"/>
                  </a:cubicBezTo>
                  <a:lnTo>
                    <a:pt x="4403" y="5986"/>
                  </a:lnTo>
                  <a:cubicBezTo>
                    <a:pt x="4149" y="5891"/>
                    <a:pt x="3896" y="5828"/>
                    <a:pt x="3611" y="5828"/>
                  </a:cubicBezTo>
                  <a:cubicBezTo>
                    <a:pt x="3326" y="5828"/>
                    <a:pt x="3073" y="5891"/>
                    <a:pt x="2819" y="5986"/>
                  </a:cubicBezTo>
                  <a:lnTo>
                    <a:pt x="2819" y="3865"/>
                  </a:lnTo>
                  <a:cubicBezTo>
                    <a:pt x="2819" y="3833"/>
                    <a:pt x="2819" y="3801"/>
                    <a:pt x="2851" y="3801"/>
                  </a:cubicBezTo>
                  <a:close/>
                  <a:moveTo>
                    <a:pt x="3674" y="6208"/>
                  </a:moveTo>
                  <a:cubicBezTo>
                    <a:pt x="3706" y="6208"/>
                    <a:pt x="3769" y="6208"/>
                    <a:pt x="3833" y="6240"/>
                  </a:cubicBezTo>
                  <a:cubicBezTo>
                    <a:pt x="4054" y="6271"/>
                    <a:pt x="4276" y="6335"/>
                    <a:pt x="4498" y="6430"/>
                  </a:cubicBezTo>
                  <a:cubicBezTo>
                    <a:pt x="4688" y="6525"/>
                    <a:pt x="4846" y="6651"/>
                    <a:pt x="5005" y="6810"/>
                  </a:cubicBezTo>
                  <a:cubicBezTo>
                    <a:pt x="5765" y="7570"/>
                    <a:pt x="5765" y="8837"/>
                    <a:pt x="5005" y="9597"/>
                  </a:cubicBezTo>
                  <a:cubicBezTo>
                    <a:pt x="4846" y="9755"/>
                    <a:pt x="4656" y="9913"/>
                    <a:pt x="4434" y="10008"/>
                  </a:cubicBezTo>
                  <a:cubicBezTo>
                    <a:pt x="4181" y="10119"/>
                    <a:pt x="3896" y="10175"/>
                    <a:pt x="3611" y="10175"/>
                  </a:cubicBezTo>
                  <a:cubicBezTo>
                    <a:pt x="3326" y="10175"/>
                    <a:pt x="3041" y="10119"/>
                    <a:pt x="2788" y="10008"/>
                  </a:cubicBezTo>
                  <a:lnTo>
                    <a:pt x="2756" y="10008"/>
                  </a:lnTo>
                  <a:cubicBezTo>
                    <a:pt x="2566" y="9913"/>
                    <a:pt x="2376" y="9755"/>
                    <a:pt x="2186" y="9597"/>
                  </a:cubicBezTo>
                  <a:cubicBezTo>
                    <a:pt x="1426" y="8837"/>
                    <a:pt x="1426" y="7570"/>
                    <a:pt x="2186" y="6810"/>
                  </a:cubicBezTo>
                  <a:cubicBezTo>
                    <a:pt x="2344" y="6651"/>
                    <a:pt x="2503" y="6525"/>
                    <a:pt x="2693" y="6430"/>
                  </a:cubicBezTo>
                  <a:cubicBezTo>
                    <a:pt x="2914" y="6335"/>
                    <a:pt x="3136" y="6271"/>
                    <a:pt x="3358" y="6240"/>
                  </a:cubicBezTo>
                  <a:cubicBezTo>
                    <a:pt x="3421" y="6208"/>
                    <a:pt x="3484" y="6208"/>
                    <a:pt x="3516" y="6208"/>
                  </a:cubicBezTo>
                  <a:close/>
                  <a:moveTo>
                    <a:pt x="7950" y="5543"/>
                  </a:moveTo>
                  <a:cubicBezTo>
                    <a:pt x="7981" y="5543"/>
                    <a:pt x="8013" y="5543"/>
                    <a:pt x="8013" y="5575"/>
                  </a:cubicBezTo>
                  <a:lnTo>
                    <a:pt x="8013" y="10198"/>
                  </a:lnTo>
                  <a:lnTo>
                    <a:pt x="6398" y="10198"/>
                  </a:lnTo>
                  <a:lnTo>
                    <a:pt x="6398" y="5575"/>
                  </a:lnTo>
                  <a:cubicBezTo>
                    <a:pt x="6398" y="5543"/>
                    <a:pt x="6430" y="5543"/>
                    <a:pt x="6461" y="5543"/>
                  </a:cubicBezTo>
                  <a:close/>
                  <a:moveTo>
                    <a:pt x="349" y="1"/>
                  </a:moveTo>
                  <a:cubicBezTo>
                    <a:pt x="159" y="1"/>
                    <a:pt x="1" y="159"/>
                    <a:pt x="1" y="381"/>
                  </a:cubicBezTo>
                  <a:lnTo>
                    <a:pt x="1" y="1774"/>
                  </a:lnTo>
                  <a:cubicBezTo>
                    <a:pt x="1" y="1869"/>
                    <a:pt x="96" y="1964"/>
                    <a:pt x="191" y="1964"/>
                  </a:cubicBezTo>
                  <a:cubicBezTo>
                    <a:pt x="286" y="1964"/>
                    <a:pt x="381" y="1869"/>
                    <a:pt x="381" y="1774"/>
                  </a:cubicBezTo>
                  <a:lnTo>
                    <a:pt x="381" y="381"/>
                  </a:lnTo>
                  <a:lnTo>
                    <a:pt x="634" y="381"/>
                  </a:lnTo>
                  <a:lnTo>
                    <a:pt x="634" y="10198"/>
                  </a:lnTo>
                  <a:cubicBezTo>
                    <a:pt x="634" y="10420"/>
                    <a:pt x="793" y="10578"/>
                    <a:pt x="983" y="10578"/>
                  </a:cubicBezTo>
                  <a:lnTo>
                    <a:pt x="13017" y="10578"/>
                  </a:lnTo>
                  <a:lnTo>
                    <a:pt x="13017" y="10863"/>
                  </a:lnTo>
                  <a:lnTo>
                    <a:pt x="381" y="10863"/>
                  </a:lnTo>
                  <a:lnTo>
                    <a:pt x="381" y="3010"/>
                  </a:lnTo>
                  <a:cubicBezTo>
                    <a:pt x="381" y="2883"/>
                    <a:pt x="286" y="2819"/>
                    <a:pt x="191" y="2819"/>
                  </a:cubicBezTo>
                  <a:cubicBezTo>
                    <a:pt x="96" y="2819"/>
                    <a:pt x="1" y="2914"/>
                    <a:pt x="1" y="3010"/>
                  </a:cubicBezTo>
                  <a:lnTo>
                    <a:pt x="1" y="10895"/>
                  </a:lnTo>
                  <a:cubicBezTo>
                    <a:pt x="1" y="11085"/>
                    <a:pt x="159" y="11243"/>
                    <a:pt x="349" y="11243"/>
                  </a:cubicBezTo>
                  <a:lnTo>
                    <a:pt x="13048" y="11243"/>
                  </a:lnTo>
                  <a:cubicBezTo>
                    <a:pt x="13238" y="11243"/>
                    <a:pt x="13397" y="11085"/>
                    <a:pt x="13397" y="10895"/>
                  </a:cubicBezTo>
                  <a:lnTo>
                    <a:pt x="13397" y="10547"/>
                  </a:lnTo>
                  <a:cubicBezTo>
                    <a:pt x="13397" y="10357"/>
                    <a:pt x="13238" y="10198"/>
                    <a:pt x="13048" y="10198"/>
                  </a:cubicBezTo>
                  <a:lnTo>
                    <a:pt x="11972" y="10198"/>
                  </a:lnTo>
                  <a:lnTo>
                    <a:pt x="11972" y="8837"/>
                  </a:lnTo>
                  <a:cubicBezTo>
                    <a:pt x="11972" y="8710"/>
                    <a:pt x="11877" y="8647"/>
                    <a:pt x="11782" y="8647"/>
                  </a:cubicBezTo>
                  <a:cubicBezTo>
                    <a:pt x="11687" y="8647"/>
                    <a:pt x="11592" y="8742"/>
                    <a:pt x="11592" y="8837"/>
                  </a:cubicBezTo>
                  <a:lnTo>
                    <a:pt x="11592" y="10198"/>
                  </a:lnTo>
                  <a:lnTo>
                    <a:pt x="10008" y="10198"/>
                  </a:lnTo>
                  <a:lnTo>
                    <a:pt x="10008" y="7158"/>
                  </a:lnTo>
                  <a:cubicBezTo>
                    <a:pt x="10008" y="7126"/>
                    <a:pt x="10008" y="7095"/>
                    <a:pt x="10040" y="7095"/>
                  </a:cubicBezTo>
                  <a:lnTo>
                    <a:pt x="11560" y="7095"/>
                  </a:lnTo>
                  <a:cubicBezTo>
                    <a:pt x="11560" y="7095"/>
                    <a:pt x="11592" y="7126"/>
                    <a:pt x="11592" y="7158"/>
                  </a:cubicBezTo>
                  <a:lnTo>
                    <a:pt x="11592" y="7601"/>
                  </a:lnTo>
                  <a:cubicBezTo>
                    <a:pt x="11592" y="7728"/>
                    <a:pt x="11687" y="7792"/>
                    <a:pt x="11782" y="7792"/>
                  </a:cubicBezTo>
                  <a:cubicBezTo>
                    <a:pt x="11877" y="7792"/>
                    <a:pt x="11972" y="7728"/>
                    <a:pt x="11972" y="7601"/>
                  </a:cubicBezTo>
                  <a:lnTo>
                    <a:pt x="11972" y="7158"/>
                  </a:lnTo>
                  <a:cubicBezTo>
                    <a:pt x="11972" y="6905"/>
                    <a:pt x="11782" y="6715"/>
                    <a:pt x="11560" y="6715"/>
                  </a:cubicBezTo>
                  <a:lnTo>
                    <a:pt x="10040" y="6715"/>
                  </a:lnTo>
                  <a:cubicBezTo>
                    <a:pt x="9787" y="6715"/>
                    <a:pt x="9597" y="6905"/>
                    <a:pt x="9597" y="7158"/>
                  </a:cubicBezTo>
                  <a:lnTo>
                    <a:pt x="9597" y="10198"/>
                  </a:lnTo>
                  <a:lnTo>
                    <a:pt x="8393" y="10198"/>
                  </a:lnTo>
                  <a:lnTo>
                    <a:pt x="8393" y="5575"/>
                  </a:lnTo>
                  <a:cubicBezTo>
                    <a:pt x="8393" y="5353"/>
                    <a:pt x="8203" y="5163"/>
                    <a:pt x="7950" y="5163"/>
                  </a:cubicBezTo>
                  <a:lnTo>
                    <a:pt x="6461" y="5163"/>
                  </a:lnTo>
                  <a:cubicBezTo>
                    <a:pt x="6208" y="5163"/>
                    <a:pt x="6018" y="5353"/>
                    <a:pt x="6018" y="5575"/>
                  </a:cubicBezTo>
                  <a:lnTo>
                    <a:pt x="6018" y="10198"/>
                  </a:lnTo>
                  <a:lnTo>
                    <a:pt x="4878" y="10198"/>
                  </a:lnTo>
                  <a:cubicBezTo>
                    <a:pt x="5036" y="10103"/>
                    <a:pt x="5163" y="9977"/>
                    <a:pt x="5290" y="9882"/>
                  </a:cubicBezTo>
                  <a:cubicBezTo>
                    <a:pt x="6208" y="8932"/>
                    <a:pt x="6208" y="7443"/>
                    <a:pt x="5290" y="6525"/>
                  </a:cubicBezTo>
                  <a:cubicBezTo>
                    <a:pt x="5131" y="6366"/>
                    <a:pt x="4973" y="6240"/>
                    <a:pt x="4783" y="6145"/>
                  </a:cubicBezTo>
                  <a:lnTo>
                    <a:pt x="4783" y="3865"/>
                  </a:lnTo>
                  <a:cubicBezTo>
                    <a:pt x="4783" y="3611"/>
                    <a:pt x="4593" y="3421"/>
                    <a:pt x="4371" y="3421"/>
                  </a:cubicBezTo>
                  <a:lnTo>
                    <a:pt x="2851" y="3421"/>
                  </a:lnTo>
                  <a:cubicBezTo>
                    <a:pt x="2598" y="3421"/>
                    <a:pt x="2408" y="3611"/>
                    <a:pt x="2408" y="3865"/>
                  </a:cubicBezTo>
                  <a:lnTo>
                    <a:pt x="2408" y="6145"/>
                  </a:lnTo>
                  <a:cubicBezTo>
                    <a:pt x="2249" y="6240"/>
                    <a:pt x="2091" y="6366"/>
                    <a:pt x="1933" y="6525"/>
                  </a:cubicBezTo>
                  <a:cubicBezTo>
                    <a:pt x="1014" y="7443"/>
                    <a:pt x="1014" y="8963"/>
                    <a:pt x="1933" y="9882"/>
                  </a:cubicBezTo>
                  <a:cubicBezTo>
                    <a:pt x="2059" y="9977"/>
                    <a:pt x="2186" y="10103"/>
                    <a:pt x="2313" y="10198"/>
                  </a:cubicBezTo>
                  <a:lnTo>
                    <a:pt x="983" y="10198"/>
                  </a:lnTo>
                  <a:lnTo>
                    <a:pt x="983" y="381"/>
                  </a:lnTo>
                  <a:cubicBezTo>
                    <a:pt x="983" y="159"/>
                    <a:pt x="824" y="1"/>
                    <a:pt x="634" y="1"/>
                  </a:cubicBez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8" name="Google Shape;6388;p42"/>
            <p:cNvSpPr/>
            <p:nvPr/>
          </p:nvSpPr>
          <p:spPr>
            <a:xfrm>
              <a:off x="4972400" y="2995400"/>
              <a:ext cx="230425" cy="137025"/>
            </a:xfrm>
            <a:custGeom>
              <a:rect b="b" l="l" r="r" t="t"/>
              <a:pathLst>
                <a:path extrusionOk="0" h="5481" w="9217">
                  <a:moveTo>
                    <a:pt x="236" y="0"/>
                  </a:moveTo>
                  <a:cubicBezTo>
                    <a:pt x="199" y="0"/>
                    <a:pt x="161" y="11"/>
                    <a:pt x="127" y="33"/>
                  </a:cubicBezTo>
                  <a:cubicBezTo>
                    <a:pt x="64" y="97"/>
                    <a:pt x="1" y="192"/>
                    <a:pt x="64" y="287"/>
                  </a:cubicBezTo>
                  <a:cubicBezTo>
                    <a:pt x="96" y="318"/>
                    <a:pt x="602" y="1268"/>
                    <a:pt x="1964" y="2282"/>
                  </a:cubicBezTo>
                  <a:cubicBezTo>
                    <a:pt x="2756" y="2884"/>
                    <a:pt x="3674" y="3390"/>
                    <a:pt x="4688" y="3802"/>
                  </a:cubicBezTo>
                  <a:cubicBezTo>
                    <a:pt x="5859" y="4277"/>
                    <a:pt x="7158" y="4594"/>
                    <a:pt x="8551" y="4784"/>
                  </a:cubicBezTo>
                  <a:lnTo>
                    <a:pt x="8140" y="5132"/>
                  </a:lnTo>
                  <a:cubicBezTo>
                    <a:pt x="8045" y="5195"/>
                    <a:pt x="8045" y="5322"/>
                    <a:pt x="8108" y="5385"/>
                  </a:cubicBezTo>
                  <a:cubicBezTo>
                    <a:pt x="8140" y="5449"/>
                    <a:pt x="8203" y="5480"/>
                    <a:pt x="8266" y="5480"/>
                  </a:cubicBezTo>
                  <a:cubicBezTo>
                    <a:pt x="8298" y="5480"/>
                    <a:pt x="8330" y="5449"/>
                    <a:pt x="8361" y="5417"/>
                  </a:cubicBezTo>
                  <a:lnTo>
                    <a:pt x="9153" y="4784"/>
                  </a:lnTo>
                  <a:cubicBezTo>
                    <a:pt x="9185" y="4752"/>
                    <a:pt x="9216" y="4689"/>
                    <a:pt x="9216" y="4657"/>
                  </a:cubicBezTo>
                  <a:cubicBezTo>
                    <a:pt x="9216" y="4594"/>
                    <a:pt x="9216" y="4562"/>
                    <a:pt x="9185" y="4499"/>
                  </a:cubicBezTo>
                  <a:lnTo>
                    <a:pt x="8456" y="3644"/>
                  </a:lnTo>
                  <a:cubicBezTo>
                    <a:pt x="8422" y="3609"/>
                    <a:pt x="8368" y="3584"/>
                    <a:pt x="8316" y="3584"/>
                  </a:cubicBezTo>
                  <a:cubicBezTo>
                    <a:pt x="8273" y="3584"/>
                    <a:pt x="8232" y="3601"/>
                    <a:pt x="8203" y="3644"/>
                  </a:cubicBezTo>
                  <a:cubicBezTo>
                    <a:pt x="8108" y="3707"/>
                    <a:pt x="8108" y="3834"/>
                    <a:pt x="8171" y="3897"/>
                  </a:cubicBezTo>
                  <a:lnTo>
                    <a:pt x="8583" y="4404"/>
                  </a:lnTo>
                  <a:cubicBezTo>
                    <a:pt x="7221" y="4214"/>
                    <a:pt x="5986" y="3897"/>
                    <a:pt x="4846" y="3454"/>
                  </a:cubicBezTo>
                  <a:cubicBezTo>
                    <a:pt x="3864" y="3074"/>
                    <a:pt x="2978" y="2567"/>
                    <a:pt x="2218" y="1997"/>
                  </a:cubicBezTo>
                  <a:cubicBezTo>
                    <a:pt x="919" y="1015"/>
                    <a:pt x="412" y="128"/>
                    <a:pt x="412" y="97"/>
                  </a:cubicBezTo>
                  <a:cubicBezTo>
                    <a:pt x="371" y="35"/>
                    <a:pt x="304" y="0"/>
                    <a:pt x="236" y="0"/>
                  </a:cubicBez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9" name="Google Shape;6389;p42"/>
            <p:cNvSpPr/>
            <p:nvPr/>
          </p:nvSpPr>
          <p:spPr>
            <a:xfrm>
              <a:off x="4976375" y="3147450"/>
              <a:ext cx="38025" cy="68100"/>
            </a:xfrm>
            <a:custGeom>
              <a:rect b="b" l="l" r="r" t="t"/>
              <a:pathLst>
                <a:path extrusionOk="0" h="2724" w="1521">
                  <a:moveTo>
                    <a:pt x="728" y="475"/>
                  </a:moveTo>
                  <a:lnTo>
                    <a:pt x="728" y="1077"/>
                  </a:lnTo>
                  <a:cubicBezTo>
                    <a:pt x="538" y="1014"/>
                    <a:pt x="412" y="950"/>
                    <a:pt x="412" y="760"/>
                  </a:cubicBezTo>
                  <a:cubicBezTo>
                    <a:pt x="412" y="570"/>
                    <a:pt x="538" y="475"/>
                    <a:pt x="728" y="475"/>
                  </a:cubicBezTo>
                  <a:close/>
                  <a:moveTo>
                    <a:pt x="887" y="1520"/>
                  </a:moveTo>
                  <a:cubicBezTo>
                    <a:pt x="1045" y="1584"/>
                    <a:pt x="1172" y="1679"/>
                    <a:pt x="1172" y="1900"/>
                  </a:cubicBezTo>
                  <a:cubicBezTo>
                    <a:pt x="1172" y="2090"/>
                    <a:pt x="1077" y="2185"/>
                    <a:pt x="887" y="2217"/>
                  </a:cubicBezTo>
                  <a:lnTo>
                    <a:pt x="887" y="1520"/>
                  </a:lnTo>
                  <a:close/>
                  <a:moveTo>
                    <a:pt x="792" y="0"/>
                  </a:moveTo>
                  <a:cubicBezTo>
                    <a:pt x="728" y="0"/>
                    <a:pt x="697" y="32"/>
                    <a:pt x="697" y="63"/>
                  </a:cubicBezTo>
                  <a:lnTo>
                    <a:pt x="697" y="158"/>
                  </a:lnTo>
                  <a:cubicBezTo>
                    <a:pt x="380" y="190"/>
                    <a:pt x="63" y="348"/>
                    <a:pt x="63" y="792"/>
                  </a:cubicBezTo>
                  <a:cubicBezTo>
                    <a:pt x="63" y="1204"/>
                    <a:pt x="412" y="1330"/>
                    <a:pt x="697" y="1425"/>
                  </a:cubicBezTo>
                  <a:lnTo>
                    <a:pt x="697" y="2217"/>
                  </a:lnTo>
                  <a:cubicBezTo>
                    <a:pt x="348" y="2185"/>
                    <a:pt x="285" y="1964"/>
                    <a:pt x="158" y="1964"/>
                  </a:cubicBezTo>
                  <a:cubicBezTo>
                    <a:pt x="63" y="1964"/>
                    <a:pt x="0" y="2090"/>
                    <a:pt x="0" y="2154"/>
                  </a:cubicBezTo>
                  <a:cubicBezTo>
                    <a:pt x="0" y="2312"/>
                    <a:pt x="285" y="2534"/>
                    <a:pt x="697" y="2565"/>
                  </a:cubicBezTo>
                  <a:lnTo>
                    <a:pt x="697" y="2660"/>
                  </a:lnTo>
                  <a:cubicBezTo>
                    <a:pt x="697" y="2692"/>
                    <a:pt x="760" y="2724"/>
                    <a:pt x="792" y="2724"/>
                  </a:cubicBezTo>
                  <a:cubicBezTo>
                    <a:pt x="855" y="2724"/>
                    <a:pt x="887" y="2692"/>
                    <a:pt x="887" y="2660"/>
                  </a:cubicBezTo>
                  <a:lnTo>
                    <a:pt x="887" y="2534"/>
                  </a:lnTo>
                  <a:cubicBezTo>
                    <a:pt x="1267" y="2502"/>
                    <a:pt x="1520" y="2249"/>
                    <a:pt x="1520" y="1837"/>
                  </a:cubicBezTo>
                  <a:cubicBezTo>
                    <a:pt x="1520" y="1394"/>
                    <a:pt x="1203" y="1235"/>
                    <a:pt x="887" y="1140"/>
                  </a:cubicBezTo>
                  <a:lnTo>
                    <a:pt x="887" y="475"/>
                  </a:lnTo>
                  <a:cubicBezTo>
                    <a:pt x="1140" y="475"/>
                    <a:pt x="1235" y="570"/>
                    <a:pt x="1298" y="570"/>
                  </a:cubicBezTo>
                  <a:cubicBezTo>
                    <a:pt x="1393" y="570"/>
                    <a:pt x="1457" y="443"/>
                    <a:pt x="1457" y="380"/>
                  </a:cubicBezTo>
                  <a:cubicBezTo>
                    <a:pt x="1457" y="222"/>
                    <a:pt x="1140" y="158"/>
                    <a:pt x="887" y="158"/>
                  </a:cubicBezTo>
                  <a:lnTo>
                    <a:pt x="887" y="63"/>
                  </a:lnTo>
                  <a:cubicBezTo>
                    <a:pt x="887" y="32"/>
                    <a:pt x="855" y="0"/>
                    <a:pt x="792" y="0"/>
                  </a:cubicBezTo>
                  <a:close/>
                </a:path>
              </a:pathLst>
            </a:custGeom>
            <a:solidFill>
              <a:srgbClr val="F4A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0" name="Google Shape;6390;p42"/>
          <p:cNvGrpSpPr/>
          <p:nvPr/>
        </p:nvGrpSpPr>
        <p:grpSpPr>
          <a:xfrm>
            <a:off x="6935075" y="1525663"/>
            <a:ext cx="334150" cy="280300"/>
            <a:chOff x="6935075" y="1525663"/>
            <a:chExt cx="334150" cy="280300"/>
          </a:xfrm>
        </p:grpSpPr>
        <p:sp>
          <p:nvSpPr>
            <p:cNvPr id="6391" name="Google Shape;6391;p42"/>
            <p:cNvSpPr/>
            <p:nvPr/>
          </p:nvSpPr>
          <p:spPr>
            <a:xfrm>
              <a:off x="6935075" y="1525663"/>
              <a:ext cx="334150" cy="280300"/>
            </a:xfrm>
            <a:custGeom>
              <a:rect b="b" l="l" r="r" t="t"/>
              <a:pathLst>
                <a:path extrusionOk="0" h="11212" w="13366">
                  <a:moveTo>
                    <a:pt x="10452" y="8583"/>
                  </a:moveTo>
                  <a:lnTo>
                    <a:pt x="10737" y="8868"/>
                  </a:lnTo>
                  <a:lnTo>
                    <a:pt x="10072" y="8868"/>
                  </a:lnTo>
                  <a:cubicBezTo>
                    <a:pt x="10167" y="8805"/>
                    <a:pt x="10262" y="8742"/>
                    <a:pt x="10357" y="8678"/>
                  </a:cubicBezTo>
                  <a:cubicBezTo>
                    <a:pt x="10357" y="8647"/>
                    <a:pt x="10388" y="8647"/>
                    <a:pt x="10388" y="8647"/>
                  </a:cubicBezTo>
                  <a:cubicBezTo>
                    <a:pt x="10388" y="8615"/>
                    <a:pt x="10420" y="8615"/>
                    <a:pt x="10420" y="8615"/>
                  </a:cubicBezTo>
                  <a:cubicBezTo>
                    <a:pt x="10420" y="8615"/>
                    <a:pt x="10452" y="8583"/>
                    <a:pt x="10452" y="8583"/>
                  </a:cubicBezTo>
                  <a:close/>
                  <a:moveTo>
                    <a:pt x="8599" y="4007"/>
                  </a:moveTo>
                  <a:cubicBezTo>
                    <a:pt x="9224" y="4007"/>
                    <a:pt x="9850" y="4245"/>
                    <a:pt x="10325" y="4720"/>
                  </a:cubicBezTo>
                  <a:cubicBezTo>
                    <a:pt x="10705" y="5100"/>
                    <a:pt x="10958" y="5575"/>
                    <a:pt x="11022" y="6081"/>
                  </a:cubicBezTo>
                  <a:cubicBezTo>
                    <a:pt x="11053" y="6208"/>
                    <a:pt x="11053" y="6335"/>
                    <a:pt x="11053" y="6461"/>
                  </a:cubicBezTo>
                  <a:cubicBezTo>
                    <a:pt x="11053" y="7126"/>
                    <a:pt x="10800" y="7728"/>
                    <a:pt x="10325" y="8203"/>
                  </a:cubicBezTo>
                  <a:cubicBezTo>
                    <a:pt x="10293" y="8203"/>
                    <a:pt x="10293" y="8235"/>
                    <a:pt x="10262" y="8267"/>
                  </a:cubicBezTo>
                  <a:cubicBezTo>
                    <a:pt x="10230" y="8267"/>
                    <a:pt x="10230" y="8298"/>
                    <a:pt x="10230" y="8298"/>
                  </a:cubicBezTo>
                  <a:cubicBezTo>
                    <a:pt x="10198" y="8298"/>
                    <a:pt x="10198" y="8330"/>
                    <a:pt x="10167" y="8330"/>
                  </a:cubicBezTo>
                  <a:cubicBezTo>
                    <a:pt x="10167" y="8362"/>
                    <a:pt x="10135" y="8362"/>
                    <a:pt x="10135" y="8362"/>
                  </a:cubicBezTo>
                  <a:cubicBezTo>
                    <a:pt x="10072" y="8393"/>
                    <a:pt x="10008" y="8457"/>
                    <a:pt x="9945" y="8488"/>
                  </a:cubicBezTo>
                  <a:cubicBezTo>
                    <a:pt x="9945" y="8520"/>
                    <a:pt x="9945" y="8520"/>
                    <a:pt x="9945" y="8520"/>
                  </a:cubicBezTo>
                  <a:lnTo>
                    <a:pt x="9850" y="8552"/>
                  </a:lnTo>
                  <a:cubicBezTo>
                    <a:pt x="9850" y="8552"/>
                    <a:pt x="9850" y="8552"/>
                    <a:pt x="9850" y="8583"/>
                  </a:cubicBezTo>
                  <a:cubicBezTo>
                    <a:pt x="9470" y="8805"/>
                    <a:pt x="9026" y="8900"/>
                    <a:pt x="8615" y="8900"/>
                  </a:cubicBezTo>
                  <a:cubicBezTo>
                    <a:pt x="8171" y="8900"/>
                    <a:pt x="7728" y="8805"/>
                    <a:pt x="7348" y="8583"/>
                  </a:cubicBezTo>
                  <a:cubicBezTo>
                    <a:pt x="7316" y="8552"/>
                    <a:pt x="7285" y="8520"/>
                    <a:pt x="7253" y="8520"/>
                  </a:cubicBezTo>
                  <a:cubicBezTo>
                    <a:pt x="7253" y="8520"/>
                    <a:pt x="7253" y="8488"/>
                    <a:pt x="7253" y="8488"/>
                  </a:cubicBezTo>
                  <a:cubicBezTo>
                    <a:pt x="7190" y="8457"/>
                    <a:pt x="7126" y="8425"/>
                    <a:pt x="7063" y="8362"/>
                  </a:cubicBezTo>
                  <a:cubicBezTo>
                    <a:pt x="7031" y="8330"/>
                    <a:pt x="7000" y="8298"/>
                    <a:pt x="6968" y="8298"/>
                  </a:cubicBezTo>
                  <a:lnTo>
                    <a:pt x="6968" y="8267"/>
                  </a:lnTo>
                  <a:cubicBezTo>
                    <a:pt x="6936" y="8235"/>
                    <a:pt x="6905" y="8235"/>
                    <a:pt x="6873" y="8203"/>
                  </a:cubicBezTo>
                  <a:cubicBezTo>
                    <a:pt x="5923" y="7221"/>
                    <a:pt x="5923" y="5670"/>
                    <a:pt x="6873" y="4720"/>
                  </a:cubicBezTo>
                  <a:cubicBezTo>
                    <a:pt x="7348" y="4245"/>
                    <a:pt x="7973" y="4007"/>
                    <a:pt x="8599" y="4007"/>
                  </a:cubicBezTo>
                  <a:close/>
                  <a:moveTo>
                    <a:pt x="7633" y="9248"/>
                  </a:moveTo>
                  <a:lnTo>
                    <a:pt x="7791" y="9882"/>
                  </a:lnTo>
                  <a:lnTo>
                    <a:pt x="5258" y="9882"/>
                  </a:lnTo>
                  <a:lnTo>
                    <a:pt x="5416" y="9248"/>
                  </a:lnTo>
                  <a:close/>
                  <a:moveTo>
                    <a:pt x="8900" y="10262"/>
                  </a:moveTo>
                  <a:cubicBezTo>
                    <a:pt x="9026" y="10262"/>
                    <a:pt x="9121" y="10357"/>
                    <a:pt x="9121" y="10483"/>
                  </a:cubicBezTo>
                  <a:lnTo>
                    <a:pt x="9121" y="10768"/>
                  </a:lnTo>
                  <a:lnTo>
                    <a:pt x="3928" y="10768"/>
                  </a:lnTo>
                  <a:lnTo>
                    <a:pt x="3928" y="10483"/>
                  </a:lnTo>
                  <a:cubicBezTo>
                    <a:pt x="3928" y="10357"/>
                    <a:pt x="4023" y="10262"/>
                    <a:pt x="4149" y="10262"/>
                  </a:cubicBezTo>
                  <a:close/>
                  <a:moveTo>
                    <a:pt x="11592" y="9153"/>
                  </a:moveTo>
                  <a:cubicBezTo>
                    <a:pt x="11623" y="9153"/>
                    <a:pt x="11623" y="9153"/>
                    <a:pt x="11655" y="9185"/>
                  </a:cubicBezTo>
                  <a:lnTo>
                    <a:pt x="12985" y="10515"/>
                  </a:lnTo>
                  <a:cubicBezTo>
                    <a:pt x="13017" y="10547"/>
                    <a:pt x="13017" y="10547"/>
                    <a:pt x="13017" y="10578"/>
                  </a:cubicBezTo>
                  <a:cubicBezTo>
                    <a:pt x="13017" y="10578"/>
                    <a:pt x="13017" y="10578"/>
                    <a:pt x="12985" y="10610"/>
                  </a:cubicBezTo>
                  <a:lnTo>
                    <a:pt x="12763" y="10832"/>
                  </a:lnTo>
                  <a:cubicBezTo>
                    <a:pt x="12732" y="10863"/>
                    <a:pt x="12700" y="10863"/>
                    <a:pt x="12700" y="10863"/>
                  </a:cubicBezTo>
                  <a:cubicBezTo>
                    <a:pt x="12700" y="10863"/>
                    <a:pt x="12668" y="10863"/>
                    <a:pt x="12668" y="10832"/>
                  </a:cubicBezTo>
                  <a:lnTo>
                    <a:pt x="11338" y="9502"/>
                  </a:lnTo>
                  <a:cubicBezTo>
                    <a:pt x="11307" y="9502"/>
                    <a:pt x="11307" y="9470"/>
                    <a:pt x="11307" y="9470"/>
                  </a:cubicBezTo>
                  <a:cubicBezTo>
                    <a:pt x="11307" y="9470"/>
                    <a:pt x="11307" y="9438"/>
                    <a:pt x="11338" y="9407"/>
                  </a:cubicBezTo>
                  <a:lnTo>
                    <a:pt x="11560" y="9185"/>
                  </a:lnTo>
                  <a:cubicBezTo>
                    <a:pt x="11560" y="9153"/>
                    <a:pt x="11592" y="9153"/>
                    <a:pt x="11592" y="9153"/>
                  </a:cubicBezTo>
                  <a:close/>
                  <a:moveTo>
                    <a:pt x="761" y="1"/>
                  </a:moveTo>
                  <a:cubicBezTo>
                    <a:pt x="349" y="1"/>
                    <a:pt x="1" y="349"/>
                    <a:pt x="1" y="761"/>
                  </a:cubicBezTo>
                  <a:lnTo>
                    <a:pt x="1" y="1521"/>
                  </a:lnTo>
                  <a:cubicBezTo>
                    <a:pt x="1" y="1648"/>
                    <a:pt x="96" y="1711"/>
                    <a:pt x="191" y="1711"/>
                  </a:cubicBezTo>
                  <a:cubicBezTo>
                    <a:pt x="286" y="1711"/>
                    <a:pt x="381" y="1648"/>
                    <a:pt x="381" y="1521"/>
                  </a:cubicBezTo>
                  <a:lnTo>
                    <a:pt x="381" y="761"/>
                  </a:lnTo>
                  <a:cubicBezTo>
                    <a:pt x="381" y="539"/>
                    <a:pt x="539" y="381"/>
                    <a:pt x="761" y="381"/>
                  </a:cubicBezTo>
                  <a:lnTo>
                    <a:pt x="12288" y="381"/>
                  </a:lnTo>
                  <a:cubicBezTo>
                    <a:pt x="12510" y="381"/>
                    <a:pt x="12668" y="571"/>
                    <a:pt x="12668" y="761"/>
                  </a:cubicBezTo>
                  <a:lnTo>
                    <a:pt x="12668" y="8488"/>
                  </a:lnTo>
                  <a:cubicBezTo>
                    <a:pt x="12668" y="8710"/>
                    <a:pt x="12510" y="8868"/>
                    <a:pt x="12288" y="8868"/>
                  </a:cubicBezTo>
                  <a:lnTo>
                    <a:pt x="11845" y="8868"/>
                  </a:lnTo>
                  <a:cubicBezTo>
                    <a:pt x="11782" y="8805"/>
                    <a:pt x="11687" y="8805"/>
                    <a:pt x="11592" y="8805"/>
                  </a:cubicBezTo>
                  <a:cubicBezTo>
                    <a:pt x="11528" y="8805"/>
                    <a:pt x="11433" y="8805"/>
                    <a:pt x="11370" y="8868"/>
                  </a:cubicBezTo>
                  <a:lnTo>
                    <a:pt x="11275" y="8868"/>
                  </a:lnTo>
                  <a:lnTo>
                    <a:pt x="10705" y="8298"/>
                  </a:lnTo>
                  <a:cubicBezTo>
                    <a:pt x="11180" y="7792"/>
                    <a:pt x="11402" y="7158"/>
                    <a:pt x="11402" y="6461"/>
                  </a:cubicBezTo>
                  <a:cubicBezTo>
                    <a:pt x="11402" y="5701"/>
                    <a:pt x="11117" y="5005"/>
                    <a:pt x="10578" y="4466"/>
                  </a:cubicBezTo>
                  <a:cubicBezTo>
                    <a:pt x="10515" y="4403"/>
                    <a:pt x="10452" y="4340"/>
                    <a:pt x="10388" y="4276"/>
                  </a:cubicBezTo>
                  <a:cubicBezTo>
                    <a:pt x="9882" y="3865"/>
                    <a:pt x="9248" y="3643"/>
                    <a:pt x="8615" y="3643"/>
                  </a:cubicBezTo>
                  <a:cubicBezTo>
                    <a:pt x="8171" y="3643"/>
                    <a:pt x="7760" y="3738"/>
                    <a:pt x="7411" y="3896"/>
                  </a:cubicBezTo>
                  <a:cubicBezTo>
                    <a:pt x="7095" y="4055"/>
                    <a:pt x="6841" y="4245"/>
                    <a:pt x="6620" y="4466"/>
                  </a:cubicBezTo>
                  <a:lnTo>
                    <a:pt x="6588" y="4498"/>
                  </a:lnTo>
                  <a:lnTo>
                    <a:pt x="6556" y="4530"/>
                  </a:lnTo>
                  <a:lnTo>
                    <a:pt x="6493" y="4561"/>
                  </a:lnTo>
                  <a:cubicBezTo>
                    <a:pt x="6050" y="5100"/>
                    <a:pt x="5765" y="5765"/>
                    <a:pt x="5765" y="6461"/>
                  </a:cubicBezTo>
                  <a:cubicBezTo>
                    <a:pt x="5765" y="7126"/>
                    <a:pt x="6018" y="7792"/>
                    <a:pt x="6461" y="8298"/>
                  </a:cubicBezTo>
                  <a:cubicBezTo>
                    <a:pt x="6461" y="8298"/>
                    <a:pt x="6493" y="8330"/>
                    <a:pt x="6493" y="8330"/>
                  </a:cubicBezTo>
                  <a:cubicBezTo>
                    <a:pt x="6525" y="8362"/>
                    <a:pt x="6525" y="8362"/>
                    <a:pt x="6525" y="8362"/>
                  </a:cubicBezTo>
                  <a:cubicBezTo>
                    <a:pt x="6556" y="8393"/>
                    <a:pt x="6556" y="8393"/>
                    <a:pt x="6556" y="8393"/>
                  </a:cubicBezTo>
                  <a:lnTo>
                    <a:pt x="6620" y="8457"/>
                  </a:lnTo>
                  <a:cubicBezTo>
                    <a:pt x="6620" y="8457"/>
                    <a:pt x="6651" y="8488"/>
                    <a:pt x="6651" y="8520"/>
                  </a:cubicBezTo>
                  <a:lnTo>
                    <a:pt x="6683" y="8520"/>
                  </a:lnTo>
                  <a:cubicBezTo>
                    <a:pt x="6683" y="8520"/>
                    <a:pt x="6715" y="8552"/>
                    <a:pt x="6715" y="8552"/>
                  </a:cubicBezTo>
                  <a:cubicBezTo>
                    <a:pt x="6715" y="8552"/>
                    <a:pt x="6746" y="8552"/>
                    <a:pt x="6746" y="8583"/>
                  </a:cubicBezTo>
                  <a:cubicBezTo>
                    <a:pt x="6746" y="8583"/>
                    <a:pt x="6778" y="8583"/>
                    <a:pt x="6778" y="8615"/>
                  </a:cubicBezTo>
                  <a:lnTo>
                    <a:pt x="6810" y="8615"/>
                  </a:lnTo>
                  <a:lnTo>
                    <a:pt x="6841" y="8678"/>
                  </a:lnTo>
                  <a:cubicBezTo>
                    <a:pt x="6936" y="8742"/>
                    <a:pt x="7031" y="8805"/>
                    <a:pt x="7126" y="8868"/>
                  </a:cubicBezTo>
                  <a:lnTo>
                    <a:pt x="761" y="8868"/>
                  </a:lnTo>
                  <a:cubicBezTo>
                    <a:pt x="539" y="8868"/>
                    <a:pt x="381" y="8678"/>
                    <a:pt x="381" y="8488"/>
                  </a:cubicBezTo>
                  <a:lnTo>
                    <a:pt x="381" y="2693"/>
                  </a:lnTo>
                  <a:cubicBezTo>
                    <a:pt x="381" y="2598"/>
                    <a:pt x="286" y="2503"/>
                    <a:pt x="191" y="2503"/>
                  </a:cubicBezTo>
                  <a:cubicBezTo>
                    <a:pt x="96" y="2503"/>
                    <a:pt x="1" y="2598"/>
                    <a:pt x="1" y="2693"/>
                  </a:cubicBezTo>
                  <a:lnTo>
                    <a:pt x="1" y="8488"/>
                  </a:lnTo>
                  <a:cubicBezTo>
                    <a:pt x="1" y="8900"/>
                    <a:pt x="349" y="9248"/>
                    <a:pt x="761" y="9248"/>
                  </a:cubicBezTo>
                  <a:lnTo>
                    <a:pt x="5036" y="9248"/>
                  </a:lnTo>
                  <a:lnTo>
                    <a:pt x="4878" y="9882"/>
                  </a:lnTo>
                  <a:lnTo>
                    <a:pt x="4149" y="9882"/>
                  </a:lnTo>
                  <a:cubicBezTo>
                    <a:pt x="3833" y="9882"/>
                    <a:pt x="3548" y="10167"/>
                    <a:pt x="3548" y="10483"/>
                  </a:cubicBezTo>
                  <a:lnTo>
                    <a:pt x="3548" y="10832"/>
                  </a:lnTo>
                  <a:cubicBezTo>
                    <a:pt x="3548" y="10990"/>
                    <a:pt x="3706" y="11148"/>
                    <a:pt x="3864" y="11148"/>
                  </a:cubicBezTo>
                  <a:lnTo>
                    <a:pt x="9153" y="11148"/>
                  </a:lnTo>
                  <a:cubicBezTo>
                    <a:pt x="9343" y="11148"/>
                    <a:pt x="9470" y="10990"/>
                    <a:pt x="9470" y="10832"/>
                  </a:cubicBezTo>
                  <a:lnTo>
                    <a:pt x="9470" y="10483"/>
                  </a:lnTo>
                  <a:cubicBezTo>
                    <a:pt x="9470" y="10167"/>
                    <a:pt x="9216" y="9882"/>
                    <a:pt x="8868" y="9882"/>
                  </a:cubicBezTo>
                  <a:lnTo>
                    <a:pt x="8171" y="9882"/>
                  </a:lnTo>
                  <a:lnTo>
                    <a:pt x="8013" y="9248"/>
                  </a:lnTo>
                  <a:lnTo>
                    <a:pt x="8108" y="9248"/>
                  </a:lnTo>
                  <a:cubicBezTo>
                    <a:pt x="8266" y="9248"/>
                    <a:pt x="8425" y="9280"/>
                    <a:pt x="8583" y="9280"/>
                  </a:cubicBezTo>
                  <a:cubicBezTo>
                    <a:pt x="8741" y="9280"/>
                    <a:pt x="8931" y="9248"/>
                    <a:pt x="9090" y="9248"/>
                  </a:cubicBezTo>
                  <a:lnTo>
                    <a:pt x="10990" y="9248"/>
                  </a:lnTo>
                  <a:cubicBezTo>
                    <a:pt x="10958" y="9312"/>
                    <a:pt x="10927" y="9375"/>
                    <a:pt x="10927" y="9470"/>
                  </a:cubicBezTo>
                  <a:cubicBezTo>
                    <a:pt x="10927" y="9565"/>
                    <a:pt x="10958" y="9692"/>
                    <a:pt x="11053" y="9755"/>
                  </a:cubicBezTo>
                  <a:lnTo>
                    <a:pt x="12383" y="11085"/>
                  </a:lnTo>
                  <a:cubicBezTo>
                    <a:pt x="12478" y="11180"/>
                    <a:pt x="12573" y="11212"/>
                    <a:pt x="12700" y="11212"/>
                  </a:cubicBezTo>
                  <a:cubicBezTo>
                    <a:pt x="12795" y="11212"/>
                    <a:pt x="12922" y="11180"/>
                    <a:pt x="12985" y="11085"/>
                  </a:cubicBezTo>
                  <a:lnTo>
                    <a:pt x="13238" y="10863"/>
                  </a:lnTo>
                  <a:cubicBezTo>
                    <a:pt x="13333" y="10768"/>
                    <a:pt x="13365" y="10673"/>
                    <a:pt x="13365" y="10547"/>
                  </a:cubicBezTo>
                  <a:cubicBezTo>
                    <a:pt x="13365" y="10452"/>
                    <a:pt x="13333" y="10357"/>
                    <a:pt x="13238" y="10262"/>
                  </a:cubicBezTo>
                  <a:lnTo>
                    <a:pt x="12225" y="9248"/>
                  </a:lnTo>
                  <a:lnTo>
                    <a:pt x="12288" y="9248"/>
                  </a:lnTo>
                  <a:cubicBezTo>
                    <a:pt x="12700" y="9248"/>
                    <a:pt x="13048" y="8900"/>
                    <a:pt x="13048" y="8488"/>
                  </a:cubicBezTo>
                  <a:lnTo>
                    <a:pt x="13048" y="761"/>
                  </a:lnTo>
                  <a:cubicBezTo>
                    <a:pt x="13048" y="349"/>
                    <a:pt x="12700" y="1"/>
                    <a:pt x="12288" y="1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2" name="Google Shape;6392;p42"/>
            <p:cNvSpPr/>
            <p:nvPr/>
          </p:nvSpPr>
          <p:spPr>
            <a:xfrm>
              <a:off x="7160725" y="1578713"/>
              <a:ext cx="53075" cy="42000"/>
            </a:xfrm>
            <a:custGeom>
              <a:rect b="b" l="l" r="r" t="t"/>
              <a:pathLst>
                <a:path extrusionOk="0" h="1680" w="2123">
                  <a:moveTo>
                    <a:pt x="1109" y="1"/>
                  </a:moveTo>
                  <a:cubicBezTo>
                    <a:pt x="1014" y="1"/>
                    <a:pt x="919" y="64"/>
                    <a:pt x="919" y="159"/>
                  </a:cubicBezTo>
                  <a:cubicBezTo>
                    <a:pt x="919" y="286"/>
                    <a:pt x="982" y="349"/>
                    <a:pt x="1077" y="381"/>
                  </a:cubicBezTo>
                  <a:lnTo>
                    <a:pt x="1489" y="412"/>
                  </a:lnTo>
                  <a:lnTo>
                    <a:pt x="0" y="1553"/>
                  </a:lnTo>
                  <a:cubicBezTo>
                    <a:pt x="159" y="1584"/>
                    <a:pt x="317" y="1616"/>
                    <a:pt x="475" y="1679"/>
                  </a:cubicBezTo>
                  <a:lnTo>
                    <a:pt x="1711" y="666"/>
                  </a:lnTo>
                  <a:lnTo>
                    <a:pt x="1711" y="1109"/>
                  </a:lnTo>
                  <a:cubicBezTo>
                    <a:pt x="1711" y="1204"/>
                    <a:pt x="1774" y="1299"/>
                    <a:pt x="1869" y="1299"/>
                  </a:cubicBezTo>
                  <a:lnTo>
                    <a:pt x="1901" y="1299"/>
                  </a:lnTo>
                  <a:cubicBezTo>
                    <a:pt x="1996" y="1299"/>
                    <a:pt x="2059" y="1204"/>
                    <a:pt x="2091" y="1109"/>
                  </a:cubicBezTo>
                  <a:lnTo>
                    <a:pt x="2122" y="254"/>
                  </a:lnTo>
                  <a:cubicBezTo>
                    <a:pt x="2122" y="159"/>
                    <a:pt x="2027" y="64"/>
                    <a:pt x="1932" y="64"/>
                  </a:cubicBezTo>
                  <a:lnTo>
                    <a:pt x="1109" y="1"/>
                  </a:ln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3" name="Google Shape;6393;p42"/>
            <p:cNvSpPr/>
            <p:nvPr/>
          </p:nvSpPr>
          <p:spPr>
            <a:xfrm>
              <a:off x="6972300" y="1623463"/>
              <a:ext cx="139350" cy="65325"/>
            </a:xfrm>
            <a:custGeom>
              <a:rect b="b" l="l" r="r" t="t"/>
              <a:pathLst>
                <a:path extrusionOk="0" h="2613" w="5574">
                  <a:moveTo>
                    <a:pt x="5305" y="0"/>
                  </a:moveTo>
                  <a:cubicBezTo>
                    <a:pt x="5265" y="0"/>
                    <a:pt x="5226" y="16"/>
                    <a:pt x="5194" y="48"/>
                  </a:cubicBezTo>
                  <a:lnTo>
                    <a:pt x="3294" y="1536"/>
                  </a:lnTo>
                  <a:lnTo>
                    <a:pt x="2249" y="744"/>
                  </a:lnTo>
                  <a:cubicBezTo>
                    <a:pt x="2217" y="713"/>
                    <a:pt x="2177" y="697"/>
                    <a:pt x="2138" y="697"/>
                  </a:cubicBezTo>
                  <a:cubicBezTo>
                    <a:pt x="2098" y="697"/>
                    <a:pt x="2059" y="713"/>
                    <a:pt x="2027" y="744"/>
                  </a:cubicBezTo>
                  <a:lnTo>
                    <a:pt x="95" y="2264"/>
                  </a:lnTo>
                  <a:cubicBezTo>
                    <a:pt x="0" y="2328"/>
                    <a:pt x="0" y="2454"/>
                    <a:pt x="64" y="2518"/>
                  </a:cubicBezTo>
                  <a:cubicBezTo>
                    <a:pt x="95" y="2581"/>
                    <a:pt x="159" y="2613"/>
                    <a:pt x="190" y="2613"/>
                  </a:cubicBezTo>
                  <a:cubicBezTo>
                    <a:pt x="254" y="2613"/>
                    <a:pt x="285" y="2581"/>
                    <a:pt x="317" y="2549"/>
                  </a:cubicBezTo>
                  <a:lnTo>
                    <a:pt x="2154" y="1124"/>
                  </a:lnTo>
                  <a:lnTo>
                    <a:pt x="3167" y="1948"/>
                  </a:lnTo>
                  <a:cubicBezTo>
                    <a:pt x="3199" y="1964"/>
                    <a:pt x="3238" y="1971"/>
                    <a:pt x="3278" y="1971"/>
                  </a:cubicBezTo>
                  <a:cubicBezTo>
                    <a:pt x="3318" y="1971"/>
                    <a:pt x="3357" y="1964"/>
                    <a:pt x="3389" y="1948"/>
                  </a:cubicBezTo>
                  <a:lnTo>
                    <a:pt x="5067" y="618"/>
                  </a:lnTo>
                  <a:lnTo>
                    <a:pt x="5099" y="586"/>
                  </a:lnTo>
                  <a:lnTo>
                    <a:pt x="5131" y="554"/>
                  </a:lnTo>
                  <a:cubicBezTo>
                    <a:pt x="5257" y="428"/>
                    <a:pt x="5416" y="301"/>
                    <a:pt x="5574" y="174"/>
                  </a:cubicBezTo>
                  <a:lnTo>
                    <a:pt x="5416" y="48"/>
                  </a:lnTo>
                  <a:cubicBezTo>
                    <a:pt x="5384" y="16"/>
                    <a:pt x="5344" y="0"/>
                    <a:pt x="5305" y="0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4" name="Google Shape;6394;p42"/>
            <p:cNvSpPr/>
            <p:nvPr/>
          </p:nvSpPr>
          <p:spPr>
            <a:xfrm>
              <a:off x="6955675" y="1546263"/>
              <a:ext cx="285050" cy="170250"/>
            </a:xfrm>
            <a:custGeom>
              <a:rect b="b" l="l" r="r" t="t"/>
              <a:pathLst>
                <a:path extrusionOk="0" h="6810" w="11402">
                  <a:moveTo>
                    <a:pt x="10989" y="380"/>
                  </a:moveTo>
                  <a:cubicBezTo>
                    <a:pt x="11021" y="380"/>
                    <a:pt x="11021" y="412"/>
                    <a:pt x="11021" y="444"/>
                  </a:cubicBezTo>
                  <a:lnTo>
                    <a:pt x="11021" y="760"/>
                  </a:lnTo>
                  <a:lnTo>
                    <a:pt x="380" y="760"/>
                  </a:lnTo>
                  <a:lnTo>
                    <a:pt x="380" y="444"/>
                  </a:lnTo>
                  <a:cubicBezTo>
                    <a:pt x="380" y="412"/>
                    <a:pt x="412" y="380"/>
                    <a:pt x="444" y="380"/>
                  </a:cubicBezTo>
                  <a:close/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lnTo>
                    <a:pt x="0" y="950"/>
                  </a:lnTo>
                  <a:lnTo>
                    <a:pt x="0" y="6334"/>
                  </a:lnTo>
                  <a:cubicBezTo>
                    <a:pt x="0" y="6587"/>
                    <a:pt x="222" y="6809"/>
                    <a:pt x="475" y="6809"/>
                  </a:cubicBezTo>
                  <a:lnTo>
                    <a:pt x="4687" y="6809"/>
                  </a:lnTo>
                  <a:cubicBezTo>
                    <a:pt x="4782" y="6809"/>
                    <a:pt x="4877" y="6714"/>
                    <a:pt x="4877" y="6619"/>
                  </a:cubicBezTo>
                  <a:cubicBezTo>
                    <a:pt x="4877" y="6524"/>
                    <a:pt x="4782" y="6429"/>
                    <a:pt x="4687" y="6429"/>
                  </a:cubicBezTo>
                  <a:lnTo>
                    <a:pt x="475" y="6429"/>
                  </a:lnTo>
                  <a:cubicBezTo>
                    <a:pt x="412" y="6429"/>
                    <a:pt x="380" y="6397"/>
                    <a:pt x="380" y="6334"/>
                  </a:cubicBezTo>
                  <a:lnTo>
                    <a:pt x="380" y="1109"/>
                  </a:lnTo>
                  <a:lnTo>
                    <a:pt x="11053" y="1109"/>
                  </a:lnTo>
                  <a:lnTo>
                    <a:pt x="11053" y="6334"/>
                  </a:lnTo>
                  <a:cubicBezTo>
                    <a:pt x="11021" y="6397"/>
                    <a:pt x="10989" y="6429"/>
                    <a:pt x="10958" y="6429"/>
                  </a:cubicBezTo>
                  <a:lnTo>
                    <a:pt x="10831" y="6429"/>
                  </a:lnTo>
                  <a:cubicBezTo>
                    <a:pt x="10736" y="6429"/>
                    <a:pt x="10641" y="6524"/>
                    <a:pt x="10641" y="6619"/>
                  </a:cubicBezTo>
                  <a:cubicBezTo>
                    <a:pt x="10641" y="6714"/>
                    <a:pt x="10736" y="6809"/>
                    <a:pt x="10831" y="6809"/>
                  </a:cubicBezTo>
                  <a:lnTo>
                    <a:pt x="10958" y="6809"/>
                  </a:lnTo>
                  <a:cubicBezTo>
                    <a:pt x="11211" y="6809"/>
                    <a:pt x="11401" y="6587"/>
                    <a:pt x="11401" y="6334"/>
                  </a:cubicBezTo>
                  <a:lnTo>
                    <a:pt x="11401" y="950"/>
                  </a:lnTo>
                  <a:lnTo>
                    <a:pt x="11401" y="444"/>
                  </a:lnTo>
                  <a:cubicBezTo>
                    <a:pt x="11401" y="190"/>
                    <a:pt x="11211" y="0"/>
                    <a:pt x="10989" y="0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5" name="Google Shape;6395;p42"/>
            <p:cNvSpPr/>
            <p:nvPr/>
          </p:nvSpPr>
          <p:spPr>
            <a:xfrm>
              <a:off x="7096600" y="1633338"/>
              <a:ext cx="107700" cy="107700"/>
            </a:xfrm>
            <a:custGeom>
              <a:rect b="b" l="l" r="r" t="t"/>
              <a:pathLst>
                <a:path extrusionOk="0" h="4308" w="4308">
                  <a:moveTo>
                    <a:pt x="2154" y="381"/>
                  </a:moveTo>
                  <a:cubicBezTo>
                    <a:pt x="3135" y="381"/>
                    <a:pt x="3927" y="1173"/>
                    <a:pt x="3927" y="2154"/>
                  </a:cubicBezTo>
                  <a:cubicBezTo>
                    <a:pt x="3927" y="3136"/>
                    <a:pt x="3135" y="3928"/>
                    <a:pt x="2154" y="3928"/>
                  </a:cubicBezTo>
                  <a:cubicBezTo>
                    <a:pt x="1172" y="3928"/>
                    <a:pt x="380" y="3136"/>
                    <a:pt x="380" y="2154"/>
                  </a:cubicBezTo>
                  <a:cubicBezTo>
                    <a:pt x="380" y="1173"/>
                    <a:pt x="1172" y="381"/>
                    <a:pt x="2154" y="381"/>
                  </a:cubicBezTo>
                  <a:close/>
                  <a:moveTo>
                    <a:pt x="2154" y="1"/>
                  </a:moveTo>
                  <a:cubicBezTo>
                    <a:pt x="950" y="1"/>
                    <a:pt x="0" y="983"/>
                    <a:pt x="0" y="2154"/>
                  </a:cubicBezTo>
                  <a:cubicBezTo>
                    <a:pt x="0" y="3358"/>
                    <a:pt x="950" y="4308"/>
                    <a:pt x="2154" y="4308"/>
                  </a:cubicBezTo>
                  <a:cubicBezTo>
                    <a:pt x="3357" y="4308"/>
                    <a:pt x="4307" y="3358"/>
                    <a:pt x="4307" y="2154"/>
                  </a:cubicBezTo>
                  <a:cubicBezTo>
                    <a:pt x="4307" y="983"/>
                    <a:pt x="3357" y="1"/>
                    <a:pt x="2154" y="1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6" name="Google Shape;6396;p42"/>
            <p:cNvSpPr/>
            <p:nvPr/>
          </p:nvSpPr>
          <p:spPr>
            <a:xfrm>
              <a:off x="7129850" y="1651563"/>
              <a:ext cx="38825" cy="71275"/>
            </a:xfrm>
            <a:custGeom>
              <a:rect b="b" l="l" r="r" t="t"/>
              <a:pathLst>
                <a:path extrusionOk="0" h="2851" w="1553">
                  <a:moveTo>
                    <a:pt x="729" y="507"/>
                  </a:moveTo>
                  <a:lnTo>
                    <a:pt x="729" y="1140"/>
                  </a:lnTo>
                  <a:cubicBezTo>
                    <a:pt x="570" y="1077"/>
                    <a:pt x="412" y="982"/>
                    <a:pt x="412" y="792"/>
                  </a:cubicBezTo>
                  <a:cubicBezTo>
                    <a:pt x="412" y="602"/>
                    <a:pt x="539" y="539"/>
                    <a:pt x="729" y="507"/>
                  </a:cubicBezTo>
                  <a:close/>
                  <a:moveTo>
                    <a:pt x="919" y="1584"/>
                  </a:moveTo>
                  <a:cubicBezTo>
                    <a:pt x="1077" y="1679"/>
                    <a:pt x="1204" y="1774"/>
                    <a:pt x="1204" y="1995"/>
                  </a:cubicBezTo>
                  <a:cubicBezTo>
                    <a:pt x="1204" y="2185"/>
                    <a:pt x="1077" y="2280"/>
                    <a:pt x="919" y="2344"/>
                  </a:cubicBezTo>
                  <a:lnTo>
                    <a:pt x="919" y="1584"/>
                  </a:lnTo>
                  <a:close/>
                  <a:moveTo>
                    <a:pt x="824" y="0"/>
                  </a:moveTo>
                  <a:cubicBezTo>
                    <a:pt x="760" y="0"/>
                    <a:pt x="697" y="32"/>
                    <a:pt x="697" y="64"/>
                  </a:cubicBezTo>
                  <a:lnTo>
                    <a:pt x="697" y="190"/>
                  </a:lnTo>
                  <a:cubicBezTo>
                    <a:pt x="380" y="222"/>
                    <a:pt x="64" y="380"/>
                    <a:pt x="64" y="824"/>
                  </a:cubicBezTo>
                  <a:cubicBezTo>
                    <a:pt x="64" y="1267"/>
                    <a:pt x="412" y="1394"/>
                    <a:pt x="697" y="1520"/>
                  </a:cubicBezTo>
                  <a:lnTo>
                    <a:pt x="697" y="2344"/>
                  </a:lnTo>
                  <a:cubicBezTo>
                    <a:pt x="349" y="2312"/>
                    <a:pt x="254" y="2059"/>
                    <a:pt x="159" y="2059"/>
                  </a:cubicBezTo>
                  <a:cubicBezTo>
                    <a:pt x="64" y="2059"/>
                    <a:pt x="0" y="2185"/>
                    <a:pt x="0" y="2249"/>
                  </a:cubicBezTo>
                  <a:cubicBezTo>
                    <a:pt x="0" y="2439"/>
                    <a:pt x="285" y="2660"/>
                    <a:pt x="729" y="2660"/>
                  </a:cubicBezTo>
                  <a:lnTo>
                    <a:pt x="697" y="2787"/>
                  </a:lnTo>
                  <a:cubicBezTo>
                    <a:pt x="697" y="2819"/>
                    <a:pt x="760" y="2851"/>
                    <a:pt x="824" y="2851"/>
                  </a:cubicBezTo>
                  <a:cubicBezTo>
                    <a:pt x="855" y="2851"/>
                    <a:pt x="919" y="2819"/>
                    <a:pt x="919" y="2787"/>
                  </a:cubicBezTo>
                  <a:lnTo>
                    <a:pt x="919" y="2660"/>
                  </a:lnTo>
                  <a:cubicBezTo>
                    <a:pt x="1299" y="2597"/>
                    <a:pt x="1552" y="2375"/>
                    <a:pt x="1552" y="1932"/>
                  </a:cubicBezTo>
                  <a:cubicBezTo>
                    <a:pt x="1552" y="1457"/>
                    <a:pt x="1235" y="1299"/>
                    <a:pt x="919" y="1204"/>
                  </a:cubicBezTo>
                  <a:lnTo>
                    <a:pt x="919" y="475"/>
                  </a:lnTo>
                  <a:cubicBezTo>
                    <a:pt x="1172" y="507"/>
                    <a:pt x="1235" y="634"/>
                    <a:pt x="1330" y="634"/>
                  </a:cubicBezTo>
                  <a:cubicBezTo>
                    <a:pt x="1425" y="634"/>
                    <a:pt x="1489" y="475"/>
                    <a:pt x="1489" y="412"/>
                  </a:cubicBezTo>
                  <a:cubicBezTo>
                    <a:pt x="1489" y="254"/>
                    <a:pt x="1140" y="190"/>
                    <a:pt x="919" y="159"/>
                  </a:cubicBezTo>
                  <a:lnTo>
                    <a:pt x="919" y="64"/>
                  </a:lnTo>
                  <a:cubicBezTo>
                    <a:pt x="919" y="32"/>
                    <a:pt x="855" y="0"/>
                    <a:pt x="824" y="0"/>
                  </a:cubicBezTo>
                  <a:close/>
                </a:path>
              </a:pathLst>
            </a:custGeom>
            <a:solidFill>
              <a:srgbClr val="336B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7" name="Google Shape;6397;p42"/>
          <p:cNvGrpSpPr/>
          <p:nvPr/>
        </p:nvGrpSpPr>
        <p:grpSpPr>
          <a:xfrm>
            <a:off x="4905100" y="1528675"/>
            <a:ext cx="280300" cy="279900"/>
            <a:chOff x="4905100" y="1528675"/>
            <a:chExt cx="280300" cy="279900"/>
          </a:xfrm>
        </p:grpSpPr>
        <p:sp>
          <p:nvSpPr>
            <p:cNvPr id="6398" name="Google Shape;6398;p42"/>
            <p:cNvSpPr/>
            <p:nvPr/>
          </p:nvSpPr>
          <p:spPr>
            <a:xfrm>
              <a:off x="4905100" y="1528675"/>
              <a:ext cx="280300" cy="279900"/>
            </a:xfrm>
            <a:custGeom>
              <a:rect b="b" l="l" r="r" t="t"/>
              <a:pathLst>
                <a:path extrusionOk="0" h="11196" w="11212">
                  <a:moveTo>
                    <a:pt x="5594" y="325"/>
                  </a:moveTo>
                  <a:cubicBezTo>
                    <a:pt x="5661" y="325"/>
                    <a:pt x="5733" y="349"/>
                    <a:pt x="5796" y="397"/>
                  </a:cubicBezTo>
                  <a:lnTo>
                    <a:pt x="6778" y="1220"/>
                  </a:lnTo>
                  <a:lnTo>
                    <a:pt x="4402" y="1220"/>
                  </a:lnTo>
                  <a:lnTo>
                    <a:pt x="5416" y="397"/>
                  </a:lnTo>
                  <a:cubicBezTo>
                    <a:pt x="5463" y="349"/>
                    <a:pt x="5527" y="325"/>
                    <a:pt x="5594" y="325"/>
                  </a:cubicBezTo>
                  <a:close/>
                  <a:moveTo>
                    <a:pt x="1045" y="3975"/>
                  </a:moveTo>
                  <a:lnTo>
                    <a:pt x="1045" y="4989"/>
                  </a:lnTo>
                  <a:lnTo>
                    <a:pt x="412" y="4514"/>
                  </a:lnTo>
                  <a:lnTo>
                    <a:pt x="1045" y="3975"/>
                  </a:lnTo>
                  <a:close/>
                  <a:moveTo>
                    <a:pt x="10166" y="3975"/>
                  </a:moveTo>
                  <a:lnTo>
                    <a:pt x="10800" y="4514"/>
                  </a:lnTo>
                  <a:lnTo>
                    <a:pt x="10166" y="4989"/>
                  </a:lnTo>
                  <a:lnTo>
                    <a:pt x="10166" y="3975"/>
                  </a:lnTo>
                  <a:close/>
                  <a:moveTo>
                    <a:pt x="9596" y="1537"/>
                  </a:moveTo>
                  <a:cubicBezTo>
                    <a:pt x="9723" y="1537"/>
                    <a:pt x="9849" y="1632"/>
                    <a:pt x="9849" y="1790"/>
                  </a:cubicBezTo>
                  <a:lnTo>
                    <a:pt x="9849" y="3659"/>
                  </a:lnTo>
                  <a:lnTo>
                    <a:pt x="9849" y="5242"/>
                  </a:lnTo>
                  <a:lnTo>
                    <a:pt x="5954" y="8219"/>
                  </a:lnTo>
                  <a:cubicBezTo>
                    <a:pt x="5844" y="8274"/>
                    <a:pt x="5712" y="8308"/>
                    <a:pt x="5584" y="8308"/>
                  </a:cubicBezTo>
                  <a:cubicBezTo>
                    <a:pt x="5491" y="8308"/>
                    <a:pt x="5400" y="8290"/>
                    <a:pt x="5321" y="8251"/>
                  </a:cubicBezTo>
                  <a:cubicBezTo>
                    <a:pt x="5289" y="8251"/>
                    <a:pt x="5289" y="8219"/>
                    <a:pt x="5257" y="8219"/>
                  </a:cubicBezTo>
                  <a:lnTo>
                    <a:pt x="1362" y="5242"/>
                  </a:lnTo>
                  <a:lnTo>
                    <a:pt x="1362" y="3659"/>
                  </a:lnTo>
                  <a:lnTo>
                    <a:pt x="1362" y="1790"/>
                  </a:lnTo>
                  <a:cubicBezTo>
                    <a:pt x="1362" y="1632"/>
                    <a:pt x="1457" y="1537"/>
                    <a:pt x="1584" y="1537"/>
                  </a:cubicBezTo>
                  <a:close/>
                  <a:moveTo>
                    <a:pt x="10895" y="4830"/>
                  </a:moveTo>
                  <a:lnTo>
                    <a:pt x="10895" y="10531"/>
                  </a:lnTo>
                  <a:cubicBezTo>
                    <a:pt x="10895" y="10531"/>
                    <a:pt x="10895" y="10562"/>
                    <a:pt x="10895" y="10594"/>
                  </a:cubicBezTo>
                  <a:lnTo>
                    <a:pt x="7253" y="7617"/>
                  </a:lnTo>
                  <a:lnTo>
                    <a:pt x="10895" y="4830"/>
                  </a:lnTo>
                  <a:close/>
                  <a:moveTo>
                    <a:pt x="6999" y="7807"/>
                  </a:moveTo>
                  <a:lnTo>
                    <a:pt x="10705" y="10847"/>
                  </a:lnTo>
                  <a:lnTo>
                    <a:pt x="10673" y="10847"/>
                  </a:lnTo>
                  <a:cubicBezTo>
                    <a:pt x="10673" y="10847"/>
                    <a:pt x="10673" y="10879"/>
                    <a:pt x="10641" y="10879"/>
                  </a:cubicBezTo>
                  <a:lnTo>
                    <a:pt x="10578" y="10879"/>
                  </a:lnTo>
                  <a:cubicBezTo>
                    <a:pt x="10546" y="10911"/>
                    <a:pt x="10546" y="10911"/>
                    <a:pt x="10546" y="10911"/>
                  </a:cubicBezTo>
                  <a:lnTo>
                    <a:pt x="665" y="10911"/>
                  </a:lnTo>
                  <a:cubicBezTo>
                    <a:pt x="634" y="10911"/>
                    <a:pt x="634" y="10879"/>
                    <a:pt x="634" y="10879"/>
                  </a:cubicBezTo>
                  <a:lnTo>
                    <a:pt x="539" y="10879"/>
                  </a:lnTo>
                  <a:cubicBezTo>
                    <a:pt x="539" y="10879"/>
                    <a:pt x="507" y="10879"/>
                    <a:pt x="507" y="10847"/>
                  </a:cubicBezTo>
                  <a:lnTo>
                    <a:pt x="475" y="10847"/>
                  </a:lnTo>
                  <a:lnTo>
                    <a:pt x="4181" y="7807"/>
                  </a:lnTo>
                  <a:lnTo>
                    <a:pt x="5067" y="8472"/>
                  </a:lnTo>
                  <a:cubicBezTo>
                    <a:pt x="5226" y="8583"/>
                    <a:pt x="5416" y="8638"/>
                    <a:pt x="5606" y="8638"/>
                  </a:cubicBezTo>
                  <a:cubicBezTo>
                    <a:pt x="5796" y="8638"/>
                    <a:pt x="5986" y="8583"/>
                    <a:pt x="6144" y="8472"/>
                  </a:cubicBezTo>
                  <a:lnTo>
                    <a:pt x="6999" y="7807"/>
                  </a:lnTo>
                  <a:close/>
                  <a:moveTo>
                    <a:pt x="5602" y="1"/>
                  </a:moveTo>
                  <a:cubicBezTo>
                    <a:pt x="5463" y="1"/>
                    <a:pt x="5321" y="48"/>
                    <a:pt x="5194" y="143"/>
                  </a:cubicBezTo>
                  <a:lnTo>
                    <a:pt x="3896" y="1220"/>
                  </a:lnTo>
                  <a:lnTo>
                    <a:pt x="1616" y="1220"/>
                  </a:lnTo>
                  <a:cubicBezTo>
                    <a:pt x="1299" y="1220"/>
                    <a:pt x="1045" y="1473"/>
                    <a:pt x="1045" y="1758"/>
                  </a:cubicBezTo>
                  <a:lnTo>
                    <a:pt x="1045" y="3564"/>
                  </a:lnTo>
                  <a:lnTo>
                    <a:pt x="64" y="4387"/>
                  </a:lnTo>
                  <a:lnTo>
                    <a:pt x="32" y="4387"/>
                  </a:lnTo>
                  <a:cubicBezTo>
                    <a:pt x="32" y="4387"/>
                    <a:pt x="32" y="4419"/>
                    <a:pt x="32" y="4419"/>
                  </a:cubicBezTo>
                  <a:lnTo>
                    <a:pt x="0" y="4419"/>
                  </a:lnTo>
                  <a:cubicBezTo>
                    <a:pt x="0" y="4419"/>
                    <a:pt x="0" y="4450"/>
                    <a:pt x="0" y="4450"/>
                  </a:cubicBezTo>
                  <a:lnTo>
                    <a:pt x="0" y="4482"/>
                  </a:lnTo>
                  <a:lnTo>
                    <a:pt x="0" y="8916"/>
                  </a:lnTo>
                  <a:cubicBezTo>
                    <a:pt x="0" y="9011"/>
                    <a:pt x="64" y="9074"/>
                    <a:pt x="159" y="9074"/>
                  </a:cubicBezTo>
                  <a:cubicBezTo>
                    <a:pt x="254" y="9074"/>
                    <a:pt x="317" y="9011"/>
                    <a:pt x="317" y="8916"/>
                  </a:cubicBezTo>
                  <a:lnTo>
                    <a:pt x="317" y="4830"/>
                  </a:lnTo>
                  <a:lnTo>
                    <a:pt x="3927" y="7585"/>
                  </a:lnTo>
                  <a:lnTo>
                    <a:pt x="317" y="10562"/>
                  </a:lnTo>
                  <a:cubicBezTo>
                    <a:pt x="317" y="10531"/>
                    <a:pt x="317" y="10531"/>
                    <a:pt x="317" y="10499"/>
                  </a:cubicBezTo>
                  <a:lnTo>
                    <a:pt x="317" y="9929"/>
                  </a:lnTo>
                  <a:cubicBezTo>
                    <a:pt x="317" y="9834"/>
                    <a:pt x="254" y="9771"/>
                    <a:pt x="159" y="9771"/>
                  </a:cubicBezTo>
                  <a:cubicBezTo>
                    <a:pt x="64" y="9771"/>
                    <a:pt x="0" y="9834"/>
                    <a:pt x="0" y="9929"/>
                  </a:cubicBezTo>
                  <a:lnTo>
                    <a:pt x="0" y="10499"/>
                  </a:lnTo>
                  <a:cubicBezTo>
                    <a:pt x="0" y="10657"/>
                    <a:pt x="64" y="10784"/>
                    <a:pt x="127" y="10911"/>
                  </a:cubicBezTo>
                  <a:lnTo>
                    <a:pt x="159" y="10911"/>
                  </a:lnTo>
                  <a:cubicBezTo>
                    <a:pt x="159" y="10942"/>
                    <a:pt x="159" y="10942"/>
                    <a:pt x="159" y="10942"/>
                  </a:cubicBezTo>
                  <a:lnTo>
                    <a:pt x="190" y="10974"/>
                  </a:lnTo>
                  <a:cubicBezTo>
                    <a:pt x="190" y="10974"/>
                    <a:pt x="190" y="11006"/>
                    <a:pt x="222" y="11006"/>
                  </a:cubicBezTo>
                  <a:cubicBezTo>
                    <a:pt x="222" y="11006"/>
                    <a:pt x="254" y="11037"/>
                    <a:pt x="254" y="11037"/>
                  </a:cubicBezTo>
                  <a:cubicBezTo>
                    <a:pt x="254" y="11037"/>
                    <a:pt x="285" y="11037"/>
                    <a:pt x="285" y="11069"/>
                  </a:cubicBezTo>
                  <a:cubicBezTo>
                    <a:pt x="285" y="11069"/>
                    <a:pt x="317" y="11069"/>
                    <a:pt x="317" y="11101"/>
                  </a:cubicBezTo>
                  <a:lnTo>
                    <a:pt x="349" y="11101"/>
                  </a:lnTo>
                  <a:cubicBezTo>
                    <a:pt x="349" y="11101"/>
                    <a:pt x="380" y="11101"/>
                    <a:pt x="380" y="11132"/>
                  </a:cubicBezTo>
                  <a:lnTo>
                    <a:pt x="444" y="11132"/>
                  </a:lnTo>
                  <a:cubicBezTo>
                    <a:pt x="444" y="11132"/>
                    <a:pt x="444" y="11164"/>
                    <a:pt x="444" y="11164"/>
                  </a:cubicBezTo>
                  <a:lnTo>
                    <a:pt x="507" y="11164"/>
                  </a:lnTo>
                  <a:lnTo>
                    <a:pt x="539" y="11196"/>
                  </a:lnTo>
                  <a:lnTo>
                    <a:pt x="10705" y="11196"/>
                  </a:lnTo>
                  <a:lnTo>
                    <a:pt x="10736" y="11164"/>
                  </a:lnTo>
                  <a:lnTo>
                    <a:pt x="10800" y="11164"/>
                  </a:lnTo>
                  <a:lnTo>
                    <a:pt x="10800" y="11132"/>
                  </a:lnTo>
                  <a:lnTo>
                    <a:pt x="10831" y="11132"/>
                  </a:lnTo>
                  <a:cubicBezTo>
                    <a:pt x="10863" y="11132"/>
                    <a:pt x="10863" y="11101"/>
                    <a:pt x="10863" y="11101"/>
                  </a:cubicBezTo>
                  <a:lnTo>
                    <a:pt x="10895" y="11101"/>
                  </a:lnTo>
                  <a:cubicBezTo>
                    <a:pt x="10895" y="11101"/>
                    <a:pt x="10926" y="11069"/>
                    <a:pt x="10926" y="11069"/>
                  </a:cubicBezTo>
                  <a:cubicBezTo>
                    <a:pt x="10926" y="11069"/>
                    <a:pt x="10958" y="11069"/>
                    <a:pt x="10958" y="11037"/>
                  </a:cubicBezTo>
                  <a:lnTo>
                    <a:pt x="10990" y="11037"/>
                  </a:lnTo>
                  <a:cubicBezTo>
                    <a:pt x="10990" y="11006"/>
                    <a:pt x="10990" y="11006"/>
                    <a:pt x="10990" y="11006"/>
                  </a:cubicBezTo>
                  <a:lnTo>
                    <a:pt x="11021" y="10974"/>
                  </a:lnTo>
                  <a:lnTo>
                    <a:pt x="11053" y="10974"/>
                  </a:lnTo>
                  <a:cubicBezTo>
                    <a:pt x="11053" y="10942"/>
                    <a:pt x="11053" y="10942"/>
                    <a:pt x="11085" y="10942"/>
                  </a:cubicBezTo>
                  <a:lnTo>
                    <a:pt x="11085" y="10911"/>
                  </a:lnTo>
                  <a:cubicBezTo>
                    <a:pt x="11180" y="10816"/>
                    <a:pt x="11211" y="10657"/>
                    <a:pt x="11211" y="10499"/>
                  </a:cubicBezTo>
                  <a:lnTo>
                    <a:pt x="11211" y="4514"/>
                  </a:lnTo>
                  <a:lnTo>
                    <a:pt x="11211" y="4482"/>
                  </a:lnTo>
                  <a:cubicBezTo>
                    <a:pt x="11211" y="4482"/>
                    <a:pt x="11211" y="4482"/>
                    <a:pt x="11211" y="4450"/>
                  </a:cubicBezTo>
                  <a:cubicBezTo>
                    <a:pt x="11180" y="4419"/>
                    <a:pt x="11180" y="4419"/>
                    <a:pt x="11180" y="4419"/>
                  </a:cubicBezTo>
                  <a:cubicBezTo>
                    <a:pt x="11180" y="4419"/>
                    <a:pt x="11180" y="4419"/>
                    <a:pt x="11180" y="4387"/>
                  </a:cubicBezTo>
                  <a:lnTo>
                    <a:pt x="11148" y="4387"/>
                  </a:lnTo>
                  <a:lnTo>
                    <a:pt x="10166" y="3564"/>
                  </a:lnTo>
                  <a:lnTo>
                    <a:pt x="10166" y="1758"/>
                  </a:lnTo>
                  <a:cubicBezTo>
                    <a:pt x="10166" y="1442"/>
                    <a:pt x="9913" y="1220"/>
                    <a:pt x="9596" y="1220"/>
                  </a:cubicBezTo>
                  <a:lnTo>
                    <a:pt x="7316" y="1220"/>
                  </a:lnTo>
                  <a:lnTo>
                    <a:pt x="5986" y="143"/>
                  </a:lnTo>
                  <a:cubicBezTo>
                    <a:pt x="5875" y="48"/>
                    <a:pt x="5740" y="1"/>
                    <a:pt x="56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51C2C"/>
                </a:solidFill>
              </a:endParaRPr>
            </a:p>
          </p:txBody>
        </p:sp>
        <p:sp>
          <p:nvSpPr>
            <p:cNvPr id="6399" name="Google Shape;6399;p42"/>
            <p:cNvSpPr/>
            <p:nvPr/>
          </p:nvSpPr>
          <p:spPr>
            <a:xfrm>
              <a:off x="4973975" y="1673975"/>
              <a:ext cx="141750" cy="7925"/>
            </a:xfrm>
            <a:custGeom>
              <a:rect b="b" l="l" r="r" t="t"/>
              <a:pathLst>
                <a:path extrusionOk="0" h="317" w="5670">
                  <a:moveTo>
                    <a:pt x="159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17"/>
                    <a:pt x="159" y="317"/>
                  </a:cubicBezTo>
                  <a:lnTo>
                    <a:pt x="5511" y="317"/>
                  </a:lnTo>
                  <a:cubicBezTo>
                    <a:pt x="5606" y="317"/>
                    <a:pt x="5669" y="253"/>
                    <a:pt x="5669" y="158"/>
                  </a:cubicBezTo>
                  <a:cubicBezTo>
                    <a:pt x="5669" y="63"/>
                    <a:pt x="5606" y="0"/>
                    <a:pt x="55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51C2C"/>
                </a:solidFill>
              </a:endParaRPr>
            </a:p>
          </p:txBody>
        </p:sp>
        <p:sp>
          <p:nvSpPr>
            <p:cNvPr id="6400" name="Google Shape;6400;p42"/>
            <p:cNvSpPr/>
            <p:nvPr/>
          </p:nvSpPr>
          <p:spPr>
            <a:xfrm>
              <a:off x="5102250" y="1648625"/>
              <a:ext cx="23775" cy="7950"/>
            </a:xfrm>
            <a:custGeom>
              <a:rect b="b" l="l" r="r" t="t"/>
              <a:pathLst>
                <a:path extrusionOk="0" h="318" w="951">
                  <a:moveTo>
                    <a:pt x="190" y="1"/>
                  </a:moveTo>
                  <a:cubicBezTo>
                    <a:pt x="95" y="1"/>
                    <a:pt x="32" y="64"/>
                    <a:pt x="32" y="159"/>
                  </a:cubicBezTo>
                  <a:cubicBezTo>
                    <a:pt x="0" y="222"/>
                    <a:pt x="95" y="317"/>
                    <a:pt x="190" y="317"/>
                  </a:cubicBezTo>
                  <a:lnTo>
                    <a:pt x="792" y="317"/>
                  </a:lnTo>
                  <a:cubicBezTo>
                    <a:pt x="887" y="317"/>
                    <a:pt x="950" y="222"/>
                    <a:pt x="950" y="159"/>
                  </a:cubicBezTo>
                  <a:cubicBezTo>
                    <a:pt x="950" y="64"/>
                    <a:pt x="887" y="1"/>
                    <a:pt x="7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51C2C"/>
                </a:solidFill>
              </a:endParaRPr>
            </a:p>
          </p:txBody>
        </p:sp>
        <p:sp>
          <p:nvSpPr>
            <p:cNvPr id="6401" name="Google Shape;6401;p42"/>
            <p:cNvSpPr/>
            <p:nvPr/>
          </p:nvSpPr>
          <p:spPr>
            <a:xfrm>
              <a:off x="4963675" y="1648625"/>
              <a:ext cx="121175" cy="7300"/>
            </a:xfrm>
            <a:custGeom>
              <a:rect b="b" l="l" r="r" t="t"/>
              <a:pathLst>
                <a:path extrusionOk="0" h="292" w="4847">
                  <a:moveTo>
                    <a:pt x="159" y="1"/>
                  </a:moveTo>
                  <a:cubicBezTo>
                    <a:pt x="96" y="1"/>
                    <a:pt x="1" y="64"/>
                    <a:pt x="1" y="127"/>
                  </a:cubicBezTo>
                  <a:cubicBezTo>
                    <a:pt x="1" y="222"/>
                    <a:pt x="96" y="286"/>
                    <a:pt x="159" y="286"/>
                  </a:cubicBezTo>
                  <a:lnTo>
                    <a:pt x="4688" y="286"/>
                  </a:lnTo>
                  <a:cubicBezTo>
                    <a:pt x="4701" y="290"/>
                    <a:pt x="4713" y="292"/>
                    <a:pt x="4724" y="292"/>
                  </a:cubicBezTo>
                  <a:cubicBezTo>
                    <a:pt x="4799" y="292"/>
                    <a:pt x="4846" y="210"/>
                    <a:pt x="4846" y="127"/>
                  </a:cubicBezTo>
                  <a:cubicBezTo>
                    <a:pt x="4846" y="64"/>
                    <a:pt x="4783" y="1"/>
                    <a:pt x="46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51C2C"/>
                </a:solidFill>
              </a:endParaRPr>
            </a:p>
          </p:txBody>
        </p:sp>
        <p:sp>
          <p:nvSpPr>
            <p:cNvPr id="6402" name="Google Shape;6402;p42"/>
            <p:cNvSpPr/>
            <p:nvPr/>
          </p:nvSpPr>
          <p:spPr>
            <a:xfrm>
              <a:off x="4979525" y="1588450"/>
              <a:ext cx="30900" cy="45950"/>
            </a:xfrm>
            <a:custGeom>
              <a:rect b="b" l="l" r="r" t="t"/>
              <a:pathLst>
                <a:path extrusionOk="0" h="1838" w="1236">
                  <a:moveTo>
                    <a:pt x="127" y="1"/>
                  </a:moveTo>
                  <a:cubicBezTo>
                    <a:pt x="32" y="1"/>
                    <a:pt x="0" y="64"/>
                    <a:pt x="0" y="127"/>
                  </a:cubicBezTo>
                  <a:cubicBezTo>
                    <a:pt x="0" y="222"/>
                    <a:pt x="32" y="286"/>
                    <a:pt x="127" y="286"/>
                  </a:cubicBezTo>
                  <a:lnTo>
                    <a:pt x="475" y="286"/>
                  </a:lnTo>
                  <a:lnTo>
                    <a:pt x="475" y="1711"/>
                  </a:lnTo>
                  <a:cubicBezTo>
                    <a:pt x="475" y="1774"/>
                    <a:pt x="539" y="1838"/>
                    <a:pt x="634" y="1838"/>
                  </a:cubicBezTo>
                  <a:cubicBezTo>
                    <a:pt x="697" y="1838"/>
                    <a:pt x="792" y="1774"/>
                    <a:pt x="792" y="1711"/>
                  </a:cubicBezTo>
                  <a:lnTo>
                    <a:pt x="792" y="286"/>
                  </a:lnTo>
                  <a:lnTo>
                    <a:pt x="1140" y="286"/>
                  </a:lnTo>
                  <a:cubicBezTo>
                    <a:pt x="1204" y="286"/>
                    <a:pt x="1235" y="222"/>
                    <a:pt x="1235" y="127"/>
                  </a:cubicBezTo>
                  <a:cubicBezTo>
                    <a:pt x="1235" y="64"/>
                    <a:pt x="1204" y="1"/>
                    <a:pt x="11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51C2C"/>
                </a:solidFill>
              </a:endParaRPr>
            </a:p>
          </p:txBody>
        </p:sp>
        <p:sp>
          <p:nvSpPr>
            <p:cNvPr id="6403" name="Google Shape;6403;p42"/>
            <p:cNvSpPr/>
            <p:nvPr/>
          </p:nvSpPr>
          <p:spPr>
            <a:xfrm>
              <a:off x="5025450" y="1587675"/>
              <a:ext cx="34050" cy="46725"/>
            </a:xfrm>
            <a:custGeom>
              <a:rect b="b" l="l" r="r" t="t"/>
              <a:pathLst>
                <a:path extrusionOk="0" h="1869" w="1362">
                  <a:moveTo>
                    <a:pt x="697" y="475"/>
                  </a:moveTo>
                  <a:lnTo>
                    <a:pt x="887" y="1204"/>
                  </a:lnTo>
                  <a:lnTo>
                    <a:pt x="475" y="1204"/>
                  </a:lnTo>
                  <a:lnTo>
                    <a:pt x="697" y="475"/>
                  </a:lnTo>
                  <a:close/>
                  <a:moveTo>
                    <a:pt x="697" y="0"/>
                  </a:moveTo>
                  <a:cubicBezTo>
                    <a:pt x="602" y="0"/>
                    <a:pt x="538" y="63"/>
                    <a:pt x="507" y="127"/>
                  </a:cubicBezTo>
                  <a:lnTo>
                    <a:pt x="32" y="1679"/>
                  </a:lnTo>
                  <a:cubicBezTo>
                    <a:pt x="0" y="1710"/>
                    <a:pt x="0" y="1710"/>
                    <a:pt x="0" y="1710"/>
                  </a:cubicBezTo>
                  <a:cubicBezTo>
                    <a:pt x="0" y="1805"/>
                    <a:pt x="127" y="1869"/>
                    <a:pt x="190" y="1869"/>
                  </a:cubicBezTo>
                  <a:cubicBezTo>
                    <a:pt x="285" y="1869"/>
                    <a:pt x="317" y="1805"/>
                    <a:pt x="317" y="1774"/>
                  </a:cubicBezTo>
                  <a:lnTo>
                    <a:pt x="412" y="1457"/>
                  </a:lnTo>
                  <a:lnTo>
                    <a:pt x="982" y="1457"/>
                  </a:lnTo>
                  <a:lnTo>
                    <a:pt x="1077" y="1774"/>
                  </a:lnTo>
                  <a:cubicBezTo>
                    <a:pt x="1077" y="1837"/>
                    <a:pt x="1140" y="1869"/>
                    <a:pt x="1172" y="1869"/>
                  </a:cubicBezTo>
                  <a:cubicBezTo>
                    <a:pt x="1267" y="1869"/>
                    <a:pt x="1362" y="1805"/>
                    <a:pt x="1362" y="1710"/>
                  </a:cubicBezTo>
                  <a:cubicBezTo>
                    <a:pt x="1362" y="1710"/>
                    <a:pt x="1362" y="1710"/>
                    <a:pt x="1362" y="1679"/>
                  </a:cubicBezTo>
                  <a:lnTo>
                    <a:pt x="887" y="127"/>
                  </a:lnTo>
                  <a:cubicBezTo>
                    <a:pt x="855" y="63"/>
                    <a:pt x="792" y="0"/>
                    <a:pt x="6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51C2C"/>
                </a:solidFill>
              </a:endParaRPr>
            </a:p>
          </p:txBody>
        </p:sp>
        <p:sp>
          <p:nvSpPr>
            <p:cNvPr id="6404" name="Google Shape;6404;p42"/>
            <p:cNvSpPr/>
            <p:nvPr/>
          </p:nvSpPr>
          <p:spPr>
            <a:xfrm>
              <a:off x="5078475" y="1588450"/>
              <a:ext cx="31700" cy="45950"/>
            </a:xfrm>
            <a:custGeom>
              <a:rect b="b" l="l" r="r" t="t"/>
              <a:pathLst>
                <a:path extrusionOk="0" h="1838" w="1268">
                  <a:moveTo>
                    <a:pt x="191" y="1"/>
                  </a:moveTo>
                  <a:cubicBezTo>
                    <a:pt x="128" y="1"/>
                    <a:pt x="1" y="32"/>
                    <a:pt x="1" y="127"/>
                  </a:cubicBezTo>
                  <a:cubicBezTo>
                    <a:pt x="1" y="159"/>
                    <a:pt x="33" y="191"/>
                    <a:pt x="33" y="191"/>
                  </a:cubicBezTo>
                  <a:lnTo>
                    <a:pt x="444" y="919"/>
                  </a:lnTo>
                  <a:lnTo>
                    <a:pt x="33" y="1616"/>
                  </a:lnTo>
                  <a:cubicBezTo>
                    <a:pt x="1" y="1648"/>
                    <a:pt x="1" y="1648"/>
                    <a:pt x="1" y="1679"/>
                  </a:cubicBezTo>
                  <a:cubicBezTo>
                    <a:pt x="1" y="1774"/>
                    <a:pt x="128" y="1838"/>
                    <a:pt x="191" y="1838"/>
                  </a:cubicBezTo>
                  <a:cubicBezTo>
                    <a:pt x="254" y="1838"/>
                    <a:pt x="286" y="1806"/>
                    <a:pt x="318" y="1774"/>
                  </a:cubicBezTo>
                  <a:lnTo>
                    <a:pt x="634" y="1173"/>
                  </a:lnTo>
                  <a:lnTo>
                    <a:pt x="983" y="1774"/>
                  </a:lnTo>
                  <a:cubicBezTo>
                    <a:pt x="983" y="1806"/>
                    <a:pt x="1046" y="1838"/>
                    <a:pt x="1078" y="1838"/>
                  </a:cubicBezTo>
                  <a:cubicBezTo>
                    <a:pt x="1173" y="1838"/>
                    <a:pt x="1268" y="1774"/>
                    <a:pt x="1268" y="1679"/>
                  </a:cubicBezTo>
                  <a:cubicBezTo>
                    <a:pt x="1268" y="1679"/>
                    <a:pt x="1268" y="1648"/>
                    <a:pt x="1268" y="1616"/>
                  </a:cubicBezTo>
                  <a:lnTo>
                    <a:pt x="856" y="919"/>
                  </a:lnTo>
                  <a:lnTo>
                    <a:pt x="1236" y="191"/>
                  </a:lnTo>
                  <a:cubicBezTo>
                    <a:pt x="1268" y="191"/>
                    <a:pt x="1268" y="159"/>
                    <a:pt x="1268" y="127"/>
                  </a:cubicBezTo>
                  <a:cubicBezTo>
                    <a:pt x="1268" y="32"/>
                    <a:pt x="1173" y="1"/>
                    <a:pt x="1078" y="1"/>
                  </a:cubicBezTo>
                  <a:cubicBezTo>
                    <a:pt x="1014" y="1"/>
                    <a:pt x="983" y="32"/>
                    <a:pt x="951" y="64"/>
                  </a:cubicBezTo>
                  <a:lnTo>
                    <a:pt x="634" y="666"/>
                  </a:lnTo>
                  <a:lnTo>
                    <a:pt x="318" y="64"/>
                  </a:lnTo>
                  <a:cubicBezTo>
                    <a:pt x="286" y="1"/>
                    <a:pt x="254" y="1"/>
                    <a:pt x="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51C2C"/>
                </a:solidFill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8" name="Shape 6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9" name="Google Shape;6409;p43"/>
          <p:cNvGrpSpPr/>
          <p:nvPr/>
        </p:nvGrpSpPr>
        <p:grpSpPr>
          <a:xfrm>
            <a:off x="820726" y="2248485"/>
            <a:ext cx="1143067" cy="1626567"/>
            <a:chOff x="820726" y="2285435"/>
            <a:chExt cx="1143067" cy="1626567"/>
          </a:xfrm>
        </p:grpSpPr>
        <p:sp>
          <p:nvSpPr>
            <p:cNvPr id="6410" name="Google Shape;6410;p43"/>
            <p:cNvSpPr/>
            <p:nvPr/>
          </p:nvSpPr>
          <p:spPr>
            <a:xfrm>
              <a:off x="872070" y="3523283"/>
              <a:ext cx="1039353" cy="354148"/>
            </a:xfrm>
            <a:custGeom>
              <a:rect b="b" l="l" r="r" t="t"/>
              <a:pathLst>
                <a:path extrusionOk="0" h="10705" w="31417">
                  <a:moveTo>
                    <a:pt x="30688" y="1"/>
                  </a:moveTo>
                  <a:lnTo>
                    <a:pt x="25177" y="5416"/>
                  </a:lnTo>
                  <a:lnTo>
                    <a:pt x="19223" y="7031"/>
                  </a:lnTo>
                  <a:cubicBezTo>
                    <a:pt x="19223" y="7031"/>
                    <a:pt x="9438" y="5479"/>
                    <a:pt x="9343" y="5416"/>
                  </a:cubicBezTo>
                  <a:cubicBezTo>
                    <a:pt x="9248" y="5321"/>
                    <a:pt x="2376" y="1204"/>
                    <a:pt x="2376" y="1204"/>
                  </a:cubicBezTo>
                  <a:lnTo>
                    <a:pt x="0" y="317"/>
                  </a:lnTo>
                  <a:lnTo>
                    <a:pt x="159" y="2819"/>
                  </a:lnTo>
                  <a:lnTo>
                    <a:pt x="2534" y="6651"/>
                  </a:lnTo>
                  <a:lnTo>
                    <a:pt x="8393" y="9026"/>
                  </a:lnTo>
                  <a:lnTo>
                    <a:pt x="15582" y="10705"/>
                  </a:lnTo>
                  <a:lnTo>
                    <a:pt x="21155" y="10135"/>
                  </a:lnTo>
                  <a:lnTo>
                    <a:pt x="29421" y="5828"/>
                  </a:lnTo>
                  <a:lnTo>
                    <a:pt x="31258" y="2819"/>
                  </a:lnTo>
                  <a:lnTo>
                    <a:pt x="31416" y="444"/>
                  </a:lnTo>
                  <a:lnTo>
                    <a:pt x="30688" y="1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1" name="Google Shape;6411;p43"/>
            <p:cNvSpPr/>
            <p:nvPr/>
          </p:nvSpPr>
          <p:spPr>
            <a:xfrm>
              <a:off x="871011" y="3518056"/>
              <a:ext cx="1041437" cy="393946"/>
            </a:xfrm>
            <a:custGeom>
              <a:rect b="b" l="l" r="r" t="t"/>
              <a:pathLst>
                <a:path extrusionOk="0" h="11908" w="31480">
                  <a:moveTo>
                    <a:pt x="32" y="0"/>
                  </a:moveTo>
                  <a:cubicBezTo>
                    <a:pt x="32" y="47"/>
                    <a:pt x="32" y="94"/>
                    <a:pt x="32" y="141"/>
                  </a:cubicBezTo>
                  <a:lnTo>
                    <a:pt x="32" y="141"/>
                  </a:lnTo>
                  <a:lnTo>
                    <a:pt x="32" y="0"/>
                  </a:lnTo>
                  <a:close/>
                  <a:moveTo>
                    <a:pt x="31480" y="95"/>
                  </a:moveTo>
                  <a:cubicBezTo>
                    <a:pt x="31480" y="190"/>
                    <a:pt x="31480" y="285"/>
                    <a:pt x="31448" y="349"/>
                  </a:cubicBezTo>
                  <a:cubicBezTo>
                    <a:pt x="31448" y="444"/>
                    <a:pt x="31448" y="507"/>
                    <a:pt x="31448" y="602"/>
                  </a:cubicBezTo>
                  <a:cubicBezTo>
                    <a:pt x="31448" y="665"/>
                    <a:pt x="31416" y="729"/>
                    <a:pt x="31416" y="792"/>
                  </a:cubicBezTo>
                  <a:cubicBezTo>
                    <a:pt x="31416" y="887"/>
                    <a:pt x="31416" y="982"/>
                    <a:pt x="31385" y="1045"/>
                  </a:cubicBezTo>
                  <a:cubicBezTo>
                    <a:pt x="31385" y="1109"/>
                    <a:pt x="31353" y="1204"/>
                    <a:pt x="31353" y="1267"/>
                  </a:cubicBezTo>
                  <a:cubicBezTo>
                    <a:pt x="31321" y="1330"/>
                    <a:pt x="31321" y="1425"/>
                    <a:pt x="31290" y="1489"/>
                  </a:cubicBezTo>
                  <a:cubicBezTo>
                    <a:pt x="31258" y="1552"/>
                    <a:pt x="31258" y="1615"/>
                    <a:pt x="31226" y="1679"/>
                  </a:cubicBezTo>
                  <a:cubicBezTo>
                    <a:pt x="31195" y="1774"/>
                    <a:pt x="31163" y="1837"/>
                    <a:pt x="31163" y="1932"/>
                  </a:cubicBezTo>
                  <a:cubicBezTo>
                    <a:pt x="31131" y="1995"/>
                    <a:pt x="31100" y="2059"/>
                    <a:pt x="31068" y="2122"/>
                  </a:cubicBezTo>
                  <a:cubicBezTo>
                    <a:pt x="31036" y="2217"/>
                    <a:pt x="31005" y="2280"/>
                    <a:pt x="30973" y="2376"/>
                  </a:cubicBezTo>
                  <a:cubicBezTo>
                    <a:pt x="30941" y="2439"/>
                    <a:pt x="30910" y="2502"/>
                    <a:pt x="30878" y="2566"/>
                  </a:cubicBezTo>
                  <a:cubicBezTo>
                    <a:pt x="30846" y="2629"/>
                    <a:pt x="30815" y="2724"/>
                    <a:pt x="30751" y="2787"/>
                  </a:cubicBezTo>
                  <a:lnTo>
                    <a:pt x="30656" y="2977"/>
                  </a:lnTo>
                  <a:cubicBezTo>
                    <a:pt x="30593" y="3072"/>
                    <a:pt x="30530" y="3167"/>
                    <a:pt x="30498" y="3262"/>
                  </a:cubicBezTo>
                  <a:cubicBezTo>
                    <a:pt x="30435" y="3326"/>
                    <a:pt x="30403" y="3389"/>
                    <a:pt x="30371" y="3421"/>
                  </a:cubicBezTo>
                  <a:cubicBezTo>
                    <a:pt x="30308" y="3547"/>
                    <a:pt x="30213" y="3642"/>
                    <a:pt x="30150" y="3737"/>
                  </a:cubicBezTo>
                  <a:cubicBezTo>
                    <a:pt x="30118" y="3769"/>
                    <a:pt x="30086" y="3832"/>
                    <a:pt x="30055" y="3864"/>
                  </a:cubicBezTo>
                  <a:cubicBezTo>
                    <a:pt x="29928" y="4022"/>
                    <a:pt x="29801" y="4181"/>
                    <a:pt x="29643" y="4339"/>
                  </a:cubicBezTo>
                  <a:cubicBezTo>
                    <a:pt x="29611" y="4371"/>
                    <a:pt x="29580" y="4434"/>
                    <a:pt x="29516" y="4466"/>
                  </a:cubicBezTo>
                  <a:cubicBezTo>
                    <a:pt x="29421" y="4592"/>
                    <a:pt x="29295" y="4687"/>
                    <a:pt x="29168" y="4814"/>
                  </a:cubicBezTo>
                  <a:cubicBezTo>
                    <a:pt x="29105" y="4877"/>
                    <a:pt x="29073" y="4909"/>
                    <a:pt x="29010" y="4972"/>
                  </a:cubicBezTo>
                  <a:cubicBezTo>
                    <a:pt x="28915" y="5036"/>
                    <a:pt x="28851" y="5099"/>
                    <a:pt x="28788" y="5162"/>
                  </a:cubicBezTo>
                  <a:cubicBezTo>
                    <a:pt x="28693" y="5226"/>
                    <a:pt x="28629" y="5289"/>
                    <a:pt x="28566" y="5352"/>
                  </a:cubicBezTo>
                  <a:cubicBezTo>
                    <a:pt x="28471" y="5416"/>
                    <a:pt x="28408" y="5479"/>
                    <a:pt x="28313" y="5542"/>
                  </a:cubicBezTo>
                  <a:cubicBezTo>
                    <a:pt x="28249" y="5606"/>
                    <a:pt x="28154" y="5669"/>
                    <a:pt x="28091" y="5732"/>
                  </a:cubicBezTo>
                  <a:cubicBezTo>
                    <a:pt x="27996" y="5796"/>
                    <a:pt x="27901" y="5859"/>
                    <a:pt x="27806" y="5922"/>
                  </a:cubicBezTo>
                  <a:cubicBezTo>
                    <a:pt x="27743" y="5954"/>
                    <a:pt x="27648" y="6017"/>
                    <a:pt x="27553" y="6081"/>
                  </a:cubicBezTo>
                  <a:cubicBezTo>
                    <a:pt x="27489" y="6144"/>
                    <a:pt x="27363" y="6207"/>
                    <a:pt x="27268" y="6271"/>
                  </a:cubicBezTo>
                  <a:cubicBezTo>
                    <a:pt x="27173" y="6334"/>
                    <a:pt x="27046" y="6397"/>
                    <a:pt x="26919" y="6492"/>
                  </a:cubicBezTo>
                  <a:cubicBezTo>
                    <a:pt x="26666" y="6619"/>
                    <a:pt x="26444" y="6746"/>
                    <a:pt x="26191" y="6872"/>
                  </a:cubicBezTo>
                  <a:lnTo>
                    <a:pt x="25969" y="6967"/>
                  </a:lnTo>
                  <a:cubicBezTo>
                    <a:pt x="25779" y="7062"/>
                    <a:pt x="25589" y="7158"/>
                    <a:pt x="25399" y="7253"/>
                  </a:cubicBezTo>
                  <a:cubicBezTo>
                    <a:pt x="25336" y="7284"/>
                    <a:pt x="25273" y="7316"/>
                    <a:pt x="25209" y="7348"/>
                  </a:cubicBezTo>
                  <a:cubicBezTo>
                    <a:pt x="24924" y="7474"/>
                    <a:pt x="24671" y="7569"/>
                    <a:pt x="24418" y="7664"/>
                  </a:cubicBezTo>
                  <a:cubicBezTo>
                    <a:pt x="24354" y="7696"/>
                    <a:pt x="24323" y="7696"/>
                    <a:pt x="24259" y="7728"/>
                  </a:cubicBezTo>
                  <a:cubicBezTo>
                    <a:pt x="24037" y="7791"/>
                    <a:pt x="23816" y="7886"/>
                    <a:pt x="23594" y="7949"/>
                  </a:cubicBezTo>
                  <a:cubicBezTo>
                    <a:pt x="23499" y="7981"/>
                    <a:pt x="23404" y="8013"/>
                    <a:pt x="23309" y="8044"/>
                  </a:cubicBezTo>
                  <a:cubicBezTo>
                    <a:pt x="23182" y="8076"/>
                    <a:pt x="23056" y="8139"/>
                    <a:pt x="22929" y="8171"/>
                  </a:cubicBezTo>
                  <a:cubicBezTo>
                    <a:pt x="22802" y="8203"/>
                    <a:pt x="22707" y="8234"/>
                    <a:pt x="22581" y="8266"/>
                  </a:cubicBezTo>
                  <a:cubicBezTo>
                    <a:pt x="22454" y="8298"/>
                    <a:pt x="22327" y="8329"/>
                    <a:pt x="22201" y="8361"/>
                  </a:cubicBezTo>
                  <a:lnTo>
                    <a:pt x="21884" y="8456"/>
                  </a:lnTo>
                  <a:cubicBezTo>
                    <a:pt x="21726" y="8488"/>
                    <a:pt x="21599" y="8519"/>
                    <a:pt x="21472" y="8551"/>
                  </a:cubicBezTo>
                  <a:lnTo>
                    <a:pt x="21124" y="8614"/>
                  </a:lnTo>
                  <a:cubicBezTo>
                    <a:pt x="20997" y="8646"/>
                    <a:pt x="20871" y="8646"/>
                    <a:pt x="20712" y="8678"/>
                  </a:cubicBezTo>
                  <a:cubicBezTo>
                    <a:pt x="20617" y="8709"/>
                    <a:pt x="20522" y="8709"/>
                    <a:pt x="20396" y="8741"/>
                  </a:cubicBezTo>
                  <a:cubicBezTo>
                    <a:pt x="20111" y="8804"/>
                    <a:pt x="19825" y="8836"/>
                    <a:pt x="19509" y="8899"/>
                  </a:cubicBezTo>
                  <a:lnTo>
                    <a:pt x="19382" y="8899"/>
                  </a:lnTo>
                  <a:cubicBezTo>
                    <a:pt x="19129" y="8931"/>
                    <a:pt x="18875" y="8963"/>
                    <a:pt x="18622" y="8994"/>
                  </a:cubicBezTo>
                  <a:cubicBezTo>
                    <a:pt x="18495" y="8994"/>
                    <a:pt x="18400" y="9026"/>
                    <a:pt x="18305" y="9026"/>
                  </a:cubicBezTo>
                  <a:cubicBezTo>
                    <a:pt x="18147" y="9058"/>
                    <a:pt x="17989" y="9058"/>
                    <a:pt x="17799" y="9058"/>
                  </a:cubicBezTo>
                  <a:lnTo>
                    <a:pt x="17482" y="9089"/>
                  </a:lnTo>
                  <a:cubicBezTo>
                    <a:pt x="17324" y="9121"/>
                    <a:pt x="17134" y="9121"/>
                    <a:pt x="16944" y="9121"/>
                  </a:cubicBezTo>
                  <a:lnTo>
                    <a:pt x="16659" y="9121"/>
                  </a:lnTo>
                  <a:cubicBezTo>
                    <a:pt x="16500" y="9153"/>
                    <a:pt x="16342" y="9153"/>
                    <a:pt x="16184" y="9153"/>
                  </a:cubicBezTo>
                  <a:lnTo>
                    <a:pt x="15075" y="9153"/>
                  </a:lnTo>
                  <a:cubicBezTo>
                    <a:pt x="14948" y="9121"/>
                    <a:pt x="14790" y="9121"/>
                    <a:pt x="14632" y="9121"/>
                  </a:cubicBezTo>
                  <a:lnTo>
                    <a:pt x="14315" y="9121"/>
                  </a:lnTo>
                  <a:cubicBezTo>
                    <a:pt x="14157" y="9089"/>
                    <a:pt x="13998" y="9089"/>
                    <a:pt x="13840" y="9089"/>
                  </a:cubicBezTo>
                  <a:cubicBezTo>
                    <a:pt x="13745" y="9058"/>
                    <a:pt x="13650" y="9058"/>
                    <a:pt x="13555" y="9058"/>
                  </a:cubicBezTo>
                  <a:cubicBezTo>
                    <a:pt x="13365" y="9058"/>
                    <a:pt x="13175" y="9026"/>
                    <a:pt x="12985" y="8994"/>
                  </a:cubicBezTo>
                  <a:lnTo>
                    <a:pt x="12795" y="8994"/>
                  </a:lnTo>
                  <a:cubicBezTo>
                    <a:pt x="12542" y="8963"/>
                    <a:pt x="12288" y="8931"/>
                    <a:pt x="12067" y="8899"/>
                  </a:cubicBezTo>
                  <a:cubicBezTo>
                    <a:pt x="12003" y="8899"/>
                    <a:pt x="11972" y="8868"/>
                    <a:pt x="11940" y="8868"/>
                  </a:cubicBezTo>
                  <a:cubicBezTo>
                    <a:pt x="11718" y="8836"/>
                    <a:pt x="11497" y="8804"/>
                    <a:pt x="11307" y="8773"/>
                  </a:cubicBezTo>
                  <a:cubicBezTo>
                    <a:pt x="11212" y="8773"/>
                    <a:pt x="11117" y="8741"/>
                    <a:pt x="11021" y="8709"/>
                  </a:cubicBezTo>
                  <a:cubicBezTo>
                    <a:pt x="10863" y="8709"/>
                    <a:pt x="10705" y="8678"/>
                    <a:pt x="10546" y="8646"/>
                  </a:cubicBezTo>
                  <a:cubicBezTo>
                    <a:pt x="10451" y="8614"/>
                    <a:pt x="10356" y="8614"/>
                    <a:pt x="10293" y="8583"/>
                  </a:cubicBezTo>
                  <a:cubicBezTo>
                    <a:pt x="10103" y="8551"/>
                    <a:pt x="9945" y="8488"/>
                    <a:pt x="9755" y="8456"/>
                  </a:cubicBezTo>
                  <a:cubicBezTo>
                    <a:pt x="9660" y="8424"/>
                    <a:pt x="9565" y="8424"/>
                    <a:pt x="9470" y="8393"/>
                  </a:cubicBezTo>
                  <a:cubicBezTo>
                    <a:pt x="9311" y="8361"/>
                    <a:pt x="9153" y="8298"/>
                    <a:pt x="8995" y="8266"/>
                  </a:cubicBezTo>
                  <a:cubicBezTo>
                    <a:pt x="8900" y="8234"/>
                    <a:pt x="8805" y="8203"/>
                    <a:pt x="8710" y="8171"/>
                  </a:cubicBezTo>
                  <a:cubicBezTo>
                    <a:pt x="8456" y="8108"/>
                    <a:pt x="8235" y="8044"/>
                    <a:pt x="7981" y="7949"/>
                  </a:cubicBezTo>
                  <a:cubicBezTo>
                    <a:pt x="7918" y="7949"/>
                    <a:pt x="7886" y="7918"/>
                    <a:pt x="7855" y="7918"/>
                  </a:cubicBezTo>
                  <a:cubicBezTo>
                    <a:pt x="7570" y="7823"/>
                    <a:pt x="7285" y="7728"/>
                    <a:pt x="7000" y="7601"/>
                  </a:cubicBezTo>
                  <a:cubicBezTo>
                    <a:pt x="6905" y="7569"/>
                    <a:pt x="6778" y="7506"/>
                    <a:pt x="6683" y="7474"/>
                  </a:cubicBezTo>
                  <a:lnTo>
                    <a:pt x="6429" y="7379"/>
                  </a:lnTo>
                  <a:cubicBezTo>
                    <a:pt x="6303" y="7316"/>
                    <a:pt x="6176" y="7253"/>
                    <a:pt x="6049" y="7221"/>
                  </a:cubicBezTo>
                  <a:cubicBezTo>
                    <a:pt x="5986" y="7158"/>
                    <a:pt x="5891" y="7126"/>
                    <a:pt x="5828" y="7094"/>
                  </a:cubicBezTo>
                  <a:cubicBezTo>
                    <a:pt x="5669" y="7031"/>
                    <a:pt x="5543" y="6967"/>
                    <a:pt x="5416" y="6904"/>
                  </a:cubicBezTo>
                  <a:cubicBezTo>
                    <a:pt x="5353" y="6872"/>
                    <a:pt x="5289" y="6841"/>
                    <a:pt x="5226" y="6809"/>
                  </a:cubicBezTo>
                  <a:cubicBezTo>
                    <a:pt x="5036" y="6682"/>
                    <a:pt x="4846" y="6587"/>
                    <a:pt x="4656" y="6492"/>
                  </a:cubicBezTo>
                  <a:cubicBezTo>
                    <a:pt x="1615" y="4723"/>
                    <a:pt x="63" y="2437"/>
                    <a:pt x="32" y="141"/>
                  </a:cubicBezTo>
                  <a:lnTo>
                    <a:pt x="32" y="141"/>
                  </a:lnTo>
                  <a:lnTo>
                    <a:pt x="32" y="2787"/>
                  </a:lnTo>
                  <a:cubicBezTo>
                    <a:pt x="1" y="5131"/>
                    <a:pt x="1552" y="7474"/>
                    <a:pt x="4656" y="9279"/>
                  </a:cubicBezTo>
                  <a:cubicBezTo>
                    <a:pt x="4846" y="9374"/>
                    <a:pt x="5036" y="9469"/>
                    <a:pt x="5226" y="9564"/>
                  </a:cubicBezTo>
                  <a:cubicBezTo>
                    <a:pt x="5289" y="9628"/>
                    <a:pt x="5353" y="9659"/>
                    <a:pt x="5416" y="9691"/>
                  </a:cubicBezTo>
                  <a:cubicBezTo>
                    <a:pt x="5543" y="9754"/>
                    <a:pt x="5701" y="9818"/>
                    <a:pt x="5828" y="9881"/>
                  </a:cubicBezTo>
                  <a:cubicBezTo>
                    <a:pt x="5891" y="9913"/>
                    <a:pt x="5986" y="9944"/>
                    <a:pt x="6049" y="9976"/>
                  </a:cubicBezTo>
                  <a:cubicBezTo>
                    <a:pt x="6176" y="10039"/>
                    <a:pt x="6303" y="10103"/>
                    <a:pt x="6429" y="10134"/>
                  </a:cubicBezTo>
                  <a:lnTo>
                    <a:pt x="6683" y="10261"/>
                  </a:lnTo>
                  <a:cubicBezTo>
                    <a:pt x="6778" y="10293"/>
                    <a:pt x="6841" y="10324"/>
                    <a:pt x="6936" y="10356"/>
                  </a:cubicBezTo>
                  <a:cubicBezTo>
                    <a:pt x="6968" y="10356"/>
                    <a:pt x="6968" y="10356"/>
                    <a:pt x="7000" y="10388"/>
                  </a:cubicBezTo>
                  <a:cubicBezTo>
                    <a:pt x="7285" y="10483"/>
                    <a:pt x="7570" y="10578"/>
                    <a:pt x="7855" y="10673"/>
                  </a:cubicBezTo>
                  <a:cubicBezTo>
                    <a:pt x="7886" y="10704"/>
                    <a:pt x="7918" y="10704"/>
                    <a:pt x="7981" y="10736"/>
                  </a:cubicBezTo>
                  <a:cubicBezTo>
                    <a:pt x="8203" y="10799"/>
                    <a:pt x="8456" y="10894"/>
                    <a:pt x="8710" y="10958"/>
                  </a:cubicBezTo>
                  <a:cubicBezTo>
                    <a:pt x="8741" y="10958"/>
                    <a:pt x="8805" y="10989"/>
                    <a:pt x="8836" y="10989"/>
                  </a:cubicBezTo>
                  <a:cubicBezTo>
                    <a:pt x="8900" y="11021"/>
                    <a:pt x="8931" y="11021"/>
                    <a:pt x="8995" y="11053"/>
                  </a:cubicBezTo>
                  <a:cubicBezTo>
                    <a:pt x="9153" y="11084"/>
                    <a:pt x="9311" y="11116"/>
                    <a:pt x="9470" y="11179"/>
                  </a:cubicBezTo>
                  <a:cubicBezTo>
                    <a:pt x="9565" y="11179"/>
                    <a:pt x="9660" y="11211"/>
                    <a:pt x="9755" y="11243"/>
                  </a:cubicBezTo>
                  <a:cubicBezTo>
                    <a:pt x="9913" y="11274"/>
                    <a:pt x="10103" y="11306"/>
                    <a:pt x="10293" y="11369"/>
                  </a:cubicBezTo>
                  <a:cubicBezTo>
                    <a:pt x="10356" y="11369"/>
                    <a:pt x="10420" y="11401"/>
                    <a:pt x="10483" y="11401"/>
                  </a:cubicBezTo>
                  <a:lnTo>
                    <a:pt x="10546" y="11401"/>
                  </a:lnTo>
                  <a:cubicBezTo>
                    <a:pt x="10705" y="11433"/>
                    <a:pt x="10863" y="11464"/>
                    <a:pt x="11021" y="11496"/>
                  </a:cubicBezTo>
                  <a:lnTo>
                    <a:pt x="11275" y="11559"/>
                  </a:lnTo>
                  <a:cubicBezTo>
                    <a:pt x="11497" y="11591"/>
                    <a:pt x="11718" y="11623"/>
                    <a:pt x="11940" y="11654"/>
                  </a:cubicBezTo>
                  <a:lnTo>
                    <a:pt x="12035" y="11654"/>
                  </a:lnTo>
                  <a:cubicBezTo>
                    <a:pt x="12288" y="11718"/>
                    <a:pt x="12542" y="11749"/>
                    <a:pt x="12795" y="11749"/>
                  </a:cubicBezTo>
                  <a:cubicBezTo>
                    <a:pt x="12858" y="11781"/>
                    <a:pt x="12890" y="11781"/>
                    <a:pt x="12953" y="11781"/>
                  </a:cubicBezTo>
                  <a:cubicBezTo>
                    <a:pt x="13143" y="11813"/>
                    <a:pt x="13365" y="11813"/>
                    <a:pt x="13555" y="11845"/>
                  </a:cubicBezTo>
                  <a:lnTo>
                    <a:pt x="13840" y="11845"/>
                  </a:lnTo>
                  <a:cubicBezTo>
                    <a:pt x="13998" y="11876"/>
                    <a:pt x="14157" y="11876"/>
                    <a:pt x="14315" y="11876"/>
                  </a:cubicBezTo>
                  <a:cubicBezTo>
                    <a:pt x="14410" y="11876"/>
                    <a:pt x="14537" y="11908"/>
                    <a:pt x="14632" y="11908"/>
                  </a:cubicBezTo>
                  <a:lnTo>
                    <a:pt x="16944" y="11908"/>
                  </a:lnTo>
                  <a:cubicBezTo>
                    <a:pt x="17102" y="11876"/>
                    <a:pt x="17292" y="11876"/>
                    <a:pt x="17450" y="11876"/>
                  </a:cubicBezTo>
                  <a:lnTo>
                    <a:pt x="17767" y="11845"/>
                  </a:lnTo>
                  <a:cubicBezTo>
                    <a:pt x="17957" y="11845"/>
                    <a:pt x="18115" y="11813"/>
                    <a:pt x="18274" y="11813"/>
                  </a:cubicBezTo>
                  <a:cubicBezTo>
                    <a:pt x="18337" y="11781"/>
                    <a:pt x="18400" y="11781"/>
                    <a:pt x="18464" y="11781"/>
                  </a:cubicBezTo>
                  <a:lnTo>
                    <a:pt x="18590" y="11781"/>
                  </a:lnTo>
                  <a:cubicBezTo>
                    <a:pt x="18844" y="11749"/>
                    <a:pt x="19097" y="11718"/>
                    <a:pt x="19382" y="11686"/>
                  </a:cubicBezTo>
                  <a:cubicBezTo>
                    <a:pt x="19414" y="11654"/>
                    <a:pt x="19445" y="11654"/>
                    <a:pt x="19509" y="11654"/>
                  </a:cubicBezTo>
                  <a:cubicBezTo>
                    <a:pt x="19794" y="11623"/>
                    <a:pt x="20111" y="11559"/>
                    <a:pt x="20396" y="11528"/>
                  </a:cubicBezTo>
                  <a:lnTo>
                    <a:pt x="20459" y="11496"/>
                  </a:lnTo>
                  <a:cubicBezTo>
                    <a:pt x="20554" y="11496"/>
                    <a:pt x="20617" y="11464"/>
                    <a:pt x="20712" y="11464"/>
                  </a:cubicBezTo>
                  <a:cubicBezTo>
                    <a:pt x="20839" y="11433"/>
                    <a:pt x="20997" y="11401"/>
                    <a:pt x="21124" y="11369"/>
                  </a:cubicBezTo>
                  <a:cubicBezTo>
                    <a:pt x="21219" y="11369"/>
                    <a:pt x="21346" y="11338"/>
                    <a:pt x="21441" y="11306"/>
                  </a:cubicBezTo>
                  <a:cubicBezTo>
                    <a:pt x="21599" y="11274"/>
                    <a:pt x="21726" y="11243"/>
                    <a:pt x="21852" y="11211"/>
                  </a:cubicBezTo>
                  <a:lnTo>
                    <a:pt x="22169" y="11148"/>
                  </a:lnTo>
                  <a:cubicBezTo>
                    <a:pt x="22327" y="11116"/>
                    <a:pt x="22454" y="11053"/>
                    <a:pt x="22581" y="11021"/>
                  </a:cubicBezTo>
                  <a:cubicBezTo>
                    <a:pt x="22676" y="10989"/>
                    <a:pt x="22802" y="10958"/>
                    <a:pt x="22897" y="10926"/>
                  </a:cubicBezTo>
                  <a:cubicBezTo>
                    <a:pt x="23024" y="10894"/>
                    <a:pt x="23151" y="10863"/>
                    <a:pt x="23277" y="10831"/>
                  </a:cubicBezTo>
                  <a:cubicBezTo>
                    <a:pt x="23341" y="10799"/>
                    <a:pt x="23404" y="10799"/>
                    <a:pt x="23436" y="10768"/>
                  </a:cubicBezTo>
                  <a:cubicBezTo>
                    <a:pt x="23499" y="10768"/>
                    <a:pt x="23531" y="10736"/>
                    <a:pt x="23562" y="10736"/>
                  </a:cubicBezTo>
                  <a:cubicBezTo>
                    <a:pt x="23816" y="10641"/>
                    <a:pt x="24037" y="10578"/>
                    <a:pt x="24259" y="10483"/>
                  </a:cubicBezTo>
                  <a:cubicBezTo>
                    <a:pt x="24291" y="10483"/>
                    <a:pt x="24354" y="10451"/>
                    <a:pt x="24386" y="10451"/>
                  </a:cubicBezTo>
                  <a:cubicBezTo>
                    <a:pt x="24671" y="10324"/>
                    <a:pt x="24924" y="10229"/>
                    <a:pt x="25178" y="10103"/>
                  </a:cubicBezTo>
                  <a:cubicBezTo>
                    <a:pt x="25241" y="10071"/>
                    <a:pt x="25304" y="10071"/>
                    <a:pt x="25368" y="10039"/>
                  </a:cubicBezTo>
                  <a:cubicBezTo>
                    <a:pt x="25589" y="9944"/>
                    <a:pt x="25779" y="9849"/>
                    <a:pt x="25969" y="9754"/>
                  </a:cubicBezTo>
                  <a:lnTo>
                    <a:pt x="26159" y="9659"/>
                  </a:lnTo>
                  <a:cubicBezTo>
                    <a:pt x="26413" y="9533"/>
                    <a:pt x="26666" y="9406"/>
                    <a:pt x="26888" y="9248"/>
                  </a:cubicBezTo>
                  <a:cubicBezTo>
                    <a:pt x="26951" y="9216"/>
                    <a:pt x="27014" y="9184"/>
                    <a:pt x="27078" y="9153"/>
                  </a:cubicBezTo>
                  <a:cubicBezTo>
                    <a:pt x="27141" y="9089"/>
                    <a:pt x="27204" y="9058"/>
                    <a:pt x="27268" y="9026"/>
                  </a:cubicBezTo>
                  <a:cubicBezTo>
                    <a:pt x="27363" y="8963"/>
                    <a:pt x="27458" y="8899"/>
                    <a:pt x="27553" y="8836"/>
                  </a:cubicBezTo>
                  <a:cubicBezTo>
                    <a:pt x="27616" y="8804"/>
                    <a:pt x="27711" y="8741"/>
                    <a:pt x="27806" y="8678"/>
                  </a:cubicBezTo>
                  <a:cubicBezTo>
                    <a:pt x="27901" y="8614"/>
                    <a:pt x="27964" y="8551"/>
                    <a:pt x="28059" y="8488"/>
                  </a:cubicBezTo>
                  <a:cubicBezTo>
                    <a:pt x="28154" y="8424"/>
                    <a:pt x="28218" y="8361"/>
                    <a:pt x="28281" y="8329"/>
                  </a:cubicBezTo>
                  <a:cubicBezTo>
                    <a:pt x="28376" y="8266"/>
                    <a:pt x="28471" y="8171"/>
                    <a:pt x="28534" y="8108"/>
                  </a:cubicBezTo>
                  <a:cubicBezTo>
                    <a:pt x="28629" y="8076"/>
                    <a:pt x="28693" y="8013"/>
                    <a:pt x="28756" y="7949"/>
                  </a:cubicBezTo>
                  <a:cubicBezTo>
                    <a:pt x="28820" y="7886"/>
                    <a:pt x="28915" y="7823"/>
                    <a:pt x="28978" y="7728"/>
                  </a:cubicBezTo>
                  <a:lnTo>
                    <a:pt x="29073" y="7664"/>
                  </a:lnTo>
                  <a:lnTo>
                    <a:pt x="29168" y="7569"/>
                  </a:lnTo>
                  <a:cubicBezTo>
                    <a:pt x="29295" y="7474"/>
                    <a:pt x="29390" y="7348"/>
                    <a:pt x="29516" y="7221"/>
                  </a:cubicBezTo>
                  <a:cubicBezTo>
                    <a:pt x="29548" y="7189"/>
                    <a:pt x="29580" y="7158"/>
                    <a:pt x="29643" y="7094"/>
                  </a:cubicBezTo>
                  <a:cubicBezTo>
                    <a:pt x="29770" y="6967"/>
                    <a:pt x="29896" y="6809"/>
                    <a:pt x="30023" y="6619"/>
                  </a:cubicBezTo>
                  <a:lnTo>
                    <a:pt x="30055" y="6619"/>
                  </a:lnTo>
                  <a:cubicBezTo>
                    <a:pt x="30086" y="6587"/>
                    <a:pt x="30118" y="6524"/>
                    <a:pt x="30150" y="6492"/>
                  </a:cubicBezTo>
                  <a:cubicBezTo>
                    <a:pt x="30213" y="6397"/>
                    <a:pt x="30276" y="6302"/>
                    <a:pt x="30371" y="6207"/>
                  </a:cubicBezTo>
                  <a:cubicBezTo>
                    <a:pt x="30403" y="6144"/>
                    <a:pt x="30435" y="6081"/>
                    <a:pt x="30466" y="6017"/>
                  </a:cubicBezTo>
                  <a:cubicBezTo>
                    <a:pt x="30530" y="5922"/>
                    <a:pt x="30593" y="5859"/>
                    <a:pt x="30656" y="5764"/>
                  </a:cubicBezTo>
                  <a:cubicBezTo>
                    <a:pt x="30656" y="5732"/>
                    <a:pt x="30688" y="5701"/>
                    <a:pt x="30688" y="5669"/>
                  </a:cubicBezTo>
                  <a:cubicBezTo>
                    <a:pt x="30720" y="5637"/>
                    <a:pt x="30720" y="5606"/>
                    <a:pt x="30751" y="5574"/>
                  </a:cubicBezTo>
                  <a:cubicBezTo>
                    <a:pt x="30783" y="5479"/>
                    <a:pt x="30846" y="5416"/>
                    <a:pt x="30878" y="5321"/>
                  </a:cubicBezTo>
                  <a:cubicBezTo>
                    <a:pt x="30910" y="5257"/>
                    <a:pt x="30941" y="5194"/>
                    <a:pt x="30973" y="5131"/>
                  </a:cubicBezTo>
                  <a:cubicBezTo>
                    <a:pt x="31005" y="5036"/>
                    <a:pt x="31036" y="4972"/>
                    <a:pt x="31068" y="4877"/>
                  </a:cubicBezTo>
                  <a:cubicBezTo>
                    <a:pt x="31068" y="4846"/>
                    <a:pt x="31100" y="4814"/>
                    <a:pt x="31100" y="4782"/>
                  </a:cubicBezTo>
                  <a:cubicBezTo>
                    <a:pt x="31131" y="4751"/>
                    <a:pt x="31131" y="4719"/>
                    <a:pt x="31131" y="4687"/>
                  </a:cubicBezTo>
                  <a:cubicBezTo>
                    <a:pt x="31163" y="4624"/>
                    <a:pt x="31195" y="4529"/>
                    <a:pt x="31226" y="4466"/>
                  </a:cubicBezTo>
                  <a:cubicBezTo>
                    <a:pt x="31226" y="4402"/>
                    <a:pt x="31258" y="4307"/>
                    <a:pt x="31290" y="4244"/>
                  </a:cubicBezTo>
                  <a:cubicBezTo>
                    <a:pt x="31290" y="4181"/>
                    <a:pt x="31321" y="4086"/>
                    <a:pt x="31321" y="4022"/>
                  </a:cubicBezTo>
                  <a:cubicBezTo>
                    <a:pt x="31353" y="3991"/>
                    <a:pt x="31353" y="3927"/>
                    <a:pt x="31353" y="3896"/>
                  </a:cubicBezTo>
                  <a:lnTo>
                    <a:pt x="31385" y="3801"/>
                  </a:lnTo>
                  <a:lnTo>
                    <a:pt x="31416" y="3579"/>
                  </a:lnTo>
                  <a:cubicBezTo>
                    <a:pt x="31416" y="3516"/>
                    <a:pt x="31416" y="3452"/>
                    <a:pt x="31448" y="3357"/>
                  </a:cubicBezTo>
                  <a:cubicBezTo>
                    <a:pt x="31448" y="3294"/>
                    <a:pt x="31448" y="3199"/>
                    <a:pt x="31448" y="3136"/>
                  </a:cubicBezTo>
                  <a:cubicBezTo>
                    <a:pt x="31448" y="3072"/>
                    <a:pt x="31448" y="3041"/>
                    <a:pt x="31448" y="3009"/>
                  </a:cubicBezTo>
                  <a:cubicBezTo>
                    <a:pt x="31480" y="2946"/>
                    <a:pt x="31480" y="2914"/>
                    <a:pt x="31480" y="2851"/>
                  </a:cubicBezTo>
                  <a:lnTo>
                    <a:pt x="31480" y="95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2" name="Google Shape;6412;p43"/>
            <p:cNvSpPr/>
            <p:nvPr/>
          </p:nvSpPr>
          <p:spPr>
            <a:xfrm>
              <a:off x="871011" y="3518056"/>
              <a:ext cx="1041437" cy="393946"/>
            </a:xfrm>
            <a:custGeom>
              <a:rect b="b" l="l" r="r" t="t"/>
              <a:pathLst>
                <a:path extrusionOk="0" h="11908" w="31480">
                  <a:moveTo>
                    <a:pt x="32" y="0"/>
                  </a:moveTo>
                  <a:cubicBezTo>
                    <a:pt x="32" y="47"/>
                    <a:pt x="32" y="94"/>
                    <a:pt x="32" y="141"/>
                  </a:cubicBezTo>
                  <a:lnTo>
                    <a:pt x="32" y="141"/>
                  </a:lnTo>
                  <a:lnTo>
                    <a:pt x="32" y="0"/>
                  </a:lnTo>
                  <a:close/>
                  <a:moveTo>
                    <a:pt x="31480" y="95"/>
                  </a:moveTo>
                  <a:cubicBezTo>
                    <a:pt x="31480" y="190"/>
                    <a:pt x="31480" y="285"/>
                    <a:pt x="31448" y="349"/>
                  </a:cubicBezTo>
                  <a:cubicBezTo>
                    <a:pt x="31448" y="444"/>
                    <a:pt x="31448" y="507"/>
                    <a:pt x="31448" y="602"/>
                  </a:cubicBezTo>
                  <a:cubicBezTo>
                    <a:pt x="31448" y="665"/>
                    <a:pt x="31416" y="729"/>
                    <a:pt x="31416" y="792"/>
                  </a:cubicBezTo>
                  <a:cubicBezTo>
                    <a:pt x="31416" y="887"/>
                    <a:pt x="31416" y="982"/>
                    <a:pt x="31385" y="1045"/>
                  </a:cubicBezTo>
                  <a:cubicBezTo>
                    <a:pt x="31385" y="1109"/>
                    <a:pt x="31353" y="1204"/>
                    <a:pt x="31353" y="1267"/>
                  </a:cubicBezTo>
                  <a:cubicBezTo>
                    <a:pt x="31321" y="1330"/>
                    <a:pt x="31321" y="1425"/>
                    <a:pt x="31290" y="1489"/>
                  </a:cubicBezTo>
                  <a:cubicBezTo>
                    <a:pt x="31258" y="1552"/>
                    <a:pt x="31258" y="1615"/>
                    <a:pt x="31226" y="1679"/>
                  </a:cubicBezTo>
                  <a:cubicBezTo>
                    <a:pt x="31195" y="1774"/>
                    <a:pt x="31163" y="1837"/>
                    <a:pt x="31163" y="1932"/>
                  </a:cubicBezTo>
                  <a:cubicBezTo>
                    <a:pt x="31131" y="1995"/>
                    <a:pt x="31100" y="2059"/>
                    <a:pt x="31068" y="2122"/>
                  </a:cubicBezTo>
                  <a:cubicBezTo>
                    <a:pt x="31036" y="2217"/>
                    <a:pt x="31005" y="2280"/>
                    <a:pt x="30973" y="2376"/>
                  </a:cubicBezTo>
                  <a:cubicBezTo>
                    <a:pt x="30941" y="2439"/>
                    <a:pt x="30910" y="2502"/>
                    <a:pt x="30878" y="2566"/>
                  </a:cubicBezTo>
                  <a:cubicBezTo>
                    <a:pt x="30846" y="2629"/>
                    <a:pt x="30815" y="2724"/>
                    <a:pt x="30751" y="2787"/>
                  </a:cubicBezTo>
                  <a:lnTo>
                    <a:pt x="30656" y="2977"/>
                  </a:lnTo>
                  <a:cubicBezTo>
                    <a:pt x="30593" y="3072"/>
                    <a:pt x="30530" y="3167"/>
                    <a:pt x="30498" y="3262"/>
                  </a:cubicBezTo>
                  <a:cubicBezTo>
                    <a:pt x="30435" y="3326"/>
                    <a:pt x="30403" y="3389"/>
                    <a:pt x="30371" y="3421"/>
                  </a:cubicBezTo>
                  <a:cubicBezTo>
                    <a:pt x="30308" y="3547"/>
                    <a:pt x="30213" y="3642"/>
                    <a:pt x="30150" y="3737"/>
                  </a:cubicBezTo>
                  <a:cubicBezTo>
                    <a:pt x="30118" y="3769"/>
                    <a:pt x="30086" y="3832"/>
                    <a:pt x="30055" y="3864"/>
                  </a:cubicBezTo>
                  <a:cubicBezTo>
                    <a:pt x="29928" y="4022"/>
                    <a:pt x="29801" y="4181"/>
                    <a:pt x="29643" y="4339"/>
                  </a:cubicBezTo>
                  <a:cubicBezTo>
                    <a:pt x="29611" y="4371"/>
                    <a:pt x="29580" y="4434"/>
                    <a:pt x="29516" y="4466"/>
                  </a:cubicBezTo>
                  <a:cubicBezTo>
                    <a:pt x="29421" y="4592"/>
                    <a:pt x="29295" y="4687"/>
                    <a:pt x="29168" y="4814"/>
                  </a:cubicBezTo>
                  <a:cubicBezTo>
                    <a:pt x="29105" y="4877"/>
                    <a:pt x="29073" y="4909"/>
                    <a:pt x="29010" y="4972"/>
                  </a:cubicBezTo>
                  <a:cubicBezTo>
                    <a:pt x="28915" y="5036"/>
                    <a:pt x="28851" y="5099"/>
                    <a:pt x="28788" y="5162"/>
                  </a:cubicBezTo>
                  <a:cubicBezTo>
                    <a:pt x="28693" y="5226"/>
                    <a:pt x="28629" y="5289"/>
                    <a:pt x="28566" y="5352"/>
                  </a:cubicBezTo>
                  <a:cubicBezTo>
                    <a:pt x="28471" y="5416"/>
                    <a:pt x="28408" y="5479"/>
                    <a:pt x="28313" y="5542"/>
                  </a:cubicBezTo>
                  <a:cubicBezTo>
                    <a:pt x="28249" y="5606"/>
                    <a:pt x="28154" y="5669"/>
                    <a:pt x="28091" y="5732"/>
                  </a:cubicBezTo>
                  <a:cubicBezTo>
                    <a:pt x="27996" y="5796"/>
                    <a:pt x="27901" y="5859"/>
                    <a:pt x="27806" y="5922"/>
                  </a:cubicBezTo>
                  <a:cubicBezTo>
                    <a:pt x="27743" y="5954"/>
                    <a:pt x="27648" y="6017"/>
                    <a:pt x="27553" y="6081"/>
                  </a:cubicBezTo>
                  <a:cubicBezTo>
                    <a:pt x="27489" y="6144"/>
                    <a:pt x="27363" y="6207"/>
                    <a:pt x="27268" y="6271"/>
                  </a:cubicBezTo>
                  <a:cubicBezTo>
                    <a:pt x="27173" y="6334"/>
                    <a:pt x="27046" y="6397"/>
                    <a:pt x="26919" y="6492"/>
                  </a:cubicBezTo>
                  <a:cubicBezTo>
                    <a:pt x="26666" y="6619"/>
                    <a:pt x="26444" y="6746"/>
                    <a:pt x="26191" y="6872"/>
                  </a:cubicBezTo>
                  <a:lnTo>
                    <a:pt x="25969" y="6967"/>
                  </a:lnTo>
                  <a:cubicBezTo>
                    <a:pt x="25779" y="7062"/>
                    <a:pt x="25589" y="7158"/>
                    <a:pt x="25399" y="7253"/>
                  </a:cubicBezTo>
                  <a:cubicBezTo>
                    <a:pt x="25336" y="7284"/>
                    <a:pt x="25273" y="7316"/>
                    <a:pt x="25209" y="7348"/>
                  </a:cubicBezTo>
                  <a:cubicBezTo>
                    <a:pt x="24924" y="7474"/>
                    <a:pt x="24671" y="7569"/>
                    <a:pt x="24418" y="7664"/>
                  </a:cubicBezTo>
                  <a:cubicBezTo>
                    <a:pt x="24354" y="7696"/>
                    <a:pt x="24323" y="7696"/>
                    <a:pt x="24259" y="7728"/>
                  </a:cubicBezTo>
                  <a:cubicBezTo>
                    <a:pt x="24037" y="7791"/>
                    <a:pt x="23816" y="7886"/>
                    <a:pt x="23594" y="7949"/>
                  </a:cubicBezTo>
                  <a:cubicBezTo>
                    <a:pt x="23499" y="7981"/>
                    <a:pt x="23404" y="8013"/>
                    <a:pt x="23309" y="8044"/>
                  </a:cubicBezTo>
                  <a:cubicBezTo>
                    <a:pt x="23182" y="8076"/>
                    <a:pt x="23056" y="8139"/>
                    <a:pt x="22929" y="8171"/>
                  </a:cubicBezTo>
                  <a:cubicBezTo>
                    <a:pt x="22802" y="8203"/>
                    <a:pt x="22707" y="8234"/>
                    <a:pt x="22581" y="8266"/>
                  </a:cubicBezTo>
                  <a:cubicBezTo>
                    <a:pt x="22454" y="8298"/>
                    <a:pt x="22327" y="8329"/>
                    <a:pt x="22201" y="8361"/>
                  </a:cubicBezTo>
                  <a:lnTo>
                    <a:pt x="21884" y="8456"/>
                  </a:lnTo>
                  <a:cubicBezTo>
                    <a:pt x="21726" y="8488"/>
                    <a:pt x="21599" y="8519"/>
                    <a:pt x="21472" y="8551"/>
                  </a:cubicBezTo>
                  <a:lnTo>
                    <a:pt x="21124" y="8614"/>
                  </a:lnTo>
                  <a:cubicBezTo>
                    <a:pt x="20997" y="8646"/>
                    <a:pt x="20871" y="8646"/>
                    <a:pt x="20712" y="8678"/>
                  </a:cubicBezTo>
                  <a:cubicBezTo>
                    <a:pt x="20617" y="8709"/>
                    <a:pt x="20522" y="8709"/>
                    <a:pt x="20396" y="8741"/>
                  </a:cubicBezTo>
                  <a:cubicBezTo>
                    <a:pt x="20111" y="8804"/>
                    <a:pt x="19825" y="8836"/>
                    <a:pt x="19509" y="8899"/>
                  </a:cubicBezTo>
                  <a:lnTo>
                    <a:pt x="19382" y="8899"/>
                  </a:lnTo>
                  <a:cubicBezTo>
                    <a:pt x="19129" y="8931"/>
                    <a:pt x="18875" y="8963"/>
                    <a:pt x="18622" y="8994"/>
                  </a:cubicBezTo>
                  <a:cubicBezTo>
                    <a:pt x="18495" y="8994"/>
                    <a:pt x="18400" y="9026"/>
                    <a:pt x="18305" y="9026"/>
                  </a:cubicBezTo>
                  <a:cubicBezTo>
                    <a:pt x="18147" y="9058"/>
                    <a:pt x="17989" y="9058"/>
                    <a:pt x="17799" y="9058"/>
                  </a:cubicBezTo>
                  <a:lnTo>
                    <a:pt x="17482" y="9089"/>
                  </a:lnTo>
                  <a:cubicBezTo>
                    <a:pt x="17324" y="9121"/>
                    <a:pt x="17134" y="9121"/>
                    <a:pt x="16944" y="9121"/>
                  </a:cubicBezTo>
                  <a:lnTo>
                    <a:pt x="16659" y="9121"/>
                  </a:lnTo>
                  <a:cubicBezTo>
                    <a:pt x="16500" y="9153"/>
                    <a:pt x="16342" y="9153"/>
                    <a:pt x="16184" y="9153"/>
                  </a:cubicBezTo>
                  <a:lnTo>
                    <a:pt x="15075" y="9153"/>
                  </a:lnTo>
                  <a:cubicBezTo>
                    <a:pt x="14948" y="9121"/>
                    <a:pt x="14790" y="9121"/>
                    <a:pt x="14632" y="9121"/>
                  </a:cubicBezTo>
                  <a:lnTo>
                    <a:pt x="14315" y="9121"/>
                  </a:lnTo>
                  <a:cubicBezTo>
                    <a:pt x="14157" y="9089"/>
                    <a:pt x="13998" y="9089"/>
                    <a:pt x="13840" y="9089"/>
                  </a:cubicBezTo>
                  <a:cubicBezTo>
                    <a:pt x="13745" y="9058"/>
                    <a:pt x="13650" y="9058"/>
                    <a:pt x="13555" y="9058"/>
                  </a:cubicBezTo>
                  <a:cubicBezTo>
                    <a:pt x="13365" y="9058"/>
                    <a:pt x="13175" y="9026"/>
                    <a:pt x="12985" y="8994"/>
                  </a:cubicBezTo>
                  <a:lnTo>
                    <a:pt x="12795" y="8994"/>
                  </a:lnTo>
                  <a:cubicBezTo>
                    <a:pt x="12542" y="8963"/>
                    <a:pt x="12288" y="8931"/>
                    <a:pt x="12067" y="8899"/>
                  </a:cubicBezTo>
                  <a:cubicBezTo>
                    <a:pt x="12003" y="8899"/>
                    <a:pt x="11972" y="8868"/>
                    <a:pt x="11940" y="8868"/>
                  </a:cubicBezTo>
                  <a:cubicBezTo>
                    <a:pt x="11718" y="8836"/>
                    <a:pt x="11497" y="8804"/>
                    <a:pt x="11307" y="8773"/>
                  </a:cubicBezTo>
                  <a:cubicBezTo>
                    <a:pt x="11212" y="8773"/>
                    <a:pt x="11117" y="8741"/>
                    <a:pt x="11021" y="8709"/>
                  </a:cubicBezTo>
                  <a:cubicBezTo>
                    <a:pt x="10863" y="8709"/>
                    <a:pt x="10705" y="8678"/>
                    <a:pt x="10546" y="8646"/>
                  </a:cubicBezTo>
                  <a:cubicBezTo>
                    <a:pt x="10451" y="8614"/>
                    <a:pt x="10356" y="8614"/>
                    <a:pt x="10293" y="8583"/>
                  </a:cubicBezTo>
                  <a:cubicBezTo>
                    <a:pt x="10103" y="8551"/>
                    <a:pt x="9945" y="8488"/>
                    <a:pt x="9755" y="8456"/>
                  </a:cubicBezTo>
                  <a:cubicBezTo>
                    <a:pt x="9660" y="8424"/>
                    <a:pt x="9565" y="8424"/>
                    <a:pt x="9470" y="8393"/>
                  </a:cubicBezTo>
                  <a:cubicBezTo>
                    <a:pt x="9311" y="8361"/>
                    <a:pt x="9153" y="8298"/>
                    <a:pt x="8995" y="8266"/>
                  </a:cubicBezTo>
                  <a:cubicBezTo>
                    <a:pt x="8900" y="8234"/>
                    <a:pt x="8805" y="8203"/>
                    <a:pt x="8710" y="8171"/>
                  </a:cubicBezTo>
                  <a:cubicBezTo>
                    <a:pt x="8456" y="8108"/>
                    <a:pt x="8235" y="8044"/>
                    <a:pt x="7981" y="7949"/>
                  </a:cubicBezTo>
                  <a:cubicBezTo>
                    <a:pt x="7918" y="7949"/>
                    <a:pt x="7886" y="7918"/>
                    <a:pt x="7855" y="7918"/>
                  </a:cubicBezTo>
                  <a:cubicBezTo>
                    <a:pt x="7570" y="7823"/>
                    <a:pt x="7285" y="7728"/>
                    <a:pt x="7000" y="7601"/>
                  </a:cubicBezTo>
                  <a:cubicBezTo>
                    <a:pt x="6905" y="7569"/>
                    <a:pt x="6778" y="7506"/>
                    <a:pt x="6683" y="7474"/>
                  </a:cubicBezTo>
                  <a:lnTo>
                    <a:pt x="6429" y="7379"/>
                  </a:lnTo>
                  <a:cubicBezTo>
                    <a:pt x="6303" y="7316"/>
                    <a:pt x="6176" y="7253"/>
                    <a:pt x="6049" y="7221"/>
                  </a:cubicBezTo>
                  <a:cubicBezTo>
                    <a:pt x="5986" y="7158"/>
                    <a:pt x="5891" y="7126"/>
                    <a:pt x="5828" y="7094"/>
                  </a:cubicBezTo>
                  <a:cubicBezTo>
                    <a:pt x="5669" y="7031"/>
                    <a:pt x="5543" y="6967"/>
                    <a:pt x="5416" y="6904"/>
                  </a:cubicBezTo>
                  <a:cubicBezTo>
                    <a:pt x="5353" y="6872"/>
                    <a:pt x="5289" y="6841"/>
                    <a:pt x="5226" y="6809"/>
                  </a:cubicBezTo>
                  <a:cubicBezTo>
                    <a:pt x="5036" y="6682"/>
                    <a:pt x="4846" y="6587"/>
                    <a:pt x="4656" y="6492"/>
                  </a:cubicBezTo>
                  <a:cubicBezTo>
                    <a:pt x="1615" y="4723"/>
                    <a:pt x="63" y="2437"/>
                    <a:pt x="32" y="141"/>
                  </a:cubicBezTo>
                  <a:lnTo>
                    <a:pt x="32" y="141"/>
                  </a:lnTo>
                  <a:lnTo>
                    <a:pt x="32" y="2787"/>
                  </a:lnTo>
                  <a:cubicBezTo>
                    <a:pt x="1" y="5131"/>
                    <a:pt x="1552" y="7474"/>
                    <a:pt x="4656" y="9279"/>
                  </a:cubicBezTo>
                  <a:cubicBezTo>
                    <a:pt x="4846" y="9374"/>
                    <a:pt x="5036" y="9469"/>
                    <a:pt x="5226" y="9564"/>
                  </a:cubicBezTo>
                  <a:cubicBezTo>
                    <a:pt x="5289" y="9628"/>
                    <a:pt x="5353" y="9659"/>
                    <a:pt x="5416" y="9691"/>
                  </a:cubicBezTo>
                  <a:cubicBezTo>
                    <a:pt x="5543" y="9754"/>
                    <a:pt x="5701" y="9818"/>
                    <a:pt x="5828" y="9881"/>
                  </a:cubicBezTo>
                  <a:cubicBezTo>
                    <a:pt x="5891" y="9913"/>
                    <a:pt x="5986" y="9944"/>
                    <a:pt x="6049" y="9976"/>
                  </a:cubicBezTo>
                  <a:cubicBezTo>
                    <a:pt x="6176" y="10039"/>
                    <a:pt x="6303" y="10103"/>
                    <a:pt x="6429" y="10134"/>
                  </a:cubicBezTo>
                  <a:lnTo>
                    <a:pt x="6683" y="10261"/>
                  </a:lnTo>
                  <a:cubicBezTo>
                    <a:pt x="6778" y="10293"/>
                    <a:pt x="6841" y="10324"/>
                    <a:pt x="6936" y="10356"/>
                  </a:cubicBezTo>
                  <a:cubicBezTo>
                    <a:pt x="6968" y="10356"/>
                    <a:pt x="6968" y="10356"/>
                    <a:pt x="7000" y="10388"/>
                  </a:cubicBezTo>
                  <a:cubicBezTo>
                    <a:pt x="7285" y="10483"/>
                    <a:pt x="7570" y="10578"/>
                    <a:pt x="7855" y="10673"/>
                  </a:cubicBezTo>
                  <a:cubicBezTo>
                    <a:pt x="7886" y="10704"/>
                    <a:pt x="7918" y="10704"/>
                    <a:pt x="7981" y="10736"/>
                  </a:cubicBezTo>
                  <a:cubicBezTo>
                    <a:pt x="8203" y="10799"/>
                    <a:pt x="8456" y="10894"/>
                    <a:pt x="8710" y="10958"/>
                  </a:cubicBezTo>
                  <a:cubicBezTo>
                    <a:pt x="8741" y="10958"/>
                    <a:pt x="8805" y="10989"/>
                    <a:pt x="8836" y="10989"/>
                  </a:cubicBezTo>
                  <a:cubicBezTo>
                    <a:pt x="8900" y="11021"/>
                    <a:pt x="8931" y="11021"/>
                    <a:pt x="8995" y="11053"/>
                  </a:cubicBezTo>
                  <a:cubicBezTo>
                    <a:pt x="9153" y="11084"/>
                    <a:pt x="9311" y="11116"/>
                    <a:pt x="9470" y="11179"/>
                  </a:cubicBezTo>
                  <a:cubicBezTo>
                    <a:pt x="9565" y="11179"/>
                    <a:pt x="9660" y="11211"/>
                    <a:pt x="9755" y="11243"/>
                  </a:cubicBezTo>
                  <a:cubicBezTo>
                    <a:pt x="9913" y="11274"/>
                    <a:pt x="10103" y="11306"/>
                    <a:pt x="10293" y="11369"/>
                  </a:cubicBezTo>
                  <a:cubicBezTo>
                    <a:pt x="10356" y="11369"/>
                    <a:pt x="10420" y="11401"/>
                    <a:pt x="10483" y="11401"/>
                  </a:cubicBezTo>
                  <a:lnTo>
                    <a:pt x="10546" y="11401"/>
                  </a:lnTo>
                  <a:cubicBezTo>
                    <a:pt x="10705" y="11433"/>
                    <a:pt x="10863" y="11464"/>
                    <a:pt x="11021" y="11496"/>
                  </a:cubicBezTo>
                  <a:lnTo>
                    <a:pt x="11275" y="11559"/>
                  </a:lnTo>
                  <a:cubicBezTo>
                    <a:pt x="11497" y="11591"/>
                    <a:pt x="11718" y="11623"/>
                    <a:pt x="11940" y="11654"/>
                  </a:cubicBezTo>
                  <a:lnTo>
                    <a:pt x="12035" y="11654"/>
                  </a:lnTo>
                  <a:cubicBezTo>
                    <a:pt x="12288" y="11718"/>
                    <a:pt x="12542" y="11749"/>
                    <a:pt x="12795" y="11749"/>
                  </a:cubicBezTo>
                  <a:cubicBezTo>
                    <a:pt x="12858" y="11781"/>
                    <a:pt x="12890" y="11781"/>
                    <a:pt x="12953" y="11781"/>
                  </a:cubicBezTo>
                  <a:cubicBezTo>
                    <a:pt x="13143" y="11813"/>
                    <a:pt x="13365" y="11813"/>
                    <a:pt x="13555" y="11845"/>
                  </a:cubicBezTo>
                  <a:lnTo>
                    <a:pt x="13840" y="11845"/>
                  </a:lnTo>
                  <a:cubicBezTo>
                    <a:pt x="13998" y="11876"/>
                    <a:pt x="14157" y="11876"/>
                    <a:pt x="14315" y="11876"/>
                  </a:cubicBezTo>
                  <a:cubicBezTo>
                    <a:pt x="14410" y="11876"/>
                    <a:pt x="14537" y="11908"/>
                    <a:pt x="14632" y="11908"/>
                  </a:cubicBezTo>
                  <a:lnTo>
                    <a:pt x="16944" y="11908"/>
                  </a:lnTo>
                  <a:cubicBezTo>
                    <a:pt x="17102" y="11876"/>
                    <a:pt x="17292" y="11876"/>
                    <a:pt x="17450" y="11876"/>
                  </a:cubicBezTo>
                  <a:lnTo>
                    <a:pt x="17767" y="11845"/>
                  </a:lnTo>
                  <a:cubicBezTo>
                    <a:pt x="17957" y="11845"/>
                    <a:pt x="18115" y="11813"/>
                    <a:pt x="18274" y="11813"/>
                  </a:cubicBezTo>
                  <a:cubicBezTo>
                    <a:pt x="18337" y="11781"/>
                    <a:pt x="18400" y="11781"/>
                    <a:pt x="18464" y="11781"/>
                  </a:cubicBezTo>
                  <a:lnTo>
                    <a:pt x="18590" y="11781"/>
                  </a:lnTo>
                  <a:cubicBezTo>
                    <a:pt x="18844" y="11749"/>
                    <a:pt x="19097" y="11718"/>
                    <a:pt x="19382" y="11686"/>
                  </a:cubicBezTo>
                  <a:cubicBezTo>
                    <a:pt x="19414" y="11654"/>
                    <a:pt x="19445" y="11654"/>
                    <a:pt x="19509" y="11654"/>
                  </a:cubicBezTo>
                  <a:cubicBezTo>
                    <a:pt x="19794" y="11623"/>
                    <a:pt x="20111" y="11559"/>
                    <a:pt x="20396" y="11528"/>
                  </a:cubicBezTo>
                  <a:lnTo>
                    <a:pt x="20459" y="11496"/>
                  </a:lnTo>
                  <a:cubicBezTo>
                    <a:pt x="20554" y="11496"/>
                    <a:pt x="20617" y="11464"/>
                    <a:pt x="20712" y="11464"/>
                  </a:cubicBezTo>
                  <a:cubicBezTo>
                    <a:pt x="20839" y="11433"/>
                    <a:pt x="20997" y="11401"/>
                    <a:pt x="21124" y="11369"/>
                  </a:cubicBezTo>
                  <a:cubicBezTo>
                    <a:pt x="21219" y="11369"/>
                    <a:pt x="21346" y="11338"/>
                    <a:pt x="21441" y="11306"/>
                  </a:cubicBezTo>
                  <a:cubicBezTo>
                    <a:pt x="21599" y="11274"/>
                    <a:pt x="21726" y="11243"/>
                    <a:pt x="21852" y="11211"/>
                  </a:cubicBezTo>
                  <a:lnTo>
                    <a:pt x="22169" y="11148"/>
                  </a:lnTo>
                  <a:cubicBezTo>
                    <a:pt x="22327" y="11116"/>
                    <a:pt x="22454" y="11053"/>
                    <a:pt x="22581" y="11021"/>
                  </a:cubicBezTo>
                  <a:cubicBezTo>
                    <a:pt x="22676" y="10989"/>
                    <a:pt x="22802" y="10958"/>
                    <a:pt x="22897" y="10926"/>
                  </a:cubicBezTo>
                  <a:cubicBezTo>
                    <a:pt x="23024" y="10894"/>
                    <a:pt x="23151" y="10863"/>
                    <a:pt x="23277" y="10831"/>
                  </a:cubicBezTo>
                  <a:cubicBezTo>
                    <a:pt x="23341" y="10799"/>
                    <a:pt x="23404" y="10799"/>
                    <a:pt x="23436" y="10768"/>
                  </a:cubicBezTo>
                  <a:cubicBezTo>
                    <a:pt x="23499" y="10768"/>
                    <a:pt x="23531" y="10736"/>
                    <a:pt x="23562" y="10736"/>
                  </a:cubicBezTo>
                  <a:cubicBezTo>
                    <a:pt x="23816" y="10641"/>
                    <a:pt x="24037" y="10578"/>
                    <a:pt x="24259" y="10483"/>
                  </a:cubicBezTo>
                  <a:cubicBezTo>
                    <a:pt x="24291" y="10483"/>
                    <a:pt x="24354" y="10451"/>
                    <a:pt x="24386" y="10451"/>
                  </a:cubicBezTo>
                  <a:cubicBezTo>
                    <a:pt x="24671" y="10324"/>
                    <a:pt x="24924" y="10229"/>
                    <a:pt x="25178" y="10103"/>
                  </a:cubicBezTo>
                  <a:cubicBezTo>
                    <a:pt x="25241" y="10071"/>
                    <a:pt x="25304" y="10071"/>
                    <a:pt x="25368" y="10039"/>
                  </a:cubicBezTo>
                  <a:cubicBezTo>
                    <a:pt x="25589" y="9944"/>
                    <a:pt x="25779" y="9849"/>
                    <a:pt x="25969" y="9754"/>
                  </a:cubicBezTo>
                  <a:lnTo>
                    <a:pt x="26159" y="9659"/>
                  </a:lnTo>
                  <a:cubicBezTo>
                    <a:pt x="26413" y="9533"/>
                    <a:pt x="26666" y="9406"/>
                    <a:pt x="26888" y="9248"/>
                  </a:cubicBezTo>
                  <a:cubicBezTo>
                    <a:pt x="26951" y="9216"/>
                    <a:pt x="27014" y="9184"/>
                    <a:pt x="27078" y="9153"/>
                  </a:cubicBezTo>
                  <a:cubicBezTo>
                    <a:pt x="27141" y="9089"/>
                    <a:pt x="27204" y="9058"/>
                    <a:pt x="27268" y="9026"/>
                  </a:cubicBezTo>
                  <a:cubicBezTo>
                    <a:pt x="27363" y="8963"/>
                    <a:pt x="27458" y="8899"/>
                    <a:pt x="27553" y="8836"/>
                  </a:cubicBezTo>
                  <a:cubicBezTo>
                    <a:pt x="27616" y="8804"/>
                    <a:pt x="27711" y="8741"/>
                    <a:pt x="27806" y="8678"/>
                  </a:cubicBezTo>
                  <a:cubicBezTo>
                    <a:pt x="27901" y="8614"/>
                    <a:pt x="27964" y="8551"/>
                    <a:pt x="28059" y="8488"/>
                  </a:cubicBezTo>
                  <a:cubicBezTo>
                    <a:pt x="28154" y="8424"/>
                    <a:pt x="28218" y="8361"/>
                    <a:pt x="28281" y="8329"/>
                  </a:cubicBezTo>
                  <a:cubicBezTo>
                    <a:pt x="28376" y="8266"/>
                    <a:pt x="28471" y="8171"/>
                    <a:pt x="28534" y="8108"/>
                  </a:cubicBezTo>
                  <a:cubicBezTo>
                    <a:pt x="28629" y="8076"/>
                    <a:pt x="28693" y="8013"/>
                    <a:pt x="28756" y="7949"/>
                  </a:cubicBezTo>
                  <a:cubicBezTo>
                    <a:pt x="28820" y="7886"/>
                    <a:pt x="28915" y="7823"/>
                    <a:pt x="28978" y="7728"/>
                  </a:cubicBezTo>
                  <a:lnTo>
                    <a:pt x="29073" y="7664"/>
                  </a:lnTo>
                  <a:lnTo>
                    <a:pt x="29168" y="7569"/>
                  </a:lnTo>
                  <a:cubicBezTo>
                    <a:pt x="29295" y="7474"/>
                    <a:pt x="29390" y="7348"/>
                    <a:pt x="29516" y="7221"/>
                  </a:cubicBezTo>
                  <a:cubicBezTo>
                    <a:pt x="29548" y="7189"/>
                    <a:pt x="29580" y="7158"/>
                    <a:pt x="29643" y="7094"/>
                  </a:cubicBezTo>
                  <a:cubicBezTo>
                    <a:pt x="29770" y="6967"/>
                    <a:pt x="29896" y="6809"/>
                    <a:pt x="30023" y="6619"/>
                  </a:cubicBezTo>
                  <a:lnTo>
                    <a:pt x="30055" y="6619"/>
                  </a:lnTo>
                  <a:cubicBezTo>
                    <a:pt x="30086" y="6587"/>
                    <a:pt x="30118" y="6524"/>
                    <a:pt x="30150" y="6492"/>
                  </a:cubicBezTo>
                  <a:cubicBezTo>
                    <a:pt x="30213" y="6397"/>
                    <a:pt x="30276" y="6302"/>
                    <a:pt x="30371" y="6207"/>
                  </a:cubicBezTo>
                  <a:cubicBezTo>
                    <a:pt x="30403" y="6144"/>
                    <a:pt x="30435" y="6081"/>
                    <a:pt x="30466" y="6017"/>
                  </a:cubicBezTo>
                  <a:cubicBezTo>
                    <a:pt x="30530" y="5922"/>
                    <a:pt x="30593" y="5859"/>
                    <a:pt x="30656" y="5764"/>
                  </a:cubicBezTo>
                  <a:cubicBezTo>
                    <a:pt x="30656" y="5732"/>
                    <a:pt x="30688" y="5701"/>
                    <a:pt x="30688" y="5669"/>
                  </a:cubicBezTo>
                  <a:cubicBezTo>
                    <a:pt x="30720" y="5637"/>
                    <a:pt x="30720" y="5606"/>
                    <a:pt x="30751" y="5574"/>
                  </a:cubicBezTo>
                  <a:cubicBezTo>
                    <a:pt x="30783" y="5479"/>
                    <a:pt x="30846" y="5416"/>
                    <a:pt x="30878" y="5321"/>
                  </a:cubicBezTo>
                  <a:cubicBezTo>
                    <a:pt x="30910" y="5257"/>
                    <a:pt x="30941" y="5194"/>
                    <a:pt x="30973" y="5131"/>
                  </a:cubicBezTo>
                  <a:cubicBezTo>
                    <a:pt x="31005" y="5036"/>
                    <a:pt x="31036" y="4972"/>
                    <a:pt x="31068" y="4877"/>
                  </a:cubicBezTo>
                  <a:cubicBezTo>
                    <a:pt x="31068" y="4846"/>
                    <a:pt x="31100" y="4814"/>
                    <a:pt x="31100" y="4782"/>
                  </a:cubicBezTo>
                  <a:cubicBezTo>
                    <a:pt x="31131" y="4751"/>
                    <a:pt x="31131" y="4719"/>
                    <a:pt x="31131" y="4687"/>
                  </a:cubicBezTo>
                  <a:cubicBezTo>
                    <a:pt x="31163" y="4624"/>
                    <a:pt x="31195" y="4529"/>
                    <a:pt x="31226" y="4466"/>
                  </a:cubicBezTo>
                  <a:cubicBezTo>
                    <a:pt x="31226" y="4402"/>
                    <a:pt x="31258" y="4307"/>
                    <a:pt x="31290" y="4244"/>
                  </a:cubicBezTo>
                  <a:cubicBezTo>
                    <a:pt x="31290" y="4181"/>
                    <a:pt x="31321" y="4086"/>
                    <a:pt x="31321" y="4022"/>
                  </a:cubicBezTo>
                  <a:cubicBezTo>
                    <a:pt x="31353" y="3991"/>
                    <a:pt x="31353" y="3927"/>
                    <a:pt x="31353" y="3896"/>
                  </a:cubicBezTo>
                  <a:lnTo>
                    <a:pt x="31385" y="3801"/>
                  </a:lnTo>
                  <a:lnTo>
                    <a:pt x="31416" y="3579"/>
                  </a:lnTo>
                  <a:cubicBezTo>
                    <a:pt x="31416" y="3516"/>
                    <a:pt x="31416" y="3452"/>
                    <a:pt x="31448" y="3357"/>
                  </a:cubicBezTo>
                  <a:cubicBezTo>
                    <a:pt x="31448" y="3294"/>
                    <a:pt x="31448" y="3199"/>
                    <a:pt x="31448" y="3136"/>
                  </a:cubicBezTo>
                  <a:cubicBezTo>
                    <a:pt x="31448" y="3072"/>
                    <a:pt x="31448" y="3041"/>
                    <a:pt x="31448" y="3009"/>
                  </a:cubicBezTo>
                  <a:cubicBezTo>
                    <a:pt x="31480" y="2946"/>
                    <a:pt x="31480" y="2914"/>
                    <a:pt x="31480" y="2851"/>
                  </a:cubicBezTo>
                  <a:lnTo>
                    <a:pt x="31480" y="95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3" name="Google Shape;6413;p43"/>
            <p:cNvSpPr/>
            <p:nvPr/>
          </p:nvSpPr>
          <p:spPr>
            <a:xfrm>
              <a:off x="820726" y="3218428"/>
              <a:ext cx="1143067" cy="602432"/>
            </a:xfrm>
            <a:custGeom>
              <a:rect b="b" l="l" r="r" t="t"/>
              <a:pathLst>
                <a:path extrusionOk="0" h="18210" w="34552">
                  <a:moveTo>
                    <a:pt x="17217" y="0"/>
                  </a:moveTo>
                  <a:cubicBezTo>
                    <a:pt x="13191" y="0"/>
                    <a:pt x="9169" y="887"/>
                    <a:pt x="6113" y="2660"/>
                  </a:cubicBezTo>
                  <a:cubicBezTo>
                    <a:pt x="1" y="6207"/>
                    <a:pt x="32" y="12003"/>
                    <a:pt x="6176" y="15549"/>
                  </a:cubicBezTo>
                  <a:cubicBezTo>
                    <a:pt x="9264" y="17323"/>
                    <a:pt x="13294" y="18210"/>
                    <a:pt x="17320" y="18210"/>
                  </a:cubicBezTo>
                  <a:cubicBezTo>
                    <a:pt x="21345" y="18210"/>
                    <a:pt x="25367" y="17323"/>
                    <a:pt x="28439" y="15549"/>
                  </a:cubicBezTo>
                  <a:cubicBezTo>
                    <a:pt x="34551" y="12003"/>
                    <a:pt x="34520" y="6207"/>
                    <a:pt x="28344" y="2660"/>
                  </a:cubicBezTo>
                  <a:cubicBezTo>
                    <a:pt x="25272" y="887"/>
                    <a:pt x="21243" y="0"/>
                    <a:pt x="17217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4" name="Google Shape;6414;p43"/>
            <p:cNvSpPr/>
            <p:nvPr/>
          </p:nvSpPr>
          <p:spPr>
            <a:xfrm>
              <a:off x="820726" y="3218428"/>
              <a:ext cx="1143067" cy="602432"/>
            </a:xfrm>
            <a:custGeom>
              <a:rect b="b" l="l" r="r" t="t"/>
              <a:pathLst>
                <a:path extrusionOk="0" h="18210" w="34552">
                  <a:moveTo>
                    <a:pt x="17217" y="0"/>
                  </a:moveTo>
                  <a:cubicBezTo>
                    <a:pt x="13191" y="0"/>
                    <a:pt x="9169" y="887"/>
                    <a:pt x="6113" y="2660"/>
                  </a:cubicBezTo>
                  <a:cubicBezTo>
                    <a:pt x="1" y="6207"/>
                    <a:pt x="32" y="12003"/>
                    <a:pt x="6176" y="15549"/>
                  </a:cubicBezTo>
                  <a:cubicBezTo>
                    <a:pt x="9264" y="17323"/>
                    <a:pt x="13294" y="18210"/>
                    <a:pt x="17320" y="18210"/>
                  </a:cubicBezTo>
                  <a:cubicBezTo>
                    <a:pt x="21345" y="18210"/>
                    <a:pt x="25367" y="17323"/>
                    <a:pt x="28439" y="15549"/>
                  </a:cubicBezTo>
                  <a:cubicBezTo>
                    <a:pt x="34551" y="12003"/>
                    <a:pt x="34520" y="6207"/>
                    <a:pt x="28344" y="2660"/>
                  </a:cubicBezTo>
                  <a:cubicBezTo>
                    <a:pt x="25272" y="887"/>
                    <a:pt x="21243" y="0"/>
                    <a:pt x="17217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5" name="Google Shape;6415;p43"/>
            <p:cNvSpPr/>
            <p:nvPr/>
          </p:nvSpPr>
          <p:spPr>
            <a:xfrm>
              <a:off x="1091043" y="3251940"/>
              <a:ext cx="675776" cy="478836"/>
            </a:xfrm>
            <a:custGeom>
              <a:rect b="b" l="l" r="r" t="t"/>
              <a:pathLst>
                <a:path extrusionOk="0" h="14474" w="20427">
                  <a:moveTo>
                    <a:pt x="16690" y="0"/>
                  </a:moveTo>
                  <a:lnTo>
                    <a:pt x="1552" y="95"/>
                  </a:lnTo>
                  <a:lnTo>
                    <a:pt x="0" y="2534"/>
                  </a:lnTo>
                  <a:lnTo>
                    <a:pt x="0" y="8361"/>
                  </a:lnTo>
                  <a:lnTo>
                    <a:pt x="2154" y="12256"/>
                  </a:lnTo>
                  <a:lnTo>
                    <a:pt x="10704" y="14473"/>
                  </a:lnTo>
                  <a:lnTo>
                    <a:pt x="19762" y="12795"/>
                  </a:lnTo>
                  <a:lnTo>
                    <a:pt x="20427" y="7664"/>
                  </a:lnTo>
                  <a:lnTo>
                    <a:pt x="18305" y="2407"/>
                  </a:lnTo>
                  <a:lnTo>
                    <a:pt x="16690" y="0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6" name="Google Shape;6416;p43"/>
            <p:cNvSpPr/>
            <p:nvPr/>
          </p:nvSpPr>
          <p:spPr>
            <a:xfrm>
              <a:off x="1140270" y="2414821"/>
              <a:ext cx="501895" cy="182351"/>
            </a:xfrm>
            <a:custGeom>
              <a:rect b="b" l="l" r="r" t="t"/>
              <a:pathLst>
                <a:path extrusionOk="0" h="5512" w="15171">
                  <a:moveTo>
                    <a:pt x="1267" y="1"/>
                  </a:moveTo>
                  <a:lnTo>
                    <a:pt x="1" y="571"/>
                  </a:lnTo>
                  <a:lnTo>
                    <a:pt x="286" y="2630"/>
                  </a:lnTo>
                  <a:lnTo>
                    <a:pt x="2597" y="4815"/>
                  </a:lnTo>
                  <a:lnTo>
                    <a:pt x="4624" y="5195"/>
                  </a:lnTo>
                  <a:lnTo>
                    <a:pt x="9470" y="5511"/>
                  </a:lnTo>
                  <a:lnTo>
                    <a:pt x="13175" y="4118"/>
                  </a:lnTo>
                  <a:lnTo>
                    <a:pt x="15075" y="2059"/>
                  </a:lnTo>
                  <a:lnTo>
                    <a:pt x="15170" y="444"/>
                  </a:lnTo>
                  <a:lnTo>
                    <a:pt x="11338" y="1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7" name="Google Shape;6417;p43"/>
            <p:cNvSpPr/>
            <p:nvPr/>
          </p:nvSpPr>
          <p:spPr>
            <a:xfrm>
              <a:off x="1116186" y="2285435"/>
              <a:ext cx="550063" cy="289207"/>
            </a:xfrm>
            <a:custGeom>
              <a:rect b="b" l="l" r="r" t="t"/>
              <a:pathLst>
                <a:path extrusionOk="0" h="8742" w="16627">
                  <a:moveTo>
                    <a:pt x="8341" y="1"/>
                  </a:moveTo>
                  <a:cubicBezTo>
                    <a:pt x="6405" y="1"/>
                    <a:pt x="4466" y="428"/>
                    <a:pt x="2977" y="1283"/>
                  </a:cubicBezTo>
                  <a:cubicBezTo>
                    <a:pt x="32" y="2994"/>
                    <a:pt x="0" y="5749"/>
                    <a:pt x="2945" y="7459"/>
                  </a:cubicBezTo>
                  <a:cubicBezTo>
                    <a:pt x="4418" y="8314"/>
                    <a:pt x="6350" y="8741"/>
                    <a:pt x="8286" y="8741"/>
                  </a:cubicBezTo>
                  <a:cubicBezTo>
                    <a:pt x="10221" y="8741"/>
                    <a:pt x="12161" y="8314"/>
                    <a:pt x="13650" y="7459"/>
                  </a:cubicBezTo>
                  <a:cubicBezTo>
                    <a:pt x="16626" y="5749"/>
                    <a:pt x="16626" y="2994"/>
                    <a:pt x="13681" y="1283"/>
                  </a:cubicBezTo>
                  <a:cubicBezTo>
                    <a:pt x="12209" y="428"/>
                    <a:pt x="10277" y="1"/>
                    <a:pt x="8341" y="1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8" name="Google Shape;6418;p43"/>
            <p:cNvSpPr/>
            <p:nvPr/>
          </p:nvSpPr>
          <p:spPr>
            <a:xfrm>
              <a:off x="1141328" y="2429509"/>
              <a:ext cx="500836" cy="1218495"/>
            </a:xfrm>
            <a:custGeom>
              <a:rect b="b" l="l" r="r" t="t"/>
              <a:pathLst>
                <a:path extrusionOk="0" h="36832" w="15139">
                  <a:moveTo>
                    <a:pt x="0" y="32"/>
                  </a:moveTo>
                  <a:cubicBezTo>
                    <a:pt x="0" y="46"/>
                    <a:pt x="0" y="59"/>
                    <a:pt x="0" y="73"/>
                  </a:cubicBezTo>
                  <a:lnTo>
                    <a:pt x="0" y="73"/>
                  </a:lnTo>
                  <a:lnTo>
                    <a:pt x="0" y="32"/>
                  </a:lnTo>
                  <a:close/>
                  <a:moveTo>
                    <a:pt x="15138" y="0"/>
                  </a:moveTo>
                  <a:cubicBezTo>
                    <a:pt x="15138" y="349"/>
                    <a:pt x="15043" y="697"/>
                    <a:pt x="14916" y="1045"/>
                  </a:cubicBezTo>
                  <a:cubicBezTo>
                    <a:pt x="14600" y="1805"/>
                    <a:pt x="13903" y="2534"/>
                    <a:pt x="12890" y="3136"/>
                  </a:cubicBezTo>
                  <a:cubicBezTo>
                    <a:pt x="12700" y="3231"/>
                    <a:pt x="12510" y="3326"/>
                    <a:pt x="12320" y="3421"/>
                  </a:cubicBezTo>
                  <a:cubicBezTo>
                    <a:pt x="12256" y="3452"/>
                    <a:pt x="12193" y="3484"/>
                    <a:pt x="12130" y="3484"/>
                  </a:cubicBezTo>
                  <a:cubicBezTo>
                    <a:pt x="12003" y="3547"/>
                    <a:pt x="11876" y="3611"/>
                    <a:pt x="11750" y="3674"/>
                  </a:cubicBezTo>
                  <a:lnTo>
                    <a:pt x="11591" y="3706"/>
                  </a:lnTo>
                  <a:cubicBezTo>
                    <a:pt x="11464" y="3769"/>
                    <a:pt x="11306" y="3832"/>
                    <a:pt x="11148" y="3864"/>
                  </a:cubicBezTo>
                  <a:cubicBezTo>
                    <a:pt x="11084" y="3896"/>
                    <a:pt x="11053" y="3896"/>
                    <a:pt x="10989" y="3927"/>
                  </a:cubicBezTo>
                  <a:cubicBezTo>
                    <a:pt x="10894" y="3959"/>
                    <a:pt x="10799" y="3959"/>
                    <a:pt x="10673" y="3991"/>
                  </a:cubicBezTo>
                  <a:cubicBezTo>
                    <a:pt x="10514" y="4054"/>
                    <a:pt x="10388" y="4086"/>
                    <a:pt x="10229" y="4117"/>
                  </a:cubicBezTo>
                  <a:cubicBezTo>
                    <a:pt x="10103" y="4149"/>
                    <a:pt x="10008" y="4149"/>
                    <a:pt x="9913" y="4181"/>
                  </a:cubicBezTo>
                  <a:cubicBezTo>
                    <a:pt x="9786" y="4212"/>
                    <a:pt x="9628" y="4244"/>
                    <a:pt x="9501" y="4244"/>
                  </a:cubicBezTo>
                  <a:cubicBezTo>
                    <a:pt x="9406" y="4276"/>
                    <a:pt x="9279" y="4276"/>
                    <a:pt x="9153" y="4307"/>
                  </a:cubicBezTo>
                  <a:cubicBezTo>
                    <a:pt x="9058" y="4307"/>
                    <a:pt x="8931" y="4339"/>
                    <a:pt x="8804" y="4339"/>
                  </a:cubicBezTo>
                  <a:cubicBezTo>
                    <a:pt x="8678" y="4339"/>
                    <a:pt x="8551" y="4371"/>
                    <a:pt x="8456" y="4371"/>
                  </a:cubicBezTo>
                  <a:cubicBezTo>
                    <a:pt x="8329" y="4371"/>
                    <a:pt x="8171" y="4371"/>
                    <a:pt x="8044" y="4402"/>
                  </a:cubicBezTo>
                  <a:lnTo>
                    <a:pt x="6967" y="4402"/>
                  </a:lnTo>
                  <a:cubicBezTo>
                    <a:pt x="6809" y="4371"/>
                    <a:pt x="6619" y="4371"/>
                    <a:pt x="6461" y="4339"/>
                  </a:cubicBezTo>
                  <a:lnTo>
                    <a:pt x="6144" y="4339"/>
                  </a:lnTo>
                  <a:cubicBezTo>
                    <a:pt x="6112" y="4307"/>
                    <a:pt x="6049" y="4307"/>
                    <a:pt x="5986" y="4307"/>
                  </a:cubicBezTo>
                  <a:cubicBezTo>
                    <a:pt x="5827" y="4276"/>
                    <a:pt x="5637" y="4276"/>
                    <a:pt x="5479" y="4244"/>
                  </a:cubicBezTo>
                  <a:cubicBezTo>
                    <a:pt x="5447" y="4212"/>
                    <a:pt x="5384" y="4212"/>
                    <a:pt x="5352" y="4212"/>
                  </a:cubicBezTo>
                  <a:cubicBezTo>
                    <a:pt x="5257" y="4181"/>
                    <a:pt x="5131" y="4181"/>
                    <a:pt x="5036" y="4149"/>
                  </a:cubicBezTo>
                  <a:cubicBezTo>
                    <a:pt x="4909" y="4117"/>
                    <a:pt x="4751" y="4086"/>
                    <a:pt x="4624" y="4054"/>
                  </a:cubicBezTo>
                  <a:cubicBezTo>
                    <a:pt x="4529" y="4022"/>
                    <a:pt x="4434" y="4022"/>
                    <a:pt x="4339" y="3991"/>
                  </a:cubicBezTo>
                  <a:cubicBezTo>
                    <a:pt x="4181" y="3959"/>
                    <a:pt x="4054" y="3896"/>
                    <a:pt x="3927" y="3864"/>
                  </a:cubicBezTo>
                  <a:cubicBezTo>
                    <a:pt x="3769" y="3801"/>
                    <a:pt x="3579" y="3737"/>
                    <a:pt x="3389" y="3674"/>
                  </a:cubicBezTo>
                  <a:cubicBezTo>
                    <a:pt x="3389" y="3674"/>
                    <a:pt x="3357" y="3674"/>
                    <a:pt x="3326" y="3642"/>
                  </a:cubicBezTo>
                  <a:cubicBezTo>
                    <a:pt x="3167" y="3579"/>
                    <a:pt x="3009" y="3516"/>
                    <a:pt x="2850" y="3452"/>
                  </a:cubicBezTo>
                  <a:cubicBezTo>
                    <a:pt x="2787" y="3421"/>
                    <a:pt x="2755" y="3421"/>
                    <a:pt x="2724" y="3389"/>
                  </a:cubicBezTo>
                  <a:cubicBezTo>
                    <a:pt x="2534" y="3294"/>
                    <a:pt x="2375" y="3199"/>
                    <a:pt x="2185" y="3104"/>
                  </a:cubicBezTo>
                  <a:cubicBezTo>
                    <a:pt x="2027" y="3009"/>
                    <a:pt x="1869" y="2914"/>
                    <a:pt x="1710" y="2819"/>
                  </a:cubicBezTo>
                  <a:cubicBezTo>
                    <a:pt x="1710" y="2787"/>
                    <a:pt x="1679" y="2787"/>
                    <a:pt x="1647" y="2756"/>
                  </a:cubicBezTo>
                  <a:cubicBezTo>
                    <a:pt x="1520" y="2661"/>
                    <a:pt x="1394" y="2566"/>
                    <a:pt x="1267" y="2439"/>
                  </a:cubicBezTo>
                  <a:cubicBezTo>
                    <a:pt x="1235" y="2439"/>
                    <a:pt x="1235" y="2407"/>
                    <a:pt x="1204" y="2407"/>
                  </a:cubicBezTo>
                  <a:cubicBezTo>
                    <a:pt x="1109" y="2312"/>
                    <a:pt x="982" y="2186"/>
                    <a:pt x="887" y="2059"/>
                  </a:cubicBezTo>
                  <a:cubicBezTo>
                    <a:pt x="855" y="2059"/>
                    <a:pt x="855" y="2027"/>
                    <a:pt x="824" y="2027"/>
                  </a:cubicBezTo>
                  <a:cubicBezTo>
                    <a:pt x="729" y="1900"/>
                    <a:pt x="665" y="1805"/>
                    <a:pt x="570" y="1710"/>
                  </a:cubicBezTo>
                  <a:cubicBezTo>
                    <a:pt x="570" y="1679"/>
                    <a:pt x="539" y="1679"/>
                    <a:pt x="539" y="1647"/>
                  </a:cubicBezTo>
                  <a:cubicBezTo>
                    <a:pt x="444" y="1520"/>
                    <a:pt x="380" y="1425"/>
                    <a:pt x="317" y="1299"/>
                  </a:cubicBezTo>
                  <a:cubicBezTo>
                    <a:pt x="317" y="1267"/>
                    <a:pt x="317" y="1267"/>
                    <a:pt x="285" y="1235"/>
                  </a:cubicBezTo>
                  <a:cubicBezTo>
                    <a:pt x="254" y="1140"/>
                    <a:pt x="190" y="1014"/>
                    <a:pt x="159" y="887"/>
                  </a:cubicBezTo>
                  <a:cubicBezTo>
                    <a:pt x="159" y="855"/>
                    <a:pt x="127" y="855"/>
                    <a:pt x="127" y="824"/>
                  </a:cubicBezTo>
                  <a:cubicBezTo>
                    <a:pt x="95" y="729"/>
                    <a:pt x="64" y="602"/>
                    <a:pt x="32" y="475"/>
                  </a:cubicBezTo>
                  <a:cubicBezTo>
                    <a:pt x="32" y="444"/>
                    <a:pt x="32" y="444"/>
                    <a:pt x="32" y="412"/>
                  </a:cubicBezTo>
                  <a:cubicBezTo>
                    <a:pt x="4" y="299"/>
                    <a:pt x="1" y="186"/>
                    <a:pt x="0" y="73"/>
                  </a:cubicBezTo>
                  <a:lnTo>
                    <a:pt x="0" y="73"/>
                  </a:lnTo>
                  <a:lnTo>
                    <a:pt x="32" y="32493"/>
                  </a:lnTo>
                  <a:lnTo>
                    <a:pt x="32" y="32556"/>
                  </a:lnTo>
                  <a:cubicBezTo>
                    <a:pt x="32" y="32651"/>
                    <a:pt x="32" y="32778"/>
                    <a:pt x="64" y="32873"/>
                  </a:cubicBezTo>
                  <a:cubicBezTo>
                    <a:pt x="64" y="32904"/>
                    <a:pt x="64" y="32904"/>
                    <a:pt x="64" y="32936"/>
                  </a:cubicBezTo>
                  <a:cubicBezTo>
                    <a:pt x="64" y="32968"/>
                    <a:pt x="64" y="32968"/>
                    <a:pt x="64" y="32999"/>
                  </a:cubicBezTo>
                  <a:cubicBezTo>
                    <a:pt x="95" y="33094"/>
                    <a:pt x="127" y="33189"/>
                    <a:pt x="159" y="33284"/>
                  </a:cubicBezTo>
                  <a:cubicBezTo>
                    <a:pt x="159" y="33316"/>
                    <a:pt x="159" y="33316"/>
                    <a:pt x="159" y="33348"/>
                  </a:cubicBezTo>
                  <a:lnTo>
                    <a:pt x="190" y="33411"/>
                  </a:lnTo>
                  <a:cubicBezTo>
                    <a:pt x="222" y="33506"/>
                    <a:pt x="254" y="33601"/>
                    <a:pt x="317" y="33696"/>
                  </a:cubicBezTo>
                  <a:cubicBezTo>
                    <a:pt x="317" y="33728"/>
                    <a:pt x="317" y="33728"/>
                    <a:pt x="349" y="33759"/>
                  </a:cubicBezTo>
                  <a:cubicBezTo>
                    <a:pt x="349" y="33791"/>
                    <a:pt x="380" y="33823"/>
                    <a:pt x="380" y="33854"/>
                  </a:cubicBezTo>
                  <a:cubicBezTo>
                    <a:pt x="444" y="33949"/>
                    <a:pt x="507" y="34013"/>
                    <a:pt x="539" y="34108"/>
                  </a:cubicBezTo>
                  <a:cubicBezTo>
                    <a:pt x="570" y="34139"/>
                    <a:pt x="570" y="34139"/>
                    <a:pt x="602" y="34171"/>
                  </a:cubicBezTo>
                  <a:cubicBezTo>
                    <a:pt x="634" y="34203"/>
                    <a:pt x="665" y="34266"/>
                    <a:pt x="697" y="34298"/>
                  </a:cubicBezTo>
                  <a:cubicBezTo>
                    <a:pt x="729" y="34361"/>
                    <a:pt x="792" y="34424"/>
                    <a:pt x="855" y="34456"/>
                  </a:cubicBezTo>
                  <a:cubicBezTo>
                    <a:pt x="855" y="34488"/>
                    <a:pt x="887" y="34519"/>
                    <a:pt x="887" y="34519"/>
                  </a:cubicBezTo>
                  <a:cubicBezTo>
                    <a:pt x="982" y="34614"/>
                    <a:pt x="1077" y="34709"/>
                    <a:pt x="1172" y="34804"/>
                  </a:cubicBezTo>
                  <a:cubicBezTo>
                    <a:pt x="1204" y="34836"/>
                    <a:pt x="1204" y="34836"/>
                    <a:pt x="1235" y="34868"/>
                  </a:cubicBezTo>
                  <a:cubicBezTo>
                    <a:pt x="1267" y="34868"/>
                    <a:pt x="1267" y="34899"/>
                    <a:pt x="1299" y="34899"/>
                  </a:cubicBezTo>
                  <a:cubicBezTo>
                    <a:pt x="1394" y="35026"/>
                    <a:pt x="1552" y="35121"/>
                    <a:pt x="1679" y="35216"/>
                  </a:cubicBezTo>
                  <a:cubicBezTo>
                    <a:pt x="1710" y="35248"/>
                    <a:pt x="1710" y="35248"/>
                    <a:pt x="1742" y="35248"/>
                  </a:cubicBezTo>
                  <a:cubicBezTo>
                    <a:pt x="1869" y="35343"/>
                    <a:pt x="1995" y="35438"/>
                    <a:pt x="2122" y="35501"/>
                  </a:cubicBezTo>
                  <a:cubicBezTo>
                    <a:pt x="2154" y="35533"/>
                    <a:pt x="2185" y="35565"/>
                    <a:pt x="2217" y="35565"/>
                  </a:cubicBezTo>
                  <a:cubicBezTo>
                    <a:pt x="2375" y="35660"/>
                    <a:pt x="2565" y="35755"/>
                    <a:pt x="2724" y="35850"/>
                  </a:cubicBezTo>
                  <a:cubicBezTo>
                    <a:pt x="2787" y="35850"/>
                    <a:pt x="2819" y="35881"/>
                    <a:pt x="2882" y="35913"/>
                  </a:cubicBezTo>
                  <a:cubicBezTo>
                    <a:pt x="3041" y="35976"/>
                    <a:pt x="3199" y="36040"/>
                    <a:pt x="3357" y="36103"/>
                  </a:cubicBezTo>
                  <a:cubicBezTo>
                    <a:pt x="3389" y="36135"/>
                    <a:pt x="3389" y="36135"/>
                    <a:pt x="3421" y="36135"/>
                  </a:cubicBezTo>
                  <a:cubicBezTo>
                    <a:pt x="3579" y="36198"/>
                    <a:pt x="3737" y="36261"/>
                    <a:pt x="3864" y="36293"/>
                  </a:cubicBezTo>
                  <a:lnTo>
                    <a:pt x="3959" y="36325"/>
                  </a:lnTo>
                  <a:cubicBezTo>
                    <a:pt x="4086" y="36356"/>
                    <a:pt x="4212" y="36388"/>
                    <a:pt x="4339" y="36451"/>
                  </a:cubicBezTo>
                  <a:cubicBezTo>
                    <a:pt x="4466" y="36451"/>
                    <a:pt x="4561" y="36483"/>
                    <a:pt x="4656" y="36515"/>
                  </a:cubicBezTo>
                  <a:cubicBezTo>
                    <a:pt x="4782" y="36546"/>
                    <a:pt x="4941" y="36578"/>
                    <a:pt x="5067" y="36610"/>
                  </a:cubicBezTo>
                  <a:cubicBezTo>
                    <a:pt x="5162" y="36610"/>
                    <a:pt x="5226" y="36641"/>
                    <a:pt x="5321" y="36673"/>
                  </a:cubicBezTo>
                  <a:lnTo>
                    <a:pt x="5511" y="36673"/>
                  </a:lnTo>
                  <a:cubicBezTo>
                    <a:pt x="5669" y="36705"/>
                    <a:pt x="5859" y="36736"/>
                    <a:pt x="6017" y="36768"/>
                  </a:cubicBezTo>
                  <a:lnTo>
                    <a:pt x="6176" y="36768"/>
                  </a:lnTo>
                  <a:cubicBezTo>
                    <a:pt x="6207" y="36800"/>
                    <a:pt x="6239" y="36800"/>
                    <a:pt x="6271" y="36800"/>
                  </a:cubicBezTo>
                  <a:lnTo>
                    <a:pt x="6492" y="36800"/>
                  </a:lnTo>
                  <a:cubicBezTo>
                    <a:pt x="6651" y="36831"/>
                    <a:pt x="6809" y="36831"/>
                    <a:pt x="6999" y="36831"/>
                  </a:cubicBezTo>
                  <a:lnTo>
                    <a:pt x="8076" y="36831"/>
                  </a:lnTo>
                  <a:cubicBezTo>
                    <a:pt x="8203" y="36831"/>
                    <a:pt x="8329" y="36831"/>
                    <a:pt x="8456" y="36800"/>
                  </a:cubicBezTo>
                  <a:lnTo>
                    <a:pt x="8804" y="36800"/>
                  </a:lnTo>
                  <a:cubicBezTo>
                    <a:pt x="8931" y="36768"/>
                    <a:pt x="9058" y="36768"/>
                    <a:pt x="9184" y="36736"/>
                  </a:cubicBezTo>
                  <a:lnTo>
                    <a:pt x="9374" y="36736"/>
                  </a:lnTo>
                  <a:cubicBezTo>
                    <a:pt x="9406" y="36705"/>
                    <a:pt x="9469" y="36705"/>
                    <a:pt x="9533" y="36705"/>
                  </a:cubicBezTo>
                  <a:cubicBezTo>
                    <a:pt x="9659" y="36673"/>
                    <a:pt x="9786" y="36641"/>
                    <a:pt x="9913" y="36610"/>
                  </a:cubicBezTo>
                  <a:cubicBezTo>
                    <a:pt x="9976" y="36610"/>
                    <a:pt x="10039" y="36610"/>
                    <a:pt x="10103" y="36578"/>
                  </a:cubicBezTo>
                  <a:cubicBezTo>
                    <a:pt x="10166" y="36578"/>
                    <a:pt x="10198" y="36578"/>
                    <a:pt x="10229" y="36546"/>
                  </a:cubicBezTo>
                  <a:cubicBezTo>
                    <a:pt x="10388" y="36515"/>
                    <a:pt x="10546" y="36483"/>
                    <a:pt x="10704" y="36451"/>
                  </a:cubicBezTo>
                  <a:cubicBezTo>
                    <a:pt x="10768" y="36420"/>
                    <a:pt x="10831" y="36420"/>
                    <a:pt x="10894" y="36388"/>
                  </a:cubicBezTo>
                  <a:cubicBezTo>
                    <a:pt x="10958" y="36388"/>
                    <a:pt x="10989" y="36388"/>
                    <a:pt x="11021" y="36356"/>
                  </a:cubicBezTo>
                  <a:cubicBezTo>
                    <a:pt x="11053" y="36356"/>
                    <a:pt x="11116" y="36325"/>
                    <a:pt x="11179" y="36325"/>
                  </a:cubicBezTo>
                  <a:cubicBezTo>
                    <a:pt x="11338" y="36261"/>
                    <a:pt x="11496" y="36230"/>
                    <a:pt x="11623" y="36166"/>
                  </a:cubicBezTo>
                  <a:lnTo>
                    <a:pt x="11750" y="36103"/>
                  </a:lnTo>
                  <a:lnTo>
                    <a:pt x="11813" y="36103"/>
                  </a:lnTo>
                  <a:cubicBezTo>
                    <a:pt x="11940" y="36040"/>
                    <a:pt x="12066" y="36008"/>
                    <a:pt x="12161" y="35945"/>
                  </a:cubicBezTo>
                  <a:cubicBezTo>
                    <a:pt x="12225" y="35913"/>
                    <a:pt x="12288" y="35881"/>
                    <a:pt x="12351" y="35850"/>
                  </a:cubicBezTo>
                  <a:cubicBezTo>
                    <a:pt x="12541" y="35755"/>
                    <a:pt x="12731" y="35660"/>
                    <a:pt x="12921" y="35565"/>
                  </a:cubicBezTo>
                  <a:cubicBezTo>
                    <a:pt x="14410" y="34709"/>
                    <a:pt x="15138" y="33569"/>
                    <a:pt x="15138" y="32461"/>
                  </a:cubicBezTo>
                  <a:lnTo>
                    <a:pt x="15138" y="0"/>
                  </a:lnTo>
                  <a:close/>
                </a:path>
              </a:pathLst>
            </a:custGeom>
            <a:solidFill>
              <a:srgbClr val="E59F0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19" name="Google Shape;6419;p43"/>
          <p:cNvGrpSpPr/>
          <p:nvPr/>
        </p:nvGrpSpPr>
        <p:grpSpPr>
          <a:xfrm>
            <a:off x="2410075" y="1596826"/>
            <a:ext cx="1143067" cy="2278226"/>
            <a:chOff x="2410075" y="1633776"/>
            <a:chExt cx="1143067" cy="2278226"/>
          </a:xfrm>
        </p:grpSpPr>
        <p:sp>
          <p:nvSpPr>
            <p:cNvPr id="6420" name="Google Shape;6420;p43"/>
            <p:cNvSpPr/>
            <p:nvPr/>
          </p:nvSpPr>
          <p:spPr>
            <a:xfrm>
              <a:off x="2462445" y="3523283"/>
              <a:ext cx="1038327" cy="354148"/>
            </a:xfrm>
            <a:custGeom>
              <a:rect b="b" l="l" r="r" t="t"/>
              <a:pathLst>
                <a:path extrusionOk="0" h="10705" w="31386">
                  <a:moveTo>
                    <a:pt x="30657" y="1"/>
                  </a:moveTo>
                  <a:lnTo>
                    <a:pt x="25178" y="5416"/>
                  </a:lnTo>
                  <a:lnTo>
                    <a:pt x="19192" y="7031"/>
                  </a:lnTo>
                  <a:cubicBezTo>
                    <a:pt x="19192" y="7031"/>
                    <a:pt x="9438" y="5479"/>
                    <a:pt x="9312" y="5416"/>
                  </a:cubicBezTo>
                  <a:cubicBezTo>
                    <a:pt x="9217" y="5321"/>
                    <a:pt x="2376" y="1204"/>
                    <a:pt x="2376" y="1204"/>
                  </a:cubicBezTo>
                  <a:lnTo>
                    <a:pt x="1" y="317"/>
                  </a:lnTo>
                  <a:lnTo>
                    <a:pt x="159" y="2819"/>
                  </a:lnTo>
                  <a:lnTo>
                    <a:pt x="2535" y="6651"/>
                  </a:lnTo>
                  <a:lnTo>
                    <a:pt x="8393" y="9026"/>
                  </a:lnTo>
                  <a:lnTo>
                    <a:pt x="15582" y="10705"/>
                  </a:lnTo>
                  <a:lnTo>
                    <a:pt x="21124" y="10135"/>
                  </a:lnTo>
                  <a:lnTo>
                    <a:pt x="29422" y="5828"/>
                  </a:lnTo>
                  <a:lnTo>
                    <a:pt x="31227" y="2819"/>
                  </a:lnTo>
                  <a:lnTo>
                    <a:pt x="31385" y="444"/>
                  </a:lnTo>
                  <a:lnTo>
                    <a:pt x="30657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1" name="Google Shape;6421;p43"/>
            <p:cNvSpPr/>
            <p:nvPr/>
          </p:nvSpPr>
          <p:spPr>
            <a:xfrm>
              <a:off x="2461419" y="3518056"/>
              <a:ext cx="1040378" cy="393946"/>
            </a:xfrm>
            <a:custGeom>
              <a:rect b="b" l="l" r="r" t="t"/>
              <a:pathLst>
                <a:path extrusionOk="0" h="11908" w="31448">
                  <a:moveTo>
                    <a:pt x="0" y="0"/>
                  </a:moveTo>
                  <a:lnTo>
                    <a:pt x="0" y="2787"/>
                  </a:lnTo>
                  <a:cubicBezTo>
                    <a:pt x="0" y="5131"/>
                    <a:pt x="1552" y="7474"/>
                    <a:pt x="4656" y="9279"/>
                  </a:cubicBezTo>
                  <a:cubicBezTo>
                    <a:pt x="4846" y="9374"/>
                    <a:pt x="5036" y="9469"/>
                    <a:pt x="5226" y="9564"/>
                  </a:cubicBezTo>
                  <a:cubicBezTo>
                    <a:pt x="5289" y="9628"/>
                    <a:pt x="5352" y="9659"/>
                    <a:pt x="5416" y="9691"/>
                  </a:cubicBezTo>
                  <a:cubicBezTo>
                    <a:pt x="5542" y="9754"/>
                    <a:pt x="5669" y="9818"/>
                    <a:pt x="5796" y="9881"/>
                  </a:cubicBezTo>
                  <a:cubicBezTo>
                    <a:pt x="5891" y="9913"/>
                    <a:pt x="5954" y="9944"/>
                    <a:pt x="6049" y="9976"/>
                  </a:cubicBezTo>
                  <a:cubicBezTo>
                    <a:pt x="6144" y="10039"/>
                    <a:pt x="6271" y="10103"/>
                    <a:pt x="6397" y="10134"/>
                  </a:cubicBezTo>
                  <a:lnTo>
                    <a:pt x="6651" y="10261"/>
                  </a:lnTo>
                  <a:cubicBezTo>
                    <a:pt x="6746" y="10293"/>
                    <a:pt x="6841" y="10324"/>
                    <a:pt x="6904" y="10356"/>
                  </a:cubicBezTo>
                  <a:cubicBezTo>
                    <a:pt x="6936" y="10356"/>
                    <a:pt x="6968" y="10356"/>
                    <a:pt x="6999" y="10388"/>
                  </a:cubicBezTo>
                  <a:cubicBezTo>
                    <a:pt x="7253" y="10483"/>
                    <a:pt x="7538" y="10578"/>
                    <a:pt x="7823" y="10673"/>
                  </a:cubicBezTo>
                  <a:cubicBezTo>
                    <a:pt x="7854" y="10704"/>
                    <a:pt x="7918" y="10704"/>
                    <a:pt x="7949" y="10736"/>
                  </a:cubicBezTo>
                  <a:cubicBezTo>
                    <a:pt x="8203" y="10799"/>
                    <a:pt x="8456" y="10894"/>
                    <a:pt x="8709" y="10958"/>
                  </a:cubicBezTo>
                  <a:cubicBezTo>
                    <a:pt x="8741" y="10958"/>
                    <a:pt x="8773" y="10989"/>
                    <a:pt x="8836" y="10989"/>
                  </a:cubicBezTo>
                  <a:cubicBezTo>
                    <a:pt x="8868" y="11021"/>
                    <a:pt x="8931" y="11021"/>
                    <a:pt x="8963" y="11053"/>
                  </a:cubicBezTo>
                  <a:cubicBezTo>
                    <a:pt x="9121" y="11084"/>
                    <a:pt x="9279" y="11116"/>
                    <a:pt x="9438" y="11179"/>
                  </a:cubicBezTo>
                  <a:cubicBezTo>
                    <a:pt x="9533" y="11179"/>
                    <a:pt x="9628" y="11211"/>
                    <a:pt x="9723" y="11243"/>
                  </a:cubicBezTo>
                  <a:cubicBezTo>
                    <a:pt x="9913" y="11274"/>
                    <a:pt x="10071" y="11306"/>
                    <a:pt x="10261" y="11369"/>
                  </a:cubicBezTo>
                  <a:cubicBezTo>
                    <a:pt x="10324" y="11369"/>
                    <a:pt x="10388" y="11401"/>
                    <a:pt x="10451" y="11401"/>
                  </a:cubicBezTo>
                  <a:lnTo>
                    <a:pt x="10514" y="11401"/>
                  </a:lnTo>
                  <a:cubicBezTo>
                    <a:pt x="10673" y="11433"/>
                    <a:pt x="10831" y="11464"/>
                    <a:pt x="10989" y="11496"/>
                  </a:cubicBezTo>
                  <a:lnTo>
                    <a:pt x="11274" y="11559"/>
                  </a:lnTo>
                  <a:cubicBezTo>
                    <a:pt x="11496" y="11591"/>
                    <a:pt x="11686" y="11623"/>
                    <a:pt x="11908" y="11654"/>
                  </a:cubicBezTo>
                  <a:lnTo>
                    <a:pt x="12035" y="11654"/>
                  </a:lnTo>
                  <a:cubicBezTo>
                    <a:pt x="12288" y="11718"/>
                    <a:pt x="12510" y="11749"/>
                    <a:pt x="12763" y="11749"/>
                  </a:cubicBezTo>
                  <a:cubicBezTo>
                    <a:pt x="12826" y="11781"/>
                    <a:pt x="12890" y="11781"/>
                    <a:pt x="12953" y="11781"/>
                  </a:cubicBezTo>
                  <a:cubicBezTo>
                    <a:pt x="13143" y="11813"/>
                    <a:pt x="13333" y="11813"/>
                    <a:pt x="13523" y="11845"/>
                  </a:cubicBezTo>
                  <a:lnTo>
                    <a:pt x="13808" y="11845"/>
                  </a:lnTo>
                  <a:cubicBezTo>
                    <a:pt x="13966" y="11876"/>
                    <a:pt x="14125" y="11876"/>
                    <a:pt x="14283" y="11876"/>
                  </a:cubicBezTo>
                  <a:cubicBezTo>
                    <a:pt x="14410" y="11876"/>
                    <a:pt x="14505" y="11908"/>
                    <a:pt x="14600" y="11908"/>
                  </a:cubicBezTo>
                  <a:lnTo>
                    <a:pt x="16912" y="11908"/>
                  </a:lnTo>
                  <a:cubicBezTo>
                    <a:pt x="17102" y="11876"/>
                    <a:pt x="17260" y="11876"/>
                    <a:pt x="17450" y="11876"/>
                  </a:cubicBezTo>
                  <a:lnTo>
                    <a:pt x="17767" y="11845"/>
                  </a:lnTo>
                  <a:cubicBezTo>
                    <a:pt x="17925" y="11845"/>
                    <a:pt x="18115" y="11813"/>
                    <a:pt x="18273" y="11813"/>
                  </a:cubicBezTo>
                  <a:cubicBezTo>
                    <a:pt x="18337" y="11781"/>
                    <a:pt x="18400" y="11781"/>
                    <a:pt x="18463" y="11781"/>
                  </a:cubicBezTo>
                  <a:lnTo>
                    <a:pt x="18558" y="11781"/>
                  </a:lnTo>
                  <a:cubicBezTo>
                    <a:pt x="18843" y="11749"/>
                    <a:pt x="19097" y="11718"/>
                    <a:pt x="19350" y="11686"/>
                  </a:cubicBezTo>
                  <a:cubicBezTo>
                    <a:pt x="19413" y="11654"/>
                    <a:pt x="19445" y="11654"/>
                    <a:pt x="19477" y="11654"/>
                  </a:cubicBezTo>
                  <a:cubicBezTo>
                    <a:pt x="19793" y="11623"/>
                    <a:pt x="20078" y="11559"/>
                    <a:pt x="20364" y="11528"/>
                  </a:cubicBezTo>
                  <a:lnTo>
                    <a:pt x="20459" y="11496"/>
                  </a:lnTo>
                  <a:cubicBezTo>
                    <a:pt x="20522" y="11496"/>
                    <a:pt x="20617" y="11464"/>
                    <a:pt x="20680" y="11464"/>
                  </a:cubicBezTo>
                  <a:cubicBezTo>
                    <a:pt x="20839" y="11433"/>
                    <a:pt x="20965" y="11401"/>
                    <a:pt x="21092" y="11369"/>
                  </a:cubicBezTo>
                  <a:cubicBezTo>
                    <a:pt x="21219" y="11369"/>
                    <a:pt x="21314" y="11338"/>
                    <a:pt x="21440" y="11306"/>
                  </a:cubicBezTo>
                  <a:cubicBezTo>
                    <a:pt x="21567" y="11274"/>
                    <a:pt x="21694" y="11243"/>
                    <a:pt x="21820" y="11211"/>
                  </a:cubicBezTo>
                  <a:lnTo>
                    <a:pt x="22169" y="11148"/>
                  </a:lnTo>
                  <a:cubicBezTo>
                    <a:pt x="22295" y="11116"/>
                    <a:pt x="22422" y="11053"/>
                    <a:pt x="22549" y="11021"/>
                  </a:cubicBezTo>
                  <a:cubicBezTo>
                    <a:pt x="22675" y="10989"/>
                    <a:pt x="22770" y="10958"/>
                    <a:pt x="22897" y="10926"/>
                  </a:cubicBezTo>
                  <a:cubicBezTo>
                    <a:pt x="23024" y="10894"/>
                    <a:pt x="23150" y="10863"/>
                    <a:pt x="23277" y="10831"/>
                  </a:cubicBezTo>
                  <a:cubicBezTo>
                    <a:pt x="23309" y="10799"/>
                    <a:pt x="23372" y="10799"/>
                    <a:pt x="23435" y="10768"/>
                  </a:cubicBezTo>
                  <a:cubicBezTo>
                    <a:pt x="23467" y="10768"/>
                    <a:pt x="23499" y="10736"/>
                    <a:pt x="23562" y="10736"/>
                  </a:cubicBezTo>
                  <a:cubicBezTo>
                    <a:pt x="23784" y="10641"/>
                    <a:pt x="24005" y="10578"/>
                    <a:pt x="24227" y="10483"/>
                  </a:cubicBezTo>
                  <a:cubicBezTo>
                    <a:pt x="24290" y="10483"/>
                    <a:pt x="24322" y="10451"/>
                    <a:pt x="24385" y="10451"/>
                  </a:cubicBezTo>
                  <a:cubicBezTo>
                    <a:pt x="24639" y="10324"/>
                    <a:pt x="24892" y="10229"/>
                    <a:pt x="25146" y="10103"/>
                  </a:cubicBezTo>
                  <a:cubicBezTo>
                    <a:pt x="25241" y="10071"/>
                    <a:pt x="25304" y="10071"/>
                    <a:pt x="25367" y="10039"/>
                  </a:cubicBezTo>
                  <a:cubicBezTo>
                    <a:pt x="25557" y="9944"/>
                    <a:pt x="25747" y="9849"/>
                    <a:pt x="25937" y="9754"/>
                  </a:cubicBezTo>
                  <a:lnTo>
                    <a:pt x="26159" y="9659"/>
                  </a:lnTo>
                  <a:cubicBezTo>
                    <a:pt x="26412" y="9533"/>
                    <a:pt x="26634" y="9406"/>
                    <a:pt x="26887" y="9248"/>
                  </a:cubicBezTo>
                  <a:cubicBezTo>
                    <a:pt x="26951" y="9216"/>
                    <a:pt x="27014" y="9184"/>
                    <a:pt x="27077" y="9153"/>
                  </a:cubicBezTo>
                  <a:cubicBezTo>
                    <a:pt x="27141" y="9089"/>
                    <a:pt x="27172" y="9058"/>
                    <a:pt x="27236" y="9026"/>
                  </a:cubicBezTo>
                  <a:cubicBezTo>
                    <a:pt x="27331" y="8963"/>
                    <a:pt x="27426" y="8899"/>
                    <a:pt x="27521" y="8836"/>
                  </a:cubicBezTo>
                  <a:cubicBezTo>
                    <a:pt x="27616" y="8804"/>
                    <a:pt x="27711" y="8741"/>
                    <a:pt x="27774" y="8678"/>
                  </a:cubicBezTo>
                  <a:cubicBezTo>
                    <a:pt x="27869" y="8614"/>
                    <a:pt x="27964" y="8551"/>
                    <a:pt x="28059" y="8488"/>
                  </a:cubicBezTo>
                  <a:cubicBezTo>
                    <a:pt x="28122" y="8424"/>
                    <a:pt x="28217" y="8361"/>
                    <a:pt x="28281" y="8329"/>
                  </a:cubicBezTo>
                  <a:cubicBezTo>
                    <a:pt x="28376" y="8266"/>
                    <a:pt x="28439" y="8171"/>
                    <a:pt x="28534" y="8108"/>
                  </a:cubicBezTo>
                  <a:cubicBezTo>
                    <a:pt x="28597" y="8076"/>
                    <a:pt x="28661" y="8013"/>
                    <a:pt x="28756" y="7949"/>
                  </a:cubicBezTo>
                  <a:cubicBezTo>
                    <a:pt x="28819" y="7886"/>
                    <a:pt x="28882" y="7823"/>
                    <a:pt x="28978" y="7728"/>
                  </a:cubicBezTo>
                  <a:lnTo>
                    <a:pt x="29073" y="7664"/>
                  </a:lnTo>
                  <a:lnTo>
                    <a:pt x="29136" y="7569"/>
                  </a:lnTo>
                  <a:cubicBezTo>
                    <a:pt x="29263" y="7474"/>
                    <a:pt x="29389" y="7348"/>
                    <a:pt x="29484" y="7221"/>
                  </a:cubicBezTo>
                  <a:cubicBezTo>
                    <a:pt x="29548" y="7189"/>
                    <a:pt x="29579" y="7158"/>
                    <a:pt x="29611" y="7094"/>
                  </a:cubicBezTo>
                  <a:cubicBezTo>
                    <a:pt x="29769" y="6967"/>
                    <a:pt x="29896" y="6809"/>
                    <a:pt x="30023" y="6619"/>
                  </a:cubicBezTo>
                  <a:cubicBezTo>
                    <a:pt x="30054" y="6587"/>
                    <a:pt x="30086" y="6524"/>
                    <a:pt x="30118" y="6492"/>
                  </a:cubicBezTo>
                  <a:cubicBezTo>
                    <a:pt x="30181" y="6397"/>
                    <a:pt x="30276" y="6302"/>
                    <a:pt x="30339" y="6207"/>
                  </a:cubicBezTo>
                  <a:cubicBezTo>
                    <a:pt x="30371" y="6144"/>
                    <a:pt x="30403" y="6081"/>
                    <a:pt x="30466" y="6017"/>
                  </a:cubicBezTo>
                  <a:cubicBezTo>
                    <a:pt x="30529" y="5922"/>
                    <a:pt x="30561" y="5859"/>
                    <a:pt x="30624" y="5764"/>
                  </a:cubicBezTo>
                  <a:cubicBezTo>
                    <a:pt x="30656" y="5732"/>
                    <a:pt x="30656" y="5701"/>
                    <a:pt x="30688" y="5669"/>
                  </a:cubicBezTo>
                  <a:cubicBezTo>
                    <a:pt x="30688" y="5637"/>
                    <a:pt x="30719" y="5606"/>
                    <a:pt x="30719" y="5574"/>
                  </a:cubicBezTo>
                  <a:cubicBezTo>
                    <a:pt x="30783" y="5479"/>
                    <a:pt x="30814" y="5416"/>
                    <a:pt x="30846" y="5321"/>
                  </a:cubicBezTo>
                  <a:cubicBezTo>
                    <a:pt x="30878" y="5257"/>
                    <a:pt x="30909" y="5194"/>
                    <a:pt x="30941" y="5131"/>
                  </a:cubicBezTo>
                  <a:cubicBezTo>
                    <a:pt x="30973" y="5036"/>
                    <a:pt x="31004" y="4972"/>
                    <a:pt x="31036" y="4877"/>
                  </a:cubicBezTo>
                  <a:cubicBezTo>
                    <a:pt x="31068" y="4846"/>
                    <a:pt x="31068" y="4814"/>
                    <a:pt x="31099" y="4782"/>
                  </a:cubicBezTo>
                  <a:cubicBezTo>
                    <a:pt x="31099" y="4751"/>
                    <a:pt x="31099" y="4719"/>
                    <a:pt x="31131" y="4687"/>
                  </a:cubicBezTo>
                  <a:cubicBezTo>
                    <a:pt x="31163" y="4624"/>
                    <a:pt x="31163" y="4529"/>
                    <a:pt x="31194" y="4466"/>
                  </a:cubicBezTo>
                  <a:cubicBezTo>
                    <a:pt x="31226" y="4402"/>
                    <a:pt x="31226" y="4307"/>
                    <a:pt x="31258" y="4244"/>
                  </a:cubicBezTo>
                  <a:cubicBezTo>
                    <a:pt x="31289" y="4181"/>
                    <a:pt x="31289" y="4086"/>
                    <a:pt x="31321" y="4022"/>
                  </a:cubicBezTo>
                  <a:cubicBezTo>
                    <a:pt x="31321" y="3991"/>
                    <a:pt x="31321" y="3927"/>
                    <a:pt x="31353" y="3896"/>
                  </a:cubicBezTo>
                  <a:lnTo>
                    <a:pt x="31353" y="3801"/>
                  </a:lnTo>
                  <a:lnTo>
                    <a:pt x="31384" y="3579"/>
                  </a:lnTo>
                  <a:cubicBezTo>
                    <a:pt x="31416" y="3516"/>
                    <a:pt x="31416" y="3452"/>
                    <a:pt x="31416" y="3357"/>
                  </a:cubicBezTo>
                  <a:cubicBezTo>
                    <a:pt x="31416" y="3294"/>
                    <a:pt x="31416" y="3199"/>
                    <a:pt x="31448" y="3136"/>
                  </a:cubicBezTo>
                  <a:cubicBezTo>
                    <a:pt x="31448" y="3072"/>
                    <a:pt x="31448" y="3041"/>
                    <a:pt x="31448" y="3009"/>
                  </a:cubicBezTo>
                  <a:cubicBezTo>
                    <a:pt x="31448" y="2946"/>
                    <a:pt x="31448" y="2914"/>
                    <a:pt x="31448" y="2851"/>
                  </a:cubicBezTo>
                  <a:lnTo>
                    <a:pt x="31448" y="349"/>
                  </a:lnTo>
                  <a:cubicBezTo>
                    <a:pt x="31448" y="444"/>
                    <a:pt x="31448" y="507"/>
                    <a:pt x="31416" y="602"/>
                  </a:cubicBezTo>
                  <a:cubicBezTo>
                    <a:pt x="31416" y="665"/>
                    <a:pt x="31416" y="729"/>
                    <a:pt x="31416" y="792"/>
                  </a:cubicBezTo>
                  <a:cubicBezTo>
                    <a:pt x="31384" y="887"/>
                    <a:pt x="31384" y="982"/>
                    <a:pt x="31353" y="1045"/>
                  </a:cubicBezTo>
                  <a:cubicBezTo>
                    <a:pt x="31353" y="1109"/>
                    <a:pt x="31353" y="1204"/>
                    <a:pt x="31321" y="1267"/>
                  </a:cubicBezTo>
                  <a:cubicBezTo>
                    <a:pt x="31321" y="1330"/>
                    <a:pt x="31289" y="1425"/>
                    <a:pt x="31258" y="1489"/>
                  </a:cubicBezTo>
                  <a:cubicBezTo>
                    <a:pt x="31258" y="1552"/>
                    <a:pt x="31226" y="1615"/>
                    <a:pt x="31194" y="1679"/>
                  </a:cubicBezTo>
                  <a:cubicBezTo>
                    <a:pt x="31194" y="1774"/>
                    <a:pt x="31163" y="1837"/>
                    <a:pt x="31131" y="1932"/>
                  </a:cubicBezTo>
                  <a:cubicBezTo>
                    <a:pt x="31099" y="1995"/>
                    <a:pt x="31099" y="2059"/>
                    <a:pt x="31068" y="2122"/>
                  </a:cubicBezTo>
                  <a:cubicBezTo>
                    <a:pt x="31036" y="2217"/>
                    <a:pt x="31004" y="2280"/>
                    <a:pt x="30973" y="2376"/>
                  </a:cubicBezTo>
                  <a:cubicBezTo>
                    <a:pt x="30941" y="2439"/>
                    <a:pt x="30909" y="2502"/>
                    <a:pt x="30878" y="2566"/>
                  </a:cubicBezTo>
                  <a:cubicBezTo>
                    <a:pt x="30814" y="2629"/>
                    <a:pt x="30783" y="2724"/>
                    <a:pt x="30751" y="2787"/>
                  </a:cubicBezTo>
                  <a:lnTo>
                    <a:pt x="30624" y="2977"/>
                  </a:lnTo>
                  <a:cubicBezTo>
                    <a:pt x="30593" y="3072"/>
                    <a:pt x="30529" y="3167"/>
                    <a:pt x="30466" y="3262"/>
                  </a:cubicBezTo>
                  <a:cubicBezTo>
                    <a:pt x="30434" y="3326"/>
                    <a:pt x="30403" y="3389"/>
                    <a:pt x="30339" y="3421"/>
                  </a:cubicBezTo>
                  <a:cubicBezTo>
                    <a:pt x="30276" y="3547"/>
                    <a:pt x="30213" y="3642"/>
                    <a:pt x="30118" y="3737"/>
                  </a:cubicBezTo>
                  <a:cubicBezTo>
                    <a:pt x="30086" y="3769"/>
                    <a:pt x="30054" y="3832"/>
                    <a:pt x="30023" y="3864"/>
                  </a:cubicBezTo>
                  <a:cubicBezTo>
                    <a:pt x="29896" y="4022"/>
                    <a:pt x="29769" y="4181"/>
                    <a:pt x="29611" y="4339"/>
                  </a:cubicBezTo>
                  <a:cubicBezTo>
                    <a:pt x="29579" y="4371"/>
                    <a:pt x="29548" y="4434"/>
                    <a:pt x="29516" y="4466"/>
                  </a:cubicBezTo>
                  <a:cubicBezTo>
                    <a:pt x="29389" y="4592"/>
                    <a:pt x="29263" y="4687"/>
                    <a:pt x="29168" y="4814"/>
                  </a:cubicBezTo>
                  <a:cubicBezTo>
                    <a:pt x="29104" y="4877"/>
                    <a:pt x="29041" y="4909"/>
                    <a:pt x="28978" y="4972"/>
                  </a:cubicBezTo>
                  <a:cubicBezTo>
                    <a:pt x="28914" y="5036"/>
                    <a:pt x="28819" y="5099"/>
                    <a:pt x="28756" y="5162"/>
                  </a:cubicBezTo>
                  <a:cubicBezTo>
                    <a:pt x="28692" y="5226"/>
                    <a:pt x="28629" y="5289"/>
                    <a:pt x="28534" y="5352"/>
                  </a:cubicBezTo>
                  <a:cubicBezTo>
                    <a:pt x="28471" y="5416"/>
                    <a:pt x="28376" y="5479"/>
                    <a:pt x="28281" y="5542"/>
                  </a:cubicBezTo>
                  <a:cubicBezTo>
                    <a:pt x="28217" y="5606"/>
                    <a:pt x="28154" y="5669"/>
                    <a:pt x="28059" y="5732"/>
                  </a:cubicBezTo>
                  <a:cubicBezTo>
                    <a:pt x="27964" y="5796"/>
                    <a:pt x="27901" y="5859"/>
                    <a:pt x="27806" y="5922"/>
                  </a:cubicBezTo>
                  <a:cubicBezTo>
                    <a:pt x="27711" y="5954"/>
                    <a:pt x="27647" y="6017"/>
                    <a:pt x="27552" y="6081"/>
                  </a:cubicBezTo>
                  <a:cubicBezTo>
                    <a:pt x="27457" y="6144"/>
                    <a:pt x="27362" y="6207"/>
                    <a:pt x="27267" y="6271"/>
                  </a:cubicBezTo>
                  <a:cubicBezTo>
                    <a:pt x="27141" y="6334"/>
                    <a:pt x="27014" y="6397"/>
                    <a:pt x="26887" y="6492"/>
                  </a:cubicBezTo>
                  <a:cubicBezTo>
                    <a:pt x="26666" y="6619"/>
                    <a:pt x="26412" y="6746"/>
                    <a:pt x="26159" y="6872"/>
                  </a:cubicBezTo>
                  <a:lnTo>
                    <a:pt x="25969" y="6967"/>
                  </a:lnTo>
                  <a:cubicBezTo>
                    <a:pt x="25779" y="7062"/>
                    <a:pt x="25589" y="7158"/>
                    <a:pt x="25367" y="7253"/>
                  </a:cubicBezTo>
                  <a:cubicBezTo>
                    <a:pt x="25304" y="7284"/>
                    <a:pt x="25241" y="7316"/>
                    <a:pt x="25177" y="7348"/>
                  </a:cubicBezTo>
                  <a:cubicBezTo>
                    <a:pt x="24924" y="7474"/>
                    <a:pt x="24671" y="7569"/>
                    <a:pt x="24385" y="7664"/>
                  </a:cubicBezTo>
                  <a:cubicBezTo>
                    <a:pt x="24354" y="7696"/>
                    <a:pt x="24290" y="7696"/>
                    <a:pt x="24259" y="7728"/>
                  </a:cubicBezTo>
                  <a:cubicBezTo>
                    <a:pt x="24037" y="7791"/>
                    <a:pt x="23784" y="7886"/>
                    <a:pt x="23562" y="7949"/>
                  </a:cubicBezTo>
                  <a:cubicBezTo>
                    <a:pt x="23467" y="7981"/>
                    <a:pt x="23372" y="8013"/>
                    <a:pt x="23277" y="8044"/>
                  </a:cubicBezTo>
                  <a:cubicBezTo>
                    <a:pt x="23150" y="8076"/>
                    <a:pt x="23024" y="8139"/>
                    <a:pt x="22897" y="8171"/>
                  </a:cubicBezTo>
                  <a:cubicBezTo>
                    <a:pt x="22802" y="8203"/>
                    <a:pt x="22675" y="8234"/>
                    <a:pt x="22580" y="8266"/>
                  </a:cubicBezTo>
                  <a:cubicBezTo>
                    <a:pt x="22454" y="8298"/>
                    <a:pt x="22295" y="8329"/>
                    <a:pt x="22169" y="8361"/>
                  </a:cubicBezTo>
                  <a:lnTo>
                    <a:pt x="21852" y="8456"/>
                  </a:lnTo>
                  <a:cubicBezTo>
                    <a:pt x="21725" y="8488"/>
                    <a:pt x="21567" y="8519"/>
                    <a:pt x="21440" y="8551"/>
                  </a:cubicBezTo>
                  <a:lnTo>
                    <a:pt x="21124" y="8614"/>
                  </a:lnTo>
                  <a:cubicBezTo>
                    <a:pt x="20965" y="8646"/>
                    <a:pt x="20839" y="8646"/>
                    <a:pt x="20712" y="8678"/>
                  </a:cubicBezTo>
                  <a:cubicBezTo>
                    <a:pt x="20585" y="8709"/>
                    <a:pt x="20490" y="8709"/>
                    <a:pt x="20395" y="8741"/>
                  </a:cubicBezTo>
                  <a:cubicBezTo>
                    <a:pt x="20078" y="8804"/>
                    <a:pt x="19793" y="8836"/>
                    <a:pt x="19508" y="8899"/>
                  </a:cubicBezTo>
                  <a:lnTo>
                    <a:pt x="19382" y="8899"/>
                  </a:lnTo>
                  <a:cubicBezTo>
                    <a:pt x="19097" y="8931"/>
                    <a:pt x="18843" y="8963"/>
                    <a:pt x="18590" y="8994"/>
                  </a:cubicBezTo>
                  <a:cubicBezTo>
                    <a:pt x="18495" y="8994"/>
                    <a:pt x="18368" y="9026"/>
                    <a:pt x="18273" y="9026"/>
                  </a:cubicBezTo>
                  <a:cubicBezTo>
                    <a:pt x="18115" y="9058"/>
                    <a:pt x="17957" y="9058"/>
                    <a:pt x="17767" y="9058"/>
                  </a:cubicBezTo>
                  <a:lnTo>
                    <a:pt x="17450" y="9089"/>
                  </a:lnTo>
                  <a:cubicBezTo>
                    <a:pt x="17292" y="9121"/>
                    <a:pt x="17102" y="9121"/>
                    <a:pt x="16943" y="9121"/>
                  </a:cubicBezTo>
                  <a:lnTo>
                    <a:pt x="16627" y="9121"/>
                  </a:lnTo>
                  <a:cubicBezTo>
                    <a:pt x="16468" y="9153"/>
                    <a:pt x="16342" y="9153"/>
                    <a:pt x="16183" y="9153"/>
                  </a:cubicBezTo>
                  <a:lnTo>
                    <a:pt x="15075" y="9153"/>
                  </a:lnTo>
                  <a:cubicBezTo>
                    <a:pt x="14916" y="9121"/>
                    <a:pt x="14758" y="9121"/>
                    <a:pt x="14631" y="9121"/>
                  </a:cubicBezTo>
                  <a:lnTo>
                    <a:pt x="14315" y="9121"/>
                  </a:lnTo>
                  <a:cubicBezTo>
                    <a:pt x="14156" y="9089"/>
                    <a:pt x="13966" y="9089"/>
                    <a:pt x="13808" y="9089"/>
                  </a:cubicBezTo>
                  <a:cubicBezTo>
                    <a:pt x="13713" y="9058"/>
                    <a:pt x="13618" y="9058"/>
                    <a:pt x="13523" y="9058"/>
                  </a:cubicBezTo>
                  <a:cubicBezTo>
                    <a:pt x="13333" y="9058"/>
                    <a:pt x="13143" y="9026"/>
                    <a:pt x="12953" y="8994"/>
                  </a:cubicBezTo>
                  <a:lnTo>
                    <a:pt x="12795" y="8994"/>
                  </a:lnTo>
                  <a:cubicBezTo>
                    <a:pt x="12541" y="8963"/>
                    <a:pt x="12288" y="8931"/>
                    <a:pt x="12035" y="8899"/>
                  </a:cubicBezTo>
                  <a:cubicBezTo>
                    <a:pt x="12003" y="8899"/>
                    <a:pt x="11940" y="8868"/>
                    <a:pt x="11908" y="8868"/>
                  </a:cubicBezTo>
                  <a:cubicBezTo>
                    <a:pt x="11686" y="8836"/>
                    <a:pt x="11496" y="8804"/>
                    <a:pt x="11274" y="8773"/>
                  </a:cubicBezTo>
                  <a:cubicBezTo>
                    <a:pt x="11179" y="8773"/>
                    <a:pt x="11084" y="8741"/>
                    <a:pt x="10989" y="8709"/>
                  </a:cubicBezTo>
                  <a:cubicBezTo>
                    <a:pt x="10831" y="8709"/>
                    <a:pt x="10673" y="8678"/>
                    <a:pt x="10514" y="8646"/>
                  </a:cubicBezTo>
                  <a:cubicBezTo>
                    <a:pt x="10419" y="8614"/>
                    <a:pt x="10356" y="8614"/>
                    <a:pt x="10261" y="8583"/>
                  </a:cubicBezTo>
                  <a:cubicBezTo>
                    <a:pt x="10103" y="8551"/>
                    <a:pt x="9913" y="8488"/>
                    <a:pt x="9723" y="8456"/>
                  </a:cubicBezTo>
                  <a:cubicBezTo>
                    <a:pt x="9628" y="8424"/>
                    <a:pt x="9533" y="8424"/>
                    <a:pt x="9438" y="8393"/>
                  </a:cubicBezTo>
                  <a:cubicBezTo>
                    <a:pt x="9279" y="8361"/>
                    <a:pt x="9121" y="8298"/>
                    <a:pt x="8963" y="8266"/>
                  </a:cubicBezTo>
                  <a:cubicBezTo>
                    <a:pt x="8868" y="8234"/>
                    <a:pt x="8773" y="8203"/>
                    <a:pt x="8709" y="8171"/>
                  </a:cubicBezTo>
                  <a:cubicBezTo>
                    <a:pt x="8456" y="8108"/>
                    <a:pt x="8203" y="8044"/>
                    <a:pt x="7949" y="7949"/>
                  </a:cubicBezTo>
                  <a:cubicBezTo>
                    <a:pt x="7918" y="7949"/>
                    <a:pt x="7854" y="7918"/>
                    <a:pt x="7823" y="7918"/>
                  </a:cubicBezTo>
                  <a:cubicBezTo>
                    <a:pt x="7538" y="7823"/>
                    <a:pt x="7253" y="7728"/>
                    <a:pt x="6999" y="7601"/>
                  </a:cubicBezTo>
                  <a:cubicBezTo>
                    <a:pt x="6872" y="7569"/>
                    <a:pt x="6777" y="7506"/>
                    <a:pt x="6651" y="7474"/>
                  </a:cubicBezTo>
                  <a:lnTo>
                    <a:pt x="6397" y="7379"/>
                  </a:lnTo>
                  <a:cubicBezTo>
                    <a:pt x="6271" y="7316"/>
                    <a:pt x="6144" y="7253"/>
                    <a:pt x="6017" y="7221"/>
                  </a:cubicBezTo>
                  <a:cubicBezTo>
                    <a:pt x="5954" y="7158"/>
                    <a:pt x="5859" y="7126"/>
                    <a:pt x="5796" y="7094"/>
                  </a:cubicBezTo>
                  <a:cubicBezTo>
                    <a:pt x="5669" y="7031"/>
                    <a:pt x="5542" y="6967"/>
                    <a:pt x="5416" y="6904"/>
                  </a:cubicBezTo>
                  <a:cubicBezTo>
                    <a:pt x="5352" y="6872"/>
                    <a:pt x="5257" y="6841"/>
                    <a:pt x="5194" y="6809"/>
                  </a:cubicBezTo>
                  <a:cubicBezTo>
                    <a:pt x="5004" y="6682"/>
                    <a:pt x="4814" y="6587"/>
                    <a:pt x="4656" y="6492"/>
                  </a:cubicBezTo>
                  <a:cubicBezTo>
                    <a:pt x="1552" y="4687"/>
                    <a:pt x="0" y="2344"/>
                    <a:pt x="0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2" name="Google Shape;6422;p43"/>
            <p:cNvSpPr/>
            <p:nvPr/>
          </p:nvSpPr>
          <p:spPr>
            <a:xfrm>
              <a:off x="2461419" y="3518056"/>
              <a:ext cx="1040378" cy="393946"/>
            </a:xfrm>
            <a:custGeom>
              <a:rect b="b" l="l" r="r" t="t"/>
              <a:pathLst>
                <a:path extrusionOk="0" h="11908" w="31448">
                  <a:moveTo>
                    <a:pt x="0" y="0"/>
                  </a:moveTo>
                  <a:lnTo>
                    <a:pt x="0" y="2787"/>
                  </a:lnTo>
                  <a:cubicBezTo>
                    <a:pt x="0" y="5131"/>
                    <a:pt x="1552" y="7474"/>
                    <a:pt x="4656" y="9279"/>
                  </a:cubicBezTo>
                  <a:cubicBezTo>
                    <a:pt x="4846" y="9374"/>
                    <a:pt x="5036" y="9469"/>
                    <a:pt x="5226" y="9564"/>
                  </a:cubicBezTo>
                  <a:cubicBezTo>
                    <a:pt x="5289" y="9628"/>
                    <a:pt x="5352" y="9659"/>
                    <a:pt x="5416" y="9691"/>
                  </a:cubicBezTo>
                  <a:cubicBezTo>
                    <a:pt x="5542" y="9754"/>
                    <a:pt x="5669" y="9818"/>
                    <a:pt x="5796" y="9881"/>
                  </a:cubicBezTo>
                  <a:cubicBezTo>
                    <a:pt x="5891" y="9913"/>
                    <a:pt x="5954" y="9944"/>
                    <a:pt x="6049" y="9976"/>
                  </a:cubicBezTo>
                  <a:cubicBezTo>
                    <a:pt x="6144" y="10039"/>
                    <a:pt x="6271" y="10103"/>
                    <a:pt x="6397" y="10134"/>
                  </a:cubicBezTo>
                  <a:lnTo>
                    <a:pt x="6651" y="10261"/>
                  </a:lnTo>
                  <a:cubicBezTo>
                    <a:pt x="6746" y="10293"/>
                    <a:pt x="6841" y="10324"/>
                    <a:pt x="6904" y="10356"/>
                  </a:cubicBezTo>
                  <a:cubicBezTo>
                    <a:pt x="6936" y="10356"/>
                    <a:pt x="6968" y="10356"/>
                    <a:pt x="6999" y="10388"/>
                  </a:cubicBezTo>
                  <a:cubicBezTo>
                    <a:pt x="7253" y="10483"/>
                    <a:pt x="7538" y="10578"/>
                    <a:pt x="7823" y="10673"/>
                  </a:cubicBezTo>
                  <a:cubicBezTo>
                    <a:pt x="7854" y="10704"/>
                    <a:pt x="7918" y="10704"/>
                    <a:pt x="7949" y="10736"/>
                  </a:cubicBezTo>
                  <a:cubicBezTo>
                    <a:pt x="8203" y="10799"/>
                    <a:pt x="8456" y="10894"/>
                    <a:pt x="8709" y="10958"/>
                  </a:cubicBezTo>
                  <a:cubicBezTo>
                    <a:pt x="8741" y="10958"/>
                    <a:pt x="8773" y="10989"/>
                    <a:pt x="8836" y="10989"/>
                  </a:cubicBezTo>
                  <a:cubicBezTo>
                    <a:pt x="8868" y="11021"/>
                    <a:pt x="8931" y="11021"/>
                    <a:pt x="8963" y="11053"/>
                  </a:cubicBezTo>
                  <a:cubicBezTo>
                    <a:pt x="9121" y="11084"/>
                    <a:pt x="9279" y="11116"/>
                    <a:pt x="9438" y="11179"/>
                  </a:cubicBezTo>
                  <a:cubicBezTo>
                    <a:pt x="9533" y="11179"/>
                    <a:pt x="9628" y="11211"/>
                    <a:pt x="9723" y="11243"/>
                  </a:cubicBezTo>
                  <a:cubicBezTo>
                    <a:pt x="9913" y="11274"/>
                    <a:pt x="10071" y="11306"/>
                    <a:pt x="10261" y="11369"/>
                  </a:cubicBezTo>
                  <a:cubicBezTo>
                    <a:pt x="10324" y="11369"/>
                    <a:pt x="10388" y="11401"/>
                    <a:pt x="10451" y="11401"/>
                  </a:cubicBezTo>
                  <a:lnTo>
                    <a:pt x="10514" y="11401"/>
                  </a:lnTo>
                  <a:cubicBezTo>
                    <a:pt x="10673" y="11433"/>
                    <a:pt x="10831" y="11464"/>
                    <a:pt x="10989" y="11496"/>
                  </a:cubicBezTo>
                  <a:lnTo>
                    <a:pt x="11274" y="11559"/>
                  </a:lnTo>
                  <a:cubicBezTo>
                    <a:pt x="11496" y="11591"/>
                    <a:pt x="11686" y="11623"/>
                    <a:pt x="11908" y="11654"/>
                  </a:cubicBezTo>
                  <a:lnTo>
                    <a:pt x="12035" y="11654"/>
                  </a:lnTo>
                  <a:cubicBezTo>
                    <a:pt x="12288" y="11718"/>
                    <a:pt x="12510" y="11749"/>
                    <a:pt x="12763" y="11749"/>
                  </a:cubicBezTo>
                  <a:cubicBezTo>
                    <a:pt x="12826" y="11781"/>
                    <a:pt x="12890" y="11781"/>
                    <a:pt x="12953" y="11781"/>
                  </a:cubicBezTo>
                  <a:cubicBezTo>
                    <a:pt x="13143" y="11813"/>
                    <a:pt x="13333" y="11813"/>
                    <a:pt x="13523" y="11845"/>
                  </a:cubicBezTo>
                  <a:lnTo>
                    <a:pt x="13808" y="11845"/>
                  </a:lnTo>
                  <a:cubicBezTo>
                    <a:pt x="13966" y="11876"/>
                    <a:pt x="14125" y="11876"/>
                    <a:pt x="14283" y="11876"/>
                  </a:cubicBezTo>
                  <a:cubicBezTo>
                    <a:pt x="14410" y="11876"/>
                    <a:pt x="14505" y="11908"/>
                    <a:pt x="14600" y="11908"/>
                  </a:cubicBezTo>
                  <a:lnTo>
                    <a:pt x="16912" y="11908"/>
                  </a:lnTo>
                  <a:cubicBezTo>
                    <a:pt x="17102" y="11876"/>
                    <a:pt x="17260" y="11876"/>
                    <a:pt x="17450" y="11876"/>
                  </a:cubicBezTo>
                  <a:lnTo>
                    <a:pt x="17767" y="11845"/>
                  </a:lnTo>
                  <a:cubicBezTo>
                    <a:pt x="17925" y="11845"/>
                    <a:pt x="18115" y="11813"/>
                    <a:pt x="18273" y="11813"/>
                  </a:cubicBezTo>
                  <a:cubicBezTo>
                    <a:pt x="18337" y="11781"/>
                    <a:pt x="18400" y="11781"/>
                    <a:pt x="18463" y="11781"/>
                  </a:cubicBezTo>
                  <a:lnTo>
                    <a:pt x="18558" y="11781"/>
                  </a:lnTo>
                  <a:cubicBezTo>
                    <a:pt x="18843" y="11749"/>
                    <a:pt x="19097" y="11718"/>
                    <a:pt x="19350" y="11686"/>
                  </a:cubicBezTo>
                  <a:cubicBezTo>
                    <a:pt x="19413" y="11654"/>
                    <a:pt x="19445" y="11654"/>
                    <a:pt x="19477" y="11654"/>
                  </a:cubicBezTo>
                  <a:cubicBezTo>
                    <a:pt x="19793" y="11623"/>
                    <a:pt x="20078" y="11559"/>
                    <a:pt x="20364" y="11528"/>
                  </a:cubicBezTo>
                  <a:lnTo>
                    <a:pt x="20459" y="11496"/>
                  </a:lnTo>
                  <a:cubicBezTo>
                    <a:pt x="20522" y="11496"/>
                    <a:pt x="20617" y="11464"/>
                    <a:pt x="20680" y="11464"/>
                  </a:cubicBezTo>
                  <a:cubicBezTo>
                    <a:pt x="20839" y="11433"/>
                    <a:pt x="20965" y="11401"/>
                    <a:pt x="21092" y="11369"/>
                  </a:cubicBezTo>
                  <a:cubicBezTo>
                    <a:pt x="21219" y="11369"/>
                    <a:pt x="21314" y="11338"/>
                    <a:pt x="21440" y="11306"/>
                  </a:cubicBezTo>
                  <a:cubicBezTo>
                    <a:pt x="21567" y="11274"/>
                    <a:pt x="21694" y="11243"/>
                    <a:pt x="21820" y="11211"/>
                  </a:cubicBezTo>
                  <a:lnTo>
                    <a:pt x="22169" y="11148"/>
                  </a:lnTo>
                  <a:cubicBezTo>
                    <a:pt x="22295" y="11116"/>
                    <a:pt x="22422" y="11053"/>
                    <a:pt x="22549" y="11021"/>
                  </a:cubicBezTo>
                  <a:cubicBezTo>
                    <a:pt x="22675" y="10989"/>
                    <a:pt x="22770" y="10958"/>
                    <a:pt x="22897" y="10926"/>
                  </a:cubicBezTo>
                  <a:cubicBezTo>
                    <a:pt x="23024" y="10894"/>
                    <a:pt x="23150" y="10863"/>
                    <a:pt x="23277" y="10831"/>
                  </a:cubicBezTo>
                  <a:cubicBezTo>
                    <a:pt x="23309" y="10799"/>
                    <a:pt x="23372" y="10799"/>
                    <a:pt x="23435" y="10768"/>
                  </a:cubicBezTo>
                  <a:cubicBezTo>
                    <a:pt x="23467" y="10768"/>
                    <a:pt x="23499" y="10736"/>
                    <a:pt x="23562" y="10736"/>
                  </a:cubicBezTo>
                  <a:cubicBezTo>
                    <a:pt x="23784" y="10641"/>
                    <a:pt x="24005" y="10578"/>
                    <a:pt x="24227" y="10483"/>
                  </a:cubicBezTo>
                  <a:cubicBezTo>
                    <a:pt x="24290" y="10483"/>
                    <a:pt x="24322" y="10451"/>
                    <a:pt x="24385" y="10451"/>
                  </a:cubicBezTo>
                  <a:cubicBezTo>
                    <a:pt x="24639" y="10324"/>
                    <a:pt x="24892" y="10229"/>
                    <a:pt x="25146" y="10103"/>
                  </a:cubicBezTo>
                  <a:cubicBezTo>
                    <a:pt x="25241" y="10071"/>
                    <a:pt x="25304" y="10071"/>
                    <a:pt x="25367" y="10039"/>
                  </a:cubicBezTo>
                  <a:cubicBezTo>
                    <a:pt x="25557" y="9944"/>
                    <a:pt x="25747" y="9849"/>
                    <a:pt x="25937" y="9754"/>
                  </a:cubicBezTo>
                  <a:lnTo>
                    <a:pt x="26159" y="9659"/>
                  </a:lnTo>
                  <a:cubicBezTo>
                    <a:pt x="26412" y="9533"/>
                    <a:pt x="26634" y="9406"/>
                    <a:pt x="26887" y="9248"/>
                  </a:cubicBezTo>
                  <a:cubicBezTo>
                    <a:pt x="26951" y="9216"/>
                    <a:pt x="27014" y="9184"/>
                    <a:pt x="27077" y="9153"/>
                  </a:cubicBezTo>
                  <a:cubicBezTo>
                    <a:pt x="27141" y="9089"/>
                    <a:pt x="27172" y="9058"/>
                    <a:pt x="27236" y="9026"/>
                  </a:cubicBezTo>
                  <a:cubicBezTo>
                    <a:pt x="27331" y="8963"/>
                    <a:pt x="27426" y="8899"/>
                    <a:pt x="27521" y="8836"/>
                  </a:cubicBezTo>
                  <a:cubicBezTo>
                    <a:pt x="27616" y="8804"/>
                    <a:pt x="27711" y="8741"/>
                    <a:pt x="27774" y="8678"/>
                  </a:cubicBezTo>
                  <a:cubicBezTo>
                    <a:pt x="27869" y="8614"/>
                    <a:pt x="27964" y="8551"/>
                    <a:pt x="28059" y="8488"/>
                  </a:cubicBezTo>
                  <a:cubicBezTo>
                    <a:pt x="28122" y="8424"/>
                    <a:pt x="28217" y="8361"/>
                    <a:pt x="28281" y="8329"/>
                  </a:cubicBezTo>
                  <a:cubicBezTo>
                    <a:pt x="28376" y="8266"/>
                    <a:pt x="28439" y="8171"/>
                    <a:pt x="28534" y="8108"/>
                  </a:cubicBezTo>
                  <a:cubicBezTo>
                    <a:pt x="28597" y="8076"/>
                    <a:pt x="28661" y="8013"/>
                    <a:pt x="28756" y="7949"/>
                  </a:cubicBezTo>
                  <a:cubicBezTo>
                    <a:pt x="28819" y="7886"/>
                    <a:pt x="28882" y="7823"/>
                    <a:pt x="28978" y="7728"/>
                  </a:cubicBezTo>
                  <a:lnTo>
                    <a:pt x="29073" y="7664"/>
                  </a:lnTo>
                  <a:lnTo>
                    <a:pt x="29136" y="7569"/>
                  </a:lnTo>
                  <a:cubicBezTo>
                    <a:pt x="29263" y="7474"/>
                    <a:pt x="29389" y="7348"/>
                    <a:pt x="29484" y="7221"/>
                  </a:cubicBezTo>
                  <a:cubicBezTo>
                    <a:pt x="29548" y="7189"/>
                    <a:pt x="29579" y="7158"/>
                    <a:pt x="29611" y="7094"/>
                  </a:cubicBezTo>
                  <a:cubicBezTo>
                    <a:pt x="29769" y="6967"/>
                    <a:pt x="29896" y="6809"/>
                    <a:pt x="30023" y="6619"/>
                  </a:cubicBezTo>
                  <a:cubicBezTo>
                    <a:pt x="30054" y="6587"/>
                    <a:pt x="30086" y="6524"/>
                    <a:pt x="30118" y="6492"/>
                  </a:cubicBezTo>
                  <a:cubicBezTo>
                    <a:pt x="30181" y="6397"/>
                    <a:pt x="30276" y="6302"/>
                    <a:pt x="30339" y="6207"/>
                  </a:cubicBezTo>
                  <a:cubicBezTo>
                    <a:pt x="30371" y="6144"/>
                    <a:pt x="30403" y="6081"/>
                    <a:pt x="30466" y="6017"/>
                  </a:cubicBezTo>
                  <a:cubicBezTo>
                    <a:pt x="30529" y="5922"/>
                    <a:pt x="30561" y="5859"/>
                    <a:pt x="30624" y="5764"/>
                  </a:cubicBezTo>
                  <a:cubicBezTo>
                    <a:pt x="30656" y="5732"/>
                    <a:pt x="30656" y="5701"/>
                    <a:pt x="30688" y="5669"/>
                  </a:cubicBezTo>
                  <a:cubicBezTo>
                    <a:pt x="30688" y="5637"/>
                    <a:pt x="30719" y="5606"/>
                    <a:pt x="30719" y="5574"/>
                  </a:cubicBezTo>
                  <a:cubicBezTo>
                    <a:pt x="30783" y="5479"/>
                    <a:pt x="30814" y="5416"/>
                    <a:pt x="30846" y="5321"/>
                  </a:cubicBezTo>
                  <a:cubicBezTo>
                    <a:pt x="30878" y="5257"/>
                    <a:pt x="30909" y="5194"/>
                    <a:pt x="30941" y="5131"/>
                  </a:cubicBezTo>
                  <a:cubicBezTo>
                    <a:pt x="30973" y="5036"/>
                    <a:pt x="31004" y="4972"/>
                    <a:pt x="31036" y="4877"/>
                  </a:cubicBezTo>
                  <a:cubicBezTo>
                    <a:pt x="31068" y="4846"/>
                    <a:pt x="31068" y="4814"/>
                    <a:pt x="31099" y="4782"/>
                  </a:cubicBezTo>
                  <a:cubicBezTo>
                    <a:pt x="31099" y="4751"/>
                    <a:pt x="31099" y="4719"/>
                    <a:pt x="31131" y="4687"/>
                  </a:cubicBezTo>
                  <a:cubicBezTo>
                    <a:pt x="31163" y="4624"/>
                    <a:pt x="31163" y="4529"/>
                    <a:pt x="31194" y="4466"/>
                  </a:cubicBezTo>
                  <a:cubicBezTo>
                    <a:pt x="31226" y="4402"/>
                    <a:pt x="31226" y="4307"/>
                    <a:pt x="31258" y="4244"/>
                  </a:cubicBezTo>
                  <a:cubicBezTo>
                    <a:pt x="31289" y="4181"/>
                    <a:pt x="31289" y="4086"/>
                    <a:pt x="31321" y="4022"/>
                  </a:cubicBezTo>
                  <a:cubicBezTo>
                    <a:pt x="31321" y="3991"/>
                    <a:pt x="31321" y="3927"/>
                    <a:pt x="31353" y="3896"/>
                  </a:cubicBezTo>
                  <a:lnTo>
                    <a:pt x="31353" y="3801"/>
                  </a:lnTo>
                  <a:lnTo>
                    <a:pt x="31384" y="3579"/>
                  </a:lnTo>
                  <a:cubicBezTo>
                    <a:pt x="31416" y="3516"/>
                    <a:pt x="31416" y="3452"/>
                    <a:pt x="31416" y="3357"/>
                  </a:cubicBezTo>
                  <a:cubicBezTo>
                    <a:pt x="31416" y="3294"/>
                    <a:pt x="31416" y="3199"/>
                    <a:pt x="31448" y="3136"/>
                  </a:cubicBezTo>
                  <a:cubicBezTo>
                    <a:pt x="31448" y="3072"/>
                    <a:pt x="31448" y="3041"/>
                    <a:pt x="31448" y="3009"/>
                  </a:cubicBezTo>
                  <a:cubicBezTo>
                    <a:pt x="31448" y="2946"/>
                    <a:pt x="31448" y="2914"/>
                    <a:pt x="31448" y="2851"/>
                  </a:cubicBezTo>
                  <a:lnTo>
                    <a:pt x="31448" y="349"/>
                  </a:lnTo>
                  <a:cubicBezTo>
                    <a:pt x="31448" y="444"/>
                    <a:pt x="31448" y="507"/>
                    <a:pt x="31416" y="602"/>
                  </a:cubicBezTo>
                  <a:cubicBezTo>
                    <a:pt x="31416" y="665"/>
                    <a:pt x="31416" y="729"/>
                    <a:pt x="31416" y="792"/>
                  </a:cubicBezTo>
                  <a:cubicBezTo>
                    <a:pt x="31384" y="887"/>
                    <a:pt x="31384" y="982"/>
                    <a:pt x="31353" y="1045"/>
                  </a:cubicBezTo>
                  <a:cubicBezTo>
                    <a:pt x="31353" y="1109"/>
                    <a:pt x="31353" y="1204"/>
                    <a:pt x="31321" y="1267"/>
                  </a:cubicBezTo>
                  <a:cubicBezTo>
                    <a:pt x="31321" y="1330"/>
                    <a:pt x="31289" y="1425"/>
                    <a:pt x="31258" y="1489"/>
                  </a:cubicBezTo>
                  <a:cubicBezTo>
                    <a:pt x="31258" y="1552"/>
                    <a:pt x="31226" y="1615"/>
                    <a:pt x="31194" y="1679"/>
                  </a:cubicBezTo>
                  <a:cubicBezTo>
                    <a:pt x="31194" y="1774"/>
                    <a:pt x="31163" y="1837"/>
                    <a:pt x="31131" y="1932"/>
                  </a:cubicBezTo>
                  <a:cubicBezTo>
                    <a:pt x="31099" y="1995"/>
                    <a:pt x="31099" y="2059"/>
                    <a:pt x="31068" y="2122"/>
                  </a:cubicBezTo>
                  <a:cubicBezTo>
                    <a:pt x="31036" y="2217"/>
                    <a:pt x="31004" y="2280"/>
                    <a:pt x="30973" y="2376"/>
                  </a:cubicBezTo>
                  <a:cubicBezTo>
                    <a:pt x="30941" y="2439"/>
                    <a:pt x="30909" y="2502"/>
                    <a:pt x="30878" y="2566"/>
                  </a:cubicBezTo>
                  <a:cubicBezTo>
                    <a:pt x="30814" y="2629"/>
                    <a:pt x="30783" y="2724"/>
                    <a:pt x="30751" y="2787"/>
                  </a:cubicBezTo>
                  <a:lnTo>
                    <a:pt x="30624" y="2977"/>
                  </a:lnTo>
                  <a:cubicBezTo>
                    <a:pt x="30593" y="3072"/>
                    <a:pt x="30529" y="3167"/>
                    <a:pt x="30466" y="3262"/>
                  </a:cubicBezTo>
                  <a:cubicBezTo>
                    <a:pt x="30434" y="3326"/>
                    <a:pt x="30403" y="3389"/>
                    <a:pt x="30339" y="3421"/>
                  </a:cubicBezTo>
                  <a:cubicBezTo>
                    <a:pt x="30276" y="3547"/>
                    <a:pt x="30213" y="3642"/>
                    <a:pt x="30118" y="3737"/>
                  </a:cubicBezTo>
                  <a:cubicBezTo>
                    <a:pt x="30086" y="3769"/>
                    <a:pt x="30054" y="3832"/>
                    <a:pt x="30023" y="3864"/>
                  </a:cubicBezTo>
                  <a:cubicBezTo>
                    <a:pt x="29896" y="4022"/>
                    <a:pt x="29769" y="4181"/>
                    <a:pt x="29611" y="4339"/>
                  </a:cubicBezTo>
                  <a:cubicBezTo>
                    <a:pt x="29579" y="4371"/>
                    <a:pt x="29548" y="4434"/>
                    <a:pt x="29516" y="4466"/>
                  </a:cubicBezTo>
                  <a:cubicBezTo>
                    <a:pt x="29389" y="4592"/>
                    <a:pt x="29263" y="4687"/>
                    <a:pt x="29168" y="4814"/>
                  </a:cubicBezTo>
                  <a:cubicBezTo>
                    <a:pt x="29104" y="4877"/>
                    <a:pt x="29041" y="4909"/>
                    <a:pt x="28978" y="4972"/>
                  </a:cubicBezTo>
                  <a:cubicBezTo>
                    <a:pt x="28914" y="5036"/>
                    <a:pt x="28819" y="5099"/>
                    <a:pt x="28756" y="5162"/>
                  </a:cubicBezTo>
                  <a:cubicBezTo>
                    <a:pt x="28692" y="5226"/>
                    <a:pt x="28629" y="5289"/>
                    <a:pt x="28534" y="5352"/>
                  </a:cubicBezTo>
                  <a:cubicBezTo>
                    <a:pt x="28471" y="5416"/>
                    <a:pt x="28376" y="5479"/>
                    <a:pt x="28281" y="5542"/>
                  </a:cubicBezTo>
                  <a:cubicBezTo>
                    <a:pt x="28217" y="5606"/>
                    <a:pt x="28154" y="5669"/>
                    <a:pt x="28059" y="5732"/>
                  </a:cubicBezTo>
                  <a:cubicBezTo>
                    <a:pt x="27964" y="5796"/>
                    <a:pt x="27901" y="5859"/>
                    <a:pt x="27806" y="5922"/>
                  </a:cubicBezTo>
                  <a:cubicBezTo>
                    <a:pt x="27711" y="5954"/>
                    <a:pt x="27647" y="6017"/>
                    <a:pt x="27552" y="6081"/>
                  </a:cubicBezTo>
                  <a:cubicBezTo>
                    <a:pt x="27457" y="6144"/>
                    <a:pt x="27362" y="6207"/>
                    <a:pt x="27267" y="6271"/>
                  </a:cubicBezTo>
                  <a:cubicBezTo>
                    <a:pt x="27141" y="6334"/>
                    <a:pt x="27014" y="6397"/>
                    <a:pt x="26887" y="6492"/>
                  </a:cubicBezTo>
                  <a:cubicBezTo>
                    <a:pt x="26666" y="6619"/>
                    <a:pt x="26412" y="6746"/>
                    <a:pt x="26159" y="6872"/>
                  </a:cubicBezTo>
                  <a:lnTo>
                    <a:pt x="25969" y="6967"/>
                  </a:lnTo>
                  <a:cubicBezTo>
                    <a:pt x="25779" y="7062"/>
                    <a:pt x="25589" y="7158"/>
                    <a:pt x="25367" y="7253"/>
                  </a:cubicBezTo>
                  <a:cubicBezTo>
                    <a:pt x="25304" y="7284"/>
                    <a:pt x="25241" y="7316"/>
                    <a:pt x="25177" y="7348"/>
                  </a:cubicBezTo>
                  <a:cubicBezTo>
                    <a:pt x="24924" y="7474"/>
                    <a:pt x="24671" y="7569"/>
                    <a:pt x="24385" y="7664"/>
                  </a:cubicBezTo>
                  <a:cubicBezTo>
                    <a:pt x="24354" y="7696"/>
                    <a:pt x="24290" y="7696"/>
                    <a:pt x="24259" y="7728"/>
                  </a:cubicBezTo>
                  <a:cubicBezTo>
                    <a:pt x="24037" y="7791"/>
                    <a:pt x="23784" y="7886"/>
                    <a:pt x="23562" y="7949"/>
                  </a:cubicBezTo>
                  <a:cubicBezTo>
                    <a:pt x="23467" y="7981"/>
                    <a:pt x="23372" y="8013"/>
                    <a:pt x="23277" y="8044"/>
                  </a:cubicBezTo>
                  <a:cubicBezTo>
                    <a:pt x="23150" y="8076"/>
                    <a:pt x="23024" y="8139"/>
                    <a:pt x="22897" y="8171"/>
                  </a:cubicBezTo>
                  <a:cubicBezTo>
                    <a:pt x="22802" y="8203"/>
                    <a:pt x="22675" y="8234"/>
                    <a:pt x="22580" y="8266"/>
                  </a:cubicBezTo>
                  <a:cubicBezTo>
                    <a:pt x="22454" y="8298"/>
                    <a:pt x="22295" y="8329"/>
                    <a:pt x="22169" y="8361"/>
                  </a:cubicBezTo>
                  <a:lnTo>
                    <a:pt x="21852" y="8456"/>
                  </a:lnTo>
                  <a:cubicBezTo>
                    <a:pt x="21725" y="8488"/>
                    <a:pt x="21567" y="8519"/>
                    <a:pt x="21440" y="8551"/>
                  </a:cubicBezTo>
                  <a:lnTo>
                    <a:pt x="21124" y="8614"/>
                  </a:lnTo>
                  <a:cubicBezTo>
                    <a:pt x="20965" y="8646"/>
                    <a:pt x="20839" y="8646"/>
                    <a:pt x="20712" y="8678"/>
                  </a:cubicBezTo>
                  <a:cubicBezTo>
                    <a:pt x="20585" y="8709"/>
                    <a:pt x="20490" y="8709"/>
                    <a:pt x="20395" y="8741"/>
                  </a:cubicBezTo>
                  <a:cubicBezTo>
                    <a:pt x="20078" y="8804"/>
                    <a:pt x="19793" y="8836"/>
                    <a:pt x="19508" y="8899"/>
                  </a:cubicBezTo>
                  <a:lnTo>
                    <a:pt x="19382" y="8899"/>
                  </a:lnTo>
                  <a:cubicBezTo>
                    <a:pt x="19097" y="8931"/>
                    <a:pt x="18843" y="8963"/>
                    <a:pt x="18590" y="8994"/>
                  </a:cubicBezTo>
                  <a:cubicBezTo>
                    <a:pt x="18495" y="8994"/>
                    <a:pt x="18368" y="9026"/>
                    <a:pt x="18273" y="9026"/>
                  </a:cubicBezTo>
                  <a:cubicBezTo>
                    <a:pt x="18115" y="9058"/>
                    <a:pt x="17957" y="9058"/>
                    <a:pt x="17767" y="9058"/>
                  </a:cubicBezTo>
                  <a:lnTo>
                    <a:pt x="17450" y="9089"/>
                  </a:lnTo>
                  <a:cubicBezTo>
                    <a:pt x="17292" y="9121"/>
                    <a:pt x="17102" y="9121"/>
                    <a:pt x="16943" y="9121"/>
                  </a:cubicBezTo>
                  <a:lnTo>
                    <a:pt x="16627" y="9121"/>
                  </a:lnTo>
                  <a:cubicBezTo>
                    <a:pt x="16468" y="9153"/>
                    <a:pt x="16342" y="9153"/>
                    <a:pt x="16183" y="9153"/>
                  </a:cubicBezTo>
                  <a:lnTo>
                    <a:pt x="15075" y="9153"/>
                  </a:lnTo>
                  <a:cubicBezTo>
                    <a:pt x="14916" y="9121"/>
                    <a:pt x="14758" y="9121"/>
                    <a:pt x="14631" y="9121"/>
                  </a:cubicBezTo>
                  <a:lnTo>
                    <a:pt x="14315" y="9121"/>
                  </a:lnTo>
                  <a:cubicBezTo>
                    <a:pt x="14156" y="9089"/>
                    <a:pt x="13966" y="9089"/>
                    <a:pt x="13808" y="9089"/>
                  </a:cubicBezTo>
                  <a:cubicBezTo>
                    <a:pt x="13713" y="9058"/>
                    <a:pt x="13618" y="9058"/>
                    <a:pt x="13523" y="9058"/>
                  </a:cubicBezTo>
                  <a:cubicBezTo>
                    <a:pt x="13333" y="9058"/>
                    <a:pt x="13143" y="9026"/>
                    <a:pt x="12953" y="8994"/>
                  </a:cubicBezTo>
                  <a:lnTo>
                    <a:pt x="12795" y="8994"/>
                  </a:lnTo>
                  <a:cubicBezTo>
                    <a:pt x="12541" y="8963"/>
                    <a:pt x="12288" y="8931"/>
                    <a:pt x="12035" y="8899"/>
                  </a:cubicBezTo>
                  <a:cubicBezTo>
                    <a:pt x="12003" y="8899"/>
                    <a:pt x="11940" y="8868"/>
                    <a:pt x="11908" y="8868"/>
                  </a:cubicBezTo>
                  <a:cubicBezTo>
                    <a:pt x="11686" y="8836"/>
                    <a:pt x="11496" y="8804"/>
                    <a:pt x="11274" y="8773"/>
                  </a:cubicBezTo>
                  <a:cubicBezTo>
                    <a:pt x="11179" y="8773"/>
                    <a:pt x="11084" y="8741"/>
                    <a:pt x="10989" y="8709"/>
                  </a:cubicBezTo>
                  <a:cubicBezTo>
                    <a:pt x="10831" y="8709"/>
                    <a:pt x="10673" y="8678"/>
                    <a:pt x="10514" y="8646"/>
                  </a:cubicBezTo>
                  <a:cubicBezTo>
                    <a:pt x="10419" y="8614"/>
                    <a:pt x="10356" y="8614"/>
                    <a:pt x="10261" y="8583"/>
                  </a:cubicBezTo>
                  <a:cubicBezTo>
                    <a:pt x="10103" y="8551"/>
                    <a:pt x="9913" y="8488"/>
                    <a:pt x="9723" y="8456"/>
                  </a:cubicBezTo>
                  <a:cubicBezTo>
                    <a:pt x="9628" y="8424"/>
                    <a:pt x="9533" y="8424"/>
                    <a:pt x="9438" y="8393"/>
                  </a:cubicBezTo>
                  <a:cubicBezTo>
                    <a:pt x="9279" y="8361"/>
                    <a:pt x="9121" y="8298"/>
                    <a:pt x="8963" y="8266"/>
                  </a:cubicBezTo>
                  <a:cubicBezTo>
                    <a:pt x="8868" y="8234"/>
                    <a:pt x="8773" y="8203"/>
                    <a:pt x="8709" y="8171"/>
                  </a:cubicBezTo>
                  <a:cubicBezTo>
                    <a:pt x="8456" y="8108"/>
                    <a:pt x="8203" y="8044"/>
                    <a:pt x="7949" y="7949"/>
                  </a:cubicBezTo>
                  <a:cubicBezTo>
                    <a:pt x="7918" y="7949"/>
                    <a:pt x="7854" y="7918"/>
                    <a:pt x="7823" y="7918"/>
                  </a:cubicBezTo>
                  <a:cubicBezTo>
                    <a:pt x="7538" y="7823"/>
                    <a:pt x="7253" y="7728"/>
                    <a:pt x="6999" y="7601"/>
                  </a:cubicBezTo>
                  <a:cubicBezTo>
                    <a:pt x="6872" y="7569"/>
                    <a:pt x="6777" y="7506"/>
                    <a:pt x="6651" y="7474"/>
                  </a:cubicBezTo>
                  <a:lnTo>
                    <a:pt x="6397" y="7379"/>
                  </a:lnTo>
                  <a:cubicBezTo>
                    <a:pt x="6271" y="7316"/>
                    <a:pt x="6144" y="7253"/>
                    <a:pt x="6017" y="7221"/>
                  </a:cubicBezTo>
                  <a:cubicBezTo>
                    <a:pt x="5954" y="7158"/>
                    <a:pt x="5859" y="7126"/>
                    <a:pt x="5796" y="7094"/>
                  </a:cubicBezTo>
                  <a:cubicBezTo>
                    <a:pt x="5669" y="7031"/>
                    <a:pt x="5542" y="6967"/>
                    <a:pt x="5416" y="6904"/>
                  </a:cubicBezTo>
                  <a:cubicBezTo>
                    <a:pt x="5352" y="6872"/>
                    <a:pt x="5257" y="6841"/>
                    <a:pt x="5194" y="6809"/>
                  </a:cubicBezTo>
                  <a:cubicBezTo>
                    <a:pt x="5004" y="6682"/>
                    <a:pt x="4814" y="6587"/>
                    <a:pt x="4656" y="6492"/>
                  </a:cubicBezTo>
                  <a:cubicBezTo>
                    <a:pt x="1552" y="4687"/>
                    <a:pt x="0" y="2344"/>
                    <a:pt x="0" y="0"/>
                  </a:cubicBez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3" name="Google Shape;6423;p43"/>
            <p:cNvSpPr/>
            <p:nvPr/>
          </p:nvSpPr>
          <p:spPr>
            <a:xfrm>
              <a:off x="2410075" y="3218428"/>
              <a:ext cx="1143067" cy="602432"/>
            </a:xfrm>
            <a:custGeom>
              <a:rect b="b" l="l" r="r" t="t"/>
              <a:pathLst>
                <a:path extrusionOk="0" h="18210" w="34552">
                  <a:moveTo>
                    <a:pt x="17232" y="0"/>
                  </a:moveTo>
                  <a:cubicBezTo>
                    <a:pt x="13207" y="0"/>
                    <a:pt x="9185" y="887"/>
                    <a:pt x="6113" y="2660"/>
                  </a:cubicBezTo>
                  <a:cubicBezTo>
                    <a:pt x="1" y="6207"/>
                    <a:pt x="32" y="12003"/>
                    <a:pt x="6208" y="15549"/>
                  </a:cubicBezTo>
                  <a:cubicBezTo>
                    <a:pt x="9280" y="17323"/>
                    <a:pt x="13309" y="18210"/>
                    <a:pt x="17335" y="18210"/>
                  </a:cubicBezTo>
                  <a:cubicBezTo>
                    <a:pt x="21361" y="18210"/>
                    <a:pt x="25383" y="17323"/>
                    <a:pt x="28439" y="15549"/>
                  </a:cubicBezTo>
                  <a:cubicBezTo>
                    <a:pt x="34551" y="12003"/>
                    <a:pt x="34520" y="6207"/>
                    <a:pt x="28376" y="2660"/>
                  </a:cubicBezTo>
                  <a:cubicBezTo>
                    <a:pt x="25288" y="887"/>
                    <a:pt x="21258" y="0"/>
                    <a:pt x="17232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4" name="Google Shape;6424;p43"/>
            <p:cNvSpPr/>
            <p:nvPr/>
          </p:nvSpPr>
          <p:spPr>
            <a:xfrm>
              <a:off x="2410075" y="3218428"/>
              <a:ext cx="1143067" cy="602432"/>
            </a:xfrm>
            <a:custGeom>
              <a:rect b="b" l="l" r="r" t="t"/>
              <a:pathLst>
                <a:path extrusionOk="0" h="18210" w="34552">
                  <a:moveTo>
                    <a:pt x="17232" y="0"/>
                  </a:moveTo>
                  <a:cubicBezTo>
                    <a:pt x="13207" y="0"/>
                    <a:pt x="9185" y="887"/>
                    <a:pt x="6113" y="2660"/>
                  </a:cubicBezTo>
                  <a:cubicBezTo>
                    <a:pt x="1" y="6207"/>
                    <a:pt x="32" y="12003"/>
                    <a:pt x="6208" y="15549"/>
                  </a:cubicBezTo>
                  <a:cubicBezTo>
                    <a:pt x="9280" y="17323"/>
                    <a:pt x="13309" y="18210"/>
                    <a:pt x="17335" y="18210"/>
                  </a:cubicBezTo>
                  <a:cubicBezTo>
                    <a:pt x="21361" y="18210"/>
                    <a:pt x="25383" y="17323"/>
                    <a:pt x="28439" y="15549"/>
                  </a:cubicBezTo>
                  <a:cubicBezTo>
                    <a:pt x="34551" y="12003"/>
                    <a:pt x="34520" y="6207"/>
                    <a:pt x="28376" y="2660"/>
                  </a:cubicBezTo>
                  <a:cubicBezTo>
                    <a:pt x="25288" y="887"/>
                    <a:pt x="21258" y="0"/>
                    <a:pt x="17232" y="0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5" name="Google Shape;6425;p43"/>
            <p:cNvSpPr/>
            <p:nvPr/>
          </p:nvSpPr>
          <p:spPr>
            <a:xfrm>
              <a:off x="2680392" y="3251940"/>
              <a:ext cx="676835" cy="478836"/>
            </a:xfrm>
            <a:custGeom>
              <a:rect b="b" l="l" r="r" t="t"/>
              <a:pathLst>
                <a:path extrusionOk="0" h="14474" w="20459">
                  <a:moveTo>
                    <a:pt x="16721" y="0"/>
                  </a:moveTo>
                  <a:lnTo>
                    <a:pt x="1552" y="95"/>
                  </a:lnTo>
                  <a:lnTo>
                    <a:pt x="0" y="2534"/>
                  </a:lnTo>
                  <a:lnTo>
                    <a:pt x="32" y="8361"/>
                  </a:lnTo>
                  <a:lnTo>
                    <a:pt x="2154" y="12256"/>
                  </a:lnTo>
                  <a:lnTo>
                    <a:pt x="10704" y="14473"/>
                  </a:lnTo>
                  <a:lnTo>
                    <a:pt x="19793" y="12795"/>
                  </a:lnTo>
                  <a:lnTo>
                    <a:pt x="20458" y="7664"/>
                  </a:lnTo>
                  <a:lnTo>
                    <a:pt x="18305" y="2407"/>
                  </a:lnTo>
                  <a:lnTo>
                    <a:pt x="16721" y="0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6" name="Google Shape;6426;p43"/>
            <p:cNvSpPr/>
            <p:nvPr/>
          </p:nvSpPr>
          <p:spPr>
            <a:xfrm>
              <a:off x="2730678" y="1763162"/>
              <a:ext cx="500836" cy="183376"/>
            </a:xfrm>
            <a:custGeom>
              <a:rect b="b" l="l" r="r" t="t"/>
              <a:pathLst>
                <a:path extrusionOk="0" h="5543" w="15139">
                  <a:moveTo>
                    <a:pt x="1267" y="1"/>
                  </a:moveTo>
                  <a:lnTo>
                    <a:pt x="0" y="603"/>
                  </a:lnTo>
                  <a:lnTo>
                    <a:pt x="254" y="2661"/>
                  </a:lnTo>
                  <a:lnTo>
                    <a:pt x="2565" y="4815"/>
                  </a:lnTo>
                  <a:lnTo>
                    <a:pt x="4592" y="5226"/>
                  </a:lnTo>
                  <a:lnTo>
                    <a:pt x="9438" y="5543"/>
                  </a:lnTo>
                  <a:lnTo>
                    <a:pt x="13175" y="4150"/>
                  </a:lnTo>
                  <a:lnTo>
                    <a:pt x="15075" y="2059"/>
                  </a:lnTo>
                  <a:lnTo>
                    <a:pt x="15138" y="476"/>
                  </a:lnTo>
                  <a:lnTo>
                    <a:pt x="11338" y="33"/>
                  </a:lnTo>
                  <a:lnTo>
                    <a:pt x="1267" y="1"/>
                  </a:ln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7" name="Google Shape;6427;p43"/>
            <p:cNvSpPr/>
            <p:nvPr/>
          </p:nvSpPr>
          <p:spPr>
            <a:xfrm>
              <a:off x="2706561" y="1633776"/>
              <a:ext cx="550096" cy="290266"/>
            </a:xfrm>
            <a:custGeom>
              <a:rect b="b" l="l" r="r" t="t"/>
              <a:pathLst>
                <a:path extrusionOk="0" h="8774" w="16628">
                  <a:moveTo>
                    <a:pt x="8342" y="1"/>
                  </a:moveTo>
                  <a:cubicBezTo>
                    <a:pt x="6406" y="1"/>
                    <a:pt x="4466" y="428"/>
                    <a:pt x="2978" y="1283"/>
                  </a:cubicBezTo>
                  <a:cubicBezTo>
                    <a:pt x="1" y="2994"/>
                    <a:pt x="1" y="5780"/>
                    <a:pt x="2946" y="7491"/>
                  </a:cubicBezTo>
                  <a:cubicBezTo>
                    <a:pt x="4419" y="8346"/>
                    <a:pt x="6351" y="8773"/>
                    <a:pt x="8286" y="8773"/>
                  </a:cubicBezTo>
                  <a:cubicBezTo>
                    <a:pt x="10222" y="8773"/>
                    <a:pt x="12162" y="8346"/>
                    <a:pt x="13650" y="7491"/>
                  </a:cubicBezTo>
                  <a:cubicBezTo>
                    <a:pt x="16595" y="5780"/>
                    <a:pt x="16627" y="2994"/>
                    <a:pt x="13682" y="1283"/>
                  </a:cubicBezTo>
                  <a:cubicBezTo>
                    <a:pt x="12209" y="428"/>
                    <a:pt x="10277" y="1"/>
                    <a:pt x="8342" y="1"/>
                  </a:cubicBezTo>
                  <a:close/>
                </a:path>
              </a:pathLst>
            </a:custGeom>
            <a:solidFill>
              <a:srgbClr val="4073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8" name="Google Shape;6428;p43"/>
            <p:cNvSpPr/>
            <p:nvPr/>
          </p:nvSpPr>
          <p:spPr>
            <a:xfrm>
              <a:off x="2730678" y="1778876"/>
              <a:ext cx="501862" cy="1870154"/>
            </a:xfrm>
            <a:custGeom>
              <a:rect b="b" l="l" r="r" t="t"/>
              <a:pathLst>
                <a:path extrusionOk="0" h="56530" w="15170">
                  <a:moveTo>
                    <a:pt x="0" y="33"/>
                  </a:moveTo>
                  <a:cubicBezTo>
                    <a:pt x="0" y="33"/>
                    <a:pt x="0" y="33"/>
                    <a:pt x="0" y="34"/>
                  </a:cubicBezTo>
                  <a:lnTo>
                    <a:pt x="0" y="34"/>
                  </a:lnTo>
                  <a:lnTo>
                    <a:pt x="0" y="33"/>
                  </a:lnTo>
                  <a:close/>
                  <a:moveTo>
                    <a:pt x="15138" y="1"/>
                  </a:moveTo>
                  <a:cubicBezTo>
                    <a:pt x="15138" y="349"/>
                    <a:pt x="15075" y="698"/>
                    <a:pt x="14916" y="1046"/>
                  </a:cubicBezTo>
                  <a:cubicBezTo>
                    <a:pt x="14600" y="1806"/>
                    <a:pt x="13935" y="2534"/>
                    <a:pt x="12890" y="3136"/>
                  </a:cubicBezTo>
                  <a:cubicBezTo>
                    <a:pt x="12731" y="3231"/>
                    <a:pt x="12541" y="3326"/>
                    <a:pt x="12351" y="3421"/>
                  </a:cubicBezTo>
                  <a:cubicBezTo>
                    <a:pt x="12288" y="3453"/>
                    <a:pt x="12225" y="3485"/>
                    <a:pt x="12161" y="3485"/>
                  </a:cubicBezTo>
                  <a:cubicBezTo>
                    <a:pt x="12003" y="3548"/>
                    <a:pt x="11876" y="3611"/>
                    <a:pt x="11749" y="3675"/>
                  </a:cubicBezTo>
                  <a:lnTo>
                    <a:pt x="11623" y="3706"/>
                  </a:lnTo>
                  <a:cubicBezTo>
                    <a:pt x="11464" y="3770"/>
                    <a:pt x="11306" y="3833"/>
                    <a:pt x="11148" y="3865"/>
                  </a:cubicBezTo>
                  <a:cubicBezTo>
                    <a:pt x="11116" y="3896"/>
                    <a:pt x="11053" y="3896"/>
                    <a:pt x="10989" y="3928"/>
                  </a:cubicBezTo>
                  <a:cubicBezTo>
                    <a:pt x="10894" y="3960"/>
                    <a:pt x="10799" y="3960"/>
                    <a:pt x="10704" y="3991"/>
                  </a:cubicBezTo>
                  <a:cubicBezTo>
                    <a:pt x="10546" y="4055"/>
                    <a:pt x="10388" y="4086"/>
                    <a:pt x="10229" y="4118"/>
                  </a:cubicBezTo>
                  <a:cubicBezTo>
                    <a:pt x="10134" y="4150"/>
                    <a:pt x="10008" y="4150"/>
                    <a:pt x="9913" y="4181"/>
                  </a:cubicBezTo>
                  <a:cubicBezTo>
                    <a:pt x="9786" y="4213"/>
                    <a:pt x="9659" y="4213"/>
                    <a:pt x="9501" y="4245"/>
                  </a:cubicBezTo>
                  <a:cubicBezTo>
                    <a:pt x="9406" y="4276"/>
                    <a:pt x="9279" y="4276"/>
                    <a:pt x="9184" y="4308"/>
                  </a:cubicBezTo>
                  <a:cubicBezTo>
                    <a:pt x="9058" y="4308"/>
                    <a:pt x="8931" y="4340"/>
                    <a:pt x="8804" y="4340"/>
                  </a:cubicBezTo>
                  <a:cubicBezTo>
                    <a:pt x="8678" y="4340"/>
                    <a:pt x="8583" y="4371"/>
                    <a:pt x="8456" y="4371"/>
                  </a:cubicBezTo>
                  <a:cubicBezTo>
                    <a:pt x="8329" y="4371"/>
                    <a:pt x="8203" y="4371"/>
                    <a:pt x="8076" y="4403"/>
                  </a:cubicBezTo>
                  <a:lnTo>
                    <a:pt x="6967" y="4403"/>
                  </a:lnTo>
                  <a:cubicBezTo>
                    <a:pt x="6809" y="4371"/>
                    <a:pt x="6651" y="4371"/>
                    <a:pt x="6461" y="4340"/>
                  </a:cubicBezTo>
                  <a:lnTo>
                    <a:pt x="6176" y="4340"/>
                  </a:lnTo>
                  <a:cubicBezTo>
                    <a:pt x="6112" y="4308"/>
                    <a:pt x="6049" y="4308"/>
                    <a:pt x="6017" y="4308"/>
                  </a:cubicBezTo>
                  <a:cubicBezTo>
                    <a:pt x="5827" y="4276"/>
                    <a:pt x="5669" y="4276"/>
                    <a:pt x="5479" y="4245"/>
                  </a:cubicBezTo>
                  <a:cubicBezTo>
                    <a:pt x="5447" y="4213"/>
                    <a:pt x="5416" y="4213"/>
                    <a:pt x="5352" y="4213"/>
                  </a:cubicBezTo>
                  <a:cubicBezTo>
                    <a:pt x="5257" y="4181"/>
                    <a:pt x="5162" y="4181"/>
                    <a:pt x="5067" y="4150"/>
                  </a:cubicBezTo>
                  <a:cubicBezTo>
                    <a:pt x="4909" y="4118"/>
                    <a:pt x="4782" y="4086"/>
                    <a:pt x="4624" y="4055"/>
                  </a:cubicBezTo>
                  <a:cubicBezTo>
                    <a:pt x="4529" y="4023"/>
                    <a:pt x="4434" y="4023"/>
                    <a:pt x="4339" y="3991"/>
                  </a:cubicBezTo>
                  <a:cubicBezTo>
                    <a:pt x="4212" y="3960"/>
                    <a:pt x="4086" y="3896"/>
                    <a:pt x="3959" y="3865"/>
                  </a:cubicBezTo>
                  <a:cubicBezTo>
                    <a:pt x="3769" y="3801"/>
                    <a:pt x="3579" y="3738"/>
                    <a:pt x="3421" y="3675"/>
                  </a:cubicBezTo>
                  <a:cubicBezTo>
                    <a:pt x="3389" y="3675"/>
                    <a:pt x="3357" y="3675"/>
                    <a:pt x="3357" y="3643"/>
                  </a:cubicBezTo>
                  <a:cubicBezTo>
                    <a:pt x="3199" y="3580"/>
                    <a:pt x="3009" y="3516"/>
                    <a:pt x="2850" y="3453"/>
                  </a:cubicBezTo>
                  <a:cubicBezTo>
                    <a:pt x="2819" y="3421"/>
                    <a:pt x="2787" y="3421"/>
                    <a:pt x="2724" y="3390"/>
                  </a:cubicBezTo>
                  <a:cubicBezTo>
                    <a:pt x="2565" y="3295"/>
                    <a:pt x="2375" y="3200"/>
                    <a:pt x="2217" y="3105"/>
                  </a:cubicBezTo>
                  <a:cubicBezTo>
                    <a:pt x="2059" y="3010"/>
                    <a:pt x="1900" y="2915"/>
                    <a:pt x="1742" y="2820"/>
                  </a:cubicBezTo>
                  <a:cubicBezTo>
                    <a:pt x="1710" y="2788"/>
                    <a:pt x="1710" y="2788"/>
                    <a:pt x="1679" y="2756"/>
                  </a:cubicBezTo>
                  <a:cubicBezTo>
                    <a:pt x="1520" y="2661"/>
                    <a:pt x="1394" y="2566"/>
                    <a:pt x="1267" y="2439"/>
                  </a:cubicBezTo>
                  <a:cubicBezTo>
                    <a:pt x="1267" y="2439"/>
                    <a:pt x="1235" y="2408"/>
                    <a:pt x="1235" y="2408"/>
                  </a:cubicBezTo>
                  <a:cubicBezTo>
                    <a:pt x="1109" y="2313"/>
                    <a:pt x="982" y="2186"/>
                    <a:pt x="887" y="2059"/>
                  </a:cubicBezTo>
                  <a:cubicBezTo>
                    <a:pt x="887" y="2059"/>
                    <a:pt x="855" y="2028"/>
                    <a:pt x="855" y="2028"/>
                  </a:cubicBezTo>
                  <a:cubicBezTo>
                    <a:pt x="760" y="1901"/>
                    <a:pt x="665" y="1806"/>
                    <a:pt x="602" y="1711"/>
                  </a:cubicBezTo>
                  <a:cubicBezTo>
                    <a:pt x="570" y="1679"/>
                    <a:pt x="570" y="1679"/>
                    <a:pt x="570" y="1648"/>
                  </a:cubicBezTo>
                  <a:cubicBezTo>
                    <a:pt x="475" y="1521"/>
                    <a:pt x="412" y="1426"/>
                    <a:pt x="349" y="1299"/>
                  </a:cubicBezTo>
                  <a:cubicBezTo>
                    <a:pt x="349" y="1268"/>
                    <a:pt x="317" y="1268"/>
                    <a:pt x="317" y="1236"/>
                  </a:cubicBezTo>
                  <a:cubicBezTo>
                    <a:pt x="254" y="1141"/>
                    <a:pt x="190" y="1014"/>
                    <a:pt x="159" y="888"/>
                  </a:cubicBezTo>
                  <a:cubicBezTo>
                    <a:pt x="159" y="856"/>
                    <a:pt x="159" y="856"/>
                    <a:pt x="159" y="824"/>
                  </a:cubicBezTo>
                  <a:cubicBezTo>
                    <a:pt x="95" y="729"/>
                    <a:pt x="64" y="603"/>
                    <a:pt x="64" y="476"/>
                  </a:cubicBezTo>
                  <a:cubicBezTo>
                    <a:pt x="64" y="444"/>
                    <a:pt x="64" y="444"/>
                    <a:pt x="32" y="413"/>
                  </a:cubicBezTo>
                  <a:cubicBezTo>
                    <a:pt x="32" y="286"/>
                    <a:pt x="0" y="160"/>
                    <a:pt x="0" y="34"/>
                  </a:cubicBezTo>
                  <a:lnTo>
                    <a:pt x="0" y="34"/>
                  </a:lnTo>
                  <a:lnTo>
                    <a:pt x="32" y="52160"/>
                  </a:lnTo>
                  <a:lnTo>
                    <a:pt x="32" y="52223"/>
                  </a:lnTo>
                  <a:cubicBezTo>
                    <a:pt x="32" y="52318"/>
                    <a:pt x="32" y="52445"/>
                    <a:pt x="64" y="52540"/>
                  </a:cubicBezTo>
                  <a:cubicBezTo>
                    <a:pt x="64" y="52571"/>
                    <a:pt x="64" y="52571"/>
                    <a:pt x="64" y="52603"/>
                  </a:cubicBezTo>
                  <a:cubicBezTo>
                    <a:pt x="64" y="52635"/>
                    <a:pt x="64" y="52635"/>
                    <a:pt x="64" y="52666"/>
                  </a:cubicBezTo>
                  <a:cubicBezTo>
                    <a:pt x="95" y="52761"/>
                    <a:pt x="127" y="52856"/>
                    <a:pt x="159" y="52951"/>
                  </a:cubicBezTo>
                  <a:cubicBezTo>
                    <a:pt x="159" y="52983"/>
                    <a:pt x="159" y="52983"/>
                    <a:pt x="190" y="53015"/>
                  </a:cubicBezTo>
                  <a:lnTo>
                    <a:pt x="190" y="53078"/>
                  </a:lnTo>
                  <a:cubicBezTo>
                    <a:pt x="222" y="53173"/>
                    <a:pt x="285" y="53268"/>
                    <a:pt x="317" y="53363"/>
                  </a:cubicBezTo>
                  <a:cubicBezTo>
                    <a:pt x="349" y="53395"/>
                    <a:pt x="349" y="53395"/>
                    <a:pt x="349" y="53426"/>
                  </a:cubicBezTo>
                  <a:cubicBezTo>
                    <a:pt x="380" y="53458"/>
                    <a:pt x="380" y="53490"/>
                    <a:pt x="412" y="53521"/>
                  </a:cubicBezTo>
                  <a:cubicBezTo>
                    <a:pt x="444" y="53616"/>
                    <a:pt x="507" y="53680"/>
                    <a:pt x="570" y="53775"/>
                  </a:cubicBezTo>
                  <a:cubicBezTo>
                    <a:pt x="570" y="53806"/>
                    <a:pt x="602" y="53806"/>
                    <a:pt x="602" y="53838"/>
                  </a:cubicBezTo>
                  <a:cubicBezTo>
                    <a:pt x="634" y="53870"/>
                    <a:pt x="665" y="53933"/>
                    <a:pt x="697" y="53965"/>
                  </a:cubicBezTo>
                  <a:cubicBezTo>
                    <a:pt x="760" y="54028"/>
                    <a:pt x="792" y="54091"/>
                    <a:pt x="855" y="54123"/>
                  </a:cubicBezTo>
                  <a:cubicBezTo>
                    <a:pt x="887" y="54155"/>
                    <a:pt x="887" y="54186"/>
                    <a:pt x="919" y="54186"/>
                  </a:cubicBezTo>
                  <a:cubicBezTo>
                    <a:pt x="982" y="54281"/>
                    <a:pt x="1077" y="54376"/>
                    <a:pt x="1172" y="54471"/>
                  </a:cubicBezTo>
                  <a:cubicBezTo>
                    <a:pt x="1204" y="54503"/>
                    <a:pt x="1235" y="54503"/>
                    <a:pt x="1235" y="54535"/>
                  </a:cubicBezTo>
                  <a:cubicBezTo>
                    <a:pt x="1267" y="54535"/>
                    <a:pt x="1267" y="54566"/>
                    <a:pt x="1299" y="54566"/>
                  </a:cubicBezTo>
                  <a:cubicBezTo>
                    <a:pt x="1425" y="54693"/>
                    <a:pt x="1552" y="54788"/>
                    <a:pt x="1679" y="54883"/>
                  </a:cubicBezTo>
                  <a:cubicBezTo>
                    <a:pt x="1710" y="54915"/>
                    <a:pt x="1742" y="54915"/>
                    <a:pt x="1742" y="54915"/>
                  </a:cubicBezTo>
                  <a:cubicBezTo>
                    <a:pt x="1869" y="55010"/>
                    <a:pt x="1995" y="55105"/>
                    <a:pt x="2154" y="55168"/>
                  </a:cubicBezTo>
                  <a:cubicBezTo>
                    <a:pt x="2154" y="55200"/>
                    <a:pt x="2185" y="55232"/>
                    <a:pt x="2217" y="55232"/>
                  </a:cubicBezTo>
                  <a:cubicBezTo>
                    <a:pt x="2407" y="55327"/>
                    <a:pt x="2565" y="55422"/>
                    <a:pt x="2755" y="55517"/>
                  </a:cubicBezTo>
                  <a:cubicBezTo>
                    <a:pt x="2787" y="55517"/>
                    <a:pt x="2819" y="55548"/>
                    <a:pt x="2882" y="55580"/>
                  </a:cubicBezTo>
                  <a:cubicBezTo>
                    <a:pt x="3040" y="55643"/>
                    <a:pt x="3199" y="55707"/>
                    <a:pt x="3357" y="55770"/>
                  </a:cubicBezTo>
                  <a:cubicBezTo>
                    <a:pt x="3389" y="55802"/>
                    <a:pt x="3421" y="55802"/>
                    <a:pt x="3421" y="55802"/>
                  </a:cubicBezTo>
                  <a:cubicBezTo>
                    <a:pt x="3579" y="55865"/>
                    <a:pt x="3737" y="55928"/>
                    <a:pt x="3896" y="55960"/>
                  </a:cubicBezTo>
                  <a:lnTo>
                    <a:pt x="3959" y="55992"/>
                  </a:lnTo>
                  <a:cubicBezTo>
                    <a:pt x="4117" y="56023"/>
                    <a:pt x="4244" y="56055"/>
                    <a:pt x="4371" y="56118"/>
                  </a:cubicBezTo>
                  <a:cubicBezTo>
                    <a:pt x="4466" y="56118"/>
                    <a:pt x="4561" y="56150"/>
                    <a:pt x="4656" y="56182"/>
                  </a:cubicBezTo>
                  <a:cubicBezTo>
                    <a:pt x="4814" y="56213"/>
                    <a:pt x="4941" y="56245"/>
                    <a:pt x="5067" y="56277"/>
                  </a:cubicBezTo>
                  <a:cubicBezTo>
                    <a:pt x="5162" y="56277"/>
                    <a:pt x="5226" y="56308"/>
                    <a:pt x="5321" y="56340"/>
                  </a:cubicBezTo>
                  <a:lnTo>
                    <a:pt x="5511" y="56340"/>
                  </a:lnTo>
                  <a:cubicBezTo>
                    <a:pt x="5701" y="56372"/>
                    <a:pt x="5859" y="56403"/>
                    <a:pt x="6049" y="56435"/>
                  </a:cubicBezTo>
                  <a:lnTo>
                    <a:pt x="6176" y="56435"/>
                  </a:lnTo>
                  <a:cubicBezTo>
                    <a:pt x="6207" y="56467"/>
                    <a:pt x="6271" y="56467"/>
                    <a:pt x="6302" y="56467"/>
                  </a:cubicBezTo>
                  <a:lnTo>
                    <a:pt x="6492" y="56467"/>
                  </a:lnTo>
                  <a:cubicBezTo>
                    <a:pt x="6651" y="56498"/>
                    <a:pt x="6841" y="56498"/>
                    <a:pt x="6999" y="56498"/>
                  </a:cubicBezTo>
                  <a:cubicBezTo>
                    <a:pt x="7031" y="56498"/>
                    <a:pt x="7094" y="56530"/>
                    <a:pt x="7126" y="56530"/>
                  </a:cubicBezTo>
                  <a:lnTo>
                    <a:pt x="7918" y="56530"/>
                  </a:lnTo>
                  <a:lnTo>
                    <a:pt x="8108" y="56498"/>
                  </a:lnTo>
                  <a:lnTo>
                    <a:pt x="8488" y="56498"/>
                  </a:lnTo>
                  <a:cubicBezTo>
                    <a:pt x="8519" y="56467"/>
                    <a:pt x="8583" y="56467"/>
                    <a:pt x="8646" y="56467"/>
                  </a:cubicBezTo>
                  <a:lnTo>
                    <a:pt x="8836" y="56467"/>
                  </a:lnTo>
                  <a:cubicBezTo>
                    <a:pt x="8963" y="56435"/>
                    <a:pt x="9089" y="56435"/>
                    <a:pt x="9216" y="56403"/>
                  </a:cubicBezTo>
                  <a:lnTo>
                    <a:pt x="9374" y="56403"/>
                  </a:lnTo>
                  <a:cubicBezTo>
                    <a:pt x="9438" y="56372"/>
                    <a:pt x="9469" y="56372"/>
                    <a:pt x="9533" y="56372"/>
                  </a:cubicBezTo>
                  <a:cubicBezTo>
                    <a:pt x="9659" y="56340"/>
                    <a:pt x="9818" y="56308"/>
                    <a:pt x="9944" y="56308"/>
                  </a:cubicBezTo>
                  <a:cubicBezTo>
                    <a:pt x="10008" y="56277"/>
                    <a:pt x="10071" y="56277"/>
                    <a:pt x="10134" y="56277"/>
                  </a:cubicBezTo>
                  <a:cubicBezTo>
                    <a:pt x="10166" y="56245"/>
                    <a:pt x="10198" y="56245"/>
                    <a:pt x="10261" y="56245"/>
                  </a:cubicBezTo>
                  <a:cubicBezTo>
                    <a:pt x="10419" y="56182"/>
                    <a:pt x="10578" y="56150"/>
                    <a:pt x="10736" y="56118"/>
                  </a:cubicBezTo>
                  <a:cubicBezTo>
                    <a:pt x="10799" y="56087"/>
                    <a:pt x="10863" y="56087"/>
                    <a:pt x="10926" y="56055"/>
                  </a:cubicBezTo>
                  <a:cubicBezTo>
                    <a:pt x="10958" y="56055"/>
                    <a:pt x="10989" y="56055"/>
                    <a:pt x="11021" y="56023"/>
                  </a:cubicBezTo>
                  <a:cubicBezTo>
                    <a:pt x="11084" y="56023"/>
                    <a:pt x="11148" y="55992"/>
                    <a:pt x="11179" y="55992"/>
                  </a:cubicBezTo>
                  <a:cubicBezTo>
                    <a:pt x="11338" y="55928"/>
                    <a:pt x="11496" y="55897"/>
                    <a:pt x="11654" y="55833"/>
                  </a:cubicBezTo>
                  <a:lnTo>
                    <a:pt x="11781" y="55770"/>
                  </a:lnTo>
                  <a:lnTo>
                    <a:pt x="11844" y="55770"/>
                  </a:lnTo>
                  <a:cubicBezTo>
                    <a:pt x="11939" y="55707"/>
                    <a:pt x="12066" y="55675"/>
                    <a:pt x="12161" y="55612"/>
                  </a:cubicBezTo>
                  <a:cubicBezTo>
                    <a:pt x="12256" y="55580"/>
                    <a:pt x="12320" y="55548"/>
                    <a:pt x="12383" y="55517"/>
                  </a:cubicBezTo>
                  <a:cubicBezTo>
                    <a:pt x="12573" y="55422"/>
                    <a:pt x="12763" y="55327"/>
                    <a:pt x="12921" y="55232"/>
                  </a:cubicBezTo>
                  <a:cubicBezTo>
                    <a:pt x="14410" y="54376"/>
                    <a:pt x="15170" y="53236"/>
                    <a:pt x="15170" y="52128"/>
                  </a:cubicBezTo>
                  <a:lnTo>
                    <a:pt x="15138" y="1"/>
                  </a:lnTo>
                  <a:close/>
                </a:path>
              </a:pathLst>
            </a:custGeom>
            <a:solidFill>
              <a:srgbClr val="2F6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29" name="Google Shape;6429;p43"/>
          <p:cNvGrpSpPr/>
          <p:nvPr/>
        </p:nvGrpSpPr>
        <p:grpSpPr>
          <a:xfrm>
            <a:off x="5589833" y="1010141"/>
            <a:ext cx="1143067" cy="2864911"/>
            <a:chOff x="5589833" y="1047091"/>
            <a:chExt cx="1143067" cy="2864911"/>
          </a:xfrm>
        </p:grpSpPr>
        <p:sp>
          <p:nvSpPr>
            <p:cNvPr id="6430" name="Google Shape;6430;p43"/>
            <p:cNvSpPr/>
            <p:nvPr/>
          </p:nvSpPr>
          <p:spPr>
            <a:xfrm>
              <a:off x="5642202" y="3523283"/>
              <a:ext cx="1038294" cy="354148"/>
            </a:xfrm>
            <a:custGeom>
              <a:rect b="b" l="l" r="r" t="t"/>
              <a:pathLst>
                <a:path extrusionOk="0" h="10705" w="31385">
                  <a:moveTo>
                    <a:pt x="30656" y="1"/>
                  </a:moveTo>
                  <a:lnTo>
                    <a:pt x="25178" y="5416"/>
                  </a:lnTo>
                  <a:lnTo>
                    <a:pt x="19192" y="7031"/>
                  </a:lnTo>
                  <a:cubicBezTo>
                    <a:pt x="19192" y="7031"/>
                    <a:pt x="9406" y="5479"/>
                    <a:pt x="9311" y="5416"/>
                  </a:cubicBezTo>
                  <a:cubicBezTo>
                    <a:pt x="9216" y="5321"/>
                    <a:pt x="2344" y="1204"/>
                    <a:pt x="2344" y="1204"/>
                  </a:cubicBezTo>
                  <a:lnTo>
                    <a:pt x="1" y="317"/>
                  </a:lnTo>
                  <a:lnTo>
                    <a:pt x="159" y="2819"/>
                  </a:lnTo>
                  <a:lnTo>
                    <a:pt x="2534" y="6651"/>
                  </a:lnTo>
                  <a:lnTo>
                    <a:pt x="8393" y="9026"/>
                  </a:lnTo>
                  <a:lnTo>
                    <a:pt x="15550" y="10705"/>
                  </a:lnTo>
                  <a:lnTo>
                    <a:pt x="21124" y="10135"/>
                  </a:lnTo>
                  <a:lnTo>
                    <a:pt x="29389" y="5828"/>
                  </a:lnTo>
                  <a:lnTo>
                    <a:pt x="31226" y="2819"/>
                  </a:lnTo>
                  <a:lnTo>
                    <a:pt x="31385" y="444"/>
                  </a:lnTo>
                  <a:lnTo>
                    <a:pt x="30656" y="1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1" name="Google Shape;6431;p43"/>
            <p:cNvSpPr/>
            <p:nvPr/>
          </p:nvSpPr>
          <p:spPr>
            <a:xfrm>
              <a:off x="5641144" y="3518056"/>
              <a:ext cx="1040412" cy="393946"/>
            </a:xfrm>
            <a:custGeom>
              <a:rect b="b" l="l" r="r" t="t"/>
              <a:pathLst>
                <a:path extrusionOk="0" h="11908" w="31449">
                  <a:moveTo>
                    <a:pt x="1" y="0"/>
                  </a:moveTo>
                  <a:lnTo>
                    <a:pt x="1" y="2787"/>
                  </a:lnTo>
                  <a:cubicBezTo>
                    <a:pt x="1" y="5131"/>
                    <a:pt x="1553" y="7474"/>
                    <a:pt x="4656" y="9279"/>
                  </a:cubicBezTo>
                  <a:cubicBezTo>
                    <a:pt x="4846" y="9374"/>
                    <a:pt x="5005" y="9469"/>
                    <a:pt x="5226" y="9564"/>
                  </a:cubicBezTo>
                  <a:cubicBezTo>
                    <a:pt x="5290" y="9628"/>
                    <a:pt x="5353" y="9659"/>
                    <a:pt x="5416" y="9691"/>
                  </a:cubicBezTo>
                  <a:cubicBezTo>
                    <a:pt x="5543" y="9754"/>
                    <a:pt x="5670" y="9818"/>
                    <a:pt x="5796" y="9881"/>
                  </a:cubicBezTo>
                  <a:cubicBezTo>
                    <a:pt x="5891" y="9913"/>
                    <a:pt x="5955" y="9944"/>
                    <a:pt x="6050" y="9976"/>
                  </a:cubicBezTo>
                  <a:cubicBezTo>
                    <a:pt x="6145" y="10039"/>
                    <a:pt x="6271" y="10103"/>
                    <a:pt x="6398" y="10134"/>
                  </a:cubicBezTo>
                  <a:lnTo>
                    <a:pt x="6651" y="10261"/>
                  </a:lnTo>
                  <a:cubicBezTo>
                    <a:pt x="6746" y="10293"/>
                    <a:pt x="6841" y="10324"/>
                    <a:pt x="6905" y="10356"/>
                  </a:cubicBezTo>
                  <a:cubicBezTo>
                    <a:pt x="6936" y="10356"/>
                    <a:pt x="6968" y="10356"/>
                    <a:pt x="7000" y="10388"/>
                  </a:cubicBezTo>
                  <a:cubicBezTo>
                    <a:pt x="7253" y="10483"/>
                    <a:pt x="7538" y="10578"/>
                    <a:pt x="7823" y="10673"/>
                  </a:cubicBezTo>
                  <a:cubicBezTo>
                    <a:pt x="7855" y="10704"/>
                    <a:pt x="7918" y="10704"/>
                    <a:pt x="7950" y="10736"/>
                  </a:cubicBezTo>
                  <a:cubicBezTo>
                    <a:pt x="8203" y="10799"/>
                    <a:pt x="8457" y="10894"/>
                    <a:pt x="8710" y="10958"/>
                  </a:cubicBezTo>
                  <a:cubicBezTo>
                    <a:pt x="8742" y="10958"/>
                    <a:pt x="8773" y="10989"/>
                    <a:pt x="8805" y="10989"/>
                  </a:cubicBezTo>
                  <a:cubicBezTo>
                    <a:pt x="8868" y="11021"/>
                    <a:pt x="8900" y="11021"/>
                    <a:pt x="8963" y="11053"/>
                  </a:cubicBezTo>
                  <a:cubicBezTo>
                    <a:pt x="9122" y="11084"/>
                    <a:pt x="9280" y="11116"/>
                    <a:pt x="9438" y="11179"/>
                  </a:cubicBezTo>
                  <a:cubicBezTo>
                    <a:pt x="9533" y="11179"/>
                    <a:pt x="9628" y="11211"/>
                    <a:pt x="9723" y="11243"/>
                  </a:cubicBezTo>
                  <a:cubicBezTo>
                    <a:pt x="9913" y="11274"/>
                    <a:pt x="10072" y="11306"/>
                    <a:pt x="10262" y="11369"/>
                  </a:cubicBezTo>
                  <a:cubicBezTo>
                    <a:pt x="10325" y="11369"/>
                    <a:pt x="10388" y="11401"/>
                    <a:pt x="10452" y="11401"/>
                  </a:cubicBezTo>
                  <a:lnTo>
                    <a:pt x="10515" y="11401"/>
                  </a:lnTo>
                  <a:cubicBezTo>
                    <a:pt x="10673" y="11433"/>
                    <a:pt x="10832" y="11464"/>
                    <a:pt x="10990" y="11496"/>
                  </a:cubicBezTo>
                  <a:lnTo>
                    <a:pt x="11275" y="11559"/>
                  </a:lnTo>
                  <a:cubicBezTo>
                    <a:pt x="11465" y="11591"/>
                    <a:pt x="11687" y="11623"/>
                    <a:pt x="11909" y="11654"/>
                  </a:cubicBezTo>
                  <a:lnTo>
                    <a:pt x="12035" y="11654"/>
                  </a:lnTo>
                  <a:cubicBezTo>
                    <a:pt x="12257" y="11718"/>
                    <a:pt x="12510" y="11749"/>
                    <a:pt x="12764" y="11749"/>
                  </a:cubicBezTo>
                  <a:cubicBezTo>
                    <a:pt x="12827" y="11781"/>
                    <a:pt x="12890" y="11781"/>
                    <a:pt x="12954" y="11781"/>
                  </a:cubicBezTo>
                  <a:cubicBezTo>
                    <a:pt x="13144" y="11813"/>
                    <a:pt x="13334" y="11813"/>
                    <a:pt x="13524" y="11845"/>
                  </a:cubicBezTo>
                  <a:lnTo>
                    <a:pt x="13809" y="11845"/>
                  </a:lnTo>
                  <a:cubicBezTo>
                    <a:pt x="13967" y="11876"/>
                    <a:pt x="14125" y="11876"/>
                    <a:pt x="14284" y="11876"/>
                  </a:cubicBezTo>
                  <a:cubicBezTo>
                    <a:pt x="14410" y="11876"/>
                    <a:pt x="14505" y="11908"/>
                    <a:pt x="14600" y="11908"/>
                  </a:cubicBezTo>
                  <a:lnTo>
                    <a:pt x="16912" y="11908"/>
                  </a:lnTo>
                  <a:cubicBezTo>
                    <a:pt x="17102" y="11876"/>
                    <a:pt x="17261" y="11876"/>
                    <a:pt x="17451" y="11876"/>
                  </a:cubicBezTo>
                  <a:lnTo>
                    <a:pt x="17767" y="11845"/>
                  </a:lnTo>
                  <a:cubicBezTo>
                    <a:pt x="17926" y="11845"/>
                    <a:pt x="18116" y="11813"/>
                    <a:pt x="18274" y="11813"/>
                  </a:cubicBezTo>
                  <a:cubicBezTo>
                    <a:pt x="18337" y="11781"/>
                    <a:pt x="18401" y="11781"/>
                    <a:pt x="18432" y="11781"/>
                  </a:cubicBezTo>
                  <a:lnTo>
                    <a:pt x="18559" y="11781"/>
                  </a:lnTo>
                  <a:cubicBezTo>
                    <a:pt x="18844" y="11749"/>
                    <a:pt x="19097" y="11718"/>
                    <a:pt x="19351" y="11686"/>
                  </a:cubicBezTo>
                  <a:cubicBezTo>
                    <a:pt x="19382" y="11654"/>
                    <a:pt x="19446" y="11654"/>
                    <a:pt x="19477" y="11654"/>
                  </a:cubicBezTo>
                  <a:cubicBezTo>
                    <a:pt x="19794" y="11623"/>
                    <a:pt x="20079" y="11559"/>
                    <a:pt x="20364" y="11528"/>
                  </a:cubicBezTo>
                  <a:lnTo>
                    <a:pt x="20459" y="11496"/>
                  </a:lnTo>
                  <a:cubicBezTo>
                    <a:pt x="20522" y="11496"/>
                    <a:pt x="20617" y="11464"/>
                    <a:pt x="20681" y="11464"/>
                  </a:cubicBezTo>
                  <a:cubicBezTo>
                    <a:pt x="20839" y="11433"/>
                    <a:pt x="20966" y="11401"/>
                    <a:pt x="21093" y="11369"/>
                  </a:cubicBezTo>
                  <a:cubicBezTo>
                    <a:pt x="21219" y="11369"/>
                    <a:pt x="21314" y="11338"/>
                    <a:pt x="21441" y="11306"/>
                  </a:cubicBezTo>
                  <a:cubicBezTo>
                    <a:pt x="21568" y="11274"/>
                    <a:pt x="21694" y="11243"/>
                    <a:pt x="21821" y="11211"/>
                  </a:cubicBezTo>
                  <a:lnTo>
                    <a:pt x="22169" y="11148"/>
                  </a:lnTo>
                  <a:cubicBezTo>
                    <a:pt x="22296" y="11116"/>
                    <a:pt x="22423" y="11053"/>
                    <a:pt x="22549" y="11021"/>
                  </a:cubicBezTo>
                  <a:cubicBezTo>
                    <a:pt x="22676" y="10989"/>
                    <a:pt x="22771" y="10958"/>
                    <a:pt x="22898" y="10926"/>
                  </a:cubicBezTo>
                  <a:cubicBezTo>
                    <a:pt x="23024" y="10894"/>
                    <a:pt x="23151" y="10863"/>
                    <a:pt x="23278" y="10831"/>
                  </a:cubicBezTo>
                  <a:cubicBezTo>
                    <a:pt x="23309" y="10799"/>
                    <a:pt x="23373" y="10799"/>
                    <a:pt x="23436" y="10768"/>
                  </a:cubicBezTo>
                  <a:cubicBezTo>
                    <a:pt x="23468" y="10768"/>
                    <a:pt x="23499" y="10736"/>
                    <a:pt x="23563" y="10736"/>
                  </a:cubicBezTo>
                  <a:cubicBezTo>
                    <a:pt x="23784" y="10641"/>
                    <a:pt x="24006" y="10578"/>
                    <a:pt x="24228" y="10483"/>
                  </a:cubicBezTo>
                  <a:cubicBezTo>
                    <a:pt x="24291" y="10483"/>
                    <a:pt x="24323" y="10451"/>
                    <a:pt x="24386" y="10451"/>
                  </a:cubicBezTo>
                  <a:cubicBezTo>
                    <a:pt x="24639" y="10324"/>
                    <a:pt x="24893" y="10229"/>
                    <a:pt x="25146" y="10103"/>
                  </a:cubicBezTo>
                  <a:cubicBezTo>
                    <a:pt x="25210" y="10071"/>
                    <a:pt x="25305" y="10071"/>
                    <a:pt x="25368" y="10039"/>
                  </a:cubicBezTo>
                  <a:cubicBezTo>
                    <a:pt x="25558" y="9944"/>
                    <a:pt x="25748" y="9849"/>
                    <a:pt x="25938" y="9754"/>
                  </a:cubicBezTo>
                  <a:lnTo>
                    <a:pt x="26160" y="9659"/>
                  </a:lnTo>
                  <a:cubicBezTo>
                    <a:pt x="26413" y="9533"/>
                    <a:pt x="26635" y="9406"/>
                    <a:pt x="26888" y="9248"/>
                  </a:cubicBezTo>
                  <a:cubicBezTo>
                    <a:pt x="26951" y="9216"/>
                    <a:pt x="27015" y="9184"/>
                    <a:pt x="27078" y="9153"/>
                  </a:cubicBezTo>
                  <a:cubicBezTo>
                    <a:pt x="27141" y="9089"/>
                    <a:pt x="27173" y="9058"/>
                    <a:pt x="27236" y="9026"/>
                  </a:cubicBezTo>
                  <a:cubicBezTo>
                    <a:pt x="27331" y="8963"/>
                    <a:pt x="27426" y="8899"/>
                    <a:pt x="27521" y="8836"/>
                  </a:cubicBezTo>
                  <a:cubicBezTo>
                    <a:pt x="27616" y="8804"/>
                    <a:pt x="27680" y="8741"/>
                    <a:pt x="27775" y="8678"/>
                  </a:cubicBezTo>
                  <a:cubicBezTo>
                    <a:pt x="27870" y="8614"/>
                    <a:pt x="27965" y="8551"/>
                    <a:pt x="28028" y="8488"/>
                  </a:cubicBezTo>
                  <a:cubicBezTo>
                    <a:pt x="28123" y="8424"/>
                    <a:pt x="28186" y="8361"/>
                    <a:pt x="28281" y="8329"/>
                  </a:cubicBezTo>
                  <a:cubicBezTo>
                    <a:pt x="28345" y="8266"/>
                    <a:pt x="28440" y="8171"/>
                    <a:pt x="28535" y="8108"/>
                  </a:cubicBezTo>
                  <a:cubicBezTo>
                    <a:pt x="28598" y="8076"/>
                    <a:pt x="28661" y="8013"/>
                    <a:pt x="28725" y="7949"/>
                  </a:cubicBezTo>
                  <a:cubicBezTo>
                    <a:pt x="28820" y="7886"/>
                    <a:pt x="28883" y="7823"/>
                    <a:pt x="28978" y="7728"/>
                  </a:cubicBezTo>
                  <a:lnTo>
                    <a:pt x="29073" y="7664"/>
                  </a:lnTo>
                  <a:lnTo>
                    <a:pt x="29136" y="7569"/>
                  </a:lnTo>
                  <a:cubicBezTo>
                    <a:pt x="29263" y="7474"/>
                    <a:pt x="29390" y="7348"/>
                    <a:pt x="29485" y="7221"/>
                  </a:cubicBezTo>
                  <a:cubicBezTo>
                    <a:pt x="29548" y="7189"/>
                    <a:pt x="29580" y="7158"/>
                    <a:pt x="29612" y="7094"/>
                  </a:cubicBezTo>
                  <a:cubicBezTo>
                    <a:pt x="29738" y="6967"/>
                    <a:pt x="29897" y="6809"/>
                    <a:pt x="30023" y="6619"/>
                  </a:cubicBezTo>
                  <a:cubicBezTo>
                    <a:pt x="30055" y="6587"/>
                    <a:pt x="30087" y="6524"/>
                    <a:pt x="30118" y="6492"/>
                  </a:cubicBezTo>
                  <a:cubicBezTo>
                    <a:pt x="30182" y="6397"/>
                    <a:pt x="30277" y="6302"/>
                    <a:pt x="30340" y="6207"/>
                  </a:cubicBezTo>
                  <a:cubicBezTo>
                    <a:pt x="30372" y="6144"/>
                    <a:pt x="30403" y="6081"/>
                    <a:pt x="30435" y="6017"/>
                  </a:cubicBezTo>
                  <a:cubicBezTo>
                    <a:pt x="30498" y="5922"/>
                    <a:pt x="30562" y="5859"/>
                    <a:pt x="30625" y="5764"/>
                  </a:cubicBezTo>
                  <a:cubicBezTo>
                    <a:pt x="30625" y="5732"/>
                    <a:pt x="30657" y="5701"/>
                    <a:pt x="30657" y="5669"/>
                  </a:cubicBezTo>
                  <a:cubicBezTo>
                    <a:pt x="30688" y="5637"/>
                    <a:pt x="30720" y="5606"/>
                    <a:pt x="30720" y="5574"/>
                  </a:cubicBezTo>
                  <a:cubicBezTo>
                    <a:pt x="30783" y="5479"/>
                    <a:pt x="30815" y="5416"/>
                    <a:pt x="30847" y="5321"/>
                  </a:cubicBezTo>
                  <a:cubicBezTo>
                    <a:pt x="30878" y="5257"/>
                    <a:pt x="30910" y="5194"/>
                    <a:pt x="30942" y="5131"/>
                  </a:cubicBezTo>
                  <a:cubicBezTo>
                    <a:pt x="30973" y="5036"/>
                    <a:pt x="31005" y="4972"/>
                    <a:pt x="31037" y="4877"/>
                  </a:cubicBezTo>
                  <a:cubicBezTo>
                    <a:pt x="31068" y="4846"/>
                    <a:pt x="31068" y="4814"/>
                    <a:pt x="31100" y="4782"/>
                  </a:cubicBezTo>
                  <a:cubicBezTo>
                    <a:pt x="31100" y="4751"/>
                    <a:pt x="31100" y="4719"/>
                    <a:pt x="31132" y="4687"/>
                  </a:cubicBezTo>
                  <a:cubicBezTo>
                    <a:pt x="31132" y="4624"/>
                    <a:pt x="31163" y="4529"/>
                    <a:pt x="31195" y="4466"/>
                  </a:cubicBezTo>
                  <a:cubicBezTo>
                    <a:pt x="31227" y="4402"/>
                    <a:pt x="31227" y="4307"/>
                    <a:pt x="31258" y="4244"/>
                  </a:cubicBezTo>
                  <a:cubicBezTo>
                    <a:pt x="31258" y="4181"/>
                    <a:pt x="31290" y="4086"/>
                    <a:pt x="31322" y="4022"/>
                  </a:cubicBezTo>
                  <a:cubicBezTo>
                    <a:pt x="31322" y="3991"/>
                    <a:pt x="31322" y="3927"/>
                    <a:pt x="31353" y="3896"/>
                  </a:cubicBezTo>
                  <a:lnTo>
                    <a:pt x="31353" y="3801"/>
                  </a:lnTo>
                  <a:lnTo>
                    <a:pt x="31385" y="3579"/>
                  </a:lnTo>
                  <a:cubicBezTo>
                    <a:pt x="31385" y="3516"/>
                    <a:pt x="31417" y="3452"/>
                    <a:pt x="31417" y="3357"/>
                  </a:cubicBezTo>
                  <a:cubicBezTo>
                    <a:pt x="31417" y="3294"/>
                    <a:pt x="31417" y="3199"/>
                    <a:pt x="31417" y="3136"/>
                  </a:cubicBezTo>
                  <a:cubicBezTo>
                    <a:pt x="31448" y="3072"/>
                    <a:pt x="31448" y="3041"/>
                    <a:pt x="31448" y="3009"/>
                  </a:cubicBezTo>
                  <a:cubicBezTo>
                    <a:pt x="31448" y="2946"/>
                    <a:pt x="31448" y="2914"/>
                    <a:pt x="31448" y="2851"/>
                  </a:cubicBezTo>
                  <a:lnTo>
                    <a:pt x="31448" y="349"/>
                  </a:lnTo>
                  <a:cubicBezTo>
                    <a:pt x="31448" y="444"/>
                    <a:pt x="31448" y="507"/>
                    <a:pt x="31417" y="602"/>
                  </a:cubicBezTo>
                  <a:cubicBezTo>
                    <a:pt x="31417" y="665"/>
                    <a:pt x="31417" y="729"/>
                    <a:pt x="31385" y="792"/>
                  </a:cubicBezTo>
                  <a:cubicBezTo>
                    <a:pt x="31385" y="887"/>
                    <a:pt x="31385" y="982"/>
                    <a:pt x="31353" y="1045"/>
                  </a:cubicBezTo>
                  <a:cubicBezTo>
                    <a:pt x="31353" y="1109"/>
                    <a:pt x="31322" y="1204"/>
                    <a:pt x="31322" y="1267"/>
                  </a:cubicBezTo>
                  <a:cubicBezTo>
                    <a:pt x="31290" y="1330"/>
                    <a:pt x="31290" y="1425"/>
                    <a:pt x="31258" y="1489"/>
                  </a:cubicBezTo>
                  <a:cubicBezTo>
                    <a:pt x="31258" y="1552"/>
                    <a:pt x="31227" y="1615"/>
                    <a:pt x="31195" y="1679"/>
                  </a:cubicBezTo>
                  <a:cubicBezTo>
                    <a:pt x="31195" y="1774"/>
                    <a:pt x="31163" y="1837"/>
                    <a:pt x="31132" y="1932"/>
                  </a:cubicBezTo>
                  <a:cubicBezTo>
                    <a:pt x="31100" y="1995"/>
                    <a:pt x="31068" y="2059"/>
                    <a:pt x="31068" y="2122"/>
                  </a:cubicBezTo>
                  <a:cubicBezTo>
                    <a:pt x="31037" y="2217"/>
                    <a:pt x="31005" y="2280"/>
                    <a:pt x="30942" y="2376"/>
                  </a:cubicBezTo>
                  <a:cubicBezTo>
                    <a:pt x="30942" y="2439"/>
                    <a:pt x="30910" y="2502"/>
                    <a:pt x="30878" y="2566"/>
                  </a:cubicBezTo>
                  <a:cubicBezTo>
                    <a:pt x="30815" y="2629"/>
                    <a:pt x="30783" y="2724"/>
                    <a:pt x="30752" y="2787"/>
                  </a:cubicBezTo>
                  <a:lnTo>
                    <a:pt x="30625" y="2977"/>
                  </a:lnTo>
                  <a:cubicBezTo>
                    <a:pt x="30593" y="3072"/>
                    <a:pt x="30530" y="3167"/>
                    <a:pt x="30467" y="3262"/>
                  </a:cubicBezTo>
                  <a:cubicBezTo>
                    <a:pt x="30435" y="3326"/>
                    <a:pt x="30403" y="3389"/>
                    <a:pt x="30340" y="3421"/>
                  </a:cubicBezTo>
                  <a:cubicBezTo>
                    <a:pt x="30277" y="3547"/>
                    <a:pt x="30213" y="3642"/>
                    <a:pt x="30118" y="3737"/>
                  </a:cubicBezTo>
                  <a:cubicBezTo>
                    <a:pt x="30087" y="3769"/>
                    <a:pt x="30055" y="3832"/>
                    <a:pt x="30023" y="3864"/>
                  </a:cubicBezTo>
                  <a:cubicBezTo>
                    <a:pt x="29897" y="4022"/>
                    <a:pt x="29770" y="4181"/>
                    <a:pt x="29612" y="4339"/>
                  </a:cubicBezTo>
                  <a:cubicBezTo>
                    <a:pt x="29580" y="4371"/>
                    <a:pt x="29548" y="4434"/>
                    <a:pt x="29517" y="4466"/>
                  </a:cubicBezTo>
                  <a:cubicBezTo>
                    <a:pt x="29390" y="4592"/>
                    <a:pt x="29263" y="4687"/>
                    <a:pt x="29136" y="4814"/>
                  </a:cubicBezTo>
                  <a:cubicBezTo>
                    <a:pt x="29105" y="4877"/>
                    <a:pt x="29041" y="4909"/>
                    <a:pt x="28978" y="4972"/>
                  </a:cubicBezTo>
                  <a:cubicBezTo>
                    <a:pt x="28915" y="5036"/>
                    <a:pt x="28820" y="5099"/>
                    <a:pt x="28756" y="5162"/>
                  </a:cubicBezTo>
                  <a:cubicBezTo>
                    <a:pt x="28693" y="5226"/>
                    <a:pt x="28598" y="5289"/>
                    <a:pt x="28535" y="5352"/>
                  </a:cubicBezTo>
                  <a:cubicBezTo>
                    <a:pt x="28471" y="5416"/>
                    <a:pt x="28376" y="5479"/>
                    <a:pt x="28281" y="5542"/>
                  </a:cubicBezTo>
                  <a:cubicBezTo>
                    <a:pt x="28218" y="5606"/>
                    <a:pt x="28123" y="5669"/>
                    <a:pt x="28060" y="5732"/>
                  </a:cubicBezTo>
                  <a:cubicBezTo>
                    <a:pt x="27965" y="5796"/>
                    <a:pt x="27870" y="5859"/>
                    <a:pt x="27806" y="5922"/>
                  </a:cubicBezTo>
                  <a:cubicBezTo>
                    <a:pt x="27711" y="5954"/>
                    <a:pt x="27616" y="6017"/>
                    <a:pt x="27553" y="6081"/>
                  </a:cubicBezTo>
                  <a:cubicBezTo>
                    <a:pt x="27458" y="6144"/>
                    <a:pt x="27363" y="6207"/>
                    <a:pt x="27268" y="6271"/>
                  </a:cubicBezTo>
                  <a:cubicBezTo>
                    <a:pt x="27141" y="6334"/>
                    <a:pt x="27015" y="6397"/>
                    <a:pt x="26888" y="6492"/>
                  </a:cubicBezTo>
                  <a:cubicBezTo>
                    <a:pt x="26666" y="6619"/>
                    <a:pt x="26413" y="6746"/>
                    <a:pt x="26160" y="6872"/>
                  </a:cubicBezTo>
                  <a:lnTo>
                    <a:pt x="25970" y="6967"/>
                  </a:lnTo>
                  <a:cubicBezTo>
                    <a:pt x="25780" y="7062"/>
                    <a:pt x="25558" y="7158"/>
                    <a:pt x="25368" y="7253"/>
                  </a:cubicBezTo>
                  <a:cubicBezTo>
                    <a:pt x="25305" y="7284"/>
                    <a:pt x="25241" y="7316"/>
                    <a:pt x="25178" y="7348"/>
                  </a:cubicBezTo>
                  <a:cubicBezTo>
                    <a:pt x="24924" y="7474"/>
                    <a:pt x="24639" y="7569"/>
                    <a:pt x="24386" y="7664"/>
                  </a:cubicBezTo>
                  <a:cubicBezTo>
                    <a:pt x="24354" y="7696"/>
                    <a:pt x="24291" y="7696"/>
                    <a:pt x="24259" y="7728"/>
                  </a:cubicBezTo>
                  <a:cubicBezTo>
                    <a:pt x="24038" y="7791"/>
                    <a:pt x="23784" y="7886"/>
                    <a:pt x="23563" y="7949"/>
                  </a:cubicBezTo>
                  <a:cubicBezTo>
                    <a:pt x="23468" y="7981"/>
                    <a:pt x="23373" y="8013"/>
                    <a:pt x="23278" y="8044"/>
                  </a:cubicBezTo>
                  <a:cubicBezTo>
                    <a:pt x="23151" y="8076"/>
                    <a:pt x="23024" y="8139"/>
                    <a:pt x="22898" y="8171"/>
                  </a:cubicBezTo>
                  <a:cubicBezTo>
                    <a:pt x="22803" y="8203"/>
                    <a:pt x="22676" y="8234"/>
                    <a:pt x="22581" y="8266"/>
                  </a:cubicBezTo>
                  <a:cubicBezTo>
                    <a:pt x="22454" y="8298"/>
                    <a:pt x="22296" y="8329"/>
                    <a:pt x="22169" y="8361"/>
                  </a:cubicBezTo>
                  <a:lnTo>
                    <a:pt x="21853" y="8456"/>
                  </a:lnTo>
                  <a:cubicBezTo>
                    <a:pt x="21726" y="8488"/>
                    <a:pt x="21568" y="8519"/>
                    <a:pt x="21441" y="8551"/>
                  </a:cubicBezTo>
                  <a:lnTo>
                    <a:pt x="21124" y="8614"/>
                  </a:lnTo>
                  <a:cubicBezTo>
                    <a:pt x="20966" y="8646"/>
                    <a:pt x="20839" y="8646"/>
                    <a:pt x="20713" y="8678"/>
                  </a:cubicBezTo>
                  <a:cubicBezTo>
                    <a:pt x="20586" y="8709"/>
                    <a:pt x="20491" y="8709"/>
                    <a:pt x="20396" y="8741"/>
                  </a:cubicBezTo>
                  <a:cubicBezTo>
                    <a:pt x="20079" y="8804"/>
                    <a:pt x="19794" y="8836"/>
                    <a:pt x="19509" y="8899"/>
                  </a:cubicBezTo>
                  <a:lnTo>
                    <a:pt x="19382" y="8899"/>
                  </a:lnTo>
                  <a:cubicBezTo>
                    <a:pt x="19097" y="8931"/>
                    <a:pt x="18844" y="8963"/>
                    <a:pt x="18591" y="8994"/>
                  </a:cubicBezTo>
                  <a:cubicBezTo>
                    <a:pt x="18496" y="8994"/>
                    <a:pt x="18369" y="9026"/>
                    <a:pt x="18274" y="9026"/>
                  </a:cubicBezTo>
                  <a:cubicBezTo>
                    <a:pt x="18116" y="9058"/>
                    <a:pt x="17957" y="9058"/>
                    <a:pt x="17767" y="9058"/>
                  </a:cubicBezTo>
                  <a:lnTo>
                    <a:pt x="17451" y="9089"/>
                  </a:lnTo>
                  <a:cubicBezTo>
                    <a:pt x="17292" y="9121"/>
                    <a:pt x="17102" y="9121"/>
                    <a:pt x="16944" y="9121"/>
                  </a:cubicBezTo>
                  <a:lnTo>
                    <a:pt x="16627" y="9121"/>
                  </a:lnTo>
                  <a:cubicBezTo>
                    <a:pt x="16469" y="9153"/>
                    <a:pt x="16342" y="9153"/>
                    <a:pt x="16184" y="9153"/>
                  </a:cubicBezTo>
                  <a:lnTo>
                    <a:pt x="15075" y="9153"/>
                  </a:lnTo>
                  <a:cubicBezTo>
                    <a:pt x="14917" y="9121"/>
                    <a:pt x="14759" y="9121"/>
                    <a:pt x="14632" y="9121"/>
                  </a:cubicBezTo>
                  <a:lnTo>
                    <a:pt x="14315" y="9121"/>
                  </a:lnTo>
                  <a:cubicBezTo>
                    <a:pt x="14157" y="9089"/>
                    <a:pt x="13967" y="9089"/>
                    <a:pt x="13809" y="9089"/>
                  </a:cubicBezTo>
                  <a:cubicBezTo>
                    <a:pt x="13714" y="9058"/>
                    <a:pt x="13619" y="9058"/>
                    <a:pt x="13524" y="9058"/>
                  </a:cubicBezTo>
                  <a:cubicBezTo>
                    <a:pt x="13334" y="9058"/>
                    <a:pt x="13144" y="9026"/>
                    <a:pt x="12954" y="8994"/>
                  </a:cubicBezTo>
                  <a:lnTo>
                    <a:pt x="12795" y="8994"/>
                  </a:lnTo>
                  <a:cubicBezTo>
                    <a:pt x="12542" y="8963"/>
                    <a:pt x="12289" y="8931"/>
                    <a:pt x="12035" y="8899"/>
                  </a:cubicBezTo>
                  <a:cubicBezTo>
                    <a:pt x="12004" y="8899"/>
                    <a:pt x="11940" y="8868"/>
                    <a:pt x="11909" y="8868"/>
                  </a:cubicBezTo>
                  <a:cubicBezTo>
                    <a:pt x="11687" y="8836"/>
                    <a:pt x="11497" y="8804"/>
                    <a:pt x="11275" y="8773"/>
                  </a:cubicBezTo>
                  <a:cubicBezTo>
                    <a:pt x="11180" y="8773"/>
                    <a:pt x="11085" y="8741"/>
                    <a:pt x="10990" y="8709"/>
                  </a:cubicBezTo>
                  <a:cubicBezTo>
                    <a:pt x="10832" y="8709"/>
                    <a:pt x="10673" y="8678"/>
                    <a:pt x="10515" y="8646"/>
                  </a:cubicBezTo>
                  <a:cubicBezTo>
                    <a:pt x="10420" y="8614"/>
                    <a:pt x="10357" y="8614"/>
                    <a:pt x="10262" y="8583"/>
                  </a:cubicBezTo>
                  <a:cubicBezTo>
                    <a:pt x="10072" y="8551"/>
                    <a:pt x="9913" y="8488"/>
                    <a:pt x="9723" y="8456"/>
                  </a:cubicBezTo>
                  <a:cubicBezTo>
                    <a:pt x="9628" y="8424"/>
                    <a:pt x="9533" y="8424"/>
                    <a:pt x="9438" y="8393"/>
                  </a:cubicBezTo>
                  <a:cubicBezTo>
                    <a:pt x="9280" y="8361"/>
                    <a:pt x="9122" y="8298"/>
                    <a:pt x="8963" y="8266"/>
                  </a:cubicBezTo>
                  <a:cubicBezTo>
                    <a:pt x="8868" y="8234"/>
                    <a:pt x="8773" y="8203"/>
                    <a:pt x="8710" y="8171"/>
                  </a:cubicBezTo>
                  <a:cubicBezTo>
                    <a:pt x="8457" y="8108"/>
                    <a:pt x="8203" y="8044"/>
                    <a:pt x="7950" y="7949"/>
                  </a:cubicBezTo>
                  <a:cubicBezTo>
                    <a:pt x="7918" y="7949"/>
                    <a:pt x="7855" y="7918"/>
                    <a:pt x="7823" y="7918"/>
                  </a:cubicBezTo>
                  <a:cubicBezTo>
                    <a:pt x="7538" y="7823"/>
                    <a:pt x="7253" y="7728"/>
                    <a:pt x="7000" y="7601"/>
                  </a:cubicBezTo>
                  <a:cubicBezTo>
                    <a:pt x="6873" y="7569"/>
                    <a:pt x="6778" y="7506"/>
                    <a:pt x="6651" y="7474"/>
                  </a:cubicBezTo>
                  <a:lnTo>
                    <a:pt x="6398" y="7379"/>
                  </a:lnTo>
                  <a:cubicBezTo>
                    <a:pt x="6271" y="7316"/>
                    <a:pt x="6145" y="7253"/>
                    <a:pt x="6018" y="7221"/>
                  </a:cubicBezTo>
                  <a:cubicBezTo>
                    <a:pt x="5955" y="7158"/>
                    <a:pt x="5860" y="7126"/>
                    <a:pt x="5796" y="7094"/>
                  </a:cubicBezTo>
                  <a:cubicBezTo>
                    <a:pt x="5670" y="7031"/>
                    <a:pt x="5543" y="6967"/>
                    <a:pt x="5385" y="6904"/>
                  </a:cubicBezTo>
                  <a:cubicBezTo>
                    <a:pt x="5321" y="6872"/>
                    <a:pt x="5258" y="6841"/>
                    <a:pt x="5195" y="6809"/>
                  </a:cubicBezTo>
                  <a:cubicBezTo>
                    <a:pt x="5005" y="6682"/>
                    <a:pt x="4815" y="6587"/>
                    <a:pt x="4625" y="6492"/>
                  </a:cubicBezTo>
                  <a:cubicBezTo>
                    <a:pt x="1553" y="4687"/>
                    <a:pt x="1" y="2344"/>
                    <a:pt x="1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2" name="Google Shape;6432;p43"/>
            <p:cNvSpPr/>
            <p:nvPr/>
          </p:nvSpPr>
          <p:spPr>
            <a:xfrm>
              <a:off x="5641144" y="3518056"/>
              <a:ext cx="1040412" cy="393946"/>
            </a:xfrm>
            <a:custGeom>
              <a:rect b="b" l="l" r="r" t="t"/>
              <a:pathLst>
                <a:path extrusionOk="0" h="11908" w="31449">
                  <a:moveTo>
                    <a:pt x="1" y="0"/>
                  </a:moveTo>
                  <a:lnTo>
                    <a:pt x="1" y="2787"/>
                  </a:lnTo>
                  <a:cubicBezTo>
                    <a:pt x="1" y="5131"/>
                    <a:pt x="1553" y="7474"/>
                    <a:pt x="4656" y="9279"/>
                  </a:cubicBezTo>
                  <a:cubicBezTo>
                    <a:pt x="4846" y="9374"/>
                    <a:pt x="5005" y="9469"/>
                    <a:pt x="5226" y="9564"/>
                  </a:cubicBezTo>
                  <a:cubicBezTo>
                    <a:pt x="5290" y="9628"/>
                    <a:pt x="5353" y="9659"/>
                    <a:pt x="5416" y="9691"/>
                  </a:cubicBezTo>
                  <a:cubicBezTo>
                    <a:pt x="5543" y="9754"/>
                    <a:pt x="5670" y="9818"/>
                    <a:pt x="5796" y="9881"/>
                  </a:cubicBezTo>
                  <a:cubicBezTo>
                    <a:pt x="5891" y="9913"/>
                    <a:pt x="5955" y="9944"/>
                    <a:pt x="6050" y="9976"/>
                  </a:cubicBezTo>
                  <a:cubicBezTo>
                    <a:pt x="6145" y="10039"/>
                    <a:pt x="6271" y="10103"/>
                    <a:pt x="6398" y="10134"/>
                  </a:cubicBezTo>
                  <a:lnTo>
                    <a:pt x="6651" y="10261"/>
                  </a:lnTo>
                  <a:cubicBezTo>
                    <a:pt x="6746" y="10293"/>
                    <a:pt x="6841" y="10324"/>
                    <a:pt x="6905" y="10356"/>
                  </a:cubicBezTo>
                  <a:cubicBezTo>
                    <a:pt x="6936" y="10356"/>
                    <a:pt x="6968" y="10356"/>
                    <a:pt x="7000" y="10388"/>
                  </a:cubicBezTo>
                  <a:cubicBezTo>
                    <a:pt x="7253" y="10483"/>
                    <a:pt x="7538" y="10578"/>
                    <a:pt x="7823" y="10673"/>
                  </a:cubicBezTo>
                  <a:cubicBezTo>
                    <a:pt x="7855" y="10704"/>
                    <a:pt x="7918" y="10704"/>
                    <a:pt x="7950" y="10736"/>
                  </a:cubicBezTo>
                  <a:cubicBezTo>
                    <a:pt x="8203" y="10799"/>
                    <a:pt x="8457" y="10894"/>
                    <a:pt x="8710" y="10958"/>
                  </a:cubicBezTo>
                  <a:cubicBezTo>
                    <a:pt x="8742" y="10958"/>
                    <a:pt x="8773" y="10989"/>
                    <a:pt x="8805" y="10989"/>
                  </a:cubicBezTo>
                  <a:cubicBezTo>
                    <a:pt x="8868" y="11021"/>
                    <a:pt x="8900" y="11021"/>
                    <a:pt x="8963" y="11053"/>
                  </a:cubicBezTo>
                  <a:cubicBezTo>
                    <a:pt x="9122" y="11084"/>
                    <a:pt x="9280" y="11116"/>
                    <a:pt x="9438" y="11179"/>
                  </a:cubicBezTo>
                  <a:cubicBezTo>
                    <a:pt x="9533" y="11179"/>
                    <a:pt x="9628" y="11211"/>
                    <a:pt x="9723" y="11243"/>
                  </a:cubicBezTo>
                  <a:cubicBezTo>
                    <a:pt x="9913" y="11274"/>
                    <a:pt x="10072" y="11306"/>
                    <a:pt x="10262" y="11369"/>
                  </a:cubicBezTo>
                  <a:cubicBezTo>
                    <a:pt x="10325" y="11369"/>
                    <a:pt x="10388" y="11401"/>
                    <a:pt x="10452" y="11401"/>
                  </a:cubicBezTo>
                  <a:lnTo>
                    <a:pt x="10515" y="11401"/>
                  </a:lnTo>
                  <a:cubicBezTo>
                    <a:pt x="10673" y="11433"/>
                    <a:pt x="10832" y="11464"/>
                    <a:pt x="10990" y="11496"/>
                  </a:cubicBezTo>
                  <a:lnTo>
                    <a:pt x="11275" y="11559"/>
                  </a:lnTo>
                  <a:cubicBezTo>
                    <a:pt x="11465" y="11591"/>
                    <a:pt x="11687" y="11623"/>
                    <a:pt x="11909" y="11654"/>
                  </a:cubicBezTo>
                  <a:lnTo>
                    <a:pt x="12035" y="11654"/>
                  </a:lnTo>
                  <a:cubicBezTo>
                    <a:pt x="12257" y="11718"/>
                    <a:pt x="12510" y="11749"/>
                    <a:pt x="12764" y="11749"/>
                  </a:cubicBezTo>
                  <a:cubicBezTo>
                    <a:pt x="12827" y="11781"/>
                    <a:pt x="12890" y="11781"/>
                    <a:pt x="12954" y="11781"/>
                  </a:cubicBezTo>
                  <a:cubicBezTo>
                    <a:pt x="13144" y="11813"/>
                    <a:pt x="13334" y="11813"/>
                    <a:pt x="13524" y="11845"/>
                  </a:cubicBezTo>
                  <a:lnTo>
                    <a:pt x="13809" y="11845"/>
                  </a:lnTo>
                  <a:cubicBezTo>
                    <a:pt x="13967" y="11876"/>
                    <a:pt x="14125" y="11876"/>
                    <a:pt x="14284" y="11876"/>
                  </a:cubicBezTo>
                  <a:cubicBezTo>
                    <a:pt x="14410" y="11876"/>
                    <a:pt x="14505" y="11908"/>
                    <a:pt x="14600" y="11908"/>
                  </a:cubicBezTo>
                  <a:lnTo>
                    <a:pt x="16912" y="11908"/>
                  </a:lnTo>
                  <a:cubicBezTo>
                    <a:pt x="17102" y="11876"/>
                    <a:pt x="17261" y="11876"/>
                    <a:pt x="17451" y="11876"/>
                  </a:cubicBezTo>
                  <a:lnTo>
                    <a:pt x="17767" y="11845"/>
                  </a:lnTo>
                  <a:cubicBezTo>
                    <a:pt x="17926" y="11845"/>
                    <a:pt x="18116" y="11813"/>
                    <a:pt x="18274" y="11813"/>
                  </a:cubicBezTo>
                  <a:cubicBezTo>
                    <a:pt x="18337" y="11781"/>
                    <a:pt x="18401" y="11781"/>
                    <a:pt x="18432" y="11781"/>
                  </a:cubicBezTo>
                  <a:lnTo>
                    <a:pt x="18559" y="11781"/>
                  </a:lnTo>
                  <a:cubicBezTo>
                    <a:pt x="18844" y="11749"/>
                    <a:pt x="19097" y="11718"/>
                    <a:pt x="19351" y="11686"/>
                  </a:cubicBezTo>
                  <a:cubicBezTo>
                    <a:pt x="19382" y="11654"/>
                    <a:pt x="19446" y="11654"/>
                    <a:pt x="19477" y="11654"/>
                  </a:cubicBezTo>
                  <a:cubicBezTo>
                    <a:pt x="19794" y="11623"/>
                    <a:pt x="20079" y="11559"/>
                    <a:pt x="20364" y="11528"/>
                  </a:cubicBezTo>
                  <a:lnTo>
                    <a:pt x="20459" y="11496"/>
                  </a:lnTo>
                  <a:cubicBezTo>
                    <a:pt x="20522" y="11496"/>
                    <a:pt x="20617" y="11464"/>
                    <a:pt x="20681" y="11464"/>
                  </a:cubicBezTo>
                  <a:cubicBezTo>
                    <a:pt x="20839" y="11433"/>
                    <a:pt x="20966" y="11401"/>
                    <a:pt x="21093" y="11369"/>
                  </a:cubicBezTo>
                  <a:cubicBezTo>
                    <a:pt x="21219" y="11369"/>
                    <a:pt x="21314" y="11338"/>
                    <a:pt x="21441" y="11306"/>
                  </a:cubicBezTo>
                  <a:cubicBezTo>
                    <a:pt x="21568" y="11274"/>
                    <a:pt x="21694" y="11243"/>
                    <a:pt x="21821" y="11211"/>
                  </a:cubicBezTo>
                  <a:lnTo>
                    <a:pt x="22169" y="11148"/>
                  </a:lnTo>
                  <a:cubicBezTo>
                    <a:pt x="22296" y="11116"/>
                    <a:pt x="22423" y="11053"/>
                    <a:pt x="22549" y="11021"/>
                  </a:cubicBezTo>
                  <a:cubicBezTo>
                    <a:pt x="22676" y="10989"/>
                    <a:pt x="22771" y="10958"/>
                    <a:pt x="22898" y="10926"/>
                  </a:cubicBezTo>
                  <a:cubicBezTo>
                    <a:pt x="23024" y="10894"/>
                    <a:pt x="23151" y="10863"/>
                    <a:pt x="23278" y="10831"/>
                  </a:cubicBezTo>
                  <a:cubicBezTo>
                    <a:pt x="23309" y="10799"/>
                    <a:pt x="23373" y="10799"/>
                    <a:pt x="23436" y="10768"/>
                  </a:cubicBezTo>
                  <a:cubicBezTo>
                    <a:pt x="23468" y="10768"/>
                    <a:pt x="23499" y="10736"/>
                    <a:pt x="23563" y="10736"/>
                  </a:cubicBezTo>
                  <a:cubicBezTo>
                    <a:pt x="23784" y="10641"/>
                    <a:pt x="24006" y="10578"/>
                    <a:pt x="24228" y="10483"/>
                  </a:cubicBezTo>
                  <a:cubicBezTo>
                    <a:pt x="24291" y="10483"/>
                    <a:pt x="24323" y="10451"/>
                    <a:pt x="24386" y="10451"/>
                  </a:cubicBezTo>
                  <a:cubicBezTo>
                    <a:pt x="24639" y="10324"/>
                    <a:pt x="24893" y="10229"/>
                    <a:pt x="25146" y="10103"/>
                  </a:cubicBezTo>
                  <a:cubicBezTo>
                    <a:pt x="25210" y="10071"/>
                    <a:pt x="25305" y="10071"/>
                    <a:pt x="25368" y="10039"/>
                  </a:cubicBezTo>
                  <a:cubicBezTo>
                    <a:pt x="25558" y="9944"/>
                    <a:pt x="25748" y="9849"/>
                    <a:pt x="25938" y="9754"/>
                  </a:cubicBezTo>
                  <a:lnTo>
                    <a:pt x="26160" y="9659"/>
                  </a:lnTo>
                  <a:cubicBezTo>
                    <a:pt x="26413" y="9533"/>
                    <a:pt x="26635" y="9406"/>
                    <a:pt x="26888" y="9248"/>
                  </a:cubicBezTo>
                  <a:cubicBezTo>
                    <a:pt x="26951" y="9216"/>
                    <a:pt x="27015" y="9184"/>
                    <a:pt x="27078" y="9153"/>
                  </a:cubicBezTo>
                  <a:cubicBezTo>
                    <a:pt x="27141" y="9089"/>
                    <a:pt x="27173" y="9058"/>
                    <a:pt x="27236" y="9026"/>
                  </a:cubicBezTo>
                  <a:cubicBezTo>
                    <a:pt x="27331" y="8963"/>
                    <a:pt x="27426" y="8899"/>
                    <a:pt x="27521" y="8836"/>
                  </a:cubicBezTo>
                  <a:cubicBezTo>
                    <a:pt x="27616" y="8804"/>
                    <a:pt x="27680" y="8741"/>
                    <a:pt x="27775" y="8678"/>
                  </a:cubicBezTo>
                  <a:cubicBezTo>
                    <a:pt x="27870" y="8614"/>
                    <a:pt x="27965" y="8551"/>
                    <a:pt x="28028" y="8488"/>
                  </a:cubicBezTo>
                  <a:cubicBezTo>
                    <a:pt x="28123" y="8424"/>
                    <a:pt x="28186" y="8361"/>
                    <a:pt x="28281" y="8329"/>
                  </a:cubicBezTo>
                  <a:cubicBezTo>
                    <a:pt x="28345" y="8266"/>
                    <a:pt x="28440" y="8171"/>
                    <a:pt x="28535" y="8108"/>
                  </a:cubicBezTo>
                  <a:cubicBezTo>
                    <a:pt x="28598" y="8076"/>
                    <a:pt x="28661" y="8013"/>
                    <a:pt x="28725" y="7949"/>
                  </a:cubicBezTo>
                  <a:cubicBezTo>
                    <a:pt x="28820" y="7886"/>
                    <a:pt x="28883" y="7823"/>
                    <a:pt x="28978" y="7728"/>
                  </a:cubicBezTo>
                  <a:lnTo>
                    <a:pt x="29073" y="7664"/>
                  </a:lnTo>
                  <a:lnTo>
                    <a:pt x="29136" y="7569"/>
                  </a:lnTo>
                  <a:cubicBezTo>
                    <a:pt x="29263" y="7474"/>
                    <a:pt x="29390" y="7348"/>
                    <a:pt x="29485" y="7221"/>
                  </a:cubicBezTo>
                  <a:cubicBezTo>
                    <a:pt x="29548" y="7189"/>
                    <a:pt x="29580" y="7158"/>
                    <a:pt x="29612" y="7094"/>
                  </a:cubicBezTo>
                  <a:cubicBezTo>
                    <a:pt x="29738" y="6967"/>
                    <a:pt x="29897" y="6809"/>
                    <a:pt x="30023" y="6619"/>
                  </a:cubicBezTo>
                  <a:cubicBezTo>
                    <a:pt x="30055" y="6587"/>
                    <a:pt x="30087" y="6524"/>
                    <a:pt x="30118" y="6492"/>
                  </a:cubicBezTo>
                  <a:cubicBezTo>
                    <a:pt x="30182" y="6397"/>
                    <a:pt x="30277" y="6302"/>
                    <a:pt x="30340" y="6207"/>
                  </a:cubicBezTo>
                  <a:cubicBezTo>
                    <a:pt x="30372" y="6144"/>
                    <a:pt x="30403" y="6081"/>
                    <a:pt x="30435" y="6017"/>
                  </a:cubicBezTo>
                  <a:cubicBezTo>
                    <a:pt x="30498" y="5922"/>
                    <a:pt x="30562" y="5859"/>
                    <a:pt x="30625" y="5764"/>
                  </a:cubicBezTo>
                  <a:cubicBezTo>
                    <a:pt x="30625" y="5732"/>
                    <a:pt x="30657" y="5701"/>
                    <a:pt x="30657" y="5669"/>
                  </a:cubicBezTo>
                  <a:cubicBezTo>
                    <a:pt x="30688" y="5637"/>
                    <a:pt x="30720" y="5606"/>
                    <a:pt x="30720" y="5574"/>
                  </a:cubicBezTo>
                  <a:cubicBezTo>
                    <a:pt x="30783" y="5479"/>
                    <a:pt x="30815" y="5416"/>
                    <a:pt x="30847" y="5321"/>
                  </a:cubicBezTo>
                  <a:cubicBezTo>
                    <a:pt x="30878" y="5257"/>
                    <a:pt x="30910" y="5194"/>
                    <a:pt x="30942" y="5131"/>
                  </a:cubicBezTo>
                  <a:cubicBezTo>
                    <a:pt x="30973" y="5036"/>
                    <a:pt x="31005" y="4972"/>
                    <a:pt x="31037" y="4877"/>
                  </a:cubicBezTo>
                  <a:cubicBezTo>
                    <a:pt x="31068" y="4846"/>
                    <a:pt x="31068" y="4814"/>
                    <a:pt x="31100" y="4782"/>
                  </a:cubicBezTo>
                  <a:cubicBezTo>
                    <a:pt x="31100" y="4751"/>
                    <a:pt x="31100" y="4719"/>
                    <a:pt x="31132" y="4687"/>
                  </a:cubicBezTo>
                  <a:cubicBezTo>
                    <a:pt x="31132" y="4624"/>
                    <a:pt x="31163" y="4529"/>
                    <a:pt x="31195" y="4466"/>
                  </a:cubicBezTo>
                  <a:cubicBezTo>
                    <a:pt x="31227" y="4402"/>
                    <a:pt x="31227" y="4307"/>
                    <a:pt x="31258" y="4244"/>
                  </a:cubicBezTo>
                  <a:cubicBezTo>
                    <a:pt x="31258" y="4181"/>
                    <a:pt x="31290" y="4086"/>
                    <a:pt x="31322" y="4022"/>
                  </a:cubicBezTo>
                  <a:cubicBezTo>
                    <a:pt x="31322" y="3991"/>
                    <a:pt x="31322" y="3927"/>
                    <a:pt x="31353" y="3896"/>
                  </a:cubicBezTo>
                  <a:lnTo>
                    <a:pt x="31353" y="3801"/>
                  </a:lnTo>
                  <a:lnTo>
                    <a:pt x="31385" y="3579"/>
                  </a:lnTo>
                  <a:cubicBezTo>
                    <a:pt x="31385" y="3516"/>
                    <a:pt x="31417" y="3452"/>
                    <a:pt x="31417" y="3357"/>
                  </a:cubicBezTo>
                  <a:cubicBezTo>
                    <a:pt x="31417" y="3294"/>
                    <a:pt x="31417" y="3199"/>
                    <a:pt x="31417" y="3136"/>
                  </a:cubicBezTo>
                  <a:cubicBezTo>
                    <a:pt x="31448" y="3072"/>
                    <a:pt x="31448" y="3041"/>
                    <a:pt x="31448" y="3009"/>
                  </a:cubicBezTo>
                  <a:cubicBezTo>
                    <a:pt x="31448" y="2946"/>
                    <a:pt x="31448" y="2914"/>
                    <a:pt x="31448" y="2851"/>
                  </a:cubicBezTo>
                  <a:lnTo>
                    <a:pt x="31448" y="349"/>
                  </a:lnTo>
                  <a:cubicBezTo>
                    <a:pt x="31448" y="444"/>
                    <a:pt x="31448" y="507"/>
                    <a:pt x="31417" y="602"/>
                  </a:cubicBezTo>
                  <a:cubicBezTo>
                    <a:pt x="31417" y="665"/>
                    <a:pt x="31417" y="729"/>
                    <a:pt x="31385" y="792"/>
                  </a:cubicBezTo>
                  <a:cubicBezTo>
                    <a:pt x="31385" y="887"/>
                    <a:pt x="31385" y="982"/>
                    <a:pt x="31353" y="1045"/>
                  </a:cubicBezTo>
                  <a:cubicBezTo>
                    <a:pt x="31353" y="1109"/>
                    <a:pt x="31322" y="1204"/>
                    <a:pt x="31322" y="1267"/>
                  </a:cubicBezTo>
                  <a:cubicBezTo>
                    <a:pt x="31290" y="1330"/>
                    <a:pt x="31290" y="1425"/>
                    <a:pt x="31258" y="1489"/>
                  </a:cubicBezTo>
                  <a:cubicBezTo>
                    <a:pt x="31258" y="1552"/>
                    <a:pt x="31227" y="1615"/>
                    <a:pt x="31195" y="1679"/>
                  </a:cubicBezTo>
                  <a:cubicBezTo>
                    <a:pt x="31195" y="1774"/>
                    <a:pt x="31163" y="1837"/>
                    <a:pt x="31132" y="1932"/>
                  </a:cubicBezTo>
                  <a:cubicBezTo>
                    <a:pt x="31100" y="1995"/>
                    <a:pt x="31068" y="2059"/>
                    <a:pt x="31068" y="2122"/>
                  </a:cubicBezTo>
                  <a:cubicBezTo>
                    <a:pt x="31037" y="2217"/>
                    <a:pt x="31005" y="2280"/>
                    <a:pt x="30942" y="2376"/>
                  </a:cubicBezTo>
                  <a:cubicBezTo>
                    <a:pt x="30942" y="2439"/>
                    <a:pt x="30910" y="2502"/>
                    <a:pt x="30878" y="2566"/>
                  </a:cubicBezTo>
                  <a:cubicBezTo>
                    <a:pt x="30815" y="2629"/>
                    <a:pt x="30783" y="2724"/>
                    <a:pt x="30752" y="2787"/>
                  </a:cubicBezTo>
                  <a:lnTo>
                    <a:pt x="30625" y="2977"/>
                  </a:lnTo>
                  <a:cubicBezTo>
                    <a:pt x="30593" y="3072"/>
                    <a:pt x="30530" y="3167"/>
                    <a:pt x="30467" y="3262"/>
                  </a:cubicBezTo>
                  <a:cubicBezTo>
                    <a:pt x="30435" y="3326"/>
                    <a:pt x="30403" y="3389"/>
                    <a:pt x="30340" y="3421"/>
                  </a:cubicBezTo>
                  <a:cubicBezTo>
                    <a:pt x="30277" y="3547"/>
                    <a:pt x="30213" y="3642"/>
                    <a:pt x="30118" y="3737"/>
                  </a:cubicBezTo>
                  <a:cubicBezTo>
                    <a:pt x="30087" y="3769"/>
                    <a:pt x="30055" y="3832"/>
                    <a:pt x="30023" y="3864"/>
                  </a:cubicBezTo>
                  <a:cubicBezTo>
                    <a:pt x="29897" y="4022"/>
                    <a:pt x="29770" y="4181"/>
                    <a:pt x="29612" y="4339"/>
                  </a:cubicBezTo>
                  <a:cubicBezTo>
                    <a:pt x="29580" y="4371"/>
                    <a:pt x="29548" y="4434"/>
                    <a:pt x="29517" y="4466"/>
                  </a:cubicBezTo>
                  <a:cubicBezTo>
                    <a:pt x="29390" y="4592"/>
                    <a:pt x="29263" y="4687"/>
                    <a:pt x="29136" y="4814"/>
                  </a:cubicBezTo>
                  <a:cubicBezTo>
                    <a:pt x="29105" y="4877"/>
                    <a:pt x="29041" y="4909"/>
                    <a:pt x="28978" y="4972"/>
                  </a:cubicBezTo>
                  <a:cubicBezTo>
                    <a:pt x="28915" y="5036"/>
                    <a:pt x="28820" y="5099"/>
                    <a:pt x="28756" y="5162"/>
                  </a:cubicBezTo>
                  <a:cubicBezTo>
                    <a:pt x="28693" y="5226"/>
                    <a:pt x="28598" y="5289"/>
                    <a:pt x="28535" y="5352"/>
                  </a:cubicBezTo>
                  <a:cubicBezTo>
                    <a:pt x="28471" y="5416"/>
                    <a:pt x="28376" y="5479"/>
                    <a:pt x="28281" y="5542"/>
                  </a:cubicBezTo>
                  <a:cubicBezTo>
                    <a:pt x="28218" y="5606"/>
                    <a:pt x="28123" y="5669"/>
                    <a:pt x="28060" y="5732"/>
                  </a:cubicBezTo>
                  <a:cubicBezTo>
                    <a:pt x="27965" y="5796"/>
                    <a:pt x="27870" y="5859"/>
                    <a:pt x="27806" y="5922"/>
                  </a:cubicBezTo>
                  <a:cubicBezTo>
                    <a:pt x="27711" y="5954"/>
                    <a:pt x="27616" y="6017"/>
                    <a:pt x="27553" y="6081"/>
                  </a:cubicBezTo>
                  <a:cubicBezTo>
                    <a:pt x="27458" y="6144"/>
                    <a:pt x="27363" y="6207"/>
                    <a:pt x="27268" y="6271"/>
                  </a:cubicBezTo>
                  <a:cubicBezTo>
                    <a:pt x="27141" y="6334"/>
                    <a:pt x="27015" y="6397"/>
                    <a:pt x="26888" y="6492"/>
                  </a:cubicBezTo>
                  <a:cubicBezTo>
                    <a:pt x="26666" y="6619"/>
                    <a:pt x="26413" y="6746"/>
                    <a:pt x="26160" y="6872"/>
                  </a:cubicBezTo>
                  <a:lnTo>
                    <a:pt x="25970" y="6967"/>
                  </a:lnTo>
                  <a:cubicBezTo>
                    <a:pt x="25780" y="7062"/>
                    <a:pt x="25558" y="7158"/>
                    <a:pt x="25368" y="7253"/>
                  </a:cubicBezTo>
                  <a:cubicBezTo>
                    <a:pt x="25305" y="7284"/>
                    <a:pt x="25241" y="7316"/>
                    <a:pt x="25178" y="7348"/>
                  </a:cubicBezTo>
                  <a:cubicBezTo>
                    <a:pt x="24924" y="7474"/>
                    <a:pt x="24639" y="7569"/>
                    <a:pt x="24386" y="7664"/>
                  </a:cubicBezTo>
                  <a:cubicBezTo>
                    <a:pt x="24354" y="7696"/>
                    <a:pt x="24291" y="7696"/>
                    <a:pt x="24259" y="7728"/>
                  </a:cubicBezTo>
                  <a:cubicBezTo>
                    <a:pt x="24038" y="7791"/>
                    <a:pt x="23784" y="7886"/>
                    <a:pt x="23563" y="7949"/>
                  </a:cubicBezTo>
                  <a:cubicBezTo>
                    <a:pt x="23468" y="7981"/>
                    <a:pt x="23373" y="8013"/>
                    <a:pt x="23278" y="8044"/>
                  </a:cubicBezTo>
                  <a:cubicBezTo>
                    <a:pt x="23151" y="8076"/>
                    <a:pt x="23024" y="8139"/>
                    <a:pt x="22898" y="8171"/>
                  </a:cubicBezTo>
                  <a:cubicBezTo>
                    <a:pt x="22803" y="8203"/>
                    <a:pt x="22676" y="8234"/>
                    <a:pt x="22581" y="8266"/>
                  </a:cubicBezTo>
                  <a:cubicBezTo>
                    <a:pt x="22454" y="8298"/>
                    <a:pt x="22296" y="8329"/>
                    <a:pt x="22169" y="8361"/>
                  </a:cubicBezTo>
                  <a:lnTo>
                    <a:pt x="21853" y="8456"/>
                  </a:lnTo>
                  <a:cubicBezTo>
                    <a:pt x="21726" y="8488"/>
                    <a:pt x="21568" y="8519"/>
                    <a:pt x="21441" y="8551"/>
                  </a:cubicBezTo>
                  <a:lnTo>
                    <a:pt x="21124" y="8614"/>
                  </a:lnTo>
                  <a:cubicBezTo>
                    <a:pt x="20966" y="8646"/>
                    <a:pt x="20839" y="8646"/>
                    <a:pt x="20713" y="8678"/>
                  </a:cubicBezTo>
                  <a:cubicBezTo>
                    <a:pt x="20586" y="8709"/>
                    <a:pt x="20491" y="8709"/>
                    <a:pt x="20396" y="8741"/>
                  </a:cubicBezTo>
                  <a:cubicBezTo>
                    <a:pt x="20079" y="8804"/>
                    <a:pt x="19794" y="8836"/>
                    <a:pt x="19509" y="8899"/>
                  </a:cubicBezTo>
                  <a:lnTo>
                    <a:pt x="19382" y="8899"/>
                  </a:lnTo>
                  <a:cubicBezTo>
                    <a:pt x="19097" y="8931"/>
                    <a:pt x="18844" y="8963"/>
                    <a:pt x="18591" y="8994"/>
                  </a:cubicBezTo>
                  <a:cubicBezTo>
                    <a:pt x="18496" y="8994"/>
                    <a:pt x="18369" y="9026"/>
                    <a:pt x="18274" y="9026"/>
                  </a:cubicBezTo>
                  <a:cubicBezTo>
                    <a:pt x="18116" y="9058"/>
                    <a:pt x="17957" y="9058"/>
                    <a:pt x="17767" y="9058"/>
                  </a:cubicBezTo>
                  <a:lnTo>
                    <a:pt x="17451" y="9089"/>
                  </a:lnTo>
                  <a:cubicBezTo>
                    <a:pt x="17292" y="9121"/>
                    <a:pt x="17102" y="9121"/>
                    <a:pt x="16944" y="9121"/>
                  </a:cubicBezTo>
                  <a:lnTo>
                    <a:pt x="16627" y="9121"/>
                  </a:lnTo>
                  <a:cubicBezTo>
                    <a:pt x="16469" y="9153"/>
                    <a:pt x="16342" y="9153"/>
                    <a:pt x="16184" y="9153"/>
                  </a:cubicBezTo>
                  <a:lnTo>
                    <a:pt x="15075" y="9153"/>
                  </a:lnTo>
                  <a:cubicBezTo>
                    <a:pt x="14917" y="9121"/>
                    <a:pt x="14759" y="9121"/>
                    <a:pt x="14632" y="9121"/>
                  </a:cubicBezTo>
                  <a:lnTo>
                    <a:pt x="14315" y="9121"/>
                  </a:lnTo>
                  <a:cubicBezTo>
                    <a:pt x="14157" y="9089"/>
                    <a:pt x="13967" y="9089"/>
                    <a:pt x="13809" y="9089"/>
                  </a:cubicBezTo>
                  <a:cubicBezTo>
                    <a:pt x="13714" y="9058"/>
                    <a:pt x="13619" y="9058"/>
                    <a:pt x="13524" y="9058"/>
                  </a:cubicBezTo>
                  <a:cubicBezTo>
                    <a:pt x="13334" y="9058"/>
                    <a:pt x="13144" y="9026"/>
                    <a:pt x="12954" y="8994"/>
                  </a:cubicBezTo>
                  <a:lnTo>
                    <a:pt x="12795" y="8994"/>
                  </a:lnTo>
                  <a:cubicBezTo>
                    <a:pt x="12542" y="8963"/>
                    <a:pt x="12289" y="8931"/>
                    <a:pt x="12035" y="8899"/>
                  </a:cubicBezTo>
                  <a:cubicBezTo>
                    <a:pt x="12004" y="8899"/>
                    <a:pt x="11940" y="8868"/>
                    <a:pt x="11909" y="8868"/>
                  </a:cubicBezTo>
                  <a:cubicBezTo>
                    <a:pt x="11687" y="8836"/>
                    <a:pt x="11497" y="8804"/>
                    <a:pt x="11275" y="8773"/>
                  </a:cubicBezTo>
                  <a:cubicBezTo>
                    <a:pt x="11180" y="8773"/>
                    <a:pt x="11085" y="8741"/>
                    <a:pt x="10990" y="8709"/>
                  </a:cubicBezTo>
                  <a:cubicBezTo>
                    <a:pt x="10832" y="8709"/>
                    <a:pt x="10673" y="8678"/>
                    <a:pt x="10515" y="8646"/>
                  </a:cubicBezTo>
                  <a:cubicBezTo>
                    <a:pt x="10420" y="8614"/>
                    <a:pt x="10357" y="8614"/>
                    <a:pt x="10262" y="8583"/>
                  </a:cubicBezTo>
                  <a:cubicBezTo>
                    <a:pt x="10072" y="8551"/>
                    <a:pt x="9913" y="8488"/>
                    <a:pt x="9723" y="8456"/>
                  </a:cubicBezTo>
                  <a:cubicBezTo>
                    <a:pt x="9628" y="8424"/>
                    <a:pt x="9533" y="8424"/>
                    <a:pt x="9438" y="8393"/>
                  </a:cubicBezTo>
                  <a:cubicBezTo>
                    <a:pt x="9280" y="8361"/>
                    <a:pt x="9122" y="8298"/>
                    <a:pt x="8963" y="8266"/>
                  </a:cubicBezTo>
                  <a:cubicBezTo>
                    <a:pt x="8868" y="8234"/>
                    <a:pt x="8773" y="8203"/>
                    <a:pt x="8710" y="8171"/>
                  </a:cubicBezTo>
                  <a:cubicBezTo>
                    <a:pt x="8457" y="8108"/>
                    <a:pt x="8203" y="8044"/>
                    <a:pt x="7950" y="7949"/>
                  </a:cubicBezTo>
                  <a:cubicBezTo>
                    <a:pt x="7918" y="7949"/>
                    <a:pt x="7855" y="7918"/>
                    <a:pt x="7823" y="7918"/>
                  </a:cubicBezTo>
                  <a:cubicBezTo>
                    <a:pt x="7538" y="7823"/>
                    <a:pt x="7253" y="7728"/>
                    <a:pt x="7000" y="7601"/>
                  </a:cubicBezTo>
                  <a:cubicBezTo>
                    <a:pt x="6873" y="7569"/>
                    <a:pt x="6778" y="7506"/>
                    <a:pt x="6651" y="7474"/>
                  </a:cubicBezTo>
                  <a:lnTo>
                    <a:pt x="6398" y="7379"/>
                  </a:lnTo>
                  <a:cubicBezTo>
                    <a:pt x="6271" y="7316"/>
                    <a:pt x="6145" y="7253"/>
                    <a:pt x="6018" y="7221"/>
                  </a:cubicBezTo>
                  <a:cubicBezTo>
                    <a:pt x="5955" y="7158"/>
                    <a:pt x="5860" y="7126"/>
                    <a:pt x="5796" y="7094"/>
                  </a:cubicBezTo>
                  <a:cubicBezTo>
                    <a:pt x="5670" y="7031"/>
                    <a:pt x="5543" y="6967"/>
                    <a:pt x="5385" y="6904"/>
                  </a:cubicBezTo>
                  <a:cubicBezTo>
                    <a:pt x="5321" y="6872"/>
                    <a:pt x="5258" y="6841"/>
                    <a:pt x="5195" y="6809"/>
                  </a:cubicBezTo>
                  <a:cubicBezTo>
                    <a:pt x="5005" y="6682"/>
                    <a:pt x="4815" y="6587"/>
                    <a:pt x="4625" y="6492"/>
                  </a:cubicBezTo>
                  <a:cubicBezTo>
                    <a:pt x="1553" y="4687"/>
                    <a:pt x="1" y="2344"/>
                    <a:pt x="1" y="0"/>
                  </a:cubicBez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3" name="Google Shape;6433;p43"/>
            <p:cNvSpPr/>
            <p:nvPr/>
          </p:nvSpPr>
          <p:spPr>
            <a:xfrm>
              <a:off x="5589833" y="3218428"/>
              <a:ext cx="1143067" cy="602432"/>
            </a:xfrm>
            <a:custGeom>
              <a:rect b="b" l="l" r="r" t="t"/>
              <a:pathLst>
                <a:path extrusionOk="0" h="18210" w="34552">
                  <a:moveTo>
                    <a:pt x="17232" y="0"/>
                  </a:moveTo>
                  <a:cubicBezTo>
                    <a:pt x="13206" y="0"/>
                    <a:pt x="9184" y="887"/>
                    <a:pt x="6112" y="2660"/>
                  </a:cubicBezTo>
                  <a:cubicBezTo>
                    <a:pt x="0" y="6207"/>
                    <a:pt x="32" y="12003"/>
                    <a:pt x="6176" y="15549"/>
                  </a:cubicBezTo>
                  <a:cubicBezTo>
                    <a:pt x="9263" y="17323"/>
                    <a:pt x="13301" y="18210"/>
                    <a:pt x="17331" y="18210"/>
                  </a:cubicBezTo>
                  <a:cubicBezTo>
                    <a:pt x="21361" y="18210"/>
                    <a:pt x="25383" y="17323"/>
                    <a:pt x="28439" y="15549"/>
                  </a:cubicBezTo>
                  <a:cubicBezTo>
                    <a:pt x="34551" y="12003"/>
                    <a:pt x="34519" y="6207"/>
                    <a:pt x="28376" y="2660"/>
                  </a:cubicBezTo>
                  <a:cubicBezTo>
                    <a:pt x="25288" y="887"/>
                    <a:pt x="21258" y="0"/>
                    <a:pt x="17232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4" name="Google Shape;6434;p43"/>
            <p:cNvSpPr/>
            <p:nvPr/>
          </p:nvSpPr>
          <p:spPr>
            <a:xfrm>
              <a:off x="5589833" y="3218428"/>
              <a:ext cx="1143067" cy="602432"/>
            </a:xfrm>
            <a:custGeom>
              <a:rect b="b" l="l" r="r" t="t"/>
              <a:pathLst>
                <a:path extrusionOk="0" h="18210" w="34552">
                  <a:moveTo>
                    <a:pt x="17232" y="0"/>
                  </a:moveTo>
                  <a:cubicBezTo>
                    <a:pt x="13206" y="0"/>
                    <a:pt x="9184" y="887"/>
                    <a:pt x="6112" y="2660"/>
                  </a:cubicBezTo>
                  <a:cubicBezTo>
                    <a:pt x="0" y="6207"/>
                    <a:pt x="32" y="12003"/>
                    <a:pt x="6176" y="15549"/>
                  </a:cubicBezTo>
                  <a:cubicBezTo>
                    <a:pt x="9263" y="17323"/>
                    <a:pt x="13301" y="18210"/>
                    <a:pt x="17331" y="18210"/>
                  </a:cubicBezTo>
                  <a:cubicBezTo>
                    <a:pt x="21361" y="18210"/>
                    <a:pt x="25383" y="17323"/>
                    <a:pt x="28439" y="15549"/>
                  </a:cubicBezTo>
                  <a:cubicBezTo>
                    <a:pt x="34551" y="12003"/>
                    <a:pt x="34519" y="6207"/>
                    <a:pt x="28376" y="2660"/>
                  </a:cubicBezTo>
                  <a:cubicBezTo>
                    <a:pt x="25288" y="887"/>
                    <a:pt x="21258" y="0"/>
                    <a:pt x="17232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5" name="Google Shape;6435;p43"/>
            <p:cNvSpPr/>
            <p:nvPr/>
          </p:nvSpPr>
          <p:spPr>
            <a:xfrm>
              <a:off x="5860117" y="3251940"/>
              <a:ext cx="675809" cy="478836"/>
            </a:xfrm>
            <a:custGeom>
              <a:rect b="b" l="l" r="r" t="t"/>
              <a:pathLst>
                <a:path extrusionOk="0" h="14474" w="20428">
                  <a:moveTo>
                    <a:pt x="16690" y="0"/>
                  </a:moveTo>
                  <a:lnTo>
                    <a:pt x="1553" y="95"/>
                  </a:lnTo>
                  <a:lnTo>
                    <a:pt x="1" y="2534"/>
                  </a:lnTo>
                  <a:lnTo>
                    <a:pt x="32" y="8361"/>
                  </a:lnTo>
                  <a:lnTo>
                    <a:pt x="2154" y="12256"/>
                  </a:lnTo>
                  <a:lnTo>
                    <a:pt x="10705" y="14473"/>
                  </a:lnTo>
                  <a:lnTo>
                    <a:pt x="19794" y="12795"/>
                  </a:lnTo>
                  <a:lnTo>
                    <a:pt x="20427" y="7664"/>
                  </a:lnTo>
                  <a:lnTo>
                    <a:pt x="18305" y="2407"/>
                  </a:lnTo>
                  <a:lnTo>
                    <a:pt x="16690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6" name="Google Shape;6436;p43"/>
            <p:cNvSpPr/>
            <p:nvPr/>
          </p:nvSpPr>
          <p:spPr>
            <a:xfrm>
              <a:off x="5910402" y="1176476"/>
              <a:ext cx="500836" cy="183376"/>
            </a:xfrm>
            <a:custGeom>
              <a:rect b="b" l="l" r="r" t="t"/>
              <a:pathLst>
                <a:path extrusionOk="0" h="5543" w="15139">
                  <a:moveTo>
                    <a:pt x="1236" y="0"/>
                  </a:moveTo>
                  <a:lnTo>
                    <a:pt x="1" y="602"/>
                  </a:lnTo>
                  <a:lnTo>
                    <a:pt x="254" y="2661"/>
                  </a:lnTo>
                  <a:lnTo>
                    <a:pt x="2566" y="4814"/>
                  </a:lnTo>
                  <a:lnTo>
                    <a:pt x="4593" y="5194"/>
                  </a:lnTo>
                  <a:lnTo>
                    <a:pt x="9438" y="5542"/>
                  </a:lnTo>
                  <a:lnTo>
                    <a:pt x="13175" y="4149"/>
                  </a:lnTo>
                  <a:lnTo>
                    <a:pt x="15075" y="2059"/>
                  </a:lnTo>
                  <a:lnTo>
                    <a:pt x="15139" y="444"/>
                  </a:lnTo>
                  <a:lnTo>
                    <a:pt x="11338" y="32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7" name="Google Shape;6437;p43"/>
            <p:cNvSpPr/>
            <p:nvPr/>
          </p:nvSpPr>
          <p:spPr>
            <a:xfrm>
              <a:off x="5886318" y="1047091"/>
              <a:ext cx="549037" cy="290233"/>
            </a:xfrm>
            <a:custGeom>
              <a:rect b="b" l="l" r="r" t="t"/>
              <a:pathLst>
                <a:path extrusionOk="0" h="8773" w="16596">
                  <a:moveTo>
                    <a:pt x="8326" y="0"/>
                  </a:moveTo>
                  <a:cubicBezTo>
                    <a:pt x="6390" y="0"/>
                    <a:pt x="4450" y="428"/>
                    <a:pt x="2977" y="1283"/>
                  </a:cubicBezTo>
                  <a:cubicBezTo>
                    <a:pt x="0" y="2993"/>
                    <a:pt x="0" y="5780"/>
                    <a:pt x="2946" y="7490"/>
                  </a:cubicBezTo>
                  <a:cubicBezTo>
                    <a:pt x="4418" y="8345"/>
                    <a:pt x="6350" y="8773"/>
                    <a:pt x="8282" y="8773"/>
                  </a:cubicBezTo>
                  <a:cubicBezTo>
                    <a:pt x="10214" y="8773"/>
                    <a:pt x="12146" y="8345"/>
                    <a:pt x="13618" y="7490"/>
                  </a:cubicBezTo>
                  <a:cubicBezTo>
                    <a:pt x="16595" y="5780"/>
                    <a:pt x="16595" y="2993"/>
                    <a:pt x="13650" y="1283"/>
                  </a:cubicBezTo>
                  <a:cubicBezTo>
                    <a:pt x="12193" y="428"/>
                    <a:pt x="10261" y="0"/>
                    <a:pt x="8326" y="0"/>
                  </a:cubicBezTo>
                  <a:close/>
                </a:path>
              </a:pathLst>
            </a:custGeom>
            <a:solidFill>
              <a:srgbClr val="EE76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8" name="Google Shape;6438;p43"/>
            <p:cNvSpPr/>
            <p:nvPr/>
          </p:nvSpPr>
          <p:spPr>
            <a:xfrm>
              <a:off x="5910402" y="1192191"/>
              <a:ext cx="501895" cy="2456839"/>
            </a:xfrm>
            <a:custGeom>
              <a:rect b="b" l="l" r="r" t="t"/>
              <a:pathLst>
                <a:path extrusionOk="0" h="74264" w="15171">
                  <a:moveTo>
                    <a:pt x="1" y="32"/>
                  </a:moveTo>
                  <a:cubicBezTo>
                    <a:pt x="1" y="32"/>
                    <a:pt x="1" y="33"/>
                    <a:pt x="1" y="33"/>
                  </a:cubicBezTo>
                  <a:lnTo>
                    <a:pt x="1" y="33"/>
                  </a:lnTo>
                  <a:lnTo>
                    <a:pt x="1" y="32"/>
                  </a:lnTo>
                  <a:close/>
                  <a:moveTo>
                    <a:pt x="15139" y="0"/>
                  </a:moveTo>
                  <a:cubicBezTo>
                    <a:pt x="15139" y="349"/>
                    <a:pt x="15075" y="697"/>
                    <a:pt x="14917" y="1045"/>
                  </a:cubicBezTo>
                  <a:cubicBezTo>
                    <a:pt x="14600" y="1806"/>
                    <a:pt x="13935" y="2534"/>
                    <a:pt x="12890" y="3104"/>
                  </a:cubicBezTo>
                  <a:cubicBezTo>
                    <a:pt x="12732" y="3231"/>
                    <a:pt x="12542" y="3326"/>
                    <a:pt x="12352" y="3421"/>
                  </a:cubicBezTo>
                  <a:cubicBezTo>
                    <a:pt x="12288" y="3421"/>
                    <a:pt x="12225" y="3452"/>
                    <a:pt x="12162" y="3484"/>
                  </a:cubicBezTo>
                  <a:cubicBezTo>
                    <a:pt x="12003" y="3547"/>
                    <a:pt x="11877" y="3611"/>
                    <a:pt x="11750" y="3674"/>
                  </a:cubicBezTo>
                  <a:lnTo>
                    <a:pt x="11623" y="3706"/>
                  </a:lnTo>
                  <a:cubicBezTo>
                    <a:pt x="11465" y="3769"/>
                    <a:pt x="11307" y="3832"/>
                    <a:pt x="11148" y="3864"/>
                  </a:cubicBezTo>
                  <a:cubicBezTo>
                    <a:pt x="11117" y="3896"/>
                    <a:pt x="11053" y="3896"/>
                    <a:pt x="10990" y="3927"/>
                  </a:cubicBezTo>
                  <a:cubicBezTo>
                    <a:pt x="10895" y="3927"/>
                    <a:pt x="10800" y="3959"/>
                    <a:pt x="10705" y="3991"/>
                  </a:cubicBezTo>
                  <a:cubicBezTo>
                    <a:pt x="10547" y="4022"/>
                    <a:pt x="10388" y="4086"/>
                    <a:pt x="10230" y="4117"/>
                  </a:cubicBezTo>
                  <a:cubicBezTo>
                    <a:pt x="10135" y="4117"/>
                    <a:pt x="10008" y="4149"/>
                    <a:pt x="9913" y="4181"/>
                  </a:cubicBezTo>
                  <a:cubicBezTo>
                    <a:pt x="9787" y="4212"/>
                    <a:pt x="9660" y="4212"/>
                    <a:pt x="9502" y="4244"/>
                  </a:cubicBezTo>
                  <a:cubicBezTo>
                    <a:pt x="9407" y="4244"/>
                    <a:pt x="9280" y="4276"/>
                    <a:pt x="9185" y="4276"/>
                  </a:cubicBezTo>
                  <a:cubicBezTo>
                    <a:pt x="9058" y="4307"/>
                    <a:pt x="8932" y="4307"/>
                    <a:pt x="8805" y="4339"/>
                  </a:cubicBezTo>
                  <a:cubicBezTo>
                    <a:pt x="8678" y="4339"/>
                    <a:pt x="8583" y="4339"/>
                    <a:pt x="8457" y="4371"/>
                  </a:cubicBezTo>
                  <a:lnTo>
                    <a:pt x="8076" y="4371"/>
                  </a:lnTo>
                  <a:cubicBezTo>
                    <a:pt x="7950" y="4371"/>
                    <a:pt x="7823" y="4402"/>
                    <a:pt x="7728" y="4402"/>
                  </a:cubicBezTo>
                  <a:lnTo>
                    <a:pt x="7316" y="4402"/>
                  </a:lnTo>
                  <a:cubicBezTo>
                    <a:pt x="7190" y="4402"/>
                    <a:pt x="7095" y="4371"/>
                    <a:pt x="6968" y="4371"/>
                  </a:cubicBezTo>
                  <a:cubicBezTo>
                    <a:pt x="6810" y="4371"/>
                    <a:pt x="6651" y="4371"/>
                    <a:pt x="6461" y="4339"/>
                  </a:cubicBezTo>
                  <a:cubicBezTo>
                    <a:pt x="6366" y="4339"/>
                    <a:pt x="6271" y="4339"/>
                    <a:pt x="6176" y="4307"/>
                  </a:cubicBezTo>
                  <a:lnTo>
                    <a:pt x="6018" y="4307"/>
                  </a:lnTo>
                  <a:cubicBezTo>
                    <a:pt x="5828" y="4276"/>
                    <a:pt x="5670" y="4244"/>
                    <a:pt x="5480" y="4212"/>
                  </a:cubicBezTo>
                  <a:lnTo>
                    <a:pt x="5353" y="4212"/>
                  </a:lnTo>
                  <a:cubicBezTo>
                    <a:pt x="5258" y="4181"/>
                    <a:pt x="5163" y="4149"/>
                    <a:pt x="5068" y="4149"/>
                  </a:cubicBezTo>
                  <a:cubicBezTo>
                    <a:pt x="4910" y="4117"/>
                    <a:pt x="4783" y="4086"/>
                    <a:pt x="4625" y="4054"/>
                  </a:cubicBezTo>
                  <a:cubicBezTo>
                    <a:pt x="4530" y="4022"/>
                    <a:pt x="4435" y="3991"/>
                    <a:pt x="4340" y="3959"/>
                  </a:cubicBezTo>
                  <a:cubicBezTo>
                    <a:pt x="4213" y="3927"/>
                    <a:pt x="4086" y="3896"/>
                    <a:pt x="3960" y="3864"/>
                  </a:cubicBezTo>
                  <a:cubicBezTo>
                    <a:pt x="3770" y="3801"/>
                    <a:pt x="3579" y="3737"/>
                    <a:pt x="3421" y="3674"/>
                  </a:cubicBezTo>
                  <a:cubicBezTo>
                    <a:pt x="3389" y="3674"/>
                    <a:pt x="3358" y="3642"/>
                    <a:pt x="3358" y="3642"/>
                  </a:cubicBezTo>
                  <a:cubicBezTo>
                    <a:pt x="3168" y="3579"/>
                    <a:pt x="3009" y="3516"/>
                    <a:pt x="2851" y="3452"/>
                  </a:cubicBezTo>
                  <a:cubicBezTo>
                    <a:pt x="2819" y="3421"/>
                    <a:pt x="2756" y="3389"/>
                    <a:pt x="2724" y="3389"/>
                  </a:cubicBezTo>
                  <a:cubicBezTo>
                    <a:pt x="2534" y="3294"/>
                    <a:pt x="2376" y="3199"/>
                    <a:pt x="2218" y="3104"/>
                  </a:cubicBezTo>
                  <a:cubicBezTo>
                    <a:pt x="2028" y="3009"/>
                    <a:pt x="1869" y="2914"/>
                    <a:pt x="1743" y="2787"/>
                  </a:cubicBezTo>
                  <a:cubicBezTo>
                    <a:pt x="1711" y="2787"/>
                    <a:pt x="1679" y="2756"/>
                    <a:pt x="1679" y="2756"/>
                  </a:cubicBezTo>
                  <a:cubicBezTo>
                    <a:pt x="1521" y="2661"/>
                    <a:pt x="1394" y="2566"/>
                    <a:pt x="1268" y="2439"/>
                  </a:cubicBezTo>
                  <a:cubicBezTo>
                    <a:pt x="1268" y="2439"/>
                    <a:pt x="1236" y="2407"/>
                    <a:pt x="1236" y="2407"/>
                  </a:cubicBezTo>
                  <a:cubicBezTo>
                    <a:pt x="1109" y="2281"/>
                    <a:pt x="983" y="2186"/>
                    <a:pt x="888" y="2059"/>
                  </a:cubicBezTo>
                  <a:cubicBezTo>
                    <a:pt x="856" y="2059"/>
                    <a:pt x="856" y="2027"/>
                    <a:pt x="824" y="1996"/>
                  </a:cubicBezTo>
                  <a:cubicBezTo>
                    <a:pt x="729" y="1901"/>
                    <a:pt x="666" y="1806"/>
                    <a:pt x="603" y="1711"/>
                  </a:cubicBezTo>
                  <a:cubicBezTo>
                    <a:pt x="571" y="1679"/>
                    <a:pt x="571" y="1647"/>
                    <a:pt x="539" y="1647"/>
                  </a:cubicBezTo>
                  <a:cubicBezTo>
                    <a:pt x="476" y="1521"/>
                    <a:pt x="413" y="1425"/>
                    <a:pt x="349" y="1299"/>
                  </a:cubicBezTo>
                  <a:cubicBezTo>
                    <a:pt x="318" y="1267"/>
                    <a:pt x="318" y="1267"/>
                    <a:pt x="318" y="1235"/>
                  </a:cubicBezTo>
                  <a:cubicBezTo>
                    <a:pt x="254" y="1109"/>
                    <a:pt x="191" y="1014"/>
                    <a:pt x="159" y="887"/>
                  </a:cubicBezTo>
                  <a:cubicBezTo>
                    <a:pt x="159" y="855"/>
                    <a:pt x="159" y="855"/>
                    <a:pt x="128" y="824"/>
                  </a:cubicBezTo>
                  <a:cubicBezTo>
                    <a:pt x="96" y="697"/>
                    <a:pt x="64" y="602"/>
                    <a:pt x="33" y="475"/>
                  </a:cubicBezTo>
                  <a:cubicBezTo>
                    <a:pt x="33" y="444"/>
                    <a:pt x="33" y="444"/>
                    <a:pt x="33" y="412"/>
                  </a:cubicBezTo>
                  <a:cubicBezTo>
                    <a:pt x="33" y="286"/>
                    <a:pt x="1" y="159"/>
                    <a:pt x="1" y="33"/>
                  </a:cubicBezTo>
                  <a:lnTo>
                    <a:pt x="1" y="33"/>
                  </a:lnTo>
                  <a:lnTo>
                    <a:pt x="33" y="69894"/>
                  </a:lnTo>
                  <a:lnTo>
                    <a:pt x="33" y="69957"/>
                  </a:lnTo>
                  <a:cubicBezTo>
                    <a:pt x="33" y="70052"/>
                    <a:pt x="33" y="70179"/>
                    <a:pt x="64" y="70274"/>
                  </a:cubicBezTo>
                  <a:cubicBezTo>
                    <a:pt x="64" y="70305"/>
                    <a:pt x="64" y="70305"/>
                    <a:pt x="64" y="70337"/>
                  </a:cubicBezTo>
                  <a:cubicBezTo>
                    <a:pt x="64" y="70369"/>
                    <a:pt x="64" y="70369"/>
                    <a:pt x="64" y="70400"/>
                  </a:cubicBezTo>
                  <a:cubicBezTo>
                    <a:pt x="96" y="70495"/>
                    <a:pt x="128" y="70590"/>
                    <a:pt x="159" y="70685"/>
                  </a:cubicBezTo>
                  <a:cubicBezTo>
                    <a:pt x="159" y="70717"/>
                    <a:pt x="159" y="70717"/>
                    <a:pt x="191" y="70749"/>
                  </a:cubicBezTo>
                  <a:lnTo>
                    <a:pt x="191" y="70812"/>
                  </a:lnTo>
                  <a:cubicBezTo>
                    <a:pt x="223" y="70907"/>
                    <a:pt x="286" y="71002"/>
                    <a:pt x="318" y="71097"/>
                  </a:cubicBezTo>
                  <a:cubicBezTo>
                    <a:pt x="349" y="71129"/>
                    <a:pt x="349" y="71129"/>
                    <a:pt x="349" y="71160"/>
                  </a:cubicBezTo>
                  <a:cubicBezTo>
                    <a:pt x="381" y="71192"/>
                    <a:pt x="381" y="71224"/>
                    <a:pt x="413" y="71255"/>
                  </a:cubicBezTo>
                  <a:cubicBezTo>
                    <a:pt x="444" y="71350"/>
                    <a:pt x="508" y="71414"/>
                    <a:pt x="571" y="71509"/>
                  </a:cubicBezTo>
                  <a:cubicBezTo>
                    <a:pt x="571" y="71540"/>
                    <a:pt x="603" y="71540"/>
                    <a:pt x="603" y="71572"/>
                  </a:cubicBezTo>
                  <a:cubicBezTo>
                    <a:pt x="634" y="71604"/>
                    <a:pt x="666" y="71667"/>
                    <a:pt x="698" y="71699"/>
                  </a:cubicBezTo>
                  <a:cubicBezTo>
                    <a:pt x="761" y="71762"/>
                    <a:pt x="793" y="71825"/>
                    <a:pt x="856" y="71857"/>
                  </a:cubicBezTo>
                  <a:cubicBezTo>
                    <a:pt x="888" y="71889"/>
                    <a:pt x="888" y="71920"/>
                    <a:pt x="919" y="71920"/>
                  </a:cubicBezTo>
                  <a:cubicBezTo>
                    <a:pt x="983" y="72015"/>
                    <a:pt x="1078" y="72110"/>
                    <a:pt x="1173" y="72205"/>
                  </a:cubicBezTo>
                  <a:cubicBezTo>
                    <a:pt x="1204" y="72237"/>
                    <a:pt x="1236" y="72237"/>
                    <a:pt x="1236" y="72269"/>
                  </a:cubicBezTo>
                  <a:cubicBezTo>
                    <a:pt x="1268" y="72269"/>
                    <a:pt x="1268" y="72300"/>
                    <a:pt x="1299" y="72300"/>
                  </a:cubicBezTo>
                  <a:cubicBezTo>
                    <a:pt x="1426" y="72427"/>
                    <a:pt x="1553" y="72522"/>
                    <a:pt x="1679" y="72617"/>
                  </a:cubicBezTo>
                  <a:cubicBezTo>
                    <a:pt x="1711" y="72649"/>
                    <a:pt x="1743" y="72649"/>
                    <a:pt x="1743" y="72649"/>
                  </a:cubicBezTo>
                  <a:cubicBezTo>
                    <a:pt x="1869" y="72744"/>
                    <a:pt x="1996" y="72839"/>
                    <a:pt x="2123" y="72902"/>
                  </a:cubicBezTo>
                  <a:cubicBezTo>
                    <a:pt x="2154" y="72934"/>
                    <a:pt x="2186" y="72966"/>
                    <a:pt x="2218" y="72966"/>
                  </a:cubicBezTo>
                  <a:cubicBezTo>
                    <a:pt x="2408" y="73061"/>
                    <a:pt x="2566" y="73156"/>
                    <a:pt x="2724" y="73251"/>
                  </a:cubicBezTo>
                  <a:cubicBezTo>
                    <a:pt x="2788" y="73251"/>
                    <a:pt x="2819" y="73282"/>
                    <a:pt x="2883" y="73314"/>
                  </a:cubicBezTo>
                  <a:cubicBezTo>
                    <a:pt x="3041" y="73377"/>
                    <a:pt x="3199" y="73441"/>
                    <a:pt x="3358" y="73504"/>
                  </a:cubicBezTo>
                  <a:cubicBezTo>
                    <a:pt x="3389" y="73536"/>
                    <a:pt x="3389" y="73536"/>
                    <a:pt x="3421" y="73536"/>
                  </a:cubicBezTo>
                  <a:cubicBezTo>
                    <a:pt x="3579" y="73599"/>
                    <a:pt x="3738" y="73662"/>
                    <a:pt x="3896" y="73694"/>
                  </a:cubicBezTo>
                  <a:lnTo>
                    <a:pt x="3960" y="73726"/>
                  </a:lnTo>
                  <a:cubicBezTo>
                    <a:pt x="4086" y="73757"/>
                    <a:pt x="4245" y="73789"/>
                    <a:pt x="4371" y="73852"/>
                  </a:cubicBezTo>
                  <a:cubicBezTo>
                    <a:pt x="4466" y="73852"/>
                    <a:pt x="4561" y="73884"/>
                    <a:pt x="4656" y="73916"/>
                  </a:cubicBezTo>
                  <a:cubicBezTo>
                    <a:pt x="4783" y="73947"/>
                    <a:pt x="4941" y="73979"/>
                    <a:pt x="5068" y="74011"/>
                  </a:cubicBezTo>
                  <a:cubicBezTo>
                    <a:pt x="5163" y="74011"/>
                    <a:pt x="5226" y="74042"/>
                    <a:pt x="5321" y="74074"/>
                  </a:cubicBezTo>
                  <a:lnTo>
                    <a:pt x="5511" y="74074"/>
                  </a:lnTo>
                  <a:cubicBezTo>
                    <a:pt x="5670" y="74106"/>
                    <a:pt x="5860" y="74137"/>
                    <a:pt x="6018" y="74169"/>
                  </a:cubicBezTo>
                  <a:lnTo>
                    <a:pt x="6176" y="74169"/>
                  </a:lnTo>
                  <a:cubicBezTo>
                    <a:pt x="6208" y="74201"/>
                    <a:pt x="6240" y="74201"/>
                    <a:pt x="6271" y="74201"/>
                  </a:cubicBezTo>
                  <a:lnTo>
                    <a:pt x="6493" y="74201"/>
                  </a:lnTo>
                  <a:cubicBezTo>
                    <a:pt x="6651" y="74232"/>
                    <a:pt x="6841" y="74232"/>
                    <a:pt x="7000" y="74232"/>
                  </a:cubicBezTo>
                  <a:cubicBezTo>
                    <a:pt x="7031" y="74232"/>
                    <a:pt x="7095" y="74264"/>
                    <a:pt x="7126" y="74264"/>
                  </a:cubicBezTo>
                  <a:lnTo>
                    <a:pt x="7886" y="74264"/>
                  </a:lnTo>
                  <a:lnTo>
                    <a:pt x="8076" y="74232"/>
                  </a:lnTo>
                  <a:lnTo>
                    <a:pt x="8488" y="74232"/>
                  </a:lnTo>
                  <a:cubicBezTo>
                    <a:pt x="8520" y="74201"/>
                    <a:pt x="8583" y="74201"/>
                    <a:pt x="8647" y="74201"/>
                  </a:cubicBezTo>
                  <a:lnTo>
                    <a:pt x="8837" y="74201"/>
                  </a:lnTo>
                  <a:cubicBezTo>
                    <a:pt x="8932" y="74169"/>
                    <a:pt x="9058" y="74169"/>
                    <a:pt x="9185" y="74137"/>
                  </a:cubicBezTo>
                  <a:lnTo>
                    <a:pt x="9375" y="74137"/>
                  </a:lnTo>
                  <a:cubicBezTo>
                    <a:pt x="9438" y="74106"/>
                    <a:pt x="9470" y="74106"/>
                    <a:pt x="9533" y="74106"/>
                  </a:cubicBezTo>
                  <a:cubicBezTo>
                    <a:pt x="9660" y="74074"/>
                    <a:pt x="9787" y="74042"/>
                    <a:pt x="9945" y="74042"/>
                  </a:cubicBezTo>
                  <a:cubicBezTo>
                    <a:pt x="10008" y="74011"/>
                    <a:pt x="10072" y="74011"/>
                    <a:pt x="10135" y="74011"/>
                  </a:cubicBezTo>
                  <a:cubicBezTo>
                    <a:pt x="10167" y="73979"/>
                    <a:pt x="10198" y="73979"/>
                    <a:pt x="10262" y="73979"/>
                  </a:cubicBezTo>
                  <a:cubicBezTo>
                    <a:pt x="10420" y="73916"/>
                    <a:pt x="10578" y="73884"/>
                    <a:pt x="10737" y="73852"/>
                  </a:cubicBezTo>
                  <a:cubicBezTo>
                    <a:pt x="10800" y="73821"/>
                    <a:pt x="10863" y="73821"/>
                    <a:pt x="10927" y="73789"/>
                  </a:cubicBezTo>
                  <a:cubicBezTo>
                    <a:pt x="10958" y="73789"/>
                    <a:pt x="10990" y="73789"/>
                    <a:pt x="11022" y="73757"/>
                  </a:cubicBezTo>
                  <a:cubicBezTo>
                    <a:pt x="11085" y="73757"/>
                    <a:pt x="11117" y="73726"/>
                    <a:pt x="11180" y="73726"/>
                  </a:cubicBezTo>
                  <a:cubicBezTo>
                    <a:pt x="11338" y="73662"/>
                    <a:pt x="11497" y="73631"/>
                    <a:pt x="11655" y="73567"/>
                  </a:cubicBezTo>
                  <a:lnTo>
                    <a:pt x="11782" y="73504"/>
                  </a:lnTo>
                  <a:lnTo>
                    <a:pt x="11845" y="73504"/>
                  </a:lnTo>
                  <a:cubicBezTo>
                    <a:pt x="11940" y="73441"/>
                    <a:pt x="12067" y="73409"/>
                    <a:pt x="12162" y="73346"/>
                  </a:cubicBezTo>
                  <a:cubicBezTo>
                    <a:pt x="12225" y="73314"/>
                    <a:pt x="12320" y="73282"/>
                    <a:pt x="12383" y="73251"/>
                  </a:cubicBezTo>
                  <a:cubicBezTo>
                    <a:pt x="12574" y="73156"/>
                    <a:pt x="12732" y="73061"/>
                    <a:pt x="12922" y="72966"/>
                  </a:cubicBezTo>
                  <a:cubicBezTo>
                    <a:pt x="14410" y="72110"/>
                    <a:pt x="15170" y="70970"/>
                    <a:pt x="15170" y="69862"/>
                  </a:cubicBezTo>
                  <a:lnTo>
                    <a:pt x="15139" y="0"/>
                  </a:lnTo>
                  <a:close/>
                </a:path>
              </a:pathLst>
            </a:custGeom>
            <a:solidFill>
              <a:srgbClr val="BC60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39" name="Google Shape;6439;p43"/>
          <p:cNvGrpSpPr/>
          <p:nvPr/>
        </p:nvGrpSpPr>
        <p:grpSpPr>
          <a:xfrm>
            <a:off x="3999425" y="1932878"/>
            <a:ext cx="1144125" cy="1942174"/>
            <a:chOff x="3999425" y="1969828"/>
            <a:chExt cx="1144125" cy="1942174"/>
          </a:xfrm>
        </p:grpSpPr>
        <p:sp>
          <p:nvSpPr>
            <p:cNvPr id="6440" name="Google Shape;6440;p43"/>
            <p:cNvSpPr/>
            <p:nvPr/>
          </p:nvSpPr>
          <p:spPr>
            <a:xfrm>
              <a:off x="4051794" y="3523283"/>
              <a:ext cx="1039353" cy="354148"/>
            </a:xfrm>
            <a:custGeom>
              <a:rect b="b" l="l" r="r" t="t"/>
              <a:pathLst>
                <a:path extrusionOk="0" h="10705" w="31417">
                  <a:moveTo>
                    <a:pt x="30657" y="1"/>
                  </a:moveTo>
                  <a:lnTo>
                    <a:pt x="25178" y="5416"/>
                  </a:lnTo>
                  <a:lnTo>
                    <a:pt x="19192" y="7031"/>
                  </a:lnTo>
                  <a:cubicBezTo>
                    <a:pt x="19192" y="7031"/>
                    <a:pt x="9438" y="5479"/>
                    <a:pt x="9343" y="5416"/>
                  </a:cubicBezTo>
                  <a:cubicBezTo>
                    <a:pt x="9248" y="5321"/>
                    <a:pt x="2376" y="1204"/>
                    <a:pt x="2376" y="1204"/>
                  </a:cubicBezTo>
                  <a:lnTo>
                    <a:pt x="1" y="317"/>
                  </a:lnTo>
                  <a:lnTo>
                    <a:pt x="159" y="2819"/>
                  </a:lnTo>
                  <a:lnTo>
                    <a:pt x="2534" y="6651"/>
                  </a:lnTo>
                  <a:lnTo>
                    <a:pt x="8393" y="9026"/>
                  </a:lnTo>
                  <a:lnTo>
                    <a:pt x="15582" y="10705"/>
                  </a:lnTo>
                  <a:lnTo>
                    <a:pt x="21156" y="10135"/>
                  </a:lnTo>
                  <a:lnTo>
                    <a:pt x="29422" y="5828"/>
                  </a:lnTo>
                  <a:lnTo>
                    <a:pt x="31258" y="2819"/>
                  </a:lnTo>
                  <a:lnTo>
                    <a:pt x="31417" y="444"/>
                  </a:lnTo>
                  <a:lnTo>
                    <a:pt x="30657" y="1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1" name="Google Shape;6441;p43"/>
            <p:cNvSpPr/>
            <p:nvPr/>
          </p:nvSpPr>
          <p:spPr>
            <a:xfrm>
              <a:off x="4050769" y="3518056"/>
              <a:ext cx="1041437" cy="393946"/>
            </a:xfrm>
            <a:custGeom>
              <a:rect b="b" l="l" r="r" t="t"/>
              <a:pathLst>
                <a:path extrusionOk="0" h="11908" w="31480">
                  <a:moveTo>
                    <a:pt x="0" y="0"/>
                  </a:moveTo>
                  <a:cubicBezTo>
                    <a:pt x="0" y="41"/>
                    <a:pt x="1" y="81"/>
                    <a:pt x="2" y="121"/>
                  </a:cubicBezTo>
                  <a:lnTo>
                    <a:pt x="2" y="121"/>
                  </a:lnTo>
                  <a:lnTo>
                    <a:pt x="0" y="0"/>
                  </a:lnTo>
                  <a:close/>
                  <a:moveTo>
                    <a:pt x="31479" y="95"/>
                  </a:moveTo>
                  <a:cubicBezTo>
                    <a:pt x="31479" y="190"/>
                    <a:pt x="31479" y="285"/>
                    <a:pt x="31448" y="349"/>
                  </a:cubicBezTo>
                  <a:cubicBezTo>
                    <a:pt x="31448" y="444"/>
                    <a:pt x="31448" y="507"/>
                    <a:pt x="31448" y="602"/>
                  </a:cubicBezTo>
                  <a:cubicBezTo>
                    <a:pt x="31448" y="665"/>
                    <a:pt x="31416" y="729"/>
                    <a:pt x="31416" y="792"/>
                  </a:cubicBezTo>
                  <a:cubicBezTo>
                    <a:pt x="31416" y="887"/>
                    <a:pt x="31384" y="982"/>
                    <a:pt x="31384" y="1045"/>
                  </a:cubicBezTo>
                  <a:cubicBezTo>
                    <a:pt x="31384" y="1109"/>
                    <a:pt x="31353" y="1204"/>
                    <a:pt x="31353" y="1267"/>
                  </a:cubicBezTo>
                  <a:cubicBezTo>
                    <a:pt x="31321" y="1330"/>
                    <a:pt x="31289" y="1425"/>
                    <a:pt x="31289" y="1489"/>
                  </a:cubicBezTo>
                  <a:cubicBezTo>
                    <a:pt x="31258" y="1552"/>
                    <a:pt x="31258" y="1615"/>
                    <a:pt x="31226" y="1679"/>
                  </a:cubicBezTo>
                  <a:cubicBezTo>
                    <a:pt x="31194" y="1774"/>
                    <a:pt x="31163" y="1837"/>
                    <a:pt x="31163" y="1932"/>
                  </a:cubicBezTo>
                  <a:cubicBezTo>
                    <a:pt x="31131" y="1995"/>
                    <a:pt x="31099" y="2059"/>
                    <a:pt x="31068" y="2122"/>
                  </a:cubicBezTo>
                  <a:cubicBezTo>
                    <a:pt x="31036" y="2217"/>
                    <a:pt x="31004" y="2280"/>
                    <a:pt x="30973" y="2376"/>
                  </a:cubicBezTo>
                  <a:cubicBezTo>
                    <a:pt x="30941" y="2439"/>
                    <a:pt x="30909" y="2502"/>
                    <a:pt x="30878" y="2566"/>
                  </a:cubicBezTo>
                  <a:cubicBezTo>
                    <a:pt x="30846" y="2629"/>
                    <a:pt x="30814" y="2724"/>
                    <a:pt x="30751" y="2787"/>
                  </a:cubicBezTo>
                  <a:lnTo>
                    <a:pt x="30656" y="2977"/>
                  </a:lnTo>
                  <a:cubicBezTo>
                    <a:pt x="30593" y="3072"/>
                    <a:pt x="30529" y="3167"/>
                    <a:pt x="30466" y="3262"/>
                  </a:cubicBezTo>
                  <a:cubicBezTo>
                    <a:pt x="30434" y="3326"/>
                    <a:pt x="30403" y="3389"/>
                    <a:pt x="30371" y="3421"/>
                  </a:cubicBezTo>
                  <a:cubicBezTo>
                    <a:pt x="30308" y="3547"/>
                    <a:pt x="30213" y="3642"/>
                    <a:pt x="30149" y="3737"/>
                  </a:cubicBezTo>
                  <a:cubicBezTo>
                    <a:pt x="30118" y="3769"/>
                    <a:pt x="30086" y="3832"/>
                    <a:pt x="30054" y="3864"/>
                  </a:cubicBezTo>
                  <a:cubicBezTo>
                    <a:pt x="29928" y="4022"/>
                    <a:pt x="29769" y="4181"/>
                    <a:pt x="29643" y="4339"/>
                  </a:cubicBezTo>
                  <a:cubicBezTo>
                    <a:pt x="29611" y="4371"/>
                    <a:pt x="29579" y="4434"/>
                    <a:pt x="29516" y="4466"/>
                  </a:cubicBezTo>
                  <a:cubicBezTo>
                    <a:pt x="29421" y="4592"/>
                    <a:pt x="29294" y="4687"/>
                    <a:pt x="29167" y="4814"/>
                  </a:cubicBezTo>
                  <a:cubicBezTo>
                    <a:pt x="29104" y="4877"/>
                    <a:pt x="29072" y="4909"/>
                    <a:pt x="29009" y="4972"/>
                  </a:cubicBezTo>
                  <a:cubicBezTo>
                    <a:pt x="28914" y="5036"/>
                    <a:pt x="28851" y="5099"/>
                    <a:pt x="28787" y="5162"/>
                  </a:cubicBezTo>
                  <a:cubicBezTo>
                    <a:pt x="28692" y="5226"/>
                    <a:pt x="28629" y="5289"/>
                    <a:pt x="28566" y="5352"/>
                  </a:cubicBezTo>
                  <a:cubicBezTo>
                    <a:pt x="28471" y="5416"/>
                    <a:pt x="28407" y="5479"/>
                    <a:pt x="28312" y="5542"/>
                  </a:cubicBezTo>
                  <a:cubicBezTo>
                    <a:pt x="28249" y="5606"/>
                    <a:pt x="28154" y="5669"/>
                    <a:pt x="28091" y="5732"/>
                  </a:cubicBezTo>
                  <a:cubicBezTo>
                    <a:pt x="27996" y="5796"/>
                    <a:pt x="27901" y="5859"/>
                    <a:pt x="27806" y="5922"/>
                  </a:cubicBezTo>
                  <a:cubicBezTo>
                    <a:pt x="27742" y="5954"/>
                    <a:pt x="27647" y="6017"/>
                    <a:pt x="27552" y="6081"/>
                  </a:cubicBezTo>
                  <a:cubicBezTo>
                    <a:pt x="27457" y="6144"/>
                    <a:pt x="27362" y="6207"/>
                    <a:pt x="27267" y="6271"/>
                  </a:cubicBezTo>
                  <a:cubicBezTo>
                    <a:pt x="27172" y="6334"/>
                    <a:pt x="27046" y="6397"/>
                    <a:pt x="26919" y="6492"/>
                  </a:cubicBezTo>
                  <a:cubicBezTo>
                    <a:pt x="26666" y="6619"/>
                    <a:pt x="26444" y="6746"/>
                    <a:pt x="26191" y="6872"/>
                  </a:cubicBezTo>
                  <a:lnTo>
                    <a:pt x="25969" y="6967"/>
                  </a:lnTo>
                  <a:cubicBezTo>
                    <a:pt x="25779" y="7062"/>
                    <a:pt x="25589" y="7158"/>
                    <a:pt x="25399" y="7253"/>
                  </a:cubicBezTo>
                  <a:cubicBezTo>
                    <a:pt x="25336" y="7284"/>
                    <a:pt x="25272" y="7316"/>
                    <a:pt x="25177" y="7348"/>
                  </a:cubicBezTo>
                  <a:cubicBezTo>
                    <a:pt x="24924" y="7474"/>
                    <a:pt x="24670" y="7569"/>
                    <a:pt x="24417" y="7664"/>
                  </a:cubicBezTo>
                  <a:cubicBezTo>
                    <a:pt x="24354" y="7696"/>
                    <a:pt x="24322" y="7696"/>
                    <a:pt x="24259" y="7728"/>
                  </a:cubicBezTo>
                  <a:cubicBezTo>
                    <a:pt x="24037" y="7791"/>
                    <a:pt x="23815" y="7886"/>
                    <a:pt x="23594" y="7949"/>
                  </a:cubicBezTo>
                  <a:cubicBezTo>
                    <a:pt x="23499" y="7981"/>
                    <a:pt x="23404" y="8013"/>
                    <a:pt x="23309" y="8044"/>
                  </a:cubicBezTo>
                  <a:cubicBezTo>
                    <a:pt x="23182" y="8076"/>
                    <a:pt x="23055" y="8139"/>
                    <a:pt x="22929" y="8171"/>
                  </a:cubicBezTo>
                  <a:cubicBezTo>
                    <a:pt x="22802" y="8203"/>
                    <a:pt x="22707" y="8234"/>
                    <a:pt x="22580" y="8266"/>
                  </a:cubicBezTo>
                  <a:cubicBezTo>
                    <a:pt x="22454" y="8298"/>
                    <a:pt x="22327" y="8329"/>
                    <a:pt x="22200" y="8361"/>
                  </a:cubicBezTo>
                  <a:lnTo>
                    <a:pt x="21852" y="8456"/>
                  </a:lnTo>
                  <a:cubicBezTo>
                    <a:pt x="21725" y="8488"/>
                    <a:pt x="21599" y="8519"/>
                    <a:pt x="21472" y="8551"/>
                  </a:cubicBezTo>
                  <a:lnTo>
                    <a:pt x="21124" y="8614"/>
                  </a:lnTo>
                  <a:cubicBezTo>
                    <a:pt x="20997" y="8646"/>
                    <a:pt x="20870" y="8646"/>
                    <a:pt x="20712" y="8678"/>
                  </a:cubicBezTo>
                  <a:cubicBezTo>
                    <a:pt x="20617" y="8709"/>
                    <a:pt x="20522" y="8709"/>
                    <a:pt x="20395" y="8741"/>
                  </a:cubicBezTo>
                  <a:cubicBezTo>
                    <a:pt x="20110" y="8804"/>
                    <a:pt x="19825" y="8836"/>
                    <a:pt x="19508" y="8899"/>
                  </a:cubicBezTo>
                  <a:lnTo>
                    <a:pt x="19382" y="8899"/>
                  </a:lnTo>
                  <a:cubicBezTo>
                    <a:pt x="19128" y="8931"/>
                    <a:pt x="18875" y="8963"/>
                    <a:pt x="18590" y="8994"/>
                  </a:cubicBezTo>
                  <a:cubicBezTo>
                    <a:pt x="18495" y="8994"/>
                    <a:pt x="18400" y="9026"/>
                    <a:pt x="18305" y="9026"/>
                  </a:cubicBezTo>
                  <a:cubicBezTo>
                    <a:pt x="18147" y="9058"/>
                    <a:pt x="17957" y="9058"/>
                    <a:pt x="17798" y="9058"/>
                  </a:cubicBezTo>
                  <a:lnTo>
                    <a:pt x="17482" y="9089"/>
                  </a:lnTo>
                  <a:cubicBezTo>
                    <a:pt x="17292" y="9121"/>
                    <a:pt x="17133" y="9121"/>
                    <a:pt x="16943" y="9121"/>
                  </a:cubicBezTo>
                  <a:lnTo>
                    <a:pt x="16658" y="9121"/>
                  </a:lnTo>
                  <a:cubicBezTo>
                    <a:pt x="16500" y="9153"/>
                    <a:pt x="16342" y="9153"/>
                    <a:pt x="16183" y="9153"/>
                  </a:cubicBezTo>
                  <a:lnTo>
                    <a:pt x="15075" y="9153"/>
                  </a:lnTo>
                  <a:cubicBezTo>
                    <a:pt x="14948" y="9121"/>
                    <a:pt x="14790" y="9121"/>
                    <a:pt x="14631" y="9121"/>
                  </a:cubicBezTo>
                  <a:lnTo>
                    <a:pt x="14315" y="9121"/>
                  </a:lnTo>
                  <a:cubicBezTo>
                    <a:pt x="14156" y="9089"/>
                    <a:pt x="13998" y="9089"/>
                    <a:pt x="13840" y="9089"/>
                  </a:cubicBezTo>
                  <a:cubicBezTo>
                    <a:pt x="13745" y="9058"/>
                    <a:pt x="13650" y="9058"/>
                    <a:pt x="13555" y="9058"/>
                  </a:cubicBezTo>
                  <a:cubicBezTo>
                    <a:pt x="13365" y="9058"/>
                    <a:pt x="13175" y="9026"/>
                    <a:pt x="12953" y="8994"/>
                  </a:cubicBezTo>
                  <a:lnTo>
                    <a:pt x="12795" y="8994"/>
                  </a:lnTo>
                  <a:cubicBezTo>
                    <a:pt x="12541" y="8963"/>
                    <a:pt x="12288" y="8931"/>
                    <a:pt x="12035" y="8899"/>
                  </a:cubicBezTo>
                  <a:cubicBezTo>
                    <a:pt x="12003" y="8899"/>
                    <a:pt x="11971" y="8868"/>
                    <a:pt x="11940" y="8868"/>
                  </a:cubicBezTo>
                  <a:cubicBezTo>
                    <a:pt x="11718" y="8836"/>
                    <a:pt x="11496" y="8804"/>
                    <a:pt x="11274" y="8773"/>
                  </a:cubicBezTo>
                  <a:cubicBezTo>
                    <a:pt x="11211" y="8773"/>
                    <a:pt x="11116" y="8741"/>
                    <a:pt x="11021" y="8709"/>
                  </a:cubicBezTo>
                  <a:cubicBezTo>
                    <a:pt x="10863" y="8709"/>
                    <a:pt x="10704" y="8678"/>
                    <a:pt x="10546" y="8646"/>
                  </a:cubicBezTo>
                  <a:cubicBezTo>
                    <a:pt x="10451" y="8614"/>
                    <a:pt x="10356" y="8614"/>
                    <a:pt x="10293" y="8583"/>
                  </a:cubicBezTo>
                  <a:cubicBezTo>
                    <a:pt x="10103" y="8551"/>
                    <a:pt x="9913" y="8488"/>
                    <a:pt x="9754" y="8456"/>
                  </a:cubicBezTo>
                  <a:cubicBezTo>
                    <a:pt x="9659" y="8424"/>
                    <a:pt x="9564" y="8424"/>
                    <a:pt x="9469" y="8393"/>
                  </a:cubicBezTo>
                  <a:cubicBezTo>
                    <a:pt x="9311" y="8361"/>
                    <a:pt x="9153" y="8298"/>
                    <a:pt x="8994" y="8266"/>
                  </a:cubicBezTo>
                  <a:cubicBezTo>
                    <a:pt x="8899" y="8234"/>
                    <a:pt x="8804" y="8203"/>
                    <a:pt x="8709" y="8171"/>
                  </a:cubicBezTo>
                  <a:cubicBezTo>
                    <a:pt x="8456" y="8108"/>
                    <a:pt x="8203" y="8044"/>
                    <a:pt x="7981" y="7949"/>
                  </a:cubicBezTo>
                  <a:cubicBezTo>
                    <a:pt x="7918" y="7949"/>
                    <a:pt x="7886" y="7918"/>
                    <a:pt x="7823" y="7918"/>
                  </a:cubicBezTo>
                  <a:cubicBezTo>
                    <a:pt x="7569" y="7823"/>
                    <a:pt x="7284" y="7728"/>
                    <a:pt x="6999" y="7601"/>
                  </a:cubicBezTo>
                  <a:cubicBezTo>
                    <a:pt x="6904" y="7569"/>
                    <a:pt x="6777" y="7506"/>
                    <a:pt x="6682" y="7474"/>
                  </a:cubicBezTo>
                  <a:lnTo>
                    <a:pt x="6397" y="7379"/>
                  </a:lnTo>
                  <a:cubicBezTo>
                    <a:pt x="6302" y="7316"/>
                    <a:pt x="6176" y="7253"/>
                    <a:pt x="6049" y="7221"/>
                  </a:cubicBezTo>
                  <a:cubicBezTo>
                    <a:pt x="5954" y="7158"/>
                    <a:pt x="5891" y="7126"/>
                    <a:pt x="5796" y="7094"/>
                  </a:cubicBezTo>
                  <a:cubicBezTo>
                    <a:pt x="5669" y="7031"/>
                    <a:pt x="5542" y="6967"/>
                    <a:pt x="5416" y="6904"/>
                  </a:cubicBezTo>
                  <a:cubicBezTo>
                    <a:pt x="5352" y="6872"/>
                    <a:pt x="5289" y="6841"/>
                    <a:pt x="5226" y="6809"/>
                  </a:cubicBezTo>
                  <a:cubicBezTo>
                    <a:pt x="5036" y="6682"/>
                    <a:pt x="4846" y="6587"/>
                    <a:pt x="4656" y="6492"/>
                  </a:cubicBezTo>
                  <a:cubicBezTo>
                    <a:pt x="1605" y="4718"/>
                    <a:pt x="54" y="2424"/>
                    <a:pt x="2" y="121"/>
                  </a:cubicBezTo>
                  <a:lnTo>
                    <a:pt x="2" y="121"/>
                  </a:lnTo>
                  <a:lnTo>
                    <a:pt x="32" y="2787"/>
                  </a:lnTo>
                  <a:cubicBezTo>
                    <a:pt x="0" y="5131"/>
                    <a:pt x="1552" y="7474"/>
                    <a:pt x="4656" y="9279"/>
                  </a:cubicBezTo>
                  <a:cubicBezTo>
                    <a:pt x="4846" y="9374"/>
                    <a:pt x="5036" y="9469"/>
                    <a:pt x="5226" y="9564"/>
                  </a:cubicBezTo>
                  <a:cubicBezTo>
                    <a:pt x="5289" y="9628"/>
                    <a:pt x="5352" y="9659"/>
                    <a:pt x="5416" y="9691"/>
                  </a:cubicBezTo>
                  <a:cubicBezTo>
                    <a:pt x="5542" y="9754"/>
                    <a:pt x="5701" y="9818"/>
                    <a:pt x="5827" y="9881"/>
                  </a:cubicBezTo>
                  <a:cubicBezTo>
                    <a:pt x="5891" y="9913"/>
                    <a:pt x="5986" y="9944"/>
                    <a:pt x="6049" y="9976"/>
                  </a:cubicBezTo>
                  <a:cubicBezTo>
                    <a:pt x="6176" y="10039"/>
                    <a:pt x="6302" y="10103"/>
                    <a:pt x="6429" y="10134"/>
                  </a:cubicBezTo>
                  <a:lnTo>
                    <a:pt x="6682" y="10261"/>
                  </a:lnTo>
                  <a:cubicBezTo>
                    <a:pt x="6777" y="10293"/>
                    <a:pt x="6841" y="10324"/>
                    <a:pt x="6936" y="10356"/>
                  </a:cubicBezTo>
                  <a:cubicBezTo>
                    <a:pt x="6967" y="10356"/>
                    <a:pt x="6967" y="10356"/>
                    <a:pt x="6999" y="10388"/>
                  </a:cubicBezTo>
                  <a:cubicBezTo>
                    <a:pt x="7284" y="10483"/>
                    <a:pt x="7569" y="10578"/>
                    <a:pt x="7854" y="10673"/>
                  </a:cubicBezTo>
                  <a:cubicBezTo>
                    <a:pt x="7886" y="10704"/>
                    <a:pt x="7918" y="10704"/>
                    <a:pt x="7981" y="10736"/>
                  </a:cubicBezTo>
                  <a:cubicBezTo>
                    <a:pt x="8203" y="10799"/>
                    <a:pt x="8456" y="10894"/>
                    <a:pt x="8709" y="10958"/>
                  </a:cubicBezTo>
                  <a:cubicBezTo>
                    <a:pt x="8741" y="10958"/>
                    <a:pt x="8804" y="10989"/>
                    <a:pt x="8836" y="10989"/>
                  </a:cubicBezTo>
                  <a:cubicBezTo>
                    <a:pt x="8899" y="11021"/>
                    <a:pt x="8931" y="11021"/>
                    <a:pt x="8994" y="11053"/>
                  </a:cubicBezTo>
                  <a:cubicBezTo>
                    <a:pt x="9153" y="11084"/>
                    <a:pt x="9311" y="11116"/>
                    <a:pt x="9469" y="11179"/>
                  </a:cubicBezTo>
                  <a:cubicBezTo>
                    <a:pt x="9564" y="11179"/>
                    <a:pt x="9659" y="11211"/>
                    <a:pt x="9754" y="11243"/>
                  </a:cubicBezTo>
                  <a:cubicBezTo>
                    <a:pt x="9913" y="11274"/>
                    <a:pt x="10103" y="11306"/>
                    <a:pt x="10293" y="11369"/>
                  </a:cubicBezTo>
                  <a:cubicBezTo>
                    <a:pt x="10356" y="11369"/>
                    <a:pt x="10419" y="11401"/>
                    <a:pt x="10483" y="11401"/>
                  </a:cubicBezTo>
                  <a:lnTo>
                    <a:pt x="10546" y="11401"/>
                  </a:lnTo>
                  <a:cubicBezTo>
                    <a:pt x="10704" y="11433"/>
                    <a:pt x="10863" y="11464"/>
                    <a:pt x="11021" y="11496"/>
                  </a:cubicBezTo>
                  <a:lnTo>
                    <a:pt x="11274" y="11559"/>
                  </a:lnTo>
                  <a:cubicBezTo>
                    <a:pt x="11496" y="11591"/>
                    <a:pt x="11718" y="11623"/>
                    <a:pt x="11940" y="11654"/>
                  </a:cubicBezTo>
                  <a:lnTo>
                    <a:pt x="12035" y="11654"/>
                  </a:lnTo>
                  <a:cubicBezTo>
                    <a:pt x="12288" y="11718"/>
                    <a:pt x="12541" y="11749"/>
                    <a:pt x="12795" y="11749"/>
                  </a:cubicBezTo>
                  <a:cubicBezTo>
                    <a:pt x="12858" y="11781"/>
                    <a:pt x="12890" y="11781"/>
                    <a:pt x="12953" y="11781"/>
                  </a:cubicBezTo>
                  <a:cubicBezTo>
                    <a:pt x="13143" y="11813"/>
                    <a:pt x="13365" y="11813"/>
                    <a:pt x="13555" y="11845"/>
                  </a:cubicBezTo>
                  <a:lnTo>
                    <a:pt x="13840" y="11845"/>
                  </a:lnTo>
                  <a:cubicBezTo>
                    <a:pt x="13998" y="11876"/>
                    <a:pt x="14156" y="11876"/>
                    <a:pt x="14315" y="11876"/>
                  </a:cubicBezTo>
                  <a:cubicBezTo>
                    <a:pt x="14410" y="11876"/>
                    <a:pt x="14536" y="11908"/>
                    <a:pt x="14631" y="11908"/>
                  </a:cubicBezTo>
                  <a:lnTo>
                    <a:pt x="16943" y="11908"/>
                  </a:lnTo>
                  <a:cubicBezTo>
                    <a:pt x="17102" y="11876"/>
                    <a:pt x="17292" y="11876"/>
                    <a:pt x="17450" y="11876"/>
                  </a:cubicBezTo>
                  <a:lnTo>
                    <a:pt x="17767" y="11845"/>
                  </a:lnTo>
                  <a:cubicBezTo>
                    <a:pt x="17957" y="11845"/>
                    <a:pt x="18115" y="11813"/>
                    <a:pt x="18273" y="11813"/>
                  </a:cubicBezTo>
                  <a:cubicBezTo>
                    <a:pt x="18337" y="11781"/>
                    <a:pt x="18400" y="11781"/>
                    <a:pt x="18463" y="11781"/>
                  </a:cubicBezTo>
                  <a:lnTo>
                    <a:pt x="18590" y="11781"/>
                  </a:lnTo>
                  <a:cubicBezTo>
                    <a:pt x="18843" y="11749"/>
                    <a:pt x="19097" y="11718"/>
                    <a:pt x="19382" y="11686"/>
                  </a:cubicBezTo>
                  <a:cubicBezTo>
                    <a:pt x="19413" y="11654"/>
                    <a:pt x="19445" y="11654"/>
                    <a:pt x="19508" y="11654"/>
                  </a:cubicBezTo>
                  <a:cubicBezTo>
                    <a:pt x="19793" y="11623"/>
                    <a:pt x="20110" y="11559"/>
                    <a:pt x="20395" y="11528"/>
                  </a:cubicBezTo>
                  <a:lnTo>
                    <a:pt x="20459" y="11496"/>
                  </a:lnTo>
                  <a:cubicBezTo>
                    <a:pt x="20554" y="11496"/>
                    <a:pt x="20617" y="11464"/>
                    <a:pt x="20712" y="11464"/>
                  </a:cubicBezTo>
                  <a:cubicBezTo>
                    <a:pt x="20839" y="11433"/>
                    <a:pt x="20997" y="11401"/>
                    <a:pt x="21124" y="11369"/>
                  </a:cubicBezTo>
                  <a:cubicBezTo>
                    <a:pt x="21219" y="11369"/>
                    <a:pt x="21345" y="11338"/>
                    <a:pt x="21440" y="11306"/>
                  </a:cubicBezTo>
                  <a:cubicBezTo>
                    <a:pt x="21599" y="11274"/>
                    <a:pt x="21725" y="11243"/>
                    <a:pt x="21852" y="11211"/>
                  </a:cubicBezTo>
                  <a:lnTo>
                    <a:pt x="22169" y="11148"/>
                  </a:lnTo>
                  <a:cubicBezTo>
                    <a:pt x="22327" y="11116"/>
                    <a:pt x="22454" y="11053"/>
                    <a:pt x="22580" y="11021"/>
                  </a:cubicBezTo>
                  <a:cubicBezTo>
                    <a:pt x="22675" y="10989"/>
                    <a:pt x="22802" y="10958"/>
                    <a:pt x="22897" y="10926"/>
                  </a:cubicBezTo>
                  <a:cubicBezTo>
                    <a:pt x="23024" y="10894"/>
                    <a:pt x="23150" y="10863"/>
                    <a:pt x="23277" y="10831"/>
                  </a:cubicBezTo>
                  <a:cubicBezTo>
                    <a:pt x="23340" y="10799"/>
                    <a:pt x="23404" y="10799"/>
                    <a:pt x="23435" y="10768"/>
                  </a:cubicBezTo>
                  <a:cubicBezTo>
                    <a:pt x="23499" y="10768"/>
                    <a:pt x="23530" y="10736"/>
                    <a:pt x="23562" y="10736"/>
                  </a:cubicBezTo>
                  <a:cubicBezTo>
                    <a:pt x="23784" y="10641"/>
                    <a:pt x="24037" y="10578"/>
                    <a:pt x="24259" y="10483"/>
                  </a:cubicBezTo>
                  <a:cubicBezTo>
                    <a:pt x="24290" y="10483"/>
                    <a:pt x="24354" y="10451"/>
                    <a:pt x="24385" y="10451"/>
                  </a:cubicBezTo>
                  <a:cubicBezTo>
                    <a:pt x="24670" y="10324"/>
                    <a:pt x="24924" y="10229"/>
                    <a:pt x="25177" y="10103"/>
                  </a:cubicBezTo>
                  <a:cubicBezTo>
                    <a:pt x="25241" y="10071"/>
                    <a:pt x="25304" y="10071"/>
                    <a:pt x="25367" y="10039"/>
                  </a:cubicBezTo>
                  <a:cubicBezTo>
                    <a:pt x="25589" y="9944"/>
                    <a:pt x="25779" y="9849"/>
                    <a:pt x="25969" y="9754"/>
                  </a:cubicBezTo>
                  <a:lnTo>
                    <a:pt x="26159" y="9659"/>
                  </a:lnTo>
                  <a:cubicBezTo>
                    <a:pt x="26412" y="9533"/>
                    <a:pt x="26666" y="9406"/>
                    <a:pt x="26887" y="9248"/>
                  </a:cubicBezTo>
                  <a:cubicBezTo>
                    <a:pt x="26951" y="9216"/>
                    <a:pt x="27014" y="9184"/>
                    <a:pt x="27077" y="9153"/>
                  </a:cubicBezTo>
                  <a:cubicBezTo>
                    <a:pt x="27141" y="9089"/>
                    <a:pt x="27204" y="9058"/>
                    <a:pt x="27267" y="9026"/>
                  </a:cubicBezTo>
                  <a:cubicBezTo>
                    <a:pt x="27362" y="8963"/>
                    <a:pt x="27457" y="8899"/>
                    <a:pt x="27552" y="8836"/>
                  </a:cubicBezTo>
                  <a:cubicBezTo>
                    <a:pt x="27616" y="8804"/>
                    <a:pt x="27711" y="8741"/>
                    <a:pt x="27806" y="8678"/>
                  </a:cubicBezTo>
                  <a:cubicBezTo>
                    <a:pt x="27901" y="8614"/>
                    <a:pt x="27964" y="8551"/>
                    <a:pt x="28059" y="8488"/>
                  </a:cubicBezTo>
                  <a:cubicBezTo>
                    <a:pt x="28154" y="8424"/>
                    <a:pt x="28217" y="8361"/>
                    <a:pt x="28281" y="8329"/>
                  </a:cubicBezTo>
                  <a:cubicBezTo>
                    <a:pt x="28376" y="8266"/>
                    <a:pt x="28471" y="8171"/>
                    <a:pt x="28534" y="8108"/>
                  </a:cubicBezTo>
                  <a:cubicBezTo>
                    <a:pt x="28629" y="8076"/>
                    <a:pt x="28692" y="8013"/>
                    <a:pt x="28756" y="7949"/>
                  </a:cubicBezTo>
                  <a:cubicBezTo>
                    <a:pt x="28819" y="7886"/>
                    <a:pt x="28914" y="7823"/>
                    <a:pt x="28977" y="7728"/>
                  </a:cubicBezTo>
                  <a:lnTo>
                    <a:pt x="29072" y="7664"/>
                  </a:lnTo>
                  <a:lnTo>
                    <a:pt x="29167" y="7569"/>
                  </a:lnTo>
                  <a:cubicBezTo>
                    <a:pt x="29294" y="7474"/>
                    <a:pt x="29389" y="7348"/>
                    <a:pt x="29516" y="7221"/>
                  </a:cubicBezTo>
                  <a:cubicBezTo>
                    <a:pt x="29548" y="7189"/>
                    <a:pt x="29579" y="7158"/>
                    <a:pt x="29643" y="7094"/>
                  </a:cubicBezTo>
                  <a:cubicBezTo>
                    <a:pt x="29769" y="6967"/>
                    <a:pt x="29896" y="6809"/>
                    <a:pt x="30023" y="6619"/>
                  </a:cubicBezTo>
                  <a:lnTo>
                    <a:pt x="30054" y="6619"/>
                  </a:lnTo>
                  <a:cubicBezTo>
                    <a:pt x="30086" y="6587"/>
                    <a:pt x="30118" y="6524"/>
                    <a:pt x="30149" y="6492"/>
                  </a:cubicBezTo>
                  <a:cubicBezTo>
                    <a:pt x="30213" y="6397"/>
                    <a:pt x="30276" y="6302"/>
                    <a:pt x="30371" y="6207"/>
                  </a:cubicBezTo>
                  <a:cubicBezTo>
                    <a:pt x="30403" y="6144"/>
                    <a:pt x="30434" y="6081"/>
                    <a:pt x="30466" y="6017"/>
                  </a:cubicBezTo>
                  <a:cubicBezTo>
                    <a:pt x="30529" y="5922"/>
                    <a:pt x="30593" y="5859"/>
                    <a:pt x="30656" y="5764"/>
                  </a:cubicBezTo>
                  <a:cubicBezTo>
                    <a:pt x="30656" y="5732"/>
                    <a:pt x="30688" y="5701"/>
                    <a:pt x="30688" y="5669"/>
                  </a:cubicBezTo>
                  <a:cubicBezTo>
                    <a:pt x="30719" y="5637"/>
                    <a:pt x="30719" y="5606"/>
                    <a:pt x="30751" y="5574"/>
                  </a:cubicBezTo>
                  <a:cubicBezTo>
                    <a:pt x="30783" y="5479"/>
                    <a:pt x="30846" y="5416"/>
                    <a:pt x="30878" y="5321"/>
                  </a:cubicBezTo>
                  <a:cubicBezTo>
                    <a:pt x="30909" y="5257"/>
                    <a:pt x="30941" y="5194"/>
                    <a:pt x="30973" y="5131"/>
                  </a:cubicBezTo>
                  <a:cubicBezTo>
                    <a:pt x="31004" y="5036"/>
                    <a:pt x="31036" y="4972"/>
                    <a:pt x="31068" y="4877"/>
                  </a:cubicBezTo>
                  <a:cubicBezTo>
                    <a:pt x="31068" y="4846"/>
                    <a:pt x="31099" y="4814"/>
                    <a:pt x="31099" y="4782"/>
                  </a:cubicBezTo>
                  <a:cubicBezTo>
                    <a:pt x="31131" y="4751"/>
                    <a:pt x="31131" y="4719"/>
                    <a:pt x="31131" y="4687"/>
                  </a:cubicBezTo>
                  <a:cubicBezTo>
                    <a:pt x="31163" y="4624"/>
                    <a:pt x="31194" y="4529"/>
                    <a:pt x="31226" y="4466"/>
                  </a:cubicBezTo>
                  <a:cubicBezTo>
                    <a:pt x="31226" y="4402"/>
                    <a:pt x="31258" y="4307"/>
                    <a:pt x="31258" y="4244"/>
                  </a:cubicBezTo>
                  <a:cubicBezTo>
                    <a:pt x="31289" y="4181"/>
                    <a:pt x="31321" y="4086"/>
                    <a:pt x="31321" y="4022"/>
                  </a:cubicBezTo>
                  <a:cubicBezTo>
                    <a:pt x="31353" y="3991"/>
                    <a:pt x="31353" y="3927"/>
                    <a:pt x="31353" y="3896"/>
                  </a:cubicBezTo>
                  <a:lnTo>
                    <a:pt x="31384" y="3801"/>
                  </a:lnTo>
                  <a:lnTo>
                    <a:pt x="31416" y="3579"/>
                  </a:lnTo>
                  <a:cubicBezTo>
                    <a:pt x="31416" y="3516"/>
                    <a:pt x="31416" y="3452"/>
                    <a:pt x="31448" y="3357"/>
                  </a:cubicBezTo>
                  <a:cubicBezTo>
                    <a:pt x="31448" y="3294"/>
                    <a:pt x="31448" y="3199"/>
                    <a:pt x="31448" y="3136"/>
                  </a:cubicBezTo>
                  <a:cubicBezTo>
                    <a:pt x="31448" y="3072"/>
                    <a:pt x="31448" y="3041"/>
                    <a:pt x="31448" y="3009"/>
                  </a:cubicBezTo>
                  <a:cubicBezTo>
                    <a:pt x="31479" y="2946"/>
                    <a:pt x="31479" y="2914"/>
                    <a:pt x="31479" y="2851"/>
                  </a:cubicBezTo>
                  <a:lnTo>
                    <a:pt x="31479" y="95"/>
                  </a:ln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2" name="Google Shape;6442;p43"/>
            <p:cNvSpPr/>
            <p:nvPr/>
          </p:nvSpPr>
          <p:spPr>
            <a:xfrm>
              <a:off x="4050769" y="3518056"/>
              <a:ext cx="1041437" cy="393946"/>
            </a:xfrm>
            <a:custGeom>
              <a:rect b="b" l="l" r="r" t="t"/>
              <a:pathLst>
                <a:path extrusionOk="0" h="11908" w="31480">
                  <a:moveTo>
                    <a:pt x="0" y="0"/>
                  </a:moveTo>
                  <a:cubicBezTo>
                    <a:pt x="0" y="41"/>
                    <a:pt x="1" y="81"/>
                    <a:pt x="2" y="121"/>
                  </a:cubicBezTo>
                  <a:lnTo>
                    <a:pt x="2" y="121"/>
                  </a:lnTo>
                  <a:lnTo>
                    <a:pt x="0" y="0"/>
                  </a:lnTo>
                  <a:close/>
                  <a:moveTo>
                    <a:pt x="31479" y="95"/>
                  </a:moveTo>
                  <a:cubicBezTo>
                    <a:pt x="31479" y="190"/>
                    <a:pt x="31479" y="285"/>
                    <a:pt x="31448" y="349"/>
                  </a:cubicBezTo>
                  <a:cubicBezTo>
                    <a:pt x="31448" y="444"/>
                    <a:pt x="31448" y="507"/>
                    <a:pt x="31448" y="602"/>
                  </a:cubicBezTo>
                  <a:cubicBezTo>
                    <a:pt x="31448" y="665"/>
                    <a:pt x="31416" y="729"/>
                    <a:pt x="31416" y="792"/>
                  </a:cubicBezTo>
                  <a:cubicBezTo>
                    <a:pt x="31416" y="887"/>
                    <a:pt x="31384" y="982"/>
                    <a:pt x="31384" y="1045"/>
                  </a:cubicBezTo>
                  <a:cubicBezTo>
                    <a:pt x="31384" y="1109"/>
                    <a:pt x="31353" y="1204"/>
                    <a:pt x="31353" y="1267"/>
                  </a:cubicBezTo>
                  <a:cubicBezTo>
                    <a:pt x="31321" y="1330"/>
                    <a:pt x="31289" y="1425"/>
                    <a:pt x="31289" y="1489"/>
                  </a:cubicBezTo>
                  <a:cubicBezTo>
                    <a:pt x="31258" y="1552"/>
                    <a:pt x="31258" y="1615"/>
                    <a:pt x="31226" y="1679"/>
                  </a:cubicBezTo>
                  <a:cubicBezTo>
                    <a:pt x="31194" y="1774"/>
                    <a:pt x="31163" y="1837"/>
                    <a:pt x="31163" y="1932"/>
                  </a:cubicBezTo>
                  <a:cubicBezTo>
                    <a:pt x="31131" y="1995"/>
                    <a:pt x="31099" y="2059"/>
                    <a:pt x="31068" y="2122"/>
                  </a:cubicBezTo>
                  <a:cubicBezTo>
                    <a:pt x="31036" y="2217"/>
                    <a:pt x="31004" y="2280"/>
                    <a:pt x="30973" y="2376"/>
                  </a:cubicBezTo>
                  <a:cubicBezTo>
                    <a:pt x="30941" y="2439"/>
                    <a:pt x="30909" y="2502"/>
                    <a:pt x="30878" y="2566"/>
                  </a:cubicBezTo>
                  <a:cubicBezTo>
                    <a:pt x="30846" y="2629"/>
                    <a:pt x="30814" y="2724"/>
                    <a:pt x="30751" y="2787"/>
                  </a:cubicBezTo>
                  <a:lnTo>
                    <a:pt x="30656" y="2977"/>
                  </a:lnTo>
                  <a:cubicBezTo>
                    <a:pt x="30593" y="3072"/>
                    <a:pt x="30529" y="3167"/>
                    <a:pt x="30466" y="3262"/>
                  </a:cubicBezTo>
                  <a:cubicBezTo>
                    <a:pt x="30434" y="3326"/>
                    <a:pt x="30403" y="3389"/>
                    <a:pt x="30371" y="3421"/>
                  </a:cubicBezTo>
                  <a:cubicBezTo>
                    <a:pt x="30308" y="3547"/>
                    <a:pt x="30213" y="3642"/>
                    <a:pt x="30149" y="3737"/>
                  </a:cubicBezTo>
                  <a:cubicBezTo>
                    <a:pt x="30118" y="3769"/>
                    <a:pt x="30086" y="3832"/>
                    <a:pt x="30054" y="3864"/>
                  </a:cubicBezTo>
                  <a:cubicBezTo>
                    <a:pt x="29928" y="4022"/>
                    <a:pt x="29769" y="4181"/>
                    <a:pt x="29643" y="4339"/>
                  </a:cubicBezTo>
                  <a:cubicBezTo>
                    <a:pt x="29611" y="4371"/>
                    <a:pt x="29579" y="4434"/>
                    <a:pt x="29516" y="4466"/>
                  </a:cubicBezTo>
                  <a:cubicBezTo>
                    <a:pt x="29421" y="4592"/>
                    <a:pt x="29294" y="4687"/>
                    <a:pt x="29167" y="4814"/>
                  </a:cubicBezTo>
                  <a:cubicBezTo>
                    <a:pt x="29104" y="4877"/>
                    <a:pt x="29072" y="4909"/>
                    <a:pt x="29009" y="4972"/>
                  </a:cubicBezTo>
                  <a:cubicBezTo>
                    <a:pt x="28914" y="5036"/>
                    <a:pt x="28851" y="5099"/>
                    <a:pt x="28787" y="5162"/>
                  </a:cubicBezTo>
                  <a:cubicBezTo>
                    <a:pt x="28692" y="5226"/>
                    <a:pt x="28629" y="5289"/>
                    <a:pt x="28566" y="5352"/>
                  </a:cubicBezTo>
                  <a:cubicBezTo>
                    <a:pt x="28471" y="5416"/>
                    <a:pt x="28407" y="5479"/>
                    <a:pt x="28312" y="5542"/>
                  </a:cubicBezTo>
                  <a:cubicBezTo>
                    <a:pt x="28249" y="5606"/>
                    <a:pt x="28154" y="5669"/>
                    <a:pt x="28091" y="5732"/>
                  </a:cubicBezTo>
                  <a:cubicBezTo>
                    <a:pt x="27996" y="5796"/>
                    <a:pt x="27901" y="5859"/>
                    <a:pt x="27806" y="5922"/>
                  </a:cubicBezTo>
                  <a:cubicBezTo>
                    <a:pt x="27742" y="5954"/>
                    <a:pt x="27647" y="6017"/>
                    <a:pt x="27552" y="6081"/>
                  </a:cubicBezTo>
                  <a:cubicBezTo>
                    <a:pt x="27457" y="6144"/>
                    <a:pt x="27362" y="6207"/>
                    <a:pt x="27267" y="6271"/>
                  </a:cubicBezTo>
                  <a:cubicBezTo>
                    <a:pt x="27172" y="6334"/>
                    <a:pt x="27046" y="6397"/>
                    <a:pt x="26919" y="6492"/>
                  </a:cubicBezTo>
                  <a:cubicBezTo>
                    <a:pt x="26666" y="6619"/>
                    <a:pt x="26444" y="6746"/>
                    <a:pt x="26191" y="6872"/>
                  </a:cubicBezTo>
                  <a:lnTo>
                    <a:pt x="25969" y="6967"/>
                  </a:lnTo>
                  <a:cubicBezTo>
                    <a:pt x="25779" y="7062"/>
                    <a:pt x="25589" y="7158"/>
                    <a:pt x="25399" y="7253"/>
                  </a:cubicBezTo>
                  <a:cubicBezTo>
                    <a:pt x="25336" y="7284"/>
                    <a:pt x="25272" y="7316"/>
                    <a:pt x="25177" y="7348"/>
                  </a:cubicBezTo>
                  <a:cubicBezTo>
                    <a:pt x="24924" y="7474"/>
                    <a:pt x="24670" y="7569"/>
                    <a:pt x="24417" y="7664"/>
                  </a:cubicBezTo>
                  <a:cubicBezTo>
                    <a:pt x="24354" y="7696"/>
                    <a:pt x="24322" y="7696"/>
                    <a:pt x="24259" y="7728"/>
                  </a:cubicBezTo>
                  <a:cubicBezTo>
                    <a:pt x="24037" y="7791"/>
                    <a:pt x="23815" y="7886"/>
                    <a:pt x="23594" y="7949"/>
                  </a:cubicBezTo>
                  <a:cubicBezTo>
                    <a:pt x="23499" y="7981"/>
                    <a:pt x="23404" y="8013"/>
                    <a:pt x="23309" y="8044"/>
                  </a:cubicBezTo>
                  <a:cubicBezTo>
                    <a:pt x="23182" y="8076"/>
                    <a:pt x="23055" y="8139"/>
                    <a:pt x="22929" y="8171"/>
                  </a:cubicBezTo>
                  <a:cubicBezTo>
                    <a:pt x="22802" y="8203"/>
                    <a:pt x="22707" y="8234"/>
                    <a:pt x="22580" y="8266"/>
                  </a:cubicBezTo>
                  <a:cubicBezTo>
                    <a:pt x="22454" y="8298"/>
                    <a:pt x="22327" y="8329"/>
                    <a:pt x="22200" y="8361"/>
                  </a:cubicBezTo>
                  <a:lnTo>
                    <a:pt x="21852" y="8456"/>
                  </a:lnTo>
                  <a:cubicBezTo>
                    <a:pt x="21725" y="8488"/>
                    <a:pt x="21599" y="8519"/>
                    <a:pt x="21472" y="8551"/>
                  </a:cubicBezTo>
                  <a:lnTo>
                    <a:pt x="21124" y="8614"/>
                  </a:lnTo>
                  <a:cubicBezTo>
                    <a:pt x="20997" y="8646"/>
                    <a:pt x="20870" y="8646"/>
                    <a:pt x="20712" y="8678"/>
                  </a:cubicBezTo>
                  <a:cubicBezTo>
                    <a:pt x="20617" y="8709"/>
                    <a:pt x="20522" y="8709"/>
                    <a:pt x="20395" y="8741"/>
                  </a:cubicBezTo>
                  <a:cubicBezTo>
                    <a:pt x="20110" y="8804"/>
                    <a:pt x="19825" y="8836"/>
                    <a:pt x="19508" y="8899"/>
                  </a:cubicBezTo>
                  <a:lnTo>
                    <a:pt x="19382" y="8899"/>
                  </a:lnTo>
                  <a:cubicBezTo>
                    <a:pt x="19128" y="8931"/>
                    <a:pt x="18875" y="8963"/>
                    <a:pt x="18590" y="8994"/>
                  </a:cubicBezTo>
                  <a:cubicBezTo>
                    <a:pt x="18495" y="8994"/>
                    <a:pt x="18400" y="9026"/>
                    <a:pt x="18305" y="9026"/>
                  </a:cubicBezTo>
                  <a:cubicBezTo>
                    <a:pt x="18147" y="9058"/>
                    <a:pt x="17957" y="9058"/>
                    <a:pt x="17798" y="9058"/>
                  </a:cubicBezTo>
                  <a:lnTo>
                    <a:pt x="17482" y="9089"/>
                  </a:lnTo>
                  <a:cubicBezTo>
                    <a:pt x="17292" y="9121"/>
                    <a:pt x="17133" y="9121"/>
                    <a:pt x="16943" y="9121"/>
                  </a:cubicBezTo>
                  <a:lnTo>
                    <a:pt x="16658" y="9121"/>
                  </a:lnTo>
                  <a:cubicBezTo>
                    <a:pt x="16500" y="9153"/>
                    <a:pt x="16342" y="9153"/>
                    <a:pt x="16183" y="9153"/>
                  </a:cubicBezTo>
                  <a:lnTo>
                    <a:pt x="15075" y="9153"/>
                  </a:lnTo>
                  <a:cubicBezTo>
                    <a:pt x="14948" y="9121"/>
                    <a:pt x="14790" y="9121"/>
                    <a:pt x="14631" y="9121"/>
                  </a:cubicBezTo>
                  <a:lnTo>
                    <a:pt x="14315" y="9121"/>
                  </a:lnTo>
                  <a:cubicBezTo>
                    <a:pt x="14156" y="9089"/>
                    <a:pt x="13998" y="9089"/>
                    <a:pt x="13840" y="9089"/>
                  </a:cubicBezTo>
                  <a:cubicBezTo>
                    <a:pt x="13745" y="9058"/>
                    <a:pt x="13650" y="9058"/>
                    <a:pt x="13555" y="9058"/>
                  </a:cubicBezTo>
                  <a:cubicBezTo>
                    <a:pt x="13365" y="9058"/>
                    <a:pt x="13175" y="9026"/>
                    <a:pt x="12953" y="8994"/>
                  </a:cubicBezTo>
                  <a:lnTo>
                    <a:pt x="12795" y="8994"/>
                  </a:lnTo>
                  <a:cubicBezTo>
                    <a:pt x="12541" y="8963"/>
                    <a:pt x="12288" y="8931"/>
                    <a:pt x="12035" y="8899"/>
                  </a:cubicBezTo>
                  <a:cubicBezTo>
                    <a:pt x="12003" y="8899"/>
                    <a:pt x="11971" y="8868"/>
                    <a:pt x="11940" y="8868"/>
                  </a:cubicBezTo>
                  <a:cubicBezTo>
                    <a:pt x="11718" y="8836"/>
                    <a:pt x="11496" y="8804"/>
                    <a:pt x="11274" y="8773"/>
                  </a:cubicBezTo>
                  <a:cubicBezTo>
                    <a:pt x="11211" y="8773"/>
                    <a:pt x="11116" y="8741"/>
                    <a:pt x="11021" y="8709"/>
                  </a:cubicBezTo>
                  <a:cubicBezTo>
                    <a:pt x="10863" y="8709"/>
                    <a:pt x="10704" y="8678"/>
                    <a:pt x="10546" y="8646"/>
                  </a:cubicBezTo>
                  <a:cubicBezTo>
                    <a:pt x="10451" y="8614"/>
                    <a:pt x="10356" y="8614"/>
                    <a:pt x="10293" y="8583"/>
                  </a:cubicBezTo>
                  <a:cubicBezTo>
                    <a:pt x="10103" y="8551"/>
                    <a:pt x="9913" y="8488"/>
                    <a:pt x="9754" y="8456"/>
                  </a:cubicBezTo>
                  <a:cubicBezTo>
                    <a:pt x="9659" y="8424"/>
                    <a:pt x="9564" y="8424"/>
                    <a:pt x="9469" y="8393"/>
                  </a:cubicBezTo>
                  <a:cubicBezTo>
                    <a:pt x="9311" y="8361"/>
                    <a:pt x="9153" y="8298"/>
                    <a:pt x="8994" y="8266"/>
                  </a:cubicBezTo>
                  <a:cubicBezTo>
                    <a:pt x="8899" y="8234"/>
                    <a:pt x="8804" y="8203"/>
                    <a:pt x="8709" y="8171"/>
                  </a:cubicBezTo>
                  <a:cubicBezTo>
                    <a:pt x="8456" y="8108"/>
                    <a:pt x="8203" y="8044"/>
                    <a:pt x="7981" y="7949"/>
                  </a:cubicBezTo>
                  <a:cubicBezTo>
                    <a:pt x="7918" y="7949"/>
                    <a:pt x="7886" y="7918"/>
                    <a:pt x="7823" y="7918"/>
                  </a:cubicBezTo>
                  <a:cubicBezTo>
                    <a:pt x="7569" y="7823"/>
                    <a:pt x="7284" y="7728"/>
                    <a:pt x="6999" y="7601"/>
                  </a:cubicBezTo>
                  <a:cubicBezTo>
                    <a:pt x="6904" y="7569"/>
                    <a:pt x="6777" y="7506"/>
                    <a:pt x="6682" y="7474"/>
                  </a:cubicBezTo>
                  <a:lnTo>
                    <a:pt x="6397" y="7379"/>
                  </a:lnTo>
                  <a:cubicBezTo>
                    <a:pt x="6302" y="7316"/>
                    <a:pt x="6176" y="7253"/>
                    <a:pt x="6049" y="7221"/>
                  </a:cubicBezTo>
                  <a:cubicBezTo>
                    <a:pt x="5954" y="7158"/>
                    <a:pt x="5891" y="7126"/>
                    <a:pt x="5796" y="7094"/>
                  </a:cubicBezTo>
                  <a:cubicBezTo>
                    <a:pt x="5669" y="7031"/>
                    <a:pt x="5542" y="6967"/>
                    <a:pt x="5416" y="6904"/>
                  </a:cubicBezTo>
                  <a:cubicBezTo>
                    <a:pt x="5352" y="6872"/>
                    <a:pt x="5289" y="6841"/>
                    <a:pt x="5226" y="6809"/>
                  </a:cubicBezTo>
                  <a:cubicBezTo>
                    <a:pt x="5036" y="6682"/>
                    <a:pt x="4846" y="6587"/>
                    <a:pt x="4656" y="6492"/>
                  </a:cubicBezTo>
                  <a:cubicBezTo>
                    <a:pt x="1605" y="4718"/>
                    <a:pt x="54" y="2424"/>
                    <a:pt x="2" y="121"/>
                  </a:cubicBezTo>
                  <a:lnTo>
                    <a:pt x="2" y="121"/>
                  </a:lnTo>
                  <a:lnTo>
                    <a:pt x="32" y="2787"/>
                  </a:lnTo>
                  <a:cubicBezTo>
                    <a:pt x="0" y="5131"/>
                    <a:pt x="1552" y="7474"/>
                    <a:pt x="4656" y="9279"/>
                  </a:cubicBezTo>
                  <a:cubicBezTo>
                    <a:pt x="4846" y="9374"/>
                    <a:pt x="5036" y="9469"/>
                    <a:pt x="5226" y="9564"/>
                  </a:cubicBezTo>
                  <a:cubicBezTo>
                    <a:pt x="5289" y="9628"/>
                    <a:pt x="5352" y="9659"/>
                    <a:pt x="5416" y="9691"/>
                  </a:cubicBezTo>
                  <a:cubicBezTo>
                    <a:pt x="5542" y="9754"/>
                    <a:pt x="5701" y="9818"/>
                    <a:pt x="5827" y="9881"/>
                  </a:cubicBezTo>
                  <a:cubicBezTo>
                    <a:pt x="5891" y="9913"/>
                    <a:pt x="5986" y="9944"/>
                    <a:pt x="6049" y="9976"/>
                  </a:cubicBezTo>
                  <a:cubicBezTo>
                    <a:pt x="6176" y="10039"/>
                    <a:pt x="6302" y="10103"/>
                    <a:pt x="6429" y="10134"/>
                  </a:cubicBezTo>
                  <a:lnTo>
                    <a:pt x="6682" y="10261"/>
                  </a:lnTo>
                  <a:cubicBezTo>
                    <a:pt x="6777" y="10293"/>
                    <a:pt x="6841" y="10324"/>
                    <a:pt x="6936" y="10356"/>
                  </a:cubicBezTo>
                  <a:cubicBezTo>
                    <a:pt x="6967" y="10356"/>
                    <a:pt x="6967" y="10356"/>
                    <a:pt x="6999" y="10388"/>
                  </a:cubicBezTo>
                  <a:cubicBezTo>
                    <a:pt x="7284" y="10483"/>
                    <a:pt x="7569" y="10578"/>
                    <a:pt x="7854" y="10673"/>
                  </a:cubicBezTo>
                  <a:cubicBezTo>
                    <a:pt x="7886" y="10704"/>
                    <a:pt x="7918" y="10704"/>
                    <a:pt x="7981" y="10736"/>
                  </a:cubicBezTo>
                  <a:cubicBezTo>
                    <a:pt x="8203" y="10799"/>
                    <a:pt x="8456" y="10894"/>
                    <a:pt x="8709" y="10958"/>
                  </a:cubicBezTo>
                  <a:cubicBezTo>
                    <a:pt x="8741" y="10958"/>
                    <a:pt x="8804" y="10989"/>
                    <a:pt x="8836" y="10989"/>
                  </a:cubicBezTo>
                  <a:cubicBezTo>
                    <a:pt x="8899" y="11021"/>
                    <a:pt x="8931" y="11021"/>
                    <a:pt x="8994" y="11053"/>
                  </a:cubicBezTo>
                  <a:cubicBezTo>
                    <a:pt x="9153" y="11084"/>
                    <a:pt x="9311" y="11116"/>
                    <a:pt x="9469" y="11179"/>
                  </a:cubicBezTo>
                  <a:cubicBezTo>
                    <a:pt x="9564" y="11179"/>
                    <a:pt x="9659" y="11211"/>
                    <a:pt x="9754" y="11243"/>
                  </a:cubicBezTo>
                  <a:cubicBezTo>
                    <a:pt x="9913" y="11274"/>
                    <a:pt x="10103" y="11306"/>
                    <a:pt x="10293" y="11369"/>
                  </a:cubicBezTo>
                  <a:cubicBezTo>
                    <a:pt x="10356" y="11369"/>
                    <a:pt x="10419" y="11401"/>
                    <a:pt x="10483" y="11401"/>
                  </a:cubicBezTo>
                  <a:lnTo>
                    <a:pt x="10546" y="11401"/>
                  </a:lnTo>
                  <a:cubicBezTo>
                    <a:pt x="10704" y="11433"/>
                    <a:pt x="10863" y="11464"/>
                    <a:pt x="11021" y="11496"/>
                  </a:cubicBezTo>
                  <a:lnTo>
                    <a:pt x="11274" y="11559"/>
                  </a:lnTo>
                  <a:cubicBezTo>
                    <a:pt x="11496" y="11591"/>
                    <a:pt x="11718" y="11623"/>
                    <a:pt x="11940" y="11654"/>
                  </a:cubicBezTo>
                  <a:lnTo>
                    <a:pt x="12035" y="11654"/>
                  </a:lnTo>
                  <a:cubicBezTo>
                    <a:pt x="12288" y="11718"/>
                    <a:pt x="12541" y="11749"/>
                    <a:pt x="12795" y="11749"/>
                  </a:cubicBezTo>
                  <a:cubicBezTo>
                    <a:pt x="12858" y="11781"/>
                    <a:pt x="12890" y="11781"/>
                    <a:pt x="12953" y="11781"/>
                  </a:cubicBezTo>
                  <a:cubicBezTo>
                    <a:pt x="13143" y="11813"/>
                    <a:pt x="13365" y="11813"/>
                    <a:pt x="13555" y="11845"/>
                  </a:cubicBezTo>
                  <a:lnTo>
                    <a:pt x="13840" y="11845"/>
                  </a:lnTo>
                  <a:cubicBezTo>
                    <a:pt x="13998" y="11876"/>
                    <a:pt x="14156" y="11876"/>
                    <a:pt x="14315" y="11876"/>
                  </a:cubicBezTo>
                  <a:cubicBezTo>
                    <a:pt x="14410" y="11876"/>
                    <a:pt x="14536" y="11908"/>
                    <a:pt x="14631" y="11908"/>
                  </a:cubicBezTo>
                  <a:lnTo>
                    <a:pt x="16943" y="11908"/>
                  </a:lnTo>
                  <a:cubicBezTo>
                    <a:pt x="17102" y="11876"/>
                    <a:pt x="17292" y="11876"/>
                    <a:pt x="17450" y="11876"/>
                  </a:cubicBezTo>
                  <a:lnTo>
                    <a:pt x="17767" y="11845"/>
                  </a:lnTo>
                  <a:cubicBezTo>
                    <a:pt x="17957" y="11845"/>
                    <a:pt x="18115" y="11813"/>
                    <a:pt x="18273" y="11813"/>
                  </a:cubicBezTo>
                  <a:cubicBezTo>
                    <a:pt x="18337" y="11781"/>
                    <a:pt x="18400" y="11781"/>
                    <a:pt x="18463" y="11781"/>
                  </a:cubicBezTo>
                  <a:lnTo>
                    <a:pt x="18590" y="11781"/>
                  </a:lnTo>
                  <a:cubicBezTo>
                    <a:pt x="18843" y="11749"/>
                    <a:pt x="19097" y="11718"/>
                    <a:pt x="19382" y="11686"/>
                  </a:cubicBezTo>
                  <a:cubicBezTo>
                    <a:pt x="19413" y="11654"/>
                    <a:pt x="19445" y="11654"/>
                    <a:pt x="19508" y="11654"/>
                  </a:cubicBezTo>
                  <a:cubicBezTo>
                    <a:pt x="19793" y="11623"/>
                    <a:pt x="20110" y="11559"/>
                    <a:pt x="20395" y="11528"/>
                  </a:cubicBezTo>
                  <a:lnTo>
                    <a:pt x="20459" y="11496"/>
                  </a:lnTo>
                  <a:cubicBezTo>
                    <a:pt x="20554" y="11496"/>
                    <a:pt x="20617" y="11464"/>
                    <a:pt x="20712" y="11464"/>
                  </a:cubicBezTo>
                  <a:cubicBezTo>
                    <a:pt x="20839" y="11433"/>
                    <a:pt x="20997" y="11401"/>
                    <a:pt x="21124" y="11369"/>
                  </a:cubicBezTo>
                  <a:cubicBezTo>
                    <a:pt x="21219" y="11369"/>
                    <a:pt x="21345" y="11338"/>
                    <a:pt x="21440" y="11306"/>
                  </a:cubicBezTo>
                  <a:cubicBezTo>
                    <a:pt x="21599" y="11274"/>
                    <a:pt x="21725" y="11243"/>
                    <a:pt x="21852" y="11211"/>
                  </a:cubicBezTo>
                  <a:lnTo>
                    <a:pt x="22169" y="11148"/>
                  </a:lnTo>
                  <a:cubicBezTo>
                    <a:pt x="22327" y="11116"/>
                    <a:pt x="22454" y="11053"/>
                    <a:pt x="22580" y="11021"/>
                  </a:cubicBezTo>
                  <a:cubicBezTo>
                    <a:pt x="22675" y="10989"/>
                    <a:pt x="22802" y="10958"/>
                    <a:pt x="22897" y="10926"/>
                  </a:cubicBezTo>
                  <a:cubicBezTo>
                    <a:pt x="23024" y="10894"/>
                    <a:pt x="23150" y="10863"/>
                    <a:pt x="23277" y="10831"/>
                  </a:cubicBezTo>
                  <a:cubicBezTo>
                    <a:pt x="23340" y="10799"/>
                    <a:pt x="23404" y="10799"/>
                    <a:pt x="23435" y="10768"/>
                  </a:cubicBezTo>
                  <a:cubicBezTo>
                    <a:pt x="23499" y="10768"/>
                    <a:pt x="23530" y="10736"/>
                    <a:pt x="23562" y="10736"/>
                  </a:cubicBezTo>
                  <a:cubicBezTo>
                    <a:pt x="23784" y="10641"/>
                    <a:pt x="24037" y="10578"/>
                    <a:pt x="24259" y="10483"/>
                  </a:cubicBezTo>
                  <a:cubicBezTo>
                    <a:pt x="24290" y="10483"/>
                    <a:pt x="24354" y="10451"/>
                    <a:pt x="24385" y="10451"/>
                  </a:cubicBezTo>
                  <a:cubicBezTo>
                    <a:pt x="24670" y="10324"/>
                    <a:pt x="24924" y="10229"/>
                    <a:pt x="25177" y="10103"/>
                  </a:cubicBezTo>
                  <a:cubicBezTo>
                    <a:pt x="25241" y="10071"/>
                    <a:pt x="25304" y="10071"/>
                    <a:pt x="25367" y="10039"/>
                  </a:cubicBezTo>
                  <a:cubicBezTo>
                    <a:pt x="25589" y="9944"/>
                    <a:pt x="25779" y="9849"/>
                    <a:pt x="25969" y="9754"/>
                  </a:cubicBezTo>
                  <a:lnTo>
                    <a:pt x="26159" y="9659"/>
                  </a:lnTo>
                  <a:cubicBezTo>
                    <a:pt x="26412" y="9533"/>
                    <a:pt x="26666" y="9406"/>
                    <a:pt x="26887" y="9248"/>
                  </a:cubicBezTo>
                  <a:cubicBezTo>
                    <a:pt x="26951" y="9216"/>
                    <a:pt x="27014" y="9184"/>
                    <a:pt x="27077" y="9153"/>
                  </a:cubicBezTo>
                  <a:cubicBezTo>
                    <a:pt x="27141" y="9089"/>
                    <a:pt x="27204" y="9058"/>
                    <a:pt x="27267" y="9026"/>
                  </a:cubicBezTo>
                  <a:cubicBezTo>
                    <a:pt x="27362" y="8963"/>
                    <a:pt x="27457" y="8899"/>
                    <a:pt x="27552" y="8836"/>
                  </a:cubicBezTo>
                  <a:cubicBezTo>
                    <a:pt x="27616" y="8804"/>
                    <a:pt x="27711" y="8741"/>
                    <a:pt x="27806" y="8678"/>
                  </a:cubicBezTo>
                  <a:cubicBezTo>
                    <a:pt x="27901" y="8614"/>
                    <a:pt x="27964" y="8551"/>
                    <a:pt x="28059" y="8488"/>
                  </a:cubicBezTo>
                  <a:cubicBezTo>
                    <a:pt x="28154" y="8424"/>
                    <a:pt x="28217" y="8361"/>
                    <a:pt x="28281" y="8329"/>
                  </a:cubicBezTo>
                  <a:cubicBezTo>
                    <a:pt x="28376" y="8266"/>
                    <a:pt x="28471" y="8171"/>
                    <a:pt x="28534" y="8108"/>
                  </a:cubicBezTo>
                  <a:cubicBezTo>
                    <a:pt x="28629" y="8076"/>
                    <a:pt x="28692" y="8013"/>
                    <a:pt x="28756" y="7949"/>
                  </a:cubicBezTo>
                  <a:cubicBezTo>
                    <a:pt x="28819" y="7886"/>
                    <a:pt x="28914" y="7823"/>
                    <a:pt x="28977" y="7728"/>
                  </a:cubicBezTo>
                  <a:lnTo>
                    <a:pt x="29072" y="7664"/>
                  </a:lnTo>
                  <a:lnTo>
                    <a:pt x="29167" y="7569"/>
                  </a:lnTo>
                  <a:cubicBezTo>
                    <a:pt x="29294" y="7474"/>
                    <a:pt x="29389" y="7348"/>
                    <a:pt x="29516" y="7221"/>
                  </a:cubicBezTo>
                  <a:cubicBezTo>
                    <a:pt x="29548" y="7189"/>
                    <a:pt x="29579" y="7158"/>
                    <a:pt x="29643" y="7094"/>
                  </a:cubicBezTo>
                  <a:cubicBezTo>
                    <a:pt x="29769" y="6967"/>
                    <a:pt x="29896" y="6809"/>
                    <a:pt x="30023" y="6619"/>
                  </a:cubicBezTo>
                  <a:lnTo>
                    <a:pt x="30054" y="6619"/>
                  </a:lnTo>
                  <a:cubicBezTo>
                    <a:pt x="30086" y="6587"/>
                    <a:pt x="30118" y="6524"/>
                    <a:pt x="30149" y="6492"/>
                  </a:cubicBezTo>
                  <a:cubicBezTo>
                    <a:pt x="30213" y="6397"/>
                    <a:pt x="30276" y="6302"/>
                    <a:pt x="30371" y="6207"/>
                  </a:cubicBezTo>
                  <a:cubicBezTo>
                    <a:pt x="30403" y="6144"/>
                    <a:pt x="30434" y="6081"/>
                    <a:pt x="30466" y="6017"/>
                  </a:cubicBezTo>
                  <a:cubicBezTo>
                    <a:pt x="30529" y="5922"/>
                    <a:pt x="30593" y="5859"/>
                    <a:pt x="30656" y="5764"/>
                  </a:cubicBezTo>
                  <a:cubicBezTo>
                    <a:pt x="30656" y="5732"/>
                    <a:pt x="30688" y="5701"/>
                    <a:pt x="30688" y="5669"/>
                  </a:cubicBezTo>
                  <a:cubicBezTo>
                    <a:pt x="30719" y="5637"/>
                    <a:pt x="30719" y="5606"/>
                    <a:pt x="30751" y="5574"/>
                  </a:cubicBezTo>
                  <a:cubicBezTo>
                    <a:pt x="30783" y="5479"/>
                    <a:pt x="30846" y="5416"/>
                    <a:pt x="30878" y="5321"/>
                  </a:cubicBezTo>
                  <a:cubicBezTo>
                    <a:pt x="30909" y="5257"/>
                    <a:pt x="30941" y="5194"/>
                    <a:pt x="30973" y="5131"/>
                  </a:cubicBezTo>
                  <a:cubicBezTo>
                    <a:pt x="31004" y="5036"/>
                    <a:pt x="31036" y="4972"/>
                    <a:pt x="31068" y="4877"/>
                  </a:cubicBezTo>
                  <a:cubicBezTo>
                    <a:pt x="31068" y="4846"/>
                    <a:pt x="31099" y="4814"/>
                    <a:pt x="31099" y="4782"/>
                  </a:cubicBezTo>
                  <a:cubicBezTo>
                    <a:pt x="31131" y="4751"/>
                    <a:pt x="31131" y="4719"/>
                    <a:pt x="31131" y="4687"/>
                  </a:cubicBezTo>
                  <a:cubicBezTo>
                    <a:pt x="31163" y="4624"/>
                    <a:pt x="31194" y="4529"/>
                    <a:pt x="31226" y="4466"/>
                  </a:cubicBezTo>
                  <a:cubicBezTo>
                    <a:pt x="31226" y="4402"/>
                    <a:pt x="31258" y="4307"/>
                    <a:pt x="31258" y="4244"/>
                  </a:cubicBezTo>
                  <a:cubicBezTo>
                    <a:pt x="31289" y="4181"/>
                    <a:pt x="31321" y="4086"/>
                    <a:pt x="31321" y="4022"/>
                  </a:cubicBezTo>
                  <a:cubicBezTo>
                    <a:pt x="31353" y="3991"/>
                    <a:pt x="31353" y="3927"/>
                    <a:pt x="31353" y="3896"/>
                  </a:cubicBezTo>
                  <a:lnTo>
                    <a:pt x="31384" y="3801"/>
                  </a:lnTo>
                  <a:lnTo>
                    <a:pt x="31416" y="3579"/>
                  </a:lnTo>
                  <a:cubicBezTo>
                    <a:pt x="31416" y="3516"/>
                    <a:pt x="31416" y="3452"/>
                    <a:pt x="31448" y="3357"/>
                  </a:cubicBezTo>
                  <a:cubicBezTo>
                    <a:pt x="31448" y="3294"/>
                    <a:pt x="31448" y="3199"/>
                    <a:pt x="31448" y="3136"/>
                  </a:cubicBezTo>
                  <a:cubicBezTo>
                    <a:pt x="31448" y="3072"/>
                    <a:pt x="31448" y="3041"/>
                    <a:pt x="31448" y="3009"/>
                  </a:cubicBezTo>
                  <a:cubicBezTo>
                    <a:pt x="31479" y="2946"/>
                    <a:pt x="31479" y="2914"/>
                    <a:pt x="31479" y="2851"/>
                  </a:cubicBezTo>
                  <a:lnTo>
                    <a:pt x="31479" y="95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3" name="Google Shape;6443;p43"/>
            <p:cNvSpPr/>
            <p:nvPr/>
          </p:nvSpPr>
          <p:spPr>
            <a:xfrm>
              <a:off x="3999425" y="3218428"/>
              <a:ext cx="1144125" cy="602432"/>
            </a:xfrm>
            <a:custGeom>
              <a:rect b="b" l="l" r="r" t="t"/>
              <a:pathLst>
                <a:path extrusionOk="0" h="18210" w="34584">
                  <a:moveTo>
                    <a:pt x="17248" y="0"/>
                  </a:moveTo>
                  <a:cubicBezTo>
                    <a:pt x="13222" y="0"/>
                    <a:pt x="9200" y="887"/>
                    <a:pt x="6144" y="2660"/>
                  </a:cubicBezTo>
                  <a:cubicBezTo>
                    <a:pt x="1" y="6207"/>
                    <a:pt x="32" y="12003"/>
                    <a:pt x="6208" y="15549"/>
                  </a:cubicBezTo>
                  <a:cubicBezTo>
                    <a:pt x="9295" y="17323"/>
                    <a:pt x="13325" y="18210"/>
                    <a:pt x="17351" y="18210"/>
                  </a:cubicBezTo>
                  <a:cubicBezTo>
                    <a:pt x="21377" y="18210"/>
                    <a:pt x="25399" y="17323"/>
                    <a:pt x="28471" y="15549"/>
                  </a:cubicBezTo>
                  <a:cubicBezTo>
                    <a:pt x="34583" y="12003"/>
                    <a:pt x="34551" y="6207"/>
                    <a:pt x="28376" y="2660"/>
                  </a:cubicBezTo>
                  <a:cubicBezTo>
                    <a:pt x="25304" y="887"/>
                    <a:pt x="21274" y="0"/>
                    <a:pt x="17248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4" name="Google Shape;6444;p43"/>
            <p:cNvSpPr/>
            <p:nvPr/>
          </p:nvSpPr>
          <p:spPr>
            <a:xfrm>
              <a:off x="3999425" y="3218428"/>
              <a:ext cx="1144125" cy="602432"/>
            </a:xfrm>
            <a:custGeom>
              <a:rect b="b" l="l" r="r" t="t"/>
              <a:pathLst>
                <a:path extrusionOk="0" h="18210" w="34584">
                  <a:moveTo>
                    <a:pt x="17248" y="0"/>
                  </a:moveTo>
                  <a:cubicBezTo>
                    <a:pt x="13222" y="0"/>
                    <a:pt x="9200" y="887"/>
                    <a:pt x="6144" y="2660"/>
                  </a:cubicBezTo>
                  <a:cubicBezTo>
                    <a:pt x="1" y="6207"/>
                    <a:pt x="32" y="12003"/>
                    <a:pt x="6208" y="15549"/>
                  </a:cubicBezTo>
                  <a:cubicBezTo>
                    <a:pt x="9295" y="17323"/>
                    <a:pt x="13325" y="18210"/>
                    <a:pt x="17351" y="18210"/>
                  </a:cubicBezTo>
                  <a:cubicBezTo>
                    <a:pt x="21377" y="18210"/>
                    <a:pt x="25399" y="17323"/>
                    <a:pt x="28471" y="15549"/>
                  </a:cubicBezTo>
                  <a:cubicBezTo>
                    <a:pt x="34583" y="12003"/>
                    <a:pt x="34551" y="6207"/>
                    <a:pt x="28376" y="2660"/>
                  </a:cubicBezTo>
                  <a:cubicBezTo>
                    <a:pt x="25304" y="887"/>
                    <a:pt x="21274" y="0"/>
                    <a:pt x="17248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5" name="Google Shape;6445;p43"/>
            <p:cNvSpPr/>
            <p:nvPr/>
          </p:nvSpPr>
          <p:spPr>
            <a:xfrm>
              <a:off x="4270767" y="3251940"/>
              <a:ext cx="675809" cy="478836"/>
            </a:xfrm>
            <a:custGeom>
              <a:rect b="b" l="l" r="r" t="t"/>
              <a:pathLst>
                <a:path extrusionOk="0" h="14474" w="20428">
                  <a:moveTo>
                    <a:pt x="16690" y="0"/>
                  </a:moveTo>
                  <a:lnTo>
                    <a:pt x="1553" y="95"/>
                  </a:lnTo>
                  <a:lnTo>
                    <a:pt x="1" y="2534"/>
                  </a:lnTo>
                  <a:lnTo>
                    <a:pt x="1" y="8361"/>
                  </a:lnTo>
                  <a:lnTo>
                    <a:pt x="2154" y="12256"/>
                  </a:lnTo>
                  <a:lnTo>
                    <a:pt x="10705" y="14473"/>
                  </a:lnTo>
                  <a:lnTo>
                    <a:pt x="19762" y="12795"/>
                  </a:lnTo>
                  <a:lnTo>
                    <a:pt x="20427" y="7664"/>
                  </a:lnTo>
                  <a:lnTo>
                    <a:pt x="18306" y="2407"/>
                  </a:lnTo>
                  <a:lnTo>
                    <a:pt x="16690" y="0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6" name="Google Shape;6446;p43"/>
            <p:cNvSpPr/>
            <p:nvPr/>
          </p:nvSpPr>
          <p:spPr>
            <a:xfrm>
              <a:off x="4320027" y="2098420"/>
              <a:ext cx="501862" cy="183409"/>
            </a:xfrm>
            <a:custGeom>
              <a:rect b="b" l="l" r="r" t="t"/>
              <a:pathLst>
                <a:path extrusionOk="0" h="5544" w="15170">
                  <a:moveTo>
                    <a:pt x="1267" y="1"/>
                  </a:moveTo>
                  <a:lnTo>
                    <a:pt x="0" y="603"/>
                  </a:lnTo>
                  <a:lnTo>
                    <a:pt x="285" y="2661"/>
                  </a:lnTo>
                  <a:lnTo>
                    <a:pt x="2597" y="4846"/>
                  </a:lnTo>
                  <a:lnTo>
                    <a:pt x="4624" y="5226"/>
                  </a:lnTo>
                  <a:lnTo>
                    <a:pt x="9469" y="5543"/>
                  </a:lnTo>
                  <a:lnTo>
                    <a:pt x="13175" y="4150"/>
                  </a:lnTo>
                  <a:lnTo>
                    <a:pt x="15075" y="2091"/>
                  </a:lnTo>
                  <a:lnTo>
                    <a:pt x="15170" y="476"/>
                  </a:lnTo>
                  <a:lnTo>
                    <a:pt x="11338" y="33"/>
                  </a:lnTo>
                  <a:lnTo>
                    <a:pt x="1267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7" name="Google Shape;6447;p43"/>
            <p:cNvSpPr/>
            <p:nvPr/>
          </p:nvSpPr>
          <p:spPr>
            <a:xfrm>
              <a:off x="4295910" y="1969828"/>
              <a:ext cx="550096" cy="289472"/>
            </a:xfrm>
            <a:custGeom>
              <a:rect b="b" l="l" r="r" t="t"/>
              <a:pathLst>
                <a:path extrusionOk="0" h="8750" w="16628">
                  <a:moveTo>
                    <a:pt x="8342" y="1"/>
                  </a:moveTo>
                  <a:cubicBezTo>
                    <a:pt x="6406" y="1"/>
                    <a:pt x="4466" y="420"/>
                    <a:pt x="2978" y="1259"/>
                  </a:cubicBezTo>
                  <a:cubicBezTo>
                    <a:pt x="33" y="3001"/>
                    <a:pt x="1" y="5756"/>
                    <a:pt x="2946" y="7467"/>
                  </a:cubicBezTo>
                  <a:cubicBezTo>
                    <a:pt x="4419" y="8322"/>
                    <a:pt x="6350" y="8749"/>
                    <a:pt x="8286" y="8749"/>
                  </a:cubicBezTo>
                  <a:cubicBezTo>
                    <a:pt x="10222" y="8749"/>
                    <a:pt x="12162" y="8322"/>
                    <a:pt x="13650" y="7467"/>
                  </a:cubicBezTo>
                  <a:cubicBezTo>
                    <a:pt x="16595" y="5756"/>
                    <a:pt x="16627" y="2970"/>
                    <a:pt x="13682" y="1259"/>
                  </a:cubicBezTo>
                  <a:cubicBezTo>
                    <a:pt x="12209" y="420"/>
                    <a:pt x="10277" y="1"/>
                    <a:pt x="8342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8" name="Google Shape;6448;p43"/>
            <p:cNvSpPr/>
            <p:nvPr/>
          </p:nvSpPr>
          <p:spPr>
            <a:xfrm>
              <a:off x="4321053" y="2114167"/>
              <a:ext cx="500836" cy="1534863"/>
            </a:xfrm>
            <a:custGeom>
              <a:rect b="b" l="l" r="r" t="t"/>
              <a:pathLst>
                <a:path extrusionOk="0" h="46395" w="15139">
                  <a:moveTo>
                    <a:pt x="1" y="32"/>
                  </a:moveTo>
                  <a:cubicBezTo>
                    <a:pt x="1" y="44"/>
                    <a:pt x="1" y="56"/>
                    <a:pt x="1" y="68"/>
                  </a:cubicBezTo>
                  <a:lnTo>
                    <a:pt x="1" y="68"/>
                  </a:lnTo>
                  <a:lnTo>
                    <a:pt x="1" y="32"/>
                  </a:lnTo>
                  <a:close/>
                  <a:moveTo>
                    <a:pt x="15139" y="0"/>
                  </a:moveTo>
                  <a:cubicBezTo>
                    <a:pt x="15139" y="348"/>
                    <a:pt x="15044" y="697"/>
                    <a:pt x="14917" y="1045"/>
                  </a:cubicBezTo>
                  <a:cubicBezTo>
                    <a:pt x="14600" y="1805"/>
                    <a:pt x="13904" y="2534"/>
                    <a:pt x="12890" y="3135"/>
                  </a:cubicBezTo>
                  <a:cubicBezTo>
                    <a:pt x="12700" y="3230"/>
                    <a:pt x="12510" y="3325"/>
                    <a:pt x="12320" y="3420"/>
                  </a:cubicBezTo>
                  <a:cubicBezTo>
                    <a:pt x="12257" y="3452"/>
                    <a:pt x="12193" y="3484"/>
                    <a:pt x="12130" y="3484"/>
                  </a:cubicBezTo>
                  <a:cubicBezTo>
                    <a:pt x="12003" y="3547"/>
                    <a:pt x="11877" y="3610"/>
                    <a:pt x="11750" y="3674"/>
                  </a:cubicBezTo>
                  <a:lnTo>
                    <a:pt x="11592" y="3705"/>
                  </a:lnTo>
                  <a:cubicBezTo>
                    <a:pt x="11465" y="3769"/>
                    <a:pt x="11307" y="3832"/>
                    <a:pt x="11148" y="3864"/>
                  </a:cubicBezTo>
                  <a:cubicBezTo>
                    <a:pt x="11085" y="3895"/>
                    <a:pt x="11053" y="3895"/>
                    <a:pt x="10990" y="3927"/>
                  </a:cubicBezTo>
                  <a:cubicBezTo>
                    <a:pt x="10895" y="3959"/>
                    <a:pt x="10800" y="3959"/>
                    <a:pt x="10673" y="3990"/>
                  </a:cubicBezTo>
                  <a:cubicBezTo>
                    <a:pt x="10515" y="4054"/>
                    <a:pt x="10388" y="4085"/>
                    <a:pt x="10230" y="4117"/>
                  </a:cubicBezTo>
                  <a:cubicBezTo>
                    <a:pt x="10103" y="4149"/>
                    <a:pt x="10008" y="4149"/>
                    <a:pt x="9913" y="4180"/>
                  </a:cubicBezTo>
                  <a:cubicBezTo>
                    <a:pt x="9787" y="4212"/>
                    <a:pt x="9628" y="4244"/>
                    <a:pt x="9502" y="4244"/>
                  </a:cubicBezTo>
                  <a:cubicBezTo>
                    <a:pt x="9407" y="4275"/>
                    <a:pt x="9280" y="4275"/>
                    <a:pt x="9153" y="4307"/>
                  </a:cubicBezTo>
                  <a:cubicBezTo>
                    <a:pt x="9058" y="4307"/>
                    <a:pt x="8932" y="4339"/>
                    <a:pt x="8805" y="4339"/>
                  </a:cubicBezTo>
                  <a:cubicBezTo>
                    <a:pt x="8678" y="4339"/>
                    <a:pt x="8552" y="4370"/>
                    <a:pt x="8457" y="4370"/>
                  </a:cubicBezTo>
                  <a:cubicBezTo>
                    <a:pt x="8330" y="4370"/>
                    <a:pt x="8172" y="4370"/>
                    <a:pt x="8045" y="4402"/>
                  </a:cubicBezTo>
                  <a:lnTo>
                    <a:pt x="6968" y="4402"/>
                  </a:lnTo>
                  <a:cubicBezTo>
                    <a:pt x="6810" y="4370"/>
                    <a:pt x="6620" y="4370"/>
                    <a:pt x="6461" y="4339"/>
                  </a:cubicBezTo>
                  <a:lnTo>
                    <a:pt x="6145" y="4339"/>
                  </a:lnTo>
                  <a:cubicBezTo>
                    <a:pt x="6113" y="4307"/>
                    <a:pt x="6050" y="4307"/>
                    <a:pt x="5986" y="4307"/>
                  </a:cubicBezTo>
                  <a:cubicBezTo>
                    <a:pt x="5828" y="4275"/>
                    <a:pt x="5638" y="4275"/>
                    <a:pt x="5480" y="4244"/>
                  </a:cubicBezTo>
                  <a:cubicBezTo>
                    <a:pt x="5448" y="4212"/>
                    <a:pt x="5385" y="4212"/>
                    <a:pt x="5353" y="4212"/>
                  </a:cubicBezTo>
                  <a:cubicBezTo>
                    <a:pt x="5258" y="4180"/>
                    <a:pt x="5131" y="4180"/>
                    <a:pt x="5036" y="4149"/>
                  </a:cubicBezTo>
                  <a:cubicBezTo>
                    <a:pt x="4910" y="4117"/>
                    <a:pt x="4751" y="4085"/>
                    <a:pt x="4625" y="4054"/>
                  </a:cubicBezTo>
                  <a:cubicBezTo>
                    <a:pt x="4530" y="4022"/>
                    <a:pt x="4435" y="4022"/>
                    <a:pt x="4340" y="3990"/>
                  </a:cubicBezTo>
                  <a:cubicBezTo>
                    <a:pt x="4181" y="3959"/>
                    <a:pt x="4055" y="3895"/>
                    <a:pt x="3928" y="3864"/>
                  </a:cubicBezTo>
                  <a:cubicBezTo>
                    <a:pt x="3770" y="3800"/>
                    <a:pt x="3580" y="3737"/>
                    <a:pt x="3389" y="3674"/>
                  </a:cubicBezTo>
                  <a:cubicBezTo>
                    <a:pt x="3389" y="3674"/>
                    <a:pt x="3358" y="3674"/>
                    <a:pt x="3326" y="3642"/>
                  </a:cubicBezTo>
                  <a:cubicBezTo>
                    <a:pt x="3168" y="3579"/>
                    <a:pt x="3009" y="3515"/>
                    <a:pt x="2851" y="3452"/>
                  </a:cubicBezTo>
                  <a:cubicBezTo>
                    <a:pt x="2788" y="3420"/>
                    <a:pt x="2756" y="3420"/>
                    <a:pt x="2724" y="3389"/>
                  </a:cubicBezTo>
                  <a:cubicBezTo>
                    <a:pt x="2534" y="3294"/>
                    <a:pt x="2376" y="3199"/>
                    <a:pt x="2186" y="3104"/>
                  </a:cubicBezTo>
                  <a:cubicBezTo>
                    <a:pt x="2028" y="3009"/>
                    <a:pt x="1869" y="2914"/>
                    <a:pt x="1711" y="2819"/>
                  </a:cubicBezTo>
                  <a:cubicBezTo>
                    <a:pt x="1711" y="2787"/>
                    <a:pt x="1679" y="2787"/>
                    <a:pt x="1648" y="2755"/>
                  </a:cubicBezTo>
                  <a:cubicBezTo>
                    <a:pt x="1521" y="2660"/>
                    <a:pt x="1394" y="2565"/>
                    <a:pt x="1268" y="2439"/>
                  </a:cubicBezTo>
                  <a:cubicBezTo>
                    <a:pt x="1236" y="2439"/>
                    <a:pt x="1236" y="2407"/>
                    <a:pt x="1204" y="2407"/>
                  </a:cubicBezTo>
                  <a:cubicBezTo>
                    <a:pt x="1109" y="2312"/>
                    <a:pt x="983" y="2185"/>
                    <a:pt x="888" y="2059"/>
                  </a:cubicBezTo>
                  <a:cubicBezTo>
                    <a:pt x="856" y="2059"/>
                    <a:pt x="856" y="2027"/>
                    <a:pt x="824" y="2027"/>
                  </a:cubicBezTo>
                  <a:cubicBezTo>
                    <a:pt x="729" y="1900"/>
                    <a:pt x="666" y="1805"/>
                    <a:pt x="571" y="1710"/>
                  </a:cubicBezTo>
                  <a:cubicBezTo>
                    <a:pt x="571" y="1678"/>
                    <a:pt x="539" y="1678"/>
                    <a:pt x="539" y="1647"/>
                  </a:cubicBezTo>
                  <a:cubicBezTo>
                    <a:pt x="444" y="1520"/>
                    <a:pt x="381" y="1425"/>
                    <a:pt x="318" y="1298"/>
                  </a:cubicBezTo>
                  <a:cubicBezTo>
                    <a:pt x="318" y="1267"/>
                    <a:pt x="318" y="1267"/>
                    <a:pt x="286" y="1235"/>
                  </a:cubicBezTo>
                  <a:cubicBezTo>
                    <a:pt x="254" y="1140"/>
                    <a:pt x="191" y="1013"/>
                    <a:pt x="159" y="887"/>
                  </a:cubicBezTo>
                  <a:cubicBezTo>
                    <a:pt x="128" y="855"/>
                    <a:pt x="128" y="855"/>
                    <a:pt x="128" y="823"/>
                  </a:cubicBezTo>
                  <a:cubicBezTo>
                    <a:pt x="96" y="728"/>
                    <a:pt x="64" y="602"/>
                    <a:pt x="33" y="475"/>
                  </a:cubicBezTo>
                  <a:cubicBezTo>
                    <a:pt x="33" y="443"/>
                    <a:pt x="33" y="443"/>
                    <a:pt x="33" y="412"/>
                  </a:cubicBezTo>
                  <a:cubicBezTo>
                    <a:pt x="4" y="297"/>
                    <a:pt x="1" y="182"/>
                    <a:pt x="1" y="68"/>
                  </a:cubicBezTo>
                  <a:lnTo>
                    <a:pt x="1" y="68"/>
                  </a:lnTo>
                  <a:lnTo>
                    <a:pt x="33" y="42025"/>
                  </a:lnTo>
                  <a:lnTo>
                    <a:pt x="33" y="42088"/>
                  </a:lnTo>
                  <a:cubicBezTo>
                    <a:pt x="33" y="42183"/>
                    <a:pt x="33" y="42310"/>
                    <a:pt x="64" y="42405"/>
                  </a:cubicBezTo>
                  <a:cubicBezTo>
                    <a:pt x="64" y="42436"/>
                    <a:pt x="64" y="42436"/>
                    <a:pt x="64" y="42468"/>
                  </a:cubicBezTo>
                  <a:cubicBezTo>
                    <a:pt x="64" y="42500"/>
                    <a:pt x="64" y="42500"/>
                    <a:pt x="64" y="42531"/>
                  </a:cubicBezTo>
                  <a:cubicBezTo>
                    <a:pt x="96" y="42626"/>
                    <a:pt x="128" y="42721"/>
                    <a:pt x="159" y="42816"/>
                  </a:cubicBezTo>
                  <a:cubicBezTo>
                    <a:pt x="159" y="42848"/>
                    <a:pt x="159" y="42848"/>
                    <a:pt x="159" y="42880"/>
                  </a:cubicBezTo>
                  <a:lnTo>
                    <a:pt x="191" y="42943"/>
                  </a:lnTo>
                  <a:cubicBezTo>
                    <a:pt x="223" y="43038"/>
                    <a:pt x="254" y="43133"/>
                    <a:pt x="318" y="43228"/>
                  </a:cubicBezTo>
                  <a:cubicBezTo>
                    <a:pt x="318" y="43260"/>
                    <a:pt x="349" y="43260"/>
                    <a:pt x="349" y="43291"/>
                  </a:cubicBezTo>
                  <a:cubicBezTo>
                    <a:pt x="349" y="43323"/>
                    <a:pt x="381" y="43355"/>
                    <a:pt x="381" y="43386"/>
                  </a:cubicBezTo>
                  <a:cubicBezTo>
                    <a:pt x="444" y="43481"/>
                    <a:pt x="508" y="43545"/>
                    <a:pt x="571" y="43640"/>
                  </a:cubicBezTo>
                  <a:cubicBezTo>
                    <a:pt x="571" y="43671"/>
                    <a:pt x="571" y="43671"/>
                    <a:pt x="603" y="43703"/>
                  </a:cubicBezTo>
                  <a:cubicBezTo>
                    <a:pt x="634" y="43735"/>
                    <a:pt x="666" y="43798"/>
                    <a:pt x="698" y="43830"/>
                  </a:cubicBezTo>
                  <a:cubicBezTo>
                    <a:pt x="729" y="43893"/>
                    <a:pt x="793" y="43956"/>
                    <a:pt x="856" y="43988"/>
                  </a:cubicBezTo>
                  <a:cubicBezTo>
                    <a:pt x="856" y="44020"/>
                    <a:pt x="888" y="44051"/>
                    <a:pt x="888" y="44051"/>
                  </a:cubicBezTo>
                  <a:cubicBezTo>
                    <a:pt x="983" y="44146"/>
                    <a:pt x="1078" y="44241"/>
                    <a:pt x="1173" y="44336"/>
                  </a:cubicBezTo>
                  <a:cubicBezTo>
                    <a:pt x="1204" y="44368"/>
                    <a:pt x="1204" y="44368"/>
                    <a:pt x="1236" y="44400"/>
                  </a:cubicBezTo>
                  <a:cubicBezTo>
                    <a:pt x="1268" y="44400"/>
                    <a:pt x="1268" y="44431"/>
                    <a:pt x="1299" y="44431"/>
                  </a:cubicBezTo>
                  <a:cubicBezTo>
                    <a:pt x="1394" y="44558"/>
                    <a:pt x="1553" y="44653"/>
                    <a:pt x="1679" y="44748"/>
                  </a:cubicBezTo>
                  <a:cubicBezTo>
                    <a:pt x="1711" y="44780"/>
                    <a:pt x="1711" y="44780"/>
                    <a:pt x="1743" y="44780"/>
                  </a:cubicBezTo>
                  <a:cubicBezTo>
                    <a:pt x="1869" y="44875"/>
                    <a:pt x="1996" y="44970"/>
                    <a:pt x="2123" y="45033"/>
                  </a:cubicBezTo>
                  <a:cubicBezTo>
                    <a:pt x="2154" y="45065"/>
                    <a:pt x="2186" y="45097"/>
                    <a:pt x="2218" y="45097"/>
                  </a:cubicBezTo>
                  <a:cubicBezTo>
                    <a:pt x="2376" y="45192"/>
                    <a:pt x="2566" y="45287"/>
                    <a:pt x="2724" y="45382"/>
                  </a:cubicBezTo>
                  <a:cubicBezTo>
                    <a:pt x="2756" y="45382"/>
                    <a:pt x="2819" y="45413"/>
                    <a:pt x="2851" y="45445"/>
                  </a:cubicBezTo>
                  <a:cubicBezTo>
                    <a:pt x="3009" y="45508"/>
                    <a:pt x="3168" y="45572"/>
                    <a:pt x="3358" y="45635"/>
                  </a:cubicBezTo>
                  <a:cubicBezTo>
                    <a:pt x="3358" y="45667"/>
                    <a:pt x="3389" y="45667"/>
                    <a:pt x="3421" y="45667"/>
                  </a:cubicBezTo>
                  <a:cubicBezTo>
                    <a:pt x="3580" y="45730"/>
                    <a:pt x="3706" y="45793"/>
                    <a:pt x="3865" y="45825"/>
                  </a:cubicBezTo>
                  <a:lnTo>
                    <a:pt x="3960" y="45857"/>
                  </a:lnTo>
                  <a:cubicBezTo>
                    <a:pt x="4086" y="45888"/>
                    <a:pt x="4213" y="45920"/>
                    <a:pt x="4340" y="45983"/>
                  </a:cubicBezTo>
                  <a:cubicBezTo>
                    <a:pt x="4435" y="45983"/>
                    <a:pt x="4561" y="46015"/>
                    <a:pt x="4656" y="46047"/>
                  </a:cubicBezTo>
                  <a:cubicBezTo>
                    <a:pt x="4783" y="46078"/>
                    <a:pt x="4910" y="46110"/>
                    <a:pt x="5068" y="46142"/>
                  </a:cubicBezTo>
                  <a:cubicBezTo>
                    <a:pt x="5131" y="46142"/>
                    <a:pt x="5226" y="46173"/>
                    <a:pt x="5321" y="46205"/>
                  </a:cubicBezTo>
                  <a:lnTo>
                    <a:pt x="5511" y="46205"/>
                  </a:lnTo>
                  <a:cubicBezTo>
                    <a:pt x="5670" y="46237"/>
                    <a:pt x="5860" y="46268"/>
                    <a:pt x="6018" y="46300"/>
                  </a:cubicBezTo>
                  <a:lnTo>
                    <a:pt x="6176" y="46300"/>
                  </a:lnTo>
                  <a:cubicBezTo>
                    <a:pt x="6208" y="46332"/>
                    <a:pt x="6240" y="46332"/>
                    <a:pt x="6271" y="46332"/>
                  </a:cubicBezTo>
                  <a:lnTo>
                    <a:pt x="6493" y="46332"/>
                  </a:lnTo>
                  <a:cubicBezTo>
                    <a:pt x="6651" y="46363"/>
                    <a:pt x="6810" y="46363"/>
                    <a:pt x="7000" y="46363"/>
                  </a:cubicBezTo>
                  <a:cubicBezTo>
                    <a:pt x="7031" y="46363"/>
                    <a:pt x="7063" y="46395"/>
                    <a:pt x="7126" y="46395"/>
                  </a:cubicBezTo>
                  <a:lnTo>
                    <a:pt x="7887" y="46395"/>
                  </a:lnTo>
                  <a:lnTo>
                    <a:pt x="8077" y="46363"/>
                  </a:lnTo>
                  <a:lnTo>
                    <a:pt x="8457" y="46363"/>
                  </a:lnTo>
                  <a:cubicBezTo>
                    <a:pt x="8520" y="46332"/>
                    <a:pt x="8583" y="46332"/>
                    <a:pt x="8647" y="46332"/>
                  </a:cubicBezTo>
                  <a:lnTo>
                    <a:pt x="8805" y="46332"/>
                  </a:lnTo>
                  <a:cubicBezTo>
                    <a:pt x="8932" y="46300"/>
                    <a:pt x="9058" y="46300"/>
                    <a:pt x="9185" y="46268"/>
                  </a:cubicBezTo>
                  <a:lnTo>
                    <a:pt x="9375" y="46268"/>
                  </a:lnTo>
                  <a:cubicBezTo>
                    <a:pt x="9407" y="46237"/>
                    <a:pt x="9470" y="46237"/>
                    <a:pt x="9533" y="46237"/>
                  </a:cubicBezTo>
                  <a:cubicBezTo>
                    <a:pt x="9660" y="46205"/>
                    <a:pt x="9787" y="46173"/>
                    <a:pt x="9913" y="46173"/>
                  </a:cubicBezTo>
                  <a:cubicBezTo>
                    <a:pt x="9977" y="46142"/>
                    <a:pt x="10040" y="46142"/>
                    <a:pt x="10103" y="46142"/>
                  </a:cubicBezTo>
                  <a:cubicBezTo>
                    <a:pt x="10167" y="46110"/>
                    <a:pt x="10198" y="46110"/>
                    <a:pt x="10230" y="46110"/>
                  </a:cubicBezTo>
                  <a:cubicBezTo>
                    <a:pt x="10388" y="46047"/>
                    <a:pt x="10547" y="46015"/>
                    <a:pt x="10705" y="45983"/>
                  </a:cubicBezTo>
                  <a:cubicBezTo>
                    <a:pt x="10768" y="45952"/>
                    <a:pt x="10832" y="45952"/>
                    <a:pt x="10895" y="45920"/>
                  </a:cubicBezTo>
                  <a:cubicBezTo>
                    <a:pt x="10927" y="45920"/>
                    <a:pt x="10990" y="45920"/>
                    <a:pt x="11022" y="45888"/>
                  </a:cubicBezTo>
                  <a:cubicBezTo>
                    <a:pt x="11053" y="45888"/>
                    <a:pt x="11117" y="45857"/>
                    <a:pt x="11180" y="45857"/>
                  </a:cubicBezTo>
                  <a:cubicBezTo>
                    <a:pt x="11338" y="45793"/>
                    <a:pt x="11465" y="45762"/>
                    <a:pt x="11623" y="45698"/>
                  </a:cubicBezTo>
                  <a:lnTo>
                    <a:pt x="11750" y="45635"/>
                  </a:lnTo>
                  <a:lnTo>
                    <a:pt x="11813" y="45635"/>
                  </a:lnTo>
                  <a:cubicBezTo>
                    <a:pt x="11940" y="45572"/>
                    <a:pt x="12035" y="45540"/>
                    <a:pt x="12162" y="45477"/>
                  </a:cubicBezTo>
                  <a:cubicBezTo>
                    <a:pt x="12225" y="45445"/>
                    <a:pt x="12289" y="45413"/>
                    <a:pt x="12352" y="45382"/>
                  </a:cubicBezTo>
                  <a:cubicBezTo>
                    <a:pt x="12542" y="45287"/>
                    <a:pt x="12732" y="45192"/>
                    <a:pt x="12922" y="45097"/>
                  </a:cubicBezTo>
                  <a:cubicBezTo>
                    <a:pt x="14410" y="44241"/>
                    <a:pt x="15139" y="43101"/>
                    <a:pt x="15139" y="41993"/>
                  </a:cubicBezTo>
                  <a:lnTo>
                    <a:pt x="15139" y="0"/>
                  </a:lnTo>
                  <a:close/>
                </a:path>
              </a:pathLst>
            </a:custGeom>
            <a:solidFill>
              <a:srgbClr val="A1AA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49" name="Google Shape;6449;p43"/>
          <p:cNvGrpSpPr/>
          <p:nvPr/>
        </p:nvGrpSpPr>
        <p:grpSpPr>
          <a:xfrm>
            <a:off x="7179182" y="2913774"/>
            <a:ext cx="1144092" cy="961278"/>
            <a:chOff x="7179182" y="2950724"/>
            <a:chExt cx="1144092" cy="961278"/>
          </a:xfrm>
        </p:grpSpPr>
        <p:sp>
          <p:nvSpPr>
            <p:cNvPr id="6450" name="Google Shape;6450;p43"/>
            <p:cNvSpPr/>
            <p:nvPr/>
          </p:nvSpPr>
          <p:spPr>
            <a:xfrm>
              <a:off x="7231552" y="3523283"/>
              <a:ext cx="1039353" cy="354148"/>
            </a:xfrm>
            <a:custGeom>
              <a:rect b="b" l="l" r="r" t="t"/>
              <a:pathLst>
                <a:path extrusionOk="0" h="10705" w="31417">
                  <a:moveTo>
                    <a:pt x="30656" y="1"/>
                  </a:moveTo>
                  <a:lnTo>
                    <a:pt x="25177" y="5416"/>
                  </a:lnTo>
                  <a:lnTo>
                    <a:pt x="19192" y="7031"/>
                  </a:lnTo>
                  <a:cubicBezTo>
                    <a:pt x="19192" y="7031"/>
                    <a:pt x="9438" y="5479"/>
                    <a:pt x="9311" y="5416"/>
                  </a:cubicBezTo>
                  <a:cubicBezTo>
                    <a:pt x="9216" y="5321"/>
                    <a:pt x="2376" y="1204"/>
                    <a:pt x="2376" y="1204"/>
                  </a:cubicBezTo>
                  <a:lnTo>
                    <a:pt x="1" y="317"/>
                  </a:lnTo>
                  <a:lnTo>
                    <a:pt x="159" y="2819"/>
                  </a:lnTo>
                  <a:lnTo>
                    <a:pt x="2534" y="6651"/>
                  </a:lnTo>
                  <a:lnTo>
                    <a:pt x="8393" y="9026"/>
                  </a:lnTo>
                  <a:lnTo>
                    <a:pt x="15582" y="10705"/>
                  </a:lnTo>
                  <a:lnTo>
                    <a:pt x="21156" y="10135"/>
                  </a:lnTo>
                  <a:lnTo>
                    <a:pt x="29421" y="5828"/>
                  </a:lnTo>
                  <a:lnTo>
                    <a:pt x="31226" y="2819"/>
                  </a:lnTo>
                  <a:lnTo>
                    <a:pt x="31416" y="444"/>
                  </a:lnTo>
                  <a:lnTo>
                    <a:pt x="30656" y="1"/>
                  </a:ln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1" name="Google Shape;6451;p43"/>
            <p:cNvSpPr/>
            <p:nvPr/>
          </p:nvSpPr>
          <p:spPr>
            <a:xfrm>
              <a:off x="7230493" y="3518056"/>
              <a:ext cx="1041437" cy="393946"/>
            </a:xfrm>
            <a:custGeom>
              <a:rect b="b" l="l" r="r" t="t"/>
              <a:pathLst>
                <a:path extrusionOk="0" h="11908" w="31480">
                  <a:moveTo>
                    <a:pt x="31480" y="95"/>
                  </a:moveTo>
                  <a:lnTo>
                    <a:pt x="31480" y="105"/>
                  </a:lnTo>
                  <a:lnTo>
                    <a:pt x="31480" y="105"/>
                  </a:lnTo>
                  <a:cubicBezTo>
                    <a:pt x="31480" y="102"/>
                    <a:pt x="31480" y="99"/>
                    <a:pt x="31480" y="95"/>
                  </a:cubicBezTo>
                  <a:close/>
                  <a:moveTo>
                    <a:pt x="1" y="0"/>
                  </a:moveTo>
                  <a:lnTo>
                    <a:pt x="1" y="2787"/>
                  </a:lnTo>
                  <a:cubicBezTo>
                    <a:pt x="1" y="5131"/>
                    <a:pt x="1553" y="7474"/>
                    <a:pt x="4656" y="9279"/>
                  </a:cubicBezTo>
                  <a:cubicBezTo>
                    <a:pt x="4846" y="9374"/>
                    <a:pt x="5036" y="9469"/>
                    <a:pt x="5226" y="9564"/>
                  </a:cubicBezTo>
                  <a:cubicBezTo>
                    <a:pt x="5290" y="9628"/>
                    <a:pt x="5353" y="9659"/>
                    <a:pt x="5416" y="9691"/>
                  </a:cubicBezTo>
                  <a:cubicBezTo>
                    <a:pt x="5543" y="9754"/>
                    <a:pt x="5670" y="9818"/>
                    <a:pt x="5796" y="9881"/>
                  </a:cubicBezTo>
                  <a:cubicBezTo>
                    <a:pt x="5891" y="9913"/>
                    <a:pt x="5955" y="9944"/>
                    <a:pt x="6050" y="9976"/>
                  </a:cubicBezTo>
                  <a:cubicBezTo>
                    <a:pt x="6176" y="10039"/>
                    <a:pt x="6303" y="10103"/>
                    <a:pt x="6398" y="10134"/>
                  </a:cubicBezTo>
                  <a:lnTo>
                    <a:pt x="6683" y="10261"/>
                  </a:lnTo>
                  <a:cubicBezTo>
                    <a:pt x="6746" y="10293"/>
                    <a:pt x="6841" y="10324"/>
                    <a:pt x="6936" y="10356"/>
                  </a:cubicBezTo>
                  <a:cubicBezTo>
                    <a:pt x="6936" y="10356"/>
                    <a:pt x="6968" y="10356"/>
                    <a:pt x="7000" y="10388"/>
                  </a:cubicBezTo>
                  <a:cubicBezTo>
                    <a:pt x="7285" y="10483"/>
                    <a:pt x="7538" y="10578"/>
                    <a:pt x="7823" y="10673"/>
                  </a:cubicBezTo>
                  <a:cubicBezTo>
                    <a:pt x="7887" y="10704"/>
                    <a:pt x="7918" y="10704"/>
                    <a:pt x="7982" y="10736"/>
                  </a:cubicBezTo>
                  <a:cubicBezTo>
                    <a:pt x="8203" y="10799"/>
                    <a:pt x="8457" y="10894"/>
                    <a:pt x="8710" y="10958"/>
                  </a:cubicBezTo>
                  <a:cubicBezTo>
                    <a:pt x="8742" y="10958"/>
                    <a:pt x="8773" y="10989"/>
                    <a:pt x="8837" y="10989"/>
                  </a:cubicBezTo>
                  <a:cubicBezTo>
                    <a:pt x="8868" y="11021"/>
                    <a:pt x="8932" y="11021"/>
                    <a:pt x="8963" y="11053"/>
                  </a:cubicBezTo>
                  <a:cubicBezTo>
                    <a:pt x="9122" y="11084"/>
                    <a:pt x="9280" y="11116"/>
                    <a:pt x="9438" y="11179"/>
                  </a:cubicBezTo>
                  <a:cubicBezTo>
                    <a:pt x="9565" y="11179"/>
                    <a:pt x="9660" y="11211"/>
                    <a:pt x="9755" y="11243"/>
                  </a:cubicBezTo>
                  <a:cubicBezTo>
                    <a:pt x="9913" y="11274"/>
                    <a:pt x="10103" y="11306"/>
                    <a:pt x="10262" y="11369"/>
                  </a:cubicBezTo>
                  <a:cubicBezTo>
                    <a:pt x="10357" y="11369"/>
                    <a:pt x="10420" y="11401"/>
                    <a:pt x="10483" y="11401"/>
                  </a:cubicBezTo>
                  <a:lnTo>
                    <a:pt x="10515" y="11401"/>
                  </a:lnTo>
                  <a:cubicBezTo>
                    <a:pt x="10705" y="11433"/>
                    <a:pt x="10863" y="11464"/>
                    <a:pt x="11022" y="11496"/>
                  </a:cubicBezTo>
                  <a:lnTo>
                    <a:pt x="11275" y="11559"/>
                  </a:lnTo>
                  <a:cubicBezTo>
                    <a:pt x="11497" y="11591"/>
                    <a:pt x="11718" y="11623"/>
                    <a:pt x="11940" y="11654"/>
                  </a:cubicBezTo>
                  <a:lnTo>
                    <a:pt x="12035" y="11654"/>
                  </a:lnTo>
                  <a:cubicBezTo>
                    <a:pt x="12289" y="11718"/>
                    <a:pt x="12542" y="11749"/>
                    <a:pt x="12795" y="11749"/>
                  </a:cubicBezTo>
                  <a:cubicBezTo>
                    <a:pt x="12827" y="11781"/>
                    <a:pt x="12890" y="11781"/>
                    <a:pt x="12954" y="11781"/>
                  </a:cubicBezTo>
                  <a:cubicBezTo>
                    <a:pt x="13144" y="11813"/>
                    <a:pt x="13334" y="11813"/>
                    <a:pt x="13555" y="11845"/>
                  </a:cubicBezTo>
                  <a:lnTo>
                    <a:pt x="13840" y="11845"/>
                  </a:lnTo>
                  <a:cubicBezTo>
                    <a:pt x="13999" y="11876"/>
                    <a:pt x="14157" y="11876"/>
                    <a:pt x="14315" y="11876"/>
                  </a:cubicBezTo>
                  <a:cubicBezTo>
                    <a:pt x="14410" y="11876"/>
                    <a:pt x="14505" y="11908"/>
                    <a:pt x="14632" y="11908"/>
                  </a:cubicBezTo>
                  <a:lnTo>
                    <a:pt x="16912" y="11908"/>
                  </a:lnTo>
                  <a:cubicBezTo>
                    <a:pt x="17102" y="11876"/>
                    <a:pt x="17292" y="11876"/>
                    <a:pt x="17451" y="11876"/>
                  </a:cubicBezTo>
                  <a:lnTo>
                    <a:pt x="17767" y="11845"/>
                  </a:lnTo>
                  <a:cubicBezTo>
                    <a:pt x="17957" y="11845"/>
                    <a:pt x="18116" y="11813"/>
                    <a:pt x="18274" y="11813"/>
                  </a:cubicBezTo>
                  <a:cubicBezTo>
                    <a:pt x="18337" y="11781"/>
                    <a:pt x="18401" y="11781"/>
                    <a:pt x="18464" y="11781"/>
                  </a:cubicBezTo>
                  <a:lnTo>
                    <a:pt x="18591" y="11781"/>
                  </a:lnTo>
                  <a:cubicBezTo>
                    <a:pt x="18844" y="11749"/>
                    <a:pt x="19097" y="11718"/>
                    <a:pt x="19351" y="11686"/>
                  </a:cubicBezTo>
                  <a:cubicBezTo>
                    <a:pt x="19414" y="11654"/>
                    <a:pt x="19446" y="11654"/>
                    <a:pt x="19477" y="11654"/>
                  </a:cubicBezTo>
                  <a:cubicBezTo>
                    <a:pt x="19794" y="11623"/>
                    <a:pt x="20079" y="11559"/>
                    <a:pt x="20396" y="11528"/>
                  </a:cubicBezTo>
                  <a:lnTo>
                    <a:pt x="20459" y="11496"/>
                  </a:lnTo>
                  <a:cubicBezTo>
                    <a:pt x="20554" y="11496"/>
                    <a:pt x="20617" y="11464"/>
                    <a:pt x="20712" y="11464"/>
                  </a:cubicBezTo>
                  <a:cubicBezTo>
                    <a:pt x="20839" y="11433"/>
                    <a:pt x="20966" y="11401"/>
                    <a:pt x="21124" y="11369"/>
                  </a:cubicBezTo>
                  <a:cubicBezTo>
                    <a:pt x="21219" y="11369"/>
                    <a:pt x="21346" y="11338"/>
                    <a:pt x="21441" y="11306"/>
                  </a:cubicBezTo>
                  <a:cubicBezTo>
                    <a:pt x="21568" y="11274"/>
                    <a:pt x="21694" y="11243"/>
                    <a:pt x="21853" y="11211"/>
                  </a:cubicBezTo>
                  <a:lnTo>
                    <a:pt x="22169" y="11148"/>
                  </a:lnTo>
                  <a:cubicBezTo>
                    <a:pt x="22296" y="11116"/>
                    <a:pt x="22423" y="11053"/>
                    <a:pt x="22581" y="11021"/>
                  </a:cubicBezTo>
                  <a:cubicBezTo>
                    <a:pt x="22676" y="10989"/>
                    <a:pt x="22803" y="10958"/>
                    <a:pt x="22898" y="10926"/>
                  </a:cubicBezTo>
                  <a:cubicBezTo>
                    <a:pt x="23024" y="10894"/>
                    <a:pt x="23151" y="10863"/>
                    <a:pt x="23278" y="10831"/>
                  </a:cubicBezTo>
                  <a:cubicBezTo>
                    <a:pt x="23341" y="10799"/>
                    <a:pt x="23373" y="10799"/>
                    <a:pt x="23436" y="10768"/>
                  </a:cubicBezTo>
                  <a:cubicBezTo>
                    <a:pt x="23468" y="10768"/>
                    <a:pt x="23531" y="10736"/>
                    <a:pt x="23563" y="10736"/>
                  </a:cubicBezTo>
                  <a:cubicBezTo>
                    <a:pt x="23784" y="10641"/>
                    <a:pt x="24006" y="10578"/>
                    <a:pt x="24228" y="10483"/>
                  </a:cubicBezTo>
                  <a:cubicBezTo>
                    <a:pt x="24291" y="10483"/>
                    <a:pt x="24323" y="10451"/>
                    <a:pt x="24386" y="10451"/>
                  </a:cubicBezTo>
                  <a:cubicBezTo>
                    <a:pt x="24639" y="10324"/>
                    <a:pt x="24924" y="10229"/>
                    <a:pt x="25178" y="10103"/>
                  </a:cubicBezTo>
                  <a:cubicBezTo>
                    <a:pt x="25241" y="10071"/>
                    <a:pt x="25304" y="10071"/>
                    <a:pt x="25368" y="10039"/>
                  </a:cubicBezTo>
                  <a:cubicBezTo>
                    <a:pt x="25558" y="9944"/>
                    <a:pt x="25748" y="9849"/>
                    <a:pt x="25938" y="9754"/>
                  </a:cubicBezTo>
                  <a:lnTo>
                    <a:pt x="26160" y="9659"/>
                  </a:lnTo>
                  <a:cubicBezTo>
                    <a:pt x="26413" y="9533"/>
                    <a:pt x="26666" y="9406"/>
                    <a:pt x="26888" y="9248"/>
                  </a:cubicBezTo>
                  <a:cubicBezTo>
                    <a:pt x="26951" y="9216"/>
                    <a:pt x="27015" y="9184"/>
                    <a:pt x="27078" y="9153"/>
                  </a:cubicBezTo>
                  <a:cubicBezTo>
                    <a:pt x="27141" y="9089"/>
                    <a:pt x="27205" y="9058"/>
                    <a:pt x="27268" y="9026"/>
                  </a:cubicBezTo>
                  <a:cubicBezTo>
                    <a:pt x="27363" y="8963"/>
                    <a:pt x="27458" y="8899"/>
                    <a:pt x="27553" y="8836"/>
                  </a:cubicBezTo>
                  <a:cubicBezTo>
                    <a:pt x="27616" y="8804"/>
                    <a:pt x="27711" y="8741"/>
                    <a:pt x="27806" y="8678"/>
                  </a:cubicBezTo>
                  <a:cubicBezTo>
                    <a:pt x="27870" y="8614"/>
                    <a:pt x="27965" y="8551"/>
                    <a:pt x="28060" y="8488"/>
                  </a:cubicBezTo>
                  <a:cubicBezTo>
                    <a:pt x="28123" y="8424"/>
                    <a:pt x="28218" y="8361"/>
                    <a:pt x="28281" y="8329"/>
                  </a:cubicBezTo>
                  <a:cubicBezTo>
                    <a:pt x="28376" y="8266"/>
                    <a:pt x="28440" y="8171"/>
                    <a:pt x="28535" y="8108"/>
                  </a:cubicBezTo>
                  <a:cubicBezTo>
                    <a:pt x="28598" y="8076"/>
                    <a:pt x="28693" y="8013"/>
                    <a:pt x="28756" y="7949"/>
                  </a:cubicBezTo>
                  <a:cubicBezTo>
                    <a:pt x="28820" y="7886"/>
                    <a:pt x="28915" y="7823"/>
                    <a:pt x="28978" y="7728"/>
                  </a:cubicBezTo>
                  <a:lnTo>
                    <a:pt x="29073" y="7664"/>
                  </a:lnTo>
                  <a:lnTo>
                    <a:pt x="29168" y="7569"/>
                  </a:lnTo>
                  <a:cubicBezTo>
                    <a:pt x="29263" y="7474"/>
                    <a:pt x="29390" y="7348"/>
                    <a:pt x="29516" y="7221"/>
                  </a:cubicBezTo>
                  <a:cubicBezTo>
                    <a:pt x="29548" y="7189"/>
                    <a:pt x="29580" y="7158"/>
                    <a:pt x="29611" y="7094"/>
                  </a:cubicBezTo>
                  <a:cubicBezTo>
                    <a:pt x="29770" y="6967"/>
                    <a:pt x="29897" y="6809"/>
                    <a:pt x="30023" y="6619"/>
                  </a:cubicBezTo>
                  <a:lnTo>
                    <a:pt x="30055" y="6619"/>
                  </a:lnTo>
                  <a:cubicBezTo>
                    <a:pt x="30087" y="6587"/>
                    <a:pt x="30087" y="6524"/>
                    <a:pt x="30118" y="6492"/>
                  </a:cubicBezTo>
                  <a:cubicBezTo>
                    <a:pt x="30213" y="6397"/>
                    <a:pt x="30277" y="6302"/>
                    <a:pt x="30340" y="6207"/>
                  </a:cubicBezTo>
                  <a:cubicBezTo>
                    <a:pt x="30403" y="6144"/>
                    <a:pt x="30435" y="6081"/>
                    <a:pt x="30467" y="6017"/>
                  </a:cubicBezTo>
                  <a:cubicBezTo>
                    <a:pt x="30530" y="5922"/>
                    <a:pt x="30593" y="5859"/>
                    <a:pt x="30625" y="5764"/>
                  </a:cubicBezTo>
                  <a:cubicBezTo>
                    <a:pt x="30657" y="5732"/>
                    <a:pt x="30657" y="5701"/>
                    <a:pt x="30688" y="5669"/>
                  </a:cubicBezTo>
                  <a:cubicBezTo>
                    <a:pt x="30688" y="5637"/>
                    <a:pt x="30720" y="5606"/>
                    <a:pt x="30752" y="5574"/>
                  </a:cubicBezTo>
                  <a:cubicBezTo>
                    <a:pt x="30783" y="5479"/>
                    <a:pt x="30815" y="5416"/>
                    <a:pt x="30878" y="5321"/>
                  </a:cubicBezTo>
                  <a:cubicBezTo>
                    <a:pt x="30910" y="5257"/>
                    <a:pt x="30942" y="5194"/>
                    <a:pt x="30942" y="5131"/>
                  </a:cubicBezTo>
                  <a:cubicBezTo>
                    <a:pt x="31005" y="5036"/>
                    <a:pt x="31037" y="4972"/>
                    <a:pt x="31068" y="4877"/>
                  </a:cubicBezTo>
                  <a:cubicBezTo>
                    <a:pt x="31068" y="4846"/>
                    <a:pt x="31100" y="4814"/>
                    <a:pt x="31100" y="4782"/>
                  </a:cubicBezTo>
                  <a:cubicBezTo>
                    <a:pt x="31100" y="4751"/>
                    <a:pt x="31132" y="4719"/>
                    <a:pt x="31132" y="4687"/>
                  </a:cubicBezTo>
                  <a:cubicBezTo>
                    <a:pt x="31163" y="4624"/>
                    <a:pt x="31195" y="4529"/>
                    <a:pt x="31195" y="4466"/>
                  </a:cubicBezTo>
                  <a:cubicBezTo>
                    <a:pt x="31227" y="4402"/>
                    <a:pt x="31258" y="4307"/>
                    <a:pt x="31258" y="4244"/>
                  </a:cubicBezTo>
                  <a:cubicBezTo>
                    <a:pt x="31290" y="4181"/>
                    <a:pt x="31322" y="4086"/>
                    <a:pt x="31322" y="4022"/>
                  </a:cubicBezTo>
                  <a:cubicBezTo>
                    <a:pt x="31322" y="3991"/>
                    <a:pt x="31353" y="3927"/>
                    <a:pt x="31353" y="3896"/>
                  </a:cubicBezTo>
                  <a:lnTo>
                    <a:pt x="31353" y="3801"/>
                  </a:lnTo>
                  <a:lnTo>
                    <a:pt x="31417" y="3579"/>
                  </a:lnTo>
                  <a:cubicBezTo>
                    <a:pt x="31417" y="3516"/>
                    <a:pt x="31417" y="3452"/>
                    <a:pt x="31417" y="3357"/>
                  </a:cubicBezTo>
                  <a:cubicBezTo>
                    <a:pt x="31448" y="3294"/>
                    <a:pt x="31448" y="3199"/>
                    <a:pt x="31448" y="3136"/>
                  </a:cubicBezTo>
                  <a:cubicBezTo>
                    <a:pt x="31448" y="3072"/>
                    <a:pt x="31448" y="3041"/>
                    <a:pt x="31448" y="3009"/>
                  </a:cubicBezTo>
                  <a:cubicBezTo>
                    <a:pt x="31448" y="2946"/>
                    <a:pt x="31448" y="2914"/>
                    <a:pt x="31448" y="2851"/>
                  </a:cubicBezTo>
                  <a:lnTo>
                    <a:pt x="31480" y="105"/>
                  </a:lnTo>
                  <a:lnTo>
                    <a:pt x="31480" y="105"/>
                  </a:lnTo>
                  <a:cubicBezTo>
                    <a:pt x="31478" y="197"/>
                    <a:pt x="31448" y="288"/>
                    <a:pt x="31448" y="349"/>
                  </a:cubicBezTo>
                  <a:cubicBezTo>
                    <a:pt x="31448" y="444"/>
                    <a:pt x="31448" y="507"/>
                    <a:pt x="31448" y="602"/>
                  </a:cubicBezTo>
                  <a:cubicBezTo>
                    <a:pt x="31417" y="665"/>
                    <a:pt x="31417" y="729"/>
                    <a:pt x="31417" y="792"/>
                  </a:cubicBezTo>
                  <a:cubicBezTo>
                    <a:pt x="31417" y="887"/>
                    <a:pt x="31385" y="982"/>
                    <a:pt x="31385" y="1045"/>
                  </a:cubicBezTo>
                  <a:cubicBezTo>
                    <a:pt x="31353" y="1109"/>
                    <a:pt x="31353" y="1204"/>
                    <a:pt x="31322" y="1267"/>
                  </a:cubicBezTo>
                  <a:cubicBezTo>
                    <a:pt x="31322" y="1330"/>
                    <a:pt x="31290" y="1425"/>
                    <a:pt x="31290" y="1489"/>
                  </a:cubicBezTo>
                  <a:cubicBezTo>
                    <a:pt x="31258" y="1552"/>
                    <a:pt x="31227" y="1615"/>
                    <a:pt x="31227" y="1679"/>
                  </a:cubicBezTo>
                  <a:cubicBezTo>
                    <a:pt x="31195" y="1774"/>
                    <a:pt x="31163" y="1837"/>
                    <a:pt x="31132" y="1932"/>
                  </a:cubicBezTo>
                  <a:cubicBezTo>
                    <a:pt x="31132" y="1995"/>
                    <a:pt x="31100" y="2059"/>
                    <a:pt x="31068" y="2122"/>
                  </a:cubicBezTo>
                  <a:cubicBezTo>
                    <a:pt x="31037" y="2217"/>
                    <a:pt x="31005" y="2280"/>
                    <a:pt x="30973" y="2376"/>
                  </a:cubicBezTo>
                  <a:cubicBezTo>
                    <a:pt x="30942" y="2439"/>
                    <a:pt x="30910" y="2502"/>
                    <a:pt x="30878" y="2566"/>
                  </a:cubicBezTo>
                  <a:cubicBezTo>
                    <a:pt x="30847" y="2629"/>
                    <a:pt x="30783" y="2724"/>
                    <a:pt x="30752" y="2787"/>
                  </a:cubicBezTo>
                  <a:lnTo>
                    <a:pt x="30657" y="2977"/>
                  </a:lnTo>
                  <a:cubicBezTo>
                    <a:pt x="30593" y="3072"/>
                    <a:pt x="30530" y="3167"/>
                    <a:pt x="30467" y="3262"/>
                  </a:cubicBezTo>
                  <a:cubicBezTo>
                    <a:pt x="30435" y="3326"/>
                    <a:pt x="30403" y="3389"/>
                    <a:pt x="30372" y="3421"/>
                  </a:cubicBezTo>
                  <a:cubicBezTo>
                    <a:pt x="30277" y="3547"/>
                    <a:pt x="30213" y="3642"/>
                    <a:pt x="30150" y="3737"/>
                  </a:cubicBezTo>
                  <a:cubicBezTo>
                    <a:pt x="30118" y="3769"/>
                    <a:pt x="30087" y="3832"/>
                    <a:pt x="30055" y="3864"/>
                  </a:cubicBezTo>
                  <a:cubicBezTo>
                    <a:pt x="29928" y="4022"/>
                    <a:pt x="29770" y="4181"/>
                    <a:pt x="29643" y="4339"/>
                  </a:cubicBezTo>
                  <a:cubicBezTo>
                    <a:pt x="29611" y="4371"/>
                    <a:pt x="29548" y="4434"/>
                    <a:pt x="29516" y="4466"/>
                  </a:cubicBezTo>
                  <a:cubicBezTo>
                    <a:pt x="29421" y="4592"/>
                    <a:pt x="29295" y="4687"/>
                    <a:pt x="29168" y="4814"/>
                  </a:cubicBezTo>
                  <a:cubicBezTo>
                    <a:pt x="29105" y="4877"/>
                    <a:pt x="29041" y="4909"/>
                    <a:pt x="29010" y="4972"/>
                  </a:cubicBezTo>
                  <a:cubicBezTo>
                    <a:pt x="28915" y="5036"/>
                    <a:pt x="28851" y="5099"/>
                    <a:pt x="28756" y="5162"/>
                  </a:cubicBezTo>
                  <a:cubicBezTo>
                    <a:pt x="28693" y="5226"/>
                    <a:pt x="28630" y="5289"/>
                    <a:pt x="28566" y="5352"/>
                  </a:cubicBezTo>
                  <a:cubicBezTo>
                    <a:pt x="28471" y="5416"/>
                    <a:pt x="28376" y="5479"/>
                    <a:pt x="28313" y="5542"/>
                  </a:cubicBezTo>
                  <a:cubicBezTo>
                    <a:pt x="28218" y="5606"/>
                    <a:pt x="28155" y="5669"/>
                    <a:pt x="28060" y="5732"/>
                  </a:cubicBezTo>
                  <a:cubicBezTo>
                    <a:pt x="27996" y="5796"/>
                    <a:pt x="27901" y="5859"/>
                    <a:pt x="27806" y="5922"/>
                  </a:cubicBezTo>
                  <a:cubicBezTo>
                    <a:pt x="27743" y="5954"/>
                    <a:pt x="27648" y="6017"/>
                    <a:pt x="27553" y="6081"/>
                  </a:cubicBezTo>
                  <a:cubicBezTo>
                    <a:pt x="27458" y="6144"/>
                    <a:pt x="27363" y="6207"/>
                    <a:pt x="27268" y="6271"/>
                  </a:cubicBezTo>
                  <a:cubicBezTo>
                    <a:pt x="27141" y="6334"/>
                    <a:pt x="27046" y="6397"/>
                    <a:pt x="26920" y="6492"/>
                  </a:cubicBezTo>
                  <a:cubicBezTo>
                    <a:pt x="26666" y="6619"/>
                    <a:pt x="26445" y="6746"/>
                    <a:pt x="26191" y="6872"/>
                  </a:cubicBezTo>
                  <a:lnTo>
                    <a:pt x="25970" y="6967"/>
                  </a:lnTo>
                  <a:cubicBezTo>
                    <a:pt x="25780" y="7062"/>
                    <a:pt x="25590" y="7158"/>
                    <a:pt x="25400" y="7253"/>
                  </a:cubicBezTo>
                  <a:cubicBezTo>
                    <a:pt x="25336" y="7284"/>
                    <a:pt x="25241" y="7316"/>
                    <a:pt x="25178" y="7348"/>
                  </a:cubicBezTo>
                  <a:cubicBezTo>
                    <a:pt x="24924" y="7474"/>
                    <a:pt x="24671" y="7569"/>
                    <a:pt x="24418" y="7664"/>
                  </a:cubicBezTo>
                  <a:cubicBezTo>
                    <a:pt x="24354" y="7696"/>
                    <a:pt x="24323" y="7696"/>
                    <a:pt x="24259" y="7728"/>
                  </a:cubicBezTo>
                  <a:cubicBezTo>
                    <a:pt x="24038" y="7791"/>
                    <a:pt x="23816" y="7886"/>
                    <a:pt x="23594" y="7949"/>
                  </a:cubicBezTo>
                  <a:cubicBezTo>
                    <a:pt x="23499" y="7981"/>
                    <a:pt x="23404" y="8013"/>
                    <a:pt x="23309" y="8044"/>
                  </a:cubicBezTo>
                  <a:cubicBezTo>
                    <a:pt x="23151" y="8076"/>
                    <a:pt x="23024" y="8139"/>
                    <a:pt x="22898" y="8171"/>
                  </a:cubicBezTo>
                  <a:cubicBezTo>
                    <a:pt x="22803" y="8203"/>
                    <a:pt x="22708" y="8234"/>
                    <a:pt x="22581" y="8266"/>
                  </a:cubicBezTo>
                  <a:cubicBezTo>
                    <a:pt x="22454" y="8298"/>
                    <a:pt x="22328" y="8329"/>
                    <a:pt x="22201" y="8361"/>
                  </a:cubicBezTo>
                  <a:lnTo>
                    <a:pt x="21853" y="8456"/>
                  </a:lnTo>
                  <a:cubicBezTo>
                    <a:pt x="21726" y="8488"/>
                    <a:pt x="21599" y="8519"/>
                    <a:pt x="21473" y="8551"/>
                  </a:cubicBezTo>
                  <a:lnTo>
                    <a:pt x="21124" y="8614"/>
                  </a:lnTo>
                  <a:cubicBezTo>
                    <a:pt x="20997" y="8646"/>
                    <a:pt x="20839" y="8646"/>
                    <a:pt x="20712" y="8678"/>
                  </a:cubicBezTo>
                  <a:cubicBezTo>
                    <a:pt x="20617" y="8709"/>
                    <a:pt x="20491" y="8709"/>
                    <a:pt x="20396" y="8741"/>
                  </a:cubicBezTo>
                  <a:cubicBezTo>
                    <a:pt x="20111" y="8804"/>
                    <a:pt x="19794" y="8836"/>
                    <a:pt x="19509" y="8899"/>
                  </a:cubicBezTo>
                  <a:lnTo>
                    <a:pt x="19382" y="8899"/>
                  </a:lnTo>
                  <a:cubicBezTo>
                    <a:pt x="19129" y="8931"/>
                    <a:pt x="18844" y="8963"/>
                    <a:pt x="18591" y="8994"/>
                  </a:cubicBezTo>
                  <a:cubicBezTo>
                    <a:pt x="18496" y="8994"/>
                    <a:pt x="18401" y="9026"/>
                    <a:pt x="18306" y="9026"/>
                  </a:cubicBezTo>
                  <a:cubicBezTo>
                    <a:pt x="18116" y="9058"/>
                    <a:pt x="17957" y="9058"/>
                    <a:pt x="17799" y="9058"/>
                  </a:cubicBezTo>
                  <a:lnTo>
                    <a:pt x="17482" y="9089"/>
                  </a:lnTo>
                  <a:cubicBezTo>
                    <a:pt x="17292" y="9121"/>
                    <a:pt x="17134" y="9121"/>
                    <a:pt x="16944" y="9121"/>
                  </a:cubicBezTo>
                  <a:lnTo>
                    <a:pt x="16659" y="9121"/>
                  </a:lnTo>
                  <a:cubicBezTo>
                    <a:pt x="16500" y="9153"/>
                    <a:pt x="16342" y="9153"/>
                    <a:pt x="16184" y="9153"/>
                  </a:cubicBezTo>
                  <a:lnTo>
                    <a:pt x="15075" y="9153"/>
                  </a:lnTo>
                  <a:cubicBezTo>
                    <a:pt x="14917" y="9121"/>
                    <a:pt x="14790" y="9121"/>
                    <a:pt x="14632" y="9121"/>
                  </a:cubicBezTo>
                  <a:lnTo>
                    <a:pt x="14315" y="9121"/>
                  </a:lnTo>
                  <a:cubicBezTo>
                    <a:pt x="14157" y="9089"/>
                    <a:pt x="13999" y="9089"/>
                    <a:pt x="13840" y="9089"/>
                  </a:cubicBezTo>
                  <a:cubicBezTo>
                    <a:pt x="13745" y="9058"/>
                    <a:pt x="13650" y="9058"/>
                    <a:pt x="13555" y="9058"/>
                  </a:cubicBezTo>
                  <a:cubicBezTo>
                    <a:pt x="13365" y="9058"/>
                    <a:pt x="13144" y="9026"/>
                    <a:pt x="12954" y="8994"/>
                  </a:cubicBezTo>
                  <a:lnTo>
                    <a:pt x="12795" y="8994"/>
                  </a:lnTo>
                  <a:cubicBezTo>
                    <a:pt x="12542" y="8963"/>
                    <a:pt x="12289" y="8931"/>
                    <a:pt x="12035" y="8899"/>
                  </a:cubicBezTo>
                  <a:cubicBezTo>
                    <a:pt x="12003" y="8899"/>
                    <a:pt x="11972" y="8868"/>
                    <a:pt x="11940" y="8868"/>
                  </a:cubicBezTo>
                  <a:cubicBezTo>
                    <a:pt x="11718" y="8836"/>
                    <a:pt x="11497" y="8804"/>
                    <a:pt x="11275" y="8773"/>
                  </a:cubicBezTo>
                  <a:cubicBezTo>
                    <a:pt x="11180" y="8773"/>
                    <a:pt x="11117" y="8741"/>
                    <a:pt x="11022" y="8709"/>
                  </a:cubicBezTo>
                  <a:cubicBezTo>
                    <a:pt x="10863" y="8709"/>
                    <a:pt x="10705" y="8678"/>
                    <a:pt x="10547" y="8646"/>
                  </a:cubicBezTo>
                  <a:cubicBezTo>
                    <a:pt x="10452" y="8614"/>
                    <a:pt x="10357" y="8614"/>
                    <a:pt x="10293" y="8583"/>
                  </a:cubicBezTo>
                  <a:cubicBezTo>
                    <a:pt x="10103" y="8551"/>
                    <a:pt x="9913" y="8488"/>
                    <a:pt x="9755" y="8456"/>
                  </a:cubicBezTo>
                  <a:cubicBezTo>
                    <a:pt x="9660" y="8424"/>
                    <a:pt x="9565" y="8424"/>
                    <a:pt x="9470" y="8393"/>
                  </a:cubicBezTo>
                  <a:cubicBezTo>
                    <a:pt x="9280" y="8361"/>
                    <a:pt x="9122" y="8298"/>
                    <a:pt x="8963" y="8266"/>
                  </a:cubicBezTo>
                  <a:cubicBezTo>
                    <a:pt x="8900" y="8234"/>
                    <a:pt x="8805" y="8203"/>
                    <a:pt x="8710" y="8171"/>
                  </a:cubicBezTo>
                  <a:cubicBezTo>
                    <a:pt x="8457" y="8108"/>
                    <a:pt x="8203" y="8044"/>
                    <a:pt x="7982" y="7949"/>
                  </a:cubicBezTo>
                  <a:cubicBezTo>
                    <a:pt x="7918" y="7949"/>
                    <a:pt x="7887" y="7918"/>
                    <a:pt x="7823" y="7918"/>
                  </a:cubicBezTo>
                  <a:cubicBezTo>
                    <a:pt x="7538" y="7823"/>
                    <a:pt x="7285" y="7728"/>
                    <a:pt x="7000" y="7601"/>
                  </a:cubicBezTo>
                  <a:cubicBezTo>
                    <a:pt x="6873" y="7569"/>
                    <a:pt x="6778" y="7506"/>
                    <a:pt x="6651" y="7474"/>
                  </a:cubicBezTo>
                  <a:lnTo>
                    <a:pt x="6398" y="7379"/>
                  </a:lnTo>
                  <a:cubicBezTo>
                    <a:pt x="6271" y="7316"/>
                    <a:pt x="6176" y="7253"/>
                    <a:pt x="6050" y="7221"/>
                  </a:cubicBezTo>
                  <a:cubicBezTo>
                    <a:pt x="5955" y="7158"/>
                    <a:pt x="5891" y="7126"/>
                    <a:pt x="5796" y="7094"/>
                  </a:cubicBezTo>
                  <a:cubicBezTo>
                    <a:pt x="5670" y="7031"/>
                    <a:pt x="5543" y="6967"/>
                    <a:pt x="5416" y="6904"/>
                  </a:cubicBezTo>
                  <a:cubicBezTo>
                    <a:pt x="5353" y="6872"/>
                    <a:pt x="5290" y="6841"/>
                    <a:pt x="5226" y="6809"/>
                  </a:cubicBezTo>
                  <a:cubicBezTo>
                    <a:pt x="5036" y="6682"/>
                    <a:pt x="4846" y="6587"/>
                    <a:pt x="4656" y="6492"/>
                  </a:cubicBezTo>
                  <a:cubicBezTo>
                    <a:pt x="1553" y="4687"/>
                    <a:pt x="1" y="2344"/>
                    <a:pt x="1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2" name="Google Shape;6452;p43"/>
            <p:cNvSpPr/>
            <p:nvPr/>
          </p:nvSpPr>
          <p:spPr>
            <a:xfrm>
              <a:off x="7230493" y="3518056"/>
              <a:ext cx="1041437" cy="393946"/>
            </a:xfrm>
            <a:custGeom>
              <a:rect b="b" l="l" r="r" t="t"/>
              <a:pathLst>
                <a:path extrusionOk="0" h="11908" w="31480">
                  <a:moveTo>
                    <a:pt x="31480" y="95"/>
                  </a:moveTo>
                  <a:lnTo>
                    <a:pt x="31480" y="105"/>
                  </a:lnTo>
                  <a:lnTo>
                    <a:pt x="31480" y="105"/>
                  </a:lnTo>
                  <a:cubicBezTo>
                    <a:pt x="31480" y="102"/>
                    <a:pt x="31480" y="99"/>
                    <a:pt x="31480" y="95"/>
                  </a:cubicBezTo>
                  <a:close/>
                  <a:moveTo>
                    <a:pt x="1" y="0"/>
                  </a:moveTo>
                  <a:lnTo>
                    <a:pt x="1" y="2787"/>
                  </a:lnTo>
                  <a:cubicBezTo>
                    <a:pt x="1" y="5131"/>
                    <a:pt x="1553" y="7474"/>
                    <a:pt x="4656" y="9279"/>
                  </a:cubicBezTo>
                  <a:cubicBezTo>
                    <a:pt x="4846" y="9374"/>
                    <a:pt x="5036" y="9469"/>
                    <a:pt x="5226" y="9564"/>
                  </a:cubicBezTo>
                  <a:cubicBezTo>
                    <a:pt x="5290" y="9628"/>
                    <a:pt x="5353" y="9659"/>
                    <a:pt x="5416" y="9691"/>
                  </a:cubicBezTo>
                  <a:cubicBezTo>
                    <a:pt x="5543" y="9754"/>
                    <a:pt x="5670" y="9818"/>
                    <a:pt x="5796" y="9881"/>
                  </a:cubicBezTo>
                  <a:cubicBezTo>
                    <a:pt x="5891" y="9913"/>
                    <a:pt x="5955" y="9944"/>
                    <a:pt x="6050" y="9976"/>
                  </a:cubicBezTo>
                  <a:cubicBezTo>
                    <a:pt x="6176" y="10039"/>
                    <a:pt x="6303" y="10103"/>
                    <a:pt x="6398" y="10134"/>
                  </a:cubicBezTo>
                  <a:lnTo>
                    <a:pt x="6683" y="10261"/>
                  </a:lnTo>
                  <a:cubicBezTo>
                    <a:pt x="6746" y="10293"/>
                    <a:pt x="6841" y="10324"/>
                    <a:pt x="6936" y="10356"/>
                  </a:cubicBezTo>
                  <a:cubicBezTo>
                    <a:pt x="6936" y="10356"/>
                    <a:pt x="6968" y="10356"/>
                    <a:pt x="7000" y="10388"/>
                  </a:cubicBezTo>
                  <a:cubicBezTo>
                    <a:pt x="7285" y="10483"/>
                    <a:pt x="7538" y="10578"/>
                    <a:pt x="7823" y="10673"/>
                  </a:cubicBezTo>
                  <a:cubicBezTo>
                    <a:pt x="7887" y="10704"/>
                    <a:pt x="7918" y="10704"/>
                    <a:pt x="7982" y="10736"/>
                  </a:cubicBezTo>
                  <a:cubicBezTo>
                    <a:pt x="8203" y="10799"/>
                    <a:pt x="8457" y="10894"/>
                    <a:pt x="8710" y="10958"/>
                  </a:cubicBezTo>
                  <a:cubicBezTo>
                    <a:pt x="8742" y="10958"/>
                    <a:pt x="8773" y="10989"/>
                    <a:pt x="8837" y="10989"/>
                  </a:cubicBezTo>
                  <a:cubicBezTo>
                    <a:pt x="8868" y="11021"/>
                    <a:pt x="8932" y="11021"/>
                    <a:pt x="8963" y="11053"/>
                  </a:cubicBezTo>
                  <a:cubicBezTo>
                    <a:pt x="9122" y="11084"/>
                    <a:pt x="9280" y="11116"/>
                    <a:pt x="9438" y="11179"/>
                  </a:cubicBezTo>
                  <a:cubicBezTo>
                    <a:pt x="9565" y="11179"/>
                    <a:pt x="9660" y="11211"/>
                    <a:pt x="9755" y="11243"/>
                  </a:cubicBezTo>
                  <a:cubicBezTo>
                    <a:pt x="9913" y="11274"/>
                    <a:pt x="10103" y="11306"/>
                    <a:pt x="10262" y="11369"/>
                  </a:cubicBezTo>
                  <a:cubicBezTo>
                    <a:pt x="10357" y="11369"/>
                    <a:pt x="10420" y="11401"/>
                    <a:pt x="10483" y="11401"/>
                  </a:cubicBezTo>
                  <a:lnTo>
                    <a:pt x="10515" y="11401"/>
                  </a:lnTo>
                  <a:cubicBezTo>
                    <a:pt x="10705" y="11433"/>
                    <a:pt x="10863" y="11464"/>
                    <a:pt x="11022" y="11496"/>
                  </a:cubicBezTo>
                  <a:lnTo>
                    <a:pt x="11275" y="11559"/>
                  </a:lnTo>
                  <a:cubicBezTo>
                    <a:pt x="11497" y="11591"/>
                    <a:pt x="11718" y="11623"/>
                    <a:pt x="11940" y="11654"/>
                  </a:cubicBezTo>
                  <a:lnTo>
                    <a:pt x="12035" y="11654"/>
                  </a:lnTo>
                  <a:cubicBezTo>
                    <a:pt x="12289" y="11718"/>
                    <a:pt x="12542" y="11749"/>
                    <a:pt x="12795" y="11749"/>
                  </a:cubicBezTo>
                  <a:cubicBezTo>
                    <a:pt x="12827" y="11781"/>
                    <a:pt x="12890" y="11781"/>
                    <a:pt x="12954" y="11781"/>
                  </a:cubicBezTo>
                  <a:cubicBezTo>
                    <a:pt x="13144" y="11813"/>
                    <a:pt x="13334" y="11813"/>
                    <a:pt x="13555" y="11845"/>
                  </a:cubicBezTo>
                  <a:lnTo>
                    <a:pt x="13840" y="11845"/>
                  </a:lnTo>
                  <a:cubicBezTo>
                    <a:pt x="13999" y="11876"/>
                    <a:pt x="14157" y="11876"/>
                    <a:pt x="14315" y="11876"/>
                  </a:cubicBezTo>
                  <a:cubicBezTo>
                    <a:pt x="14410" y="11876"/>
                    <a:pt x="14505" y="11908"/>
                    <a:pt x="14632" y="11908"/>
                  </a:cubicBezTo>
                  <a:lnTo>
                    <a:pt x="16912" y="11908"/>
                  </a:lnTo>
                  <a:cubicBezTo>
                    <a:pt x="17102" y="11876"/>
                    <a:pt x="17292" y="11876"/>
                    <a:pt x="17451" y="11876"/>
                  </a:cubicBezTo>
                  <a:lnTo>
                    <a:pt x="17767" y="11845"/>
                  </a:lnTo>
                  <a:cubicBezTo>
                    <a:pt x="17957" y="11845"/>
                    <a:pt x="18116" y="11813"/>
                    <a:pt x="18274" y="11813"/>
                  </a:cubicBezTo>
                  <a:cubicBezTo>
                    <a:pt x="18337" y="11781"/>
                    <a:pt x="18401" y="11781"/>
                    <a:pt x="18464" y="11781"/>
                  </a:cubicBezTo>
                  <a:lnTo>
                    <a:pt x="18591" y="11781"/>
                  </a:lnTo>
                  <a:cubicBezTo>
                    <a:pt x="18844" y="11749"/>
                    <a:pt x="19097" y="11718"/>
                    <a:pt x="19351" y="11686"/>
                  </a:cubicBezTo>
                  <a:cubicBezTo>
                    <a:pt x="19414" y="11654"/>
                    <a:pt x="19446" y="11654"/>
                    <a:pt x="19477" y="11654"/>
                  </a:cubicBezTo>
                  <a:cubicBezTo>
                    <a:pt x="19794" y="11623"/>
                    <a:pt x="20079" y="11559"/>
                    <a:pt x="20396" y="11528"/>
                  </a:cubicBezTo>
                  <a:lnTo>
                    <a:pt x="20459" y="11496"/>
                  </a:lnTo>
                  <a:cubicBezTo>
                    <a:pt x="20554" y="11496"/>
                    <a:pt x="20617" y="11464"/>
                    <a:pt x="20712" y="11464"/>
                  </a:cubicBezTo>
                  <a:cubicBezTo>
                    <a:pt x="20839" y="11433"/>
                    <a:pt x="20966" y="11401"/>
                    <a:pt x="21124" y="11369"/>
                  </a:cubicBezTo>
                  <a:cubicBezTo>
                    <a:pt x="21219" y="11369"/>
                    <a:pt x="21346" y="11338"/>
                    <a:pt x="21441" y="11306"/>
                  </a:cubicBezTo>
                  <a:cubicBezTo>
                    <a:pt x="21568" y="11274"/>
                    <a:pt x="21694" y="11243"/>
                    <a:pt x="21853" y="11211"/>
                  </a:cubicBezTo>
                  <a:lnTo>
                    <a:pt x="22169" y="11148"/>
                  </a:lnTo>
                  <a:cubicBezTo>
                    <a:pt x="22296" y="11116"/>
                    <a:pt x="22423" y="11053"/>
                    <a:pt x="22581" y="11021"/>
                  </a:cubicBezTo>
                  <a:cubicBezTo>
                    <a:pt x="22676" y="10989"/>
                    <a:pt x="22803" y="10958"/>
                    <a:pt x="22898" y="10926"/>
                  </a:cubicBezTo>
                  <a:cubicBezTo>
                    <a:pt x="23024" y="10894"/>
                    <a:pt x="23151" y="10863"/>
                    <a:pt x="23278" y="10831"/>
                  </a:cubicBezTo>
                  <a:cubicBezTo>
                    <a:pt x="23341" y="10799"/>
                    <a:pt x="23373" y="10799"/>
                    <a:pt x="23436" y="10768"/>
                  </a:cubicBezTo>
                  <a:cubicBezTo>
                    <a:pt x="23468" y="10768"/>
                    <a:pt x="23531" y="10736"/>
                    <a:pt x="23563" y="10736"/>
                  </a:cubicBezTo>
                  <a:cubicBezTo>
                    <a:pt x="23784" y="10641"/>
                    <a:pt x="24006" y="10578"/>
                    <a:pt x="24228" y="10483"/>
                  </a:cubicBezTo>
                  <a:cubicBezTo>
                    <a:pt x="24291" y="10483"/>
                    <a:pt x="24323" y="10451"/>
                    <a:pt x="24386" y="10451"/>
                  </a:cubicBezTo>
                  <a:cubicBezTo>
                    <a:pt x="24639" y="10324"/>
                    <a:pt x="24924" y="10229"/>
                    <a:pt x="25178" y="10103"/>
                  </a:cubicBezTo>
                  <a:cubicBezTo>
                    <a:pt x="25241" y="10071"/>
                    <a:pt x="25304" y="10071"/>
                    <a:pt x="25368" y="10039"/>
                  </a:cubicBezTo>
                  <a:cubicBezTo>
                    <a:pt x="25558" y="9944"/>
                    <a:pt x="25748" y="9849"/>
                    <a:pt x="25938" y="9754"/>
                  </a:cubicBezTo>
                  <a:lnTo>
                    <a:pt x="26160" y="9659"/>
                  </a:lnTo>
                  <a:cubicBezTo>
                    <a:pt x="26413" y="9533"/>
                    <a:pt x="26666" y="9406"/>
                    <a:pt x="26888" y="9248"/>
                  </a:cubicBezTo>
                  <a:cubicBezTo>
                    <a:pt x="26951" y="9216"/>
                    <a:pt x="27015" y="9184"/>
                    <a:pt x="27078" y="9153"/>
                  </a:cubicBezTo>
                  <a:cubicBezTo>
                    <a:pt x="27141" y="9089"/>
                    <a:pt x="27205" y="9058"/>
                    <a:pt x="27268" y="9026"/>
                  </a:cubicBezTo>
                  <a:cubicBezTo>
                    <a:pt x="27363" y="8963"/>
                    <a:pt x="27458" y="8899"/>
                    <a:pt x="27553" y="8836"/>
                  </a:cubicBezTo>
                  <a:cubicBezTo>
                    <a:pt x="27616" y="8804"/>
                    <a:pt x="27711" y="8741"/>
                    <a:pt x="27806" y="8678"/>
                  </a:cubicBezTo>
                  <a:cubicBezTo>
                    <a:pt x="27870" y="8614"/>
                    <a:pt x="27965" y="8551"/>
                    <a:pt x="28060" y="8488"/>
                  </a:cubicBezTo>
                  <a:cubicBezTo>
                    <a:pt x="28123" y="8424"/>
                    <a:pt x="28218" y="8361"/>
                    <a:pt x="28281" y="8329"/>
                  </a:cubicBezTo>
                  <a:cubicBezTo>
                    <a:pt x="28376" y="8266"/>
                    <a:pt x="28440" y="8171"/>
                    <a:pt x="28535" y="8108"/>
                  </a:cubicBezTo>
                  <a:cubicBezTo>
                    <a:pt x="28598" y="8076"/>
                    <a:pt x="28693" y="8013"/>
                    <a:pt x="28756" y="7949"/>
                  </a:cubicBezTo>
                  <a:cubicBezTo>
                    <a:pt x="28820" y="7886"/>
                    <a:pt x="28915" y="7823"/>
                    <a:pt x="28978" y="7728"/>
                  </a:cubicBezTo>
                  <a:lnTo>
                    <a:pt x="29073" y="7664"/>
                  </a:lnTo>
                  <a:lnTo>
                    <a:pt x="29168" y="7569"/>
                  </a:lnTo>
                  <a:cubicBezTo>
                    <a:pt x="29263" y="7474"/>
                    <a:pt x="29390" y="7348"/>
                    <a:pt x="29516" y="7221"/>
                  </a:cubicBezTo>
                  <a:cubicBezTo>
                    <a:pt x="29548" y="7189"/>
                    <a:pt x="29580" y="7158"/>
                    <a:pt x="29611" y="7094"/>
                  </a:cubicBezTo>
                  <a:cubicBezTo>
                    <a:pt x="29770" y="6967"/>
                    <a:pt x="29897" y="6809"/>
                    <a:pt x="30023" y="6619"/>
                  </a:cubicBezTo>
                  <a:lnTo>
                    <a:pt x="30055" y="6619"/>
                  </a:lnTo>
                  <a:cubicBezTo>
                    <a:pt x="30087" y="6587"/>
                    <a:pt x="30087" y="6524"/>
                    <a:pt x="30118" y="6492"/>
                  </a:cubicBezTo>
                  <a:cubicBezTo>
                    <a:pt x="30213" y="6397"/>
                    <a:pt x="30277" y="6302"/>
                    <a:pt x="30340" y="6207"/>
                  </a:cubicBezTo>
                  <a:cubicBezTo>
                    <a:pt x="30403" y="6144"/>
                    <a:pt x="30435" y="6081"/>
                    <a:pt x="30467" y="6017"/>
                  </a:cubicBezTo>
                  <a:cubicBezTo>
                    <a:pt x="30530" y="5922"/>
                    <a:pt x="30593" y="5859"/>
                    <a:pt x="30625" y="5764"/>
                  </a:cubicBezTo>
                  <a:cubicBezTo>
                    <a:pt x="30657" y="5732"/>
                    <a:pt x="30657" y="5701"/>
                    <a:pt x="30688" y="5669"/>
                  </a:cubicBezTo>
                  <a:cubicBezTo>
                    <a:pt x="30688" y="5637"/>
                    <a:pt x="30720" y="5606"/>
                    <a:pt x="30752" y="5574"/>
                  </a:cubicBezTo>
                  <a:cubicBezTo>
                    <a:pt x="30783" y="5479"/>
                    <a:pt x="30815" y="5416"/>
                    <a:pt x="30878" y="5321"/>
                  </a:cubicBezTo>
                  <a:cubicBezTo>
                    <a:pt x="30910" y="5257"/>
                    <a:pt x="30942" y="5194"/>
                    <a:pt x="30942" y="5131"/>
                  </a:cubicBezTo>
                  <a:cubicBezTo>
                    <a:pt x="31005" y="5036"/>
                    <a:pt x="31037" y="4972"/>
                    <a:pt x="31068" y="4877"/>
                  </a:cubicBezTo>
                  <a:cubicBezTo>
                    <a:pt x="31068" y="4846"/>
                    <a:pt x="31100" y="4814"/>
                    <a:pt x="31100" y="4782"/>
                  </a:cubicBezTo>
                  <a:cubicBezTo>
                    <a:pt x="31100" y="4751"/>
                    <a:pt x="31132" y="4719"/>
                    <a:pt x="31132" y="4687"/>
                  </a:cubicBezTo>
                  <a:cubicBezTo>
                    <a:pt x="31163" y="4624"/>
                    <a:pt x="31195" y="4529"/>
                    <a:pt x="31195" y="4466"/>
                  </a:cubicBezTo>
                  <a:cubicBezTo>
                    <a:pt x="31227" y="4402"/>
                    <a:pt x="31258" y="4307"/>
                    <a:pt x="31258" y="4244"/>
                  </a:cubicBezTo>
                  <a:cubicBezTo>
                    <a:pt x="31290" y="4181"/>
                    <a:pt x="31322" y="4086"/>
                    <a:pt x="31322" y="4022"/>
                  </a:cubicBezTo>
                  <a:cubicBezTo>
                    <a:pt x="31322" y="3991"/>
                    <a:pt x="31353" y="3927"/>
                    <a:pt x="31353" y="3896"/>
                  </a:cubicBezTo>
                  <a:lnTo>
                    <a:pt x="31353" y="3801"/>
                  </a:lnTo>
                  <a:lnTo>
                    <a:pt x="31417" y="3579"/>
                  </a:lnTo>
                  <a:cubicBezTo>
                    <a:pt x="31417" y="3516"/>
                    <a:pt x="31417" y="3452"/>
                    <a:pt x="31417" y="3357"/>
                  </a:cubicBezTo>
                  <a:cubicBezTo>
                    <a:pt x="31448" y="3294"/>
                    <a:pt x="31448" y="3199"/>
                    <a:pt x="31448" y="3136"/>
                  </a:cubicBezTo>
                  <a:cubicBezTo>
                    <a:pt x="31448" y="3072"/>
                    <a:pt x="31448" y="3041"/>
                    <a:pt x="31448" y="3009"/>
                  </a:cubicBezTo>
                  <a:cubicBezTo>
                    <a:pt x="31448" y="2946"/>
                    <a:pt x="31448" y="2914"/>
                    <a:pt x="31448" y="2851"/>
                  </a:cubicBezTo>
                  <a:lnTo>
                    <a:pt x="31480" y="105"/>
                  </a:lnTo>
                  <a:lnTo>
                    <a:pt x="31480" y="105"/>
                  </a:lnTo>
                  <a:cubicBezTo>
                    <a:pt x="31478" y="197"/>
                    <a:pt x="31448" y="288"/>
                    <a:pt x="31448" y="349"/>
                  </a:cubicBezTo>
                  <a:cubicBezTo>
                    <a:pt x="31448" y="444"/>
                    <a:pt x="31448" y="507"/>
                    <a:pt x="31448" y="602"/>
                  </a:cubicBezTo>
                  <a:cubicBezTo>
                    <a:pt x="31417" y="665"/>
                    <a:pt x="31417" y="729"/>
                    <a:pt x="31417" y="792"/>
                  </a:cubicBezTo>
                  <a:cubicBezTo>
                    <a:pt x="31417" y="887"/>
                    <a:pt x="31385" y="982"/>
                    <a:pt x="31385" y="1045"/>
                  </a:cubicBezTo>
                  <a:cubicBezTo>
                    <a:pt x="31353" y="1109"/>
                    <a:pt x="31353" y="1204"/>
                    <a:pt x="31322" y="1267"/>
                  </a:cubicBezTo>
                  <a:cubicBezTo>
                    <a:pt x="31322" y="1330"/>
                    <a:pt x="31290" y="1425"/>
                    <a:pt x="31290" y="1489"/>
                  </a:cubicBezTo>
                  <a:cubicBezTo>
                    <a:pt x="31258" y="1552"/>
                    <a:pt x="31227" y="1615"/>
                    <a:pt x="31227" y="1679"/>
                  </a:cubicBezTo>
                  <a:cubicBezTo>
                    <a:pt x="31195" y="1774"/>
                    <a:pt x="31163" y="1837"/>
                    <a:pt x="31132" y="1932"/>
                  </a:cubicBezTo>
                  <a:cubicBezTo>
                    <a:pt x="31132" y="1995"/>
                    <a:pt x="31100" y="2059"/>
                    <a:pt x="31068" y="2122"/>
                  </a:cubicBezTo>
                  <a:cubicBezTo>
                    <a:pt x="31037" y="2217"/>
                    <a:pt x="31005" y="2280"/>
                    <a:pt x="30973" y="2376"/>
                  </a:cubicBezTo>
                  <a:cubicBezTo>
                    <a:pt x="30942" y="2439"/>
                    <a:pt x="30910" y="2502"/>
                    <a:pt x="30878" y="2566"/>
                  </a:cubicBezTo>
                  <a:cubicBezTo>
                    <a:pt x="30847" y="2629"/>
                    <a:pt x="30783" y="2724"/>
                    <a:pt x="30752" y="2787"/>
                  </a:cubicBezTo>
                  <a:lnTo>
                    <a:pt x="30657" y="2977"/>
                  </a:lnTo>
                  <a:cubicBezTo>
                    <a:pt x="30593" y="3072"/>
                    <a:pt x="30530" y="3167"/>
                    <a:pt x="30467" y="3262"/>
                  </a:cubicBezTo>
                  <a:cubicBezTo>
                    <a:pt x="30435" y="3326"/>
                    <a:pt x="30403" y="3389"/>
                    <a:pt x="30372" y="3421"/>
                  </a:cubicBezTo>
                  <a:cubicBezTo>
                    <a:pt x="30277" y="3547"/>
                    <a:pt x="30213" y="3642"/>
                    <a:pt x="30150" y="3737"/>
                  </a:cubicBezTo>
                  <a:cubicBezTo>
                    <a:pt x="30118" y="3769"/>
                    <a:pt x="30087" y="3832"/>
                    <a:pt x="30055" y="3864"/>
                  </a:cubicBezTo>
                  <a:cubicBezTo>
                    <a:pt x="29928" y="4022"/>
                    <a:pt x="29770" y="4181"/>
                    <a:pt x="29643" y="4339"/>
                  </a:cubicBezTo>
                  <a:cubicBezTo>
                    <a:pt x="29611" y="4371"/>
                    <a:pt x="29548" y="4434"/>
                    <a:pt x="29516" y="4466"/>
                  </a:cubicBezTo>
                  <a:cubicBezTo>
                    <a:pt x="29421" y="4592"/>
                    <a:pt x="29295" y="4687"/>
                    <a:pt x="29168" y="4814"/>
                  </a:cubicBezTo>
                  <a:cubicBezTo>
                    <a:pt x="29105" y="4877"/>
                    <a:pt x="29041" y="4909"/>
                    <a:pt x="29010" y="4972"/>
                  </a:cubicBezTo>
                  <a:cubicBezTo>
                    <a:pt x="28915" y="5036"/>
                    <a:pt x="28851" y="5099"/>
                    <a:pt x="28756" y="5162"/>
                  </a:cubicBezTo>
                  <a:cubicBezTo>
                    <a:pt x="28693" y="5226"/>
                    <a:pt x="28630" y="5289"/>
                    <a:pt x="28566" y="5352"/>
                  </a:cubicBezTo>
                  <a:cubicBezTo>
                    <a:pt x="28471" y="5416"/>
                    <a:pt x="28376" y="5479"/>
                    <a:pt x="28313" y="5542"/>
                  </a:cubicBezTo>
                  <a:cubicBezTo>
                    <a:pt x="28218" y="5606"/>
                    <a:pt x="28155" y="5669"/>
                    <a:pt x="28060" y="5732"/>
                  </a:cubicBezTo>
                  <a:cubicBezTo>
                    <a:pt x="27996" y="5796"/>
                    <a:pt x="27901" y="5859"/>
                    <a:pt x="27806" y="5922"/>
                  </a:cubicBezTo>
                  <a:cubicBezTo>
                    <a:pt x="27743" y="5954"/>
                    <a:pt x="27648" y="6017"/>
                    <a:pt x="27553" y="6081"/>
                  </a:cubicBezTo>
                  <a:cubicBezTo>
                    <a:pt x="27458" y="6144"/>
                    <a:pt x="27363" y="6207"/>
                    <a:pt x="27268" y="6271"/>
                  </a:cubicBezTo>
                  <a:cubicBezTo>
                    <a:pt x="27141" y="6334"/>
                    <a:pt x="27046" y="6397"/>
                    <a:pt x="26920" y="6492"/>
                  </a:cubicBezTo>
                  <a:cubicBezTo>
                    <a:pt x="26666" y="6619"/>
                    <a:pt x="26445" y="6746"/>
                    <a:pt x="26191" y="6872"/>
                  </a:cubicBezTo>
                  <a:lnTo>
                    <a:pt x="25970" y="6967"/>
                  </a:lnTo>
                  <a:cubicBezTo>
                    <a:pt x="25780" y="7062"/>
                    <a:pt x="25590" y="7158"/>
                    <a:pt x="25400" y="7253"/>
                  </a:cubicBezTo>
                  <a:cubicBezTo>
                    <a:pt x="25336" y="7284"/>
                    <a:pt x="25241" y="7316"/>
                    <a:pt x="25178" y="7348"/>
                  </a:cubicBezTo>
                  <a:cubicBezTo>
                    <a:pt x="24924" y="7474"/>
                    <a:pt x="24671" y="7569"/>
                    <a:pt x="24418" y="7664"/>
                  </a:cubicBezTo>
                  <a:cubicBezTo>
                    <a:pt x="24354" y="7696"/>
                    <a:pt x="24323" y="7696"/>
                    <a:pt x="24259" y="7728"/>
                  </a:cubicBezTo>
                  <a:cubicBezTo>
                    <a:pt x="24038" y="7791"/>
                    <a:pt x="23816" y="7886"/>
                    <a:pt x="23594" y="7949"/>
                  </a:cubicBezTo>
                  <a:cubicBezTo>
                    <a:pt x="23499" y="7981"/>
                    <a:pt x="23404" y="8013"/>
                    <a:pt x="23309" y="8044"/>
                  </a:cubicBezTo>
                  <a:cubicBezTo>
                    <a:pt x="23151" y="8076"/>
                    <a:pt x="23024" y="8139"/>
                    <a:pt x="22898" y="8171"/>
                  </a:cubicBezTo>
                  <a:cubicBezTo>
                    <a:pt x="22803" y="8203"/>
                    <a:pt x="22708" y="8234"/>
                    <a:pt x="22581" y="8266"/>
                  </a:cubicBezTo>
                  <a:cubicBezTo>
                    <a:pt x="22454" y="8298"/>
                    <a:pt x="22328" y="8329"/>
                    <a:pt x="22201" y="8361"/>
                  </a:cubicBezTo>
                  <a:lnTo>
                    <a:pt x="21853" y="8456"/>
                  </a:lnTo>
                  <a:cubicBezTo>
                    <a:pt x="21726" y="8488"/>
                    <a:pt x="21599" y="8519"/>
                    <a:pt x="21473" y="8551"/>
                  </a:cubicBezTo>
                  <a:lnTo>
                    <a:pt x="21124" y="8614"/>
                  </a:lnTo>
                  <a:cubicBezTo>
                    <a:pt x="20997" y="8646"/>
                    <a:pt x="20839" y="8646"/>
                    <a:pt x="20712" y="8678"/>
                  </a:cubicBezTo>
                  <a:cubicBezTo>
                    <a:pt x="20617" y="8709"/>
                    <a:pt x="20491" y="8709"/>
                    <a:pt x="20396" y="8741"/>
                  </a:cubicBezTo>
                  <a:cubicBezTo>
                    <a:pt x="20111" y="8804"/>
                    <a:pt x="19794" y="8836"/>
                    <a:pt x="19509" y="8899"/>
                  </a:cubicBezTo>
                  <a:lnTo>
                    <a:pt x="19382" y="8899"/>
                  </a:lnTo>
                  <a:cubicBezTo>
                    <a:pt x="19129" y="8931"/>
                    <a:pt x="18844" y="8963"/>
                    <a:pt x="18591" y="8994"/>
                  </a:cubicBezTo>
                  <a:cubicBezTo>
                    <a:pt x="18496" y="8994"/>
                    <a:pt x="18401" y="9026"/>
                    <a:pt x="18306" y="9026"/>
                  </a:cubicBezTo>
                  <a:cubicBezTo>
                    <a:pt x="18116" y="9058"/>
                    <a:pt x="17957" y="9058"/>
                    <a:pt x="17799" y="9058"/>
                  </a:cubicBezTo>
                  <a:lnTo>
                    <a:pt x="17482" y="9089"/>
                  </a:lnTo>
                  <a:cubicBezTo>
                    <a:pt x="17292" y="9121"/>
                    <a:pt x="17134" y="9121"/>
                    <a:pt x="16944" y="9121"/>
                  </a:cubicBezTo>
                  <a:lnTo>
                    <a:pt x="16659" y="9121"/>
                  </a:lnTo>
                  <a:cubicBezTo>
                    <a:pt x="16500" y="9153"/>
                    <a:pt x="16342" y="9153"/>
                    <a:pt x="16184" y="9153"/>
                  </a:cubicBezTo>
                  <a:lnTo>
                    <a:pt x="15075" y="9153"/>
                  </a:lnTo>
                  <a:cubicBezTo>
                    <a:pt x="14917" y="9121"/>
                    <a:pt x="14790" y="9121"/>
                    <a:pt x="14632" y="9121"/>
                  </a:cubicBezTo>
                  <a:lnTo>
                    <a:pt x="14315" y="9121"/>
                  </a:lnTo>
                  <a:cubicBezTo>
                    <a:pt x="14157" y="9089"/>
                    <a:pt x="13999" y="9089"/>
                    <a:pt x="13840" y="9089"/>
                  </a:cubicBezTo>
                  <a:cubicBezTo>
                    <a:pt x="13745" y="9058"/>
                    <a:pt x="13650" y="9058"/>
                    <a:pt x="13555" y="9058"/>
                  </a:cubicBezTo>
                  <a:cubicBezTo>
                    <a:pt x="13365" y="9058"/>
                    <a:pt x="13144" y="9026"/>
                    <a:pt x="12954" y="8994"/>
                  </a:cubicBezTo>
                  <a:lnTo>
                    <a:pt x="12795" y="8994"/>
                  </a:lnTo>
                  <a:cubicBezTo>
                    <a:pt x="12542" y="8963"/>
                    <a:pt x="12289" y="8931"/>
                    <a:pt x="12035" y="8899"/>
                  </a:cubicBezTo>
                  <a:cubicBezTo>
                    <a:pt x="12003" y="8899"/>
                    <a:pt x="11972" y="8868"/>
                    <a:pt x="11940" y="8868"/>
                  </a:cubicBezTo>
                  <a:cubicBezTo>
                    <a:pt x="11718" y="8836"/>
                    <a:pt x="11497" y="8804"/>
                    <a:pt x="11275" y="8773"/>
                  </a:cubicBezTo>
                  <a:cubicBezTo>
                    <a:pt x="11180" y="8773"/>
                    <a:pt x="11117" y="8741"/>
                    <a:pt x="11022" y="8709"/>
                  </a:cubicBezTo>
                  <a:cubicBezTo>
                    <a:pt x="10863" y="8709"/>
                    <a:pt x="10705" y="8678"/>
                    <a:pt x="10547" y="8646"/>
                  </a:cubicBezTo>
                  <a:cubicBezTo>
                    <a:pt x="10452" y="8614"/>
                    <a:pt x="10357" y="8614"/>
                    <a:pt x="10293" y="8583"/>
                  </a:cubicBezTo>
                  <a:cubicBezTo>
                    <a:pt x="10103" y="8551"/>
                    <a:pt x="9913" y="8488"/>
                    <a:pt x="9755" y="8456"/>
                  </a:cubicBezTo>
                  <a:cubicBezTo>
                    <a:pt x="9660" y="8424"/>
                    <a:pt x="9565" y="8424"/>
                    <a:pt x="9470" y="8393"/>
                  </a:cubicBezTo>
                  <a:cubicBezTo>
                    <a:pt x="9280" y="8361"/>
                    <a:pt x="9122" y="8298"/>
                    <a:pt x="8963" y="8266"/>
                  </a:cubicBezTo>
                  <a:cubicBezTo>
                    <a:pt x="8900" y="8234"/>
                    <a:pt x="8805" y="8203"/>
                    <a:pt x="8710" y="8171"/>
                  </a:cubicBezTo>
                  <a:cubicBezTo>
                    <a:pt x="8457" y="8108"/>
                    <a:pt x="8203" y="8044"/>
                    <a:pt x="7982" y="7949"/>
                  </a:cubicBezTo>
                  <a:cubicBezTo>
                    <a:pt x="7918" y="7949"/>
                    <a:pt x="7887" y="7918"/>
                    <a:pt x="7823" y="7918"/>
                  </a:cubicBezTo>
                  <a:cubicBezTo>
                    <a:pt x="7538" y="7823"/>
                    <a:pt x="7285" y="7728"/>
                    <a:pt x="7000" y="7601"/>
                  </a:cubicBezTo>
                  <a:cubicBezTo>
                    <a:pt x="6873" y="7569"/>
                    <a:pt x="6778" y="7506"/>
                    <a:pt x="6651" y="7474"/>
                  </a:cubicBezTo>
                  <a:lnTo>
                    <a:pt x="6398" y="7379"/>
                  </a:lnTo>
                  <a:cubicBezTo>
                    <a:pt x="6271" y="7316"/>
                    <a:pt x="6176" y="7253"/>
                    <a:pt x="6050" y="7221"/>
                  </a:cubicBezTo>
                  <a:cubicBezTo>
                    <a:pt x="5955" y="7158"/>
                    <a:pt x="5891" y="7126"/>
                    <a:pt x="5796" y="7094"/>
                  </a:cubicBezTo>
                  <a:cubicBezTo>
                    <a:pt x="5670" y="7031"/>
                    <a:pt x="5543" y="6967"/>
                    <a:pt x="5416" y="6904"/>
                  </a:cubicBezTo>
                  <a:cubicBezTo>
                    <a:pt x="5353" y="6872"/>
                    <a:pt x="5290" y="6841"/>
                    <a:pt x="5226" y="6809"/>
                  </a:cubicBezTo>
                  <a:cubicBezTo>
                    <a:pt x="5036" y="6682"/>
                    <a:pt x="4846" y="6587"/>
                    <a:pt x="4656" y="6492"/>
                  </a:cubicBezTo>
                  <a:cubicBezTo>
                    <a:pt x="1553" y="4687"/>
                    <a:pt x="1" y="2344"/>
                    <a:pt x="1" y="0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3" name="Google Shape;6453;p43"/>
            <p:cNvSpPr/>
            <p:nvPr/>
          </p:nvSpPr>
          <p:spPr>
            <a:xfrm>
              <a:off x="7179182" y="3218428"/>
              <a:ext cx="1144092" cy="602432"/>
            </a:xfrm>
            <a:custGeom>
              <a:rect b="b" l="l" r="r" t="t"/>
              <a:pathLst>
                <a:path extrusionOk="0" h="18210" w="34583">
                  <a:moveTo>
                    <a:pt x="17236" y="0"/>
                  </a:moveTo>
                  <a:cubicBezTo>
                    <a:pt x="13214" y="0"/>
                    <a:pt x="9200" y="887"/>
                    <a:pt x="6144" y="2660"/>
                  </a:cubicBezTo>
                  <a:cubicBezTo>
                    <a:pt x="0" y="6207"/>
                    <a:pt x="32" y="12003"/>
                    <a:pt x="6207" y="15549"/>
                  </a:cubicBezTo>
                  <a:cubicBezTo>
                    <a:pt x="9295" y="17323"/>
                    <a:pt x="13325" y="18210"/>
                    <a:pt x="17347" y="18210"/>
                  </a:cubicBezTo>
                  <a:cubicBezTo>
                    <a:pt x="21369" y="18210"/>
                    <a:pt x="25383" y="17323"/>
                    <a:pt x="28439" y="15549"/>
                  </a:cubicBezTo>
                  <a:cubicBezTo>
                    <a:pt x="34583" y="12003"/>
                    <a:pt x="34551" y="6207"/>
                    <a:pt x="28376" y="2660"/>
                  </a:cubicBezTo>
                  <a:cubicBezTo>
                    <a:pt x="25288" y="887"/>
                    <a:pt x="21258" y="0"/>
                    <a:pt x="17236" y="0"/>
                  </a:cubicBezTo>
                  <a:close/>
                </a:path>
              </a:pathLst>
            </a:custGeom>
            <a:solidFill>
              <a:srgbClr val="FFB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4" name="Google Shape;6454;p43"/>
            <p:cNvSpPr/>
            <p:nvPr/>
          </p:nvSpPr>
          <p:spPr>
            <a:xfrm>
              <a:off x="7179182" y="3218428"/>
              <a:ext cx="1144092" cy="602432"/>
            </a:xfrm>
            <a:custGeom>
              <a:rect b="b" l="l" r="r" t="t"/>
              <a:pathLst>
                <a:path extrusionOk="0" h="18210" w="34583">
                  <a:moveTo>
                    <a:pt x="17236" y="0"/>
                  </a:moveTo>
                  <a:cubicBezTo>
                    <a:pt x="13214" y="0"/>
                    <a:pt x="9200" y="887"/>
                    <a:pt x="6144" y="2660"/>
                  </a:cubicBezTo>
                  <a:cubicBezTo>
                    <a:pt x="0" y="6207"/>
                    <a:pt x="32" y="12003"/>
                    <a:pt x="6207" y="15549"/>
                  </a:cubicBezTo>
                  <a:cubicBezTo>
                    <a:pt x="9295" y="17323"/>
                    <a:pt x="13325" y="18210"/>
                    <a:pt x="17347" y="18210"/>
                  </a:cubicBezTo>
                  <a:cubicBezTo>
                    <a:pt x="21369" y="18210"/>
                    <a:pt x="25383" y="17323"/>
                    <a:pt x="28439" y="15549"/>
                  </a:cubicBezTo>
                  <a:cubicBezTo>
                    <a:pt x="34583" y="12003"/>
                    <a:pt x="34551" y="6207"/>
                    <a:pt x="28376" y="2660"/>
                  </a:cubicBezTo>
                  <a:cubicBezTo>
                    <a:pt x="25288" y="887"/>
                    <a:pt x="21258" y="0"/>
                    <a:pt x="17236" y="0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5" name="Google Shape;6455;p43"/>
            <p:cNvSpPr/>
            <p:nvPr/>
          </p:nvSpPr>
          <p:spPr>
            <a:xfrm>
              <a:off x="7449466" y="3251940"/>
              <a:ext cx="676835" cy="478836"/>
            </a:xfrm>
            <a:custGeom>
              <a:rect b="b" l="l" r="r" t="t"/>
              <a:pathLst>
                <a:path extrusionOk="0" h="14474" w="20459">
                  <a:moveTo>
                    <a:pt x="16722" y="0"/>
                  </a:moveTo>
                  <a:lnTo>
                    <a:pt x="1584" y="95"/>
                  </a:lnTo>
                  <a:lnTo>
                    <a:pt x="1" y="2534"/>
                  </a:lnTo>
                  <a:lnTo>
                    <a:pt x="32" y="8361"/>
                  </a:lnTo>
                  <a:lnTo>
                    <a:pt x="2186" y="12256"/>
                  </a:lnTo>
                  <a:lnTo>
                    <a:pt x="10705" y="14473"/>
                  </a:lnTo>
                  <a:lnTo>
                    <a:pt x="19794" y="12795"/>
                  </a:lnTo>
                  <a:lnTo>
                    <a:pt x="20459" y="7664"/>
                  </a:lnTo>
                  <a:lnTo>
                    <a:pt x="18305" y="2407"/>
                  </a:lnTo>
                  <a:lnTo>
                    <a:pt x="16722" y="0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6" name="Google Shape;6456;p43"/>
            <p:cNvSpPr/>
            <p:nvPr/>
          </p:nvSpPr>
          <p:spPr>
            <a:xfrm>
              <a:off x="7499752" y="3080110"/>
              <a:ext cx="500836" cy="183376"/>
            </a:xfrm>
            <a:custGeom>
              <a:rect b="b" l="l" r="r" t="t"/>
              <a:pathLst>
                <a:path extrusionOk="0" h="5543" w="15139">
                  <a:moveTo>
                    <a:pt x="1268" y="1"/>
                  </a:moveTo>
                  <a:lnTo>
                    <a:pt x="1" y="602"/>
                  </a:lnTo>
                  <a:lnTo>
                    <a:pt x="286" y="2629"/>
                  </a:lnTo>
                  <a:lnTo>
                    <a:pt x="2598" y="4814"/>
                  </a:lnTo>
                  <a:lnTo>
                    <a:pt x="4625" y="5194"/>
                  </a:lnTo>
                  <a:lnTo>
                    <a:pt x="9470" y="5543"/>
                  </a:lnTo>
                  <a:lnTo>
                    <a:pt x="13175" y="4149"/>
                  </a:lnTo>
                  <a:lnTo>
                    <a:pt x="15075" y="2059"/>
                  </a:lnTo>
                  <a:lnTo>
                    <a:pt x="15139" y="444"/>
                  </a:lnTo>
                  <a:lnTo>
                    <a:pt x="11338" y="32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7" name="Google Shape;6457;p43"/>
            <p:cNvSpPr/>
            <p:nvPr/>
          </p:nvSpPr>
          <p:spPr>
            <a:xfrm>
              <a:off x="7475668" y="2950724"/>
              <a:ext cx="550063" cy="290233"/>
            </a:xfrm>
            <a:custGeom>
              <a:rect b="b" l="l" r="r" t="t"/>
              <a:pathLst>
                <a:path extrusionOk="0" h="8773" w="16627">
                  <a:moveTo>
                    <a:pt x="8341" y="1"/>
                  </a:moveTo>
                  <a:cubicBezTo>
                    <a:pt x="6406" y="1"/>
                    <a:pt x="4466" y="428"/>
                    <a:pt x="2977" y="1283"/>
                  </a:cubicBezTo>
                  <a:cubicBezTo>
                    <a:pt x="32" y="2993"/>
                    <a:pt x="0" y="5780"/>
                    <a:pt x="2946" y="7490"/>
                  </a:cubicBezTo>
                  <a:cubicBezTo>
                    <a:pt x="4418" y="8345"/>
                    <a:pt x="6350" y="8773"/>
                    <a:pt x="8286" y="8773"/>
                  </a:cubicBezTo>
                  <a:cubicBezTo>
                    <a:pt x="10222" y="8773"/>
                    <a:pt x="12161" y="8345"/>
                    <a:pt x="13650" y="7490"/>
                  </a:cubicBezTo>
                  <a:cubicBezTo>
                    <a:pt x="16595" y="5780"/>
                    <a:pt x="16627" y="2993"/>
                    <a:pt x="13682" y="1283"/>
                  </a:cubicBezTo>
                  <a:cubicBezTo>
                    <a:pt x="12209" y="428"/>
                    <a:pt x="10277" y="1"/>
                    <a:pt x="8341" y="1"/>
                  </a:cubicBezTo>
                  <a:close/>
                </a:path>
              </a:pathLst>
            </a:custGeom>
            <a:solidFill>
              <a:srgbClr val="E7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8" name="Google Shape;6458;p43"/>
            <p:cNvSpPr/>
            <p:nvPr/>
          </p:nvSpPr>
          <p:spPr>
            <a:xfrm>
              <a:off x="7500810" y="3095824"/>
              <a:ext cx="500836" cy="553206"/>
            </a:xfrm>
            <a:custGeom>
              <a:rect b="b" l="l" r="r" t="t"/>
              <a:pathLst>
                <a:path extrusionOk="0" h="16722" w="15139">
                  <a:moveTo>
                    <a:pt x="1" y="1"/>
                  </a:moveTo>
                  <a:lnTo>
                    <a:pt x="1" y="12352"/>
                  </a:lnTo>
                  <a:lnTo>
                    <a:pt x="1" y="12415"/>
                  </a:lnTo>
                  <a:cubicBezTo>
                    <a:pt x="1" y="12510"/>
                    <a:pt x="32" y="12637"/>
                    <a:pt x="32" y="12732"/>
                  </a:cubicBezTo>
                  <a:cubicBezTo>
                    <a:pt x="32" y="12763"/>
                    <a:pt x="32" y="12763"/>
                    <a:pt x="32" y="12795"/>
                  </a:cubicBezTo>
                  <a:cubicBezTo>
                    <a:pt x="32" y="12827"/>
                    <a:pt x="32" y="12827"/>
                    <a:pt x="32" y="12858"/>
                  </a:cubicBezTo>
                  <a:cubicBezTo>
                    <a:pt x="64" y="12953"/>
                    <a:pt x="96" y="13048"/>
                    <a:pt x="127" y="13143"/>
                  </a:cubicBezTo>
                  <a:cubicBezTo>
                    <a:pt x="127" y="13175"/>
                    <a:pt x="127" y="13175"/>
                    <a:pt x="159" y="13207"/>
                  </a:cubicBezTo>
                  <a:lnTo>
                    <a:pt x="159" y="13270"/>
                  </a:lnTo>
                  <a:cubicBezTo>
                    <a:pt x="191" y="13365"/>
                    <a:pt x="254" y="13460"/>
                    <a:pt x="286" y="13555"/>
                  </a:cubicBezTo>
                  <a:cubicBezTo>
                    <a:pt x="317" y="13587"/>
                    <a:pt x="317" y="13587"/>
                    <a:pt x="317" y="13618"/>
                  </a:cubicBezTo>
                  <a:cubicBezTo>
                    <a:pt x="349" y="13650"/>
                    <a:pt x="349" y="13682"/>
                    <a:pt x="381" y="13713"/>
                  </a:cubicBezTo>
                  <a:cubicBezTo>
                    <a:pt x="412" y="13808"/>
                    <a:pt x="476" y="13872"/>
                    <a:pt x="539" y="13967"/>
                  </a:cubicBezTo>
                  <a:cubicBezTo>
                    <a:pt x="539" y="13998"/>
                    <a:pt x="571" y="13998"/>
                    <a:pt x="571" y="14030"/>
                  </a:cubicBezTo>
                  <a:cubicBezTo>
                    <a:pt x="602" y="14062"/>
                    <a:pt x="634" y="14125"/>
                    <a:pt x="666" y="14157"/>
                  </a:cubicBezTo>
                  <a:cubicBezTo>
                    <a:pt x="729" y="14220"/>
                    <a:pt x="761" y="14283"/>
                    <a:pt x="824" y="14315"/>
                  </a:cubicBezTo>
                  <a:cubicBezTo>
                    <a:pt x="856" y="14347"/>
                    <a:pt x="856" y="14378"/>
                    <a:pt x="887" y="14378"/>
                  </a:cubicBezTo>
                  <a:cubicBezTo>
                    <a:pt x="951" y="14473"/>
                    <a:pt x="1046" y="14568"/>
                    <a:pt x="1141" y="14663"/>
                  </a:cubicBezTo>
                  <a:cubicBezTo>
                    <a:pt x="1172" y="14695"/>
                    <a:pt x="1204" y="14695"/>
                    <a:pt x="1204" y="14727"/>
                  </a:cubicBezTo>
                  <a:cubicBezTo>
                    <a:pt x="1236" y="14727"/>
                    <a:pt x="1267" y="14758"/>
                    <a:pt x="1267" y="14758"/>
                  </a:cubicBezTo>
                  <a:cubicBezTo>
                    <a:pt x="1394" y="14885"/>
                    <a:pt x="1521" y="14980"/>
                    <a:pt x="1647" y="15075"/>
                  </a:cubicBezTo>
                  <a:cubicBezTo>
                    <a:pt x="1679" y="15107"/>
                    <a:pt x="1711" y="15107"/>
                    <a:pt x="1711" y="15107"/>
                  </a:cubicBezTo>
                  <a:cubicBezTo>
                    <a:pt x="1837" y="15202"/>
                    <a:pt x="1964" y="15297"/>
                    <a:pt x="2122" y="15360"/>
                  </a:cubicBezTo>
                  <a:cubicBezTo>
                    <a:pt x="2122" y="15392"/>
                    <a:pt x="2154" y="15424"/>
                    <a:pt x="2186" y="15424"/>
                  </a:cubicBezTo>
                  <a:cubicBezTo>
                    <a:pt x="2376" y="15519"/>
                    <a:pt x="2534" y="15614"/>
                    <a:pt x="2724" y="15709"/>
                  </a:cubicBezTo>
                  <a:cubicBezTo>
                    <a:pt x="2756" y="15709"/>
                    <a:pt x="2787" y="15740"/>
                    <a:pt x="2851" y="15772"/>
                  </a:cubicBezTo>
                  <a:cubicBezTo>
                    <a:pt x="3009" y="15835"/>
                    <a:pt x="3167" y="15899"/>
                    <a:pt x="3326" y="15962"/>
                  </a:cubicBezTo>
                  <a:cubicBezTo>
                    <a:pt x="3357" y="15994"/>
                    <a:pt x="3389" y="15994"/>
                    <a:pt x="3389" y="15994"/>
                  </a:cubicBezTo>
                  <a:cubicBezTo>
                    <a:pt x="3547" y="16057"/>
                    <a:pt x="3706" y="16120"/>
                    <a:pt x="3864" y="16152"/>
                  </a:cubicBezTo>
                  <a:lnTo>
                    <a:pt x="3927" y="16184"/>
                  </a:lnTo>
                  <a:cubicBezTo>
                    <a:pt x="4086" y="16215"/>
                    <a:pt x="4213" y="16247"/>
                    <a:pt x="4339" y="16310"/>
                  </a:cubicBezTo>
                  <a:cubicBezTo>
                    <a:pt x="4434" y="16310"/>
                    <a:pt x="4529" y="16342"/>
                    <a:pt x="4624" y="16374"/>
                  </a:cubicBezTo>
                  <a:cubicBezTo>
                    <a:pt x="4751" y="16405"/>
                    <a:pt x="4909" y="16437"/>
                    <a:pt x="5036" y="16469"/>
                  </a:cubicBezTo>
                  <a:cubicBezTo>
                    <a:pt x="5131" y="16469"/>
                    <a:pt x="5194" y="16500"/>
                    <a:pt x="5289" y="16532"/>
                  </a:cubicBezTo>
                  <a:lnTo>
                    <a:pt x="5479" y="16532"/>
                  </a:lnTo>
                  <a:cubicBezTo>
                    <a:pt x="5669" y="16564"/>
                    <a:pt x="5828" y="16595"/>
                    <a:pt x="6018" y="16627"/>
                  </a:cubicBezTo>
                  <a:lnTo>
                    <a:pt x="6144" y="16627"/>
                  </a:lnTo>
                  <a:cubicBezTo>
                    <a:pt x="6176" y="16659"/>
                    <a:pt x="6239" y="16659"/>
                    <a:pt x="6271" y="16659"/>
                  </a:cubicBezTo>
                  <a:lnTo>
                    <a:pt x="6461" y="16659"/>
                  </a:lnTo>
                  <a:cubicBezTo>
                    <a:pt x="6619" y="16690"/>
                    <a:pt x="6809" y="16690"/>
                    <a:pt x="6968" y="16690"/>
                  </a:cubicBezTo>
                  <a:cubicBezTo>
                    <a:pt x="6999" y="16690"/>
                    <a:pt x="7063" y="16722"/>
                    <a:pt x="7094" y="16722"/>
                  </a:cubicBezTo>
                  <a:lnTo>
                    <a:pt x="7854" y="16722"/>
                  </a:lnTo>
                  <a:lnTo>
                    <a:pt x="8044" y="16690"/>
                  </a:lnTo>
                  <a:lnTo>
                    <a:pt x="8456" y="16690"/>
                  </a:lnTo>
                  <a:cubicBezTo>
                    <a:pt x="8488" y="16659"/>
                    <a:pt x="8551" y="16659"/>
                    <a:pt x="8615" y="16659"/>
                  </a:cubicBezTo>
                  <a:lnTo>
                    <a:pt x="8805" y="16659"/>
                  </a:lnTo>
                  <a:cubicBezTo>
                    <a:pt x="8931" y="16627"/>
                    <a:pt x="9026" y="16627"/>
                    <a:pt x="9153" y="16595"/>
                  </a:cubicBezTo>
                  <a:lnTo>
                    <a:pt x="9343" y="16595"/>
                  </a:lnTo>
                  <a:cubicBezTo>
                    <a:pt x="9406" y="16564"/>
                    <a:pt x="9438" y="16564"/>
                    <a:pt x="9501" y="16564"/>
                  </a:cubicBezTo>
                  <a:cubicBezTo>
                    <a:pt x="9628" y="16532"/>
                    <a:pt x="9755" y="16500"/>
                    <a:pt x="9913" y="16500"/>
                  </a:cubicBezTo>
                  <a:cubicBezTo>
                    <a:pt x="9976" y="16469"/>
                    <a:pt x="10040" y="16469"/>
                    <a:pt x="10103" y="16469"/>
                  </a:cubicBezTo>
                  <a:cubicBezTo>
                    <a:pt x="10135" y="16437"/>
                    <a:pt x="10166" y="16437"/>
                    <a:pt x="10230" y="16437"/>
                  </a:cubicBezTo>
                  <a:cubicBezTo>
                    <a:pt x="10388" y="16374"/>
                    <a:pt x="10546" y="16342"/>
                    <a:pt x="10705" y="16310"/>
                  </a:cubicBezTo>
                  <a:cubicBezTo>
                    <a:pt x="10768" y="16279"/>
                    <a:pt x="10831" y="16279"/>
                    <a:pt x="10895" y="16247"/>
                  </a:cubicBezTo>
                  <a:cubicBezTo>
                    <a:pt x="10926" y="16247"/>
                    <a:pt x="10958" y="16247"/>
                    <a:pt x="10990" y="16215"/>
                  </a:cubicBezTo>
                  <a:cubicBezTo>
                    <a:pt x="11053" y="16215"/>
                    <a:pt x="11116" y="16184"/>
                    <a:pt x="11148" y="16184"/>
                  </a:cubicBezTo>
                  <a:cubicBezTo>
                    <a:pt x="11306" y="16120"/>
                    <a:pt x="11465" y="16089"/>
                    <a:pt x="11623" y="16025"/>
                  </a:cubicBezTo>
                  <a:lnTo>
                    <a:pt x="11750" y="15962"/>
                  </a:lnTo>
                  <a:lnTo>
                    <a:pt x="11813" y="15962"/>
                  </a:lnTo>
                  <a:cubicBezTo>
                    <a:pt x="11908" y="15899"/>
                    <a:pt x="12035" y="15867"/>
                    <a:pt x="12130" y="15804"/>
                  </a:cubicBezTo>
                  <a:cubicBezTo>
                    <a:pt x="12225" y="15772"/>
                    <a:pt x="12288" y="15740"/>
                    <a:pt x="12351" y="15709"/>
                  </a:cubicBezTo>
                  <a:cubicBezTo>
                    <a:pt x="12541" y="15614"/>
                    <a:pt x="12700" y="15519"/>
                    <a:pt x="12890" y="15424"/>
                  </a:cubicBezTo>
                  <a:cubicBezTo>
                    <a:pt x="14378" y="14568"/>
                    <a:pt x="15138" y="13428"/>
                    <a:pt x="15138" y="12320"/>
                  </a:cubicBezTo>
                  <a:lnTo>
                    <a:pt x="15107" y="1"/>
                  </a:lnTo>
                  <a:cubicBezTo>
                    <a:pt x="15107" y="349"/>
                    <a:pt x="15043" y="697"/>
                    <a:pt x="14885" y="1046"/>
                  </a:cubicBezTo>
                  <a:cubicBezTo>
                    <a:pt x="14568" y="1806"/>
                    <a:pt x="13903" y="2503"/>
                    <a:pt x="12858" y="3104"/>
                  </a:cubicBezTo>
                  <a:cubicBezTo>
                    <a:pt x="12700" y="3199"/>
                    <a:pt x="12510" y="3294"/>
                    <a:pt x="12320" y="3389"/>
                  </a:cubicBezTo>
                  <a:cubicBezTo>
                    <a:pt x="12256" y="3421"/>
                    <a:pt x="12193" y="3453"/>
                    <a:pt x="12130" y="3484"/>
                  </a:cubicBezTo>
                  <a:cubicBezTo>
                    <a:pt x="12003" y="3548"/>
                    <a:pt x="11845" y="3611"/>
                    <a:pt x="11718" y="3643"/>
                  </a:cubicBezTo>
                  <a:lnTo>
                    <a:pt x="11591" y="3706"/>
                  </a:lnTo>
                  <a:cubicBezTo>
                    <a:pt x="11433" y="3738"/>
                    <a:pt x="11275" y="3801"/>
                    <a:pt x="11116" y="3864"/>
                  </a:cubicBezTo>
                  <a:cubicBezTo>
                    <a:pt x="11085" y="3864"/>
                    <a:pt x="11021" y="3896"/>
                    <a:pt x="10958" y="3896"/>
                  </a:cubicBezTo>
                  <a:cubicBezTo>
                    <a:pt x="10863" y="3928"/>
                    <a:pt x="10768" y="3959"/>
                    <a:pt x="10673" y="3991"/>
                  </a:cubicBezTo>
                  <a:cubicBezTo>
                    <a:pt x="10515" y="4023"/>
                    <a:pt x="10356" y="4054"/>
                    <a:pt x="10198" y="4086"/>
                  </a:cubicBezTo>
                  <a:cubicBezTo>
                    <a:pt x="10103" y="4118"/>
                    <a:pt x="10008" y="4149"/>
                    <a:pt x="9881" y="4149"/>
                  </a:cubicBezTo>
                  <a:cubicBezTo>
                    <a:pt x="9755" y="4181"/>
                    <a:pt x="9628" y="4213"/>
                    <a:pt x="9501" y="4244"/>
                  </a:cubicBezTo>
                  <a:cubicBezTo>
                    <a:pt x="9375" y="4244"/>
                    <a:pt x="9280" y="4276"/>
                    <a:pt x="9153" y="4276"/>
                  </a:cubicBezTo>
                  <a:cubicBezTo>
                    <a:pt x="9026" y="4308"/>
                    <a:pt x="8900" y="4308"/>
                    <a:pt x="8773" y="4308"/>
                  </a:cubicBezTo>
                  <a:cubicBezTo>
                    <a:pt x="8646" y="4339"/>
                    <a:pt x="8551" y="4339"/>
                    <a:pt x="8424" y="4339"/>
                  </a:cubicBezTo>
                  <a:cubicBezTo>
                    <a:pt x="8298" y="4371"/>
                    <a:pt x="8171" y="4371"/>
                    <a:pt x="8044" y="4371"/>
                  </a:cubicBezTo>
                  <a:lnTo>
                    <a:pt x="6936" y="4371"/>
                  </a:lnTo>
                  <a:cubicBezTo>
                    <a:pt x="6778" y="4371"/>
                    <a:pt x="6619" y="4339"/>
                    <a:pt x="6429" y="4339"/>
                  </a:cubicBezTo>
                  <a:cubicBezTo>
                    <a:pt x="6334" y="4339"/>
                    <a:pt x="6239" y="4308"/>
                    <a:pt x="6144" y="4308"/>
                  </a:cubicBezTo>
                  <a:cubicBezTo>
                    <a:pt x="6081" y="4308"/>
                    <a:pt x="6018" y="4308"/>
                    <a:pt x="5986" y="4276"/>
                  </a:cubicBezTo>
                  <a:cubicBezTo>
                    <a:pt x="5796" y="4276"/>
                    <a:pt x="5638" y="4244"/>
                    <a:pt x="5448" y="4213"/>
                  </a:cubicBezTo>
                  <a:cubicBezTo>
                    <a:pt x="5416" y="4213"/>
                    <a:pt x="5384" y="4213"/>
                    <a:pt x="5321" y="4181"/>
                  </a:cubicBezTo>
                  <a:cubicBezTo>
                    <a:pt x="5226" y="4181"/>
                    <a:pt x="5131" y="4149"/>
                    <a:pt x="5036" y="4118"/>
                  </a:cubicBezTo>
                  <a:cubicBezTo>
                    <a:pt x="4878" y="4086"/>
                    <a:pt x="4751" y="4086"/>
                    <a:pt x="4593" y="4054"/>
                  </a:cubicBezTo>
                  <a:cubicBezTo>
                    <a:pt x="4498" y="4023"/>
                    <a:pt x="4403" y="3991"/>
                    <a:pt x="4308" y="3959"/>
                  </a:cubicBezTo>
                  <a:cubicBezTo>
                    <a:pt x="4181" y="3928"/>
                    <a:pt x="4054" y="3896"/>
                    <a:pt x="3927" y="3864"/>
                  </a:cubicBezTo>
                  <a:cubicBezTo>
                    <a:pt x="3737" y="3801"/>
                    <a:pt x="3547" y="3738"/>
                    <a:pt x="3389" y="3674"/>
                  </a:cubicBezTo>
                  <a:cubicBezTo>
                    <a:pt x="3357" y="3674"/>
                    <a:pt x="3326" y="3643"/>
                    <a:pt x="3326" y="3643"/>
                  </a:cubicBezTo>
                  <a:cubicBezTo>
                    <a:pt x="3167" y="3579"/>
                    <a:pt x="2977" y="3516"/>
                    <a:pt x="2819" y="3421"/>
                  </a:cubicBezTo>
                  <a:cubicBezTo>
                    <a:pt x="2787" y="3421"/>
                    <a:pt x="2756" y="3389"/>
                    <a:pt x="2692" y="3358"/>
                  </a:cubicBezTo>
                  <a:cubicBezTo>
                    <a:pt x="2534" y="3263"/>
                    <a:pt x="2344" y="3199"/>
                    <a:pt x="2186" y="3104"/>
                  </a:cubicBezTo>
                  <a:cubicBezTo>
                    <a:pt x="2027" y="3009"/>
                    <a:pt x="1869" y="2883"/>
                    <a:pt x="1711" y="2788"/>
                  </a:cubicBezTo>
                  <a:cubicBezTo>
                    <a:pt x="1679" y="2756"/>
                    <a:pt x="1679" y="2756"/>
                    <a:pt x="1647" y="2756"/>
                  </a:cubicBezTo>
                  <a:cubicBezTo>
                    <a:pt x="1521" y="2629"/>
                    <a:pt x="1394" y="2534"/>
                    <a:pt x="1267" y="2439"/>
                  </a:cubicBezTo>
                  <a:cubicBezTo>
                    <a:pt x="1236" y="2408"/>
                    <a:pt x="1204" y="2408"/>
                    <a:pt x="1204" y="2376"/>
                  </a:cubicBezTo>
                  <a:cubicBezTo>
                    <a:pt x="1077" y="2281"/>
                    <a:pt x="982" y="2154"/>
                    <a:pt x="856" y="2059"/>
                  </a:cubicBezTo>
                  <a:cubicBezTo>
                    <a:pt x="856" y="2028"/>
                    <a:pt x="824" y="2028"/>
                    <a:pt x="824" y="1996"/>
                  </a:cubicBezTo>
                  <a:cubicBezTo>
                    <a:pt x="729" y="1901"/>
                    <a:pt x="634" y="1774"/>
                    <a:pt x="571" y="1679"/>
                  </a:cubicBezTo>
                  <a:cubicBezTo>
                    <a:pt x="539" y="1679"/>
                    <a:pt x="539" y="1648"/>
                    <a:pt x="539" y="1648"/>
                  </a:cubicBezTo>
                  <a:cubicBezTo>
                    <a:pt x="444" y="1521"/>
                    <a:pt x="381" y="1394"/>
                    <a:pt x="317" y="1268"/>
                  </a:cubicBezTo>
                  <a:cubicBezTo>
                    <a:pt x="317" y="1268"/>
                    <a:pt x="286" y="1236"/>
                    <a:pt x="286" y="1236"/>
                  </a:cubicBezTo>
                  <a:cubicBezTo>
                    <a:pt x="222" y="1109"/>
                    <a:pt x="191" y="983"/>
                    <a:pt x="127" y="856"/>
                  </a:cubicBezTo>
                  <a:cubicBezTo>
                    <a:pt x="127" y="856"/>
                    <a:pt x="127" y="824"/>
                    <a:pt x="127" y="824"/>
                  </a:cubicBezTo>
                  <a:cubicBezTo>
                    <a:pt x="96" y="697"/>
                    <a:pt x="32" y="571"/>
                    <a:pt x="32" y="444"/>
                  </a:cubicBezTo>
                  <a:cubicBezTo>
                    <a:pt x="32" y="444"/>
                    <a:pt x="32" y="412"/>
                    <a:pt x="32" y="412"/>
                  </a:cubicBezTo>
                  <a:cubicBezTo>
                    <a:pt x="1" y="286"/>
                    <a:pt x="1" y="159"/>
                    <a:pt x="1" y="1"/>
                  </a:cubicBezTo>
                  <a:close/>
                </a:path>
              </a:pathLst>
            </a:custGeom>
            <a:solidFill>
              <a:srgbClr val="BCC7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59" name="Google Shape;6459;p43"/>
          <p:cNvSpPr txBox="1"/>
          <p:nvPr/>
        </p:nvSpPr>
        <p:spPr>
          <a:xfrm>
            <a:off x="698825" y="4245252"/>
            <a:ext cx="1386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It’s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the biggest planet of them all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0" name="Google Shape;6460;p43"/>
          <p:cNvSpPr txBox="1"/>
          <p:nvPr/>
        </p:nvSpPr>
        <p:spPr>
          <a:xfrm>
            <a:off x="5468038" y="4245252"/>
            <a:ext cx="1386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It’s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the farthest planet to 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1" name="Google Shape;6461;p43"/>
          <p:cNvSpPr txBox="1"/>
          <p:nvPr/>
        </p:nvSpPr>
        <p:spPr>
          <a:xfrm>
            <a:off x="3878300" y="4245252"/>
            <a:ext cx="1386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It’s 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a gas giant and has several rings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2" name="Google Shape;6462;p43"/>
          <p:cNvSpPr txBox="1"/>
          <p:nvPr/>
        </p:nvSpPr>
        <p:spPr>
          <a:xfrm>
            <a:off x="7057775" y="4245252"/>
            <a:ext cx="1386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It’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s the closest planet to 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the Sun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3" name="Google Shape;6463;p43"/>
          <p:cNvSpPr txBox="1"/>
          <p:nvPr/>
        </p:nvSpPr>
        <p:spPr>
          <a:xfrm>
            <a:off x="2288563" y="4245252"/>
            <a:ext cx="1386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Despite being red, it’s a cold place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4" name="Google Shape;6464;p43"/>
          <p:cNvSpPr txBox="1"/>
          <p:nvPr/>
        </p:nvSpPr>
        <p:spPr>
          <a:xfrm>
            <a:off x="698813" y="3968600"/>
            <a:ext cx="13869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Saving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465" name="Google Shape;6465;p43"/>
          <p:cNvSpPr txBox="1"/>
          <p:nvPr/>
        </p:nvSpPr>
        <p:spPr>
          <a:xfrm>
            <a:off x="2288553" y="3968600"/>
            <a:ext cx="13869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Investments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466" name="Google Shape;6466;p43"/>
          <p:cNvSpPr txBox="1"/>
          <p:nvPr/>
        </p:nvSpPr>
        <p:spPr>
          <a:xfrm>
            <a:off x="3878294" y="3968600"/>
            <a:ext cx="13869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Taxes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467" name="Google Shape;6467;p43"/>
          <p:cNvSpPr txBox="1"/>
          <p:nvPr/>
        </p:nvSpPr>
        <p:spPr>
          <a:xfrm>
            <a:off x="5468035" y="3968600"/>
            <a:ext cx="13869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Cashback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468" name="Google Shape;6468;p43"/>
          <p:cNvSpPr txBox="1"/>
          <p:nvPr/>
        </p:nvSpPr>
        <p:spPr>
          <a:xfrm>
            <a:off x="7057775" y="3968600"/>
            <a:ext cx="13869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Debts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469" name="Google Shape;6469;p43"/>
          <p:cNvSpPr txBox="1"/>
          <p:nvPr/>
        </p:nvSpPr>
        <p:spPr>
          <a:xfrm>
            <a:off x="710250" y="4572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Isometric Budget Infographics</a:t>
            </a:r>
            <a:endParaRPr sz="25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6473" name="Shape 6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4" name="Google Shape;6474;p44"/>
          <p:cNvSpPr txBox="1"/>
          <p:nvPr/>
        </p:nvSpPr>
        <p:spPr>
          <a:xfrm>
            <a:off x="1068100" y="536526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6475" name="Google Shape;6475;p44"/>
          <p:cNvSpPr txBox="1"/>
          <p:nvPr/>
        </p:nvSpPr>
        <p:spPr>
          <a:xfrm>
            <a:off x="1132925" y="1087200"/>
            <a:ext cx="7047300" cy="28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In order to use this template, you must credit </a:t>
            </a:r>
            <a:r>
              <a:rPr b="1" lang="en" sz="1100" u="sng">
                <a:solidFill>
                  <a:srgbClr val="869FB2"/>
                </a:solidFill>
              </a:rPr>
              <a:t>S</a:t>
            </a:r>
            <a:r>
              <a:rPr b="1" lang="en" sz="1200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lidesgo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b="1" lang="en" sz="12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in your final presentation and include links to both websites.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69FB2"/>
                </a:solidFill>
              </a:rPr>
              <a:t>You are allowed to:</a:t>
            </a:r>
            <a:endParaRPr b="1" sz="1100">
              <a:solidFill>
                <a:srgbClr val="869FB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Modify this template.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Use it for both personal and commercial projects.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69FB2"/>
                </a:solidFill>
              </a:rPr>
              <a:t>You are not allowed to:</a:t>
            </a:r>
            <a:endParaRPr b="1" sz="1100">
              <a:solidFill>
                <a:srgbClr val="869FB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Include Slidesgo Content in an online or offline database or file.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Acquire the copyright of Slidesgo Content.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5D7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6476" name="Google Shape;6476;p44"/>
          <p:cNvSpPr txBox="1"/>
          <p:nvPr/>
        </p:nvSpPr>
        <p:spPr>
          <a:xfrm>
            <a:off x="960767" y="4027759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1100">
                <a:solidFill>
                  <a:srgbClr val="FFFFFF"/>
                </a:solidFill>
              </a:rPr>
              <a:t>read </a:t>
            </a:r>
            <a:r>
              <a:rPr lang="en" sz="1200">
                <a:solidFill>
                  <a:srgbClr val="FFFFFF"/>
                </a:solidFill>
              </a:rPr>
              <a:t>our FAQs or visit Slidesgo School: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 u="sng">
                <a:solidFill>
                  <a:srgbClr val="869FB2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2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6480" name="Shape 6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" name="Google Shape;6481;p45"/>
          <p:cNvSpPr txBox="1"/>
          <p:nvPr/>
        </p:nvSpPr>
        <p:spPr>
          <a:xfrm>
            <a:off x="1068100" y="533189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Infographics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6482" name="Google Shape;6482;p45"/>
          <p:cNvSpPr txBox="1"/>
          <p:nvPr/>
        </p:nvSpPr>
        <p:spPr>
          <a:xfrm>
            <a:off x="715075" y="1275800"/>
            <a:ext cx="70794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You can add and edit some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nfographics</a:t>
            </a:r>
            <a:r>
              <a:rPr lang="en" sz="1100">
                <a:solidFill>
                  <a:srgbClr val="FFFFFF"/>
                </a:solidFill>
              </a:rPr>
              <a:t> </a:t>
            </a:r>
            <a:r>
              <a:rPr lang="en" sz="1100">
                <a:solidFill>
                  <a:srgbClr val="FFFFFF"/>
                </a:solidFill>
              </a:rPr>
              <a:t>to your presentation to present your data in a visual way.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69FB2"/>
              </a:solidFill>
            </a:endParaRPr>
          </a:p>
        </p:txBody>
      </p:sp>
      <p:sp>
        <p:nvSpPr>
          <p:cNvPr id="6483" name="Google Shape;6483;p45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b="1" lang="en" sz="1100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b="1" lang="en" sz="1100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b="1" lang="en" sz="1100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6484" name="Google Shape;6484;p45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6485" name="Google Shape;6485;p45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6486" name="Google Shape;6486;p45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6487" name="Google Shape;6487;p45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rect b="b" l="l" r="r" t="t"/>
                  <a:pathLst>
                    <a:path extrusionOk="0" h="45133" w="45721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8" name="Google Shape;6488;p45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rect b="b" l="l" r="r" t="t"/>
                  <a:pathLst>
                    <a:path extrusionOk="0" h="11943" w="11955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489" name="Google Shape;6489;p45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rect b="b" l="l" r="r" t="t"/>
                <a:pathLst>
                  <a:path extrusionOk="0" h="10872" w="1086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90" name="Google Shape;6490;p45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6491" name="Google Shape;6491;p45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6492" name="Google Shape;6492;p45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3" name="Google Shape;6493;p45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94" name="Google Shape;6494;p45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6495" name="Google Shape;6495;p45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6" name="Google Shape;6496;p45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7" name="Google Shape;6497;p45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8" name="Google Shape;6498;p45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499" name="Google Shape;6499;p45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6500" name="Google Shape;6500;p45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6501" name="Google Shape;6501;p45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2" name="Google Shape;6502;p45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03" name="Google Shape;6503;p45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6504" name="Google Shape;6504;p45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5" name="Google Shape;6505;p45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6" name="Google Shape;6506;p45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7" name="Google Shape;6507;p45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508" name="Google Shape;6508;p45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6509" name="Google Shape;6509;p45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6510" name="Google Shape;6510;p45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11" name="Google Shape;6511;p45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12" name="Google Shape;6512;p45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6513" name="Google Shape;6513;p45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14" name="Google Shape;6514;p45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515" name="Google Shape;6515;p45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6516" name="Google Shape;6516;p45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6517" name="Google Shape;6517;p45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18" name="Google Shape;6518;p45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19" name="Google Shape;6519;p45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6520" name="Google Shape;6520;p45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21" name="Google Shape;6521;p45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22" name="Google Shape;6522;p45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23" name="Google Shape;6523;p45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24" name="Google Shape;6524;p45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sometric Budget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