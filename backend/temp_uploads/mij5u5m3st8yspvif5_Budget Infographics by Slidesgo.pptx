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Montserrat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Inter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regular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5fc6f885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5fc6f885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de95a381e3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de95a381e3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dc157dc5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dc157dc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de95a381e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de95a381e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a5868fc0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a5868fc0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de95a381e3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de95a381e3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1b6cc432ef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1b6cc432ef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a5868fc0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a5868fc0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a5868fc0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a5868fc0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a5868fc0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a5868fc0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de95a381e3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1de95a381e3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ca1a125f3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ca1a125f3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ca1a125f3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ca1a125f3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ca1a125f3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ca1a125f3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5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A1uf1Q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it.ly/3A1uf1Q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it.ly/3A1uf1Q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3A1uf1Q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it.ly/3A1uf1Q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spreadsheets/d/1gM6yW9bSrWlBrpfwuuBrycE3h6g08DFB7WY1gX63XNU/copy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it.ly/3A1uf1Q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5" Type="http://schemas.openxmlformats.org/officeDocument/2006/relationships/hyperlink" Target="https://docs.google.com/spreadsheets/d/1gM6yW9bSrWlBrpfwuuBrycE3h6g08DFB7WY1gX63XNU/copy" TargetMode="External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it.ly/3A1uf1Q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it.ly/3A1uf1Q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bit.ly/3A1uf1Q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 Infographics</a:t>
            </a:r>
            <a:endParaRPr/>
          </a:p>
        </p:txBody>
      </p:sp>
      <p:sp>
        <p:nvSpPr>
          <p:cNvPr id="52" name="Google Shape;52;p16"/>
          <p:cNvSpPr txBox="1"/>
          <p:nvPr>
            <p:ph idx="1" type="subTitle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53" name="Google Shape;53;p1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16"/>
          <p:cNvSpPr/>
          <p:nvPr/>
        </p:nvSpPr>
        <p:spPr>
          <a:xfrm>
            <a:off x="5480575" y="3250674"/>
            <a:ext cx="682800" cy="885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" name="Google Shape;55;p16"/>
          <p:cNvSpPr/>
          <p:nvPr/>
        </p:nvSpPr>
        <p:spPr>
          <a:xfrm>
            <a:off x="6314850" y="2807825"/>
            <a:ext cx="682800" cy="13290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" name="Google Shape;56;p16"/>
          <p:cNvSpPr/>
          <p:nvPr/>
        </p:nvSpPr>
        <p:spPr>
          <a:xfrm>
            <a:off x="7149125" y="3034500"/>
            <a:ext cx="682800" cy="1102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" name="Google Shape;57;p16"/>
          <p:cNvSpPr/>
          <p:nvPr/>
        </p:nvSpPr>
        <p:spPr>
          <a:xfrm>
            <a:off x="7983400" y="2356950"/>
            <a:ext cx="682800" cy="1779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" name="Google Shape;58;p16"/>
          <p:cNvSpPr txBox="1"/>
          <p:nvPr/>
        </p:nvSpPr>
        <p:spPr>
          <a:xfrm>
            <a:off x="6141438" y="670846"/>
            <a:ext cx="1863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9" name="Google Shape;59;p16"/>
          <p:cNvSpPr txBox="1"/>
          <p:nvPr/>
        </p:nvSpPr>
        <p:spPr>
          <a:xfrm>
            <a:off x="6141450" y="411475"/>
            <a:ext cx="18639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" name="Google Shape;60;p16"/>
          <p:cNvSpPr/>
          <p:nvPr/>
        </p:nvSpPr>
        <p:spPr>
          <a:xfrm flipH="1">
            <a:off x="5607175" y="1492198"/>
            <a:ext cx="429600" cy="42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" name="Google Shape;61;p16"/>
          <p:cNvSpPr/>
          <p:nvPr/>
        </p:nvSpPr>
        <p:spPr>
          <a:xfrm flipH="1">
            <a:off x="6441450" y="1492198"/>
            <a:ext cx="429600" cy="42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" name="Google Shape;62;p16"/>
          <p:cNvSpPr/>
          <p:nvPr/>
        </p:nvSpPr>
        <p:spPr>
          <a:xfrm flipH="1">
            <a:off x="7275725" y="1492198"/>
            <a:ext cx="429600" cy="42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6"/>
          <p:cNvSpPr/>
          <p:nvPr/>
        </p:nvSpPr>
        <p:spPr>
          <a:xfrm flipH="1">
            <a:off x="8110000" y="1492198"/>
            <a:ext cx="429600" cy="429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64" name="Google Shape;64;p16"/>
          <p:cNvCxnSpPr>
            <a:stCxn id="58" idx="3"/>
            <a:endCxn id="63" idx="0"/>
          </p:cNvCxnSpPr>
          <p:nvPr/>
        </p:nvCxnSpPr>
        <p:spPr>
          <a:xfrm>
            <a:off x="8005338" y="948796"/>
            <a:ext cx="319500" cy="543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6"/>
          <p:cNvCxnSpPr>
            <a:stCxn id="58" idx="1"/>
            <a:endCxn id="60" idx="0"/>
          </p:cNvCxnSpPr>
          <p:nvPr/>
        </p:nvCxnSpPr>
        <p:spPr>
          <a:xfrm flipH="1">
            <a:off x="5821938" y="948796"/>
            <a:ext cx="319500" cy="543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6"/>
          <p:cNvCxnSpPr>
            <a:stCxn id="58" idx="2"/>
            <a:endCxn id="61" idx="0"/>
          </p:cNvCxnSpPr>
          <p:nvPr/>
        </p:nvCxnSpPr>
        <p:spPr>
          <a:xfrm rot="5400000">
            <a:off x="6732138" y="1150996"/>
            <a:ext cx="265500" cy="4170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6"/>
          <p:cNvCxnSpPr>
            <a:stCxn id="58" idx="2"/>
            <a:endCxn id="62" idx="0"/>
          </p:cNvCxnSpPr>
          <p:nvPr/>
        </p:nvCxnSpPr>
        <p:spPr>
          <a:xfrm flipH="1" rot="-5400000">
            <a:off x="7149138" y="1150996"/>
            <a:ext cx="265500" cy="4170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6"/>
          <p:cNvCxnSpPr>
            <a:stCxn id="54" idx="0"/>
            <a:endCxn id="60" idx="4"/>
          </p:cNvCxnSpPr>
          <p:nvPr/>
        </p:nvCxnSpPr>
        <p:spPr>
          <a:xfrm rot="10800000">
            <a:off x="5821975" y="1921674"/>
            <a:ext cx="0" cy="132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9" name="Google Shape;69;p16"/>
          <p:cNvCxnSpPr>
            <a:stCxn id="55" idx="0"/>
            <a:endCxn id="61" idx="4"/>
          </p:cNvCxnSpPr>
          <p:nvPr/>
        </p:nvCxnSpPr>
        <p:spPr>
          <a:xfrm rot="10800000">
            <a:off x="6656250" y="1921925"/>
            <a:ext cx="0" cy="88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0" name="Google Shape;70;p16"/>
          <p:cNvCxnSpPr>
            <a:stCxn id="56" idx="0"/>
            <a:endCxn id="62" idx="4"/>
          </p:cNvCxnSpPr>
          <p:nvPr/>
        </p:nvCxnSpPr>
        <p:spPr>
          <a:xfrm rot="10800000">
            <a:off x="7490525" y="1921800"/>
            <a:ext cx="0" cy="111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1" name="Google Shape;71;p16"/>
          <p:cNvCxnSpPr>
            <a:stCxn id="57" idx="0"/>
            <a:endCxn id="63" idx="4"/>
          </p:cNvCxnSpPr>
          <p:nvPr/>
        </p:nvCxnSpPr>
        <p:spPr>
          <a:xfrm rot="10800000">
            <a:off x="8324800" y="1921650"/>
            <a:ext cx="0" cy="43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2" name="Google Shape;72;p16"/>
          <p:cNvSpPr/>
          <p:nvPr/>
        </p:nvSpPr>
        <p:spPr>
          <a:xfrm>
            <a:off x="5452213" y="4288625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6286488" y="4288625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7120763" y="4288625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7955038" y="4288625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2536750" y="1329325"/>
            <a:ext cx="1957500" cy="2314500"/>
          </a:xfrm>
          <a:prstGeom prst="roundRect">
            <a:avLst>
              <a:gd fmla="val 9262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4649750" y="1329325"/>
            <a:ext cx="1957500" cy="2314500"/>
          </a:xfrm>
          <a:prstGeom prst="roundRect">
            <a:avLst>
              <a:gd fmla="val 926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6762750" y="1329325"/>
            <a:ext cx="1957500" cy="2314500"/>
          </a:xfrm>
          <a:prstGeom prst="roundRect">
            <a:avLst>
              <a:gd fmla="val 926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23750" y="1329325"/>
            <a:ext cx="1957500" cy="2314500"/>
          </a:xfrm>
          <a:prstGeom prst="roundRect">
            <a:avLst>
              <a:gd fmla="val 926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Budget infographics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515109" y="2486000"/>
            <a:ext cx="17748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 and is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very small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515109" y="2145212"/>
            <a:ext cx="1774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2628103" y="2486000"/>
            <a:ext cx="17748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was named after the Roman god of the skies 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 lightning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628103" y="2145212"/>
            <a:ext cx="1774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741097" y="2486000"/>
            <a:ext cx="17748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has a beautiful name and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741097" y="2145212"/>
            <a:ext cx="1774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6854091" y="2486000"/>
            <a:ext cx="17748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Despite being red, Mars is actually a cold place. It’s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6854091" y="2145212"/>
            <a:ext cx="17748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94" name="Google Shape;94;p17"/>
          <p:cNvGrpSpPr/>
          <p:nvPr/>
        </p:nvGrpSpPr>
        <p:grpSpPr>
          <a:xfrm>
            <a:off x="3351403" y="1640412"/>
            <a:ext cx="328200" cy="328200"/>
            <a:chOff x="3351403" y="1739350"/>
            <a:chExt cx="328200" cy="328200"/>
          </a:xfrm>
        </p:grpSpPr>
        <p:sp>
          <p:nvSpPr>
            <p:cNvPr id="95" name="Google Shape;95;p17"/>
            <p:cNvSpPr/>
            <p:nvPr/>
          </p:nvSpPr>
          <p:spPr>
            <a:xfrm>
              <a:off x="3351403" y="1739350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3372719" y="1760654"/>
              <a:ext cx="285569" cy="285591"/>
            </a:xfrm>
            <a:custGeom>
              <a:rect b="b" l="l" r="r" t="t"/>
              <a:pathLst>
                <a:path extrusionOk="0" h="12761" w="12760">
                  <a:moveTo>
                    <a:pt x="6427" y="3592"/>
                  </a:moveTo>
                  <a:cubicBezTo>
                    <a:pt x="7939" y="3592"/>
                    <a:pt x="9168" y="4821"/>
                    <a:pt x="9168" y="6365"/>
                  </a:cubicBezTo>
                  <a:cubicBezTo>
                    <a:pt x="9168" y="7846"/>
                    <a:pt x="7908" y="9106"/>
                    <a:pt x="6427" y="9106"/>
                  </a:cubicBezTo>
                  <a:cubicBezTo>
                    <a:pt x="4883" y="9106"/>
                    <a:pt x="3655" y="7877"/>
                    <a:pt x="3655" y="6365"/>
                  </a:cubicBezTo>
                  <a:cubicBezTo>
                    <a:pt x="3655" y="4821"/>
                    <a:pt x="4883" y="3592"/>
                    <a:pt x="6427" y="3592"/>
                  </a:cubicBez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52"/>
                  </a:cubicBezTo>
                  <a:lnTo>
                    <a:pt x="5009" y="1576"/>
                  </a:lnTo>
                  <a:cubicBezTo>
                    <a:pt x="4631" y="1702"/>
                    <a:pt x="4285" y="1828"/>
                    <a:pt x="3970" y="2017"/>
                  </a:cubicBezTo>
                  <a:lnTo>
                    <a:pt x="3466" y="1513"/>
                  </a:lnTo>
                  <a:cubicBezTo>
                    <a:pt x="3308" y="1356"/>
                    <a:pt x="3088" y="1277"/>
                    <a:pt x="2867" y="1277"/>
                  </a:cubicBezTo>
                  <a:cubicBezTo>
                    <a:pt x="2647" y="1277"/>
                    <a:pt x="2426" y="1356"/>
                    <a:pt x="2269" y="1513"/>
                  </a:cubicBezTo>
                  <a:lnTo>
                    <a:pt x="1481" y="2301"/>
                  </a:lnTo>
                  <a:cubicBezTo>
                    <a:pt x="1166" y="2616"/>
                    <a:pt x="1166" y="3151"/>
                    <a:pt x="1481" y="3466"/>
                  </a:cubicBezTo>
                  <a:lnTo>
                    <a:pt x="2017" y="4002"/>
                  </a:lnTo>
                  <a:cubicBezTo>
                    <a:pt x="1796" y="4317"/>
                    <a:pt x="1701" y="4664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7"/>
                    <a:pt x="0" y="5829"/>
                  </a:cubicBezTo>
                  <a:lnTo>
                    <a:pt x="0" y="6932"/>
                  </a:lnTo>
                  <a:cubicBezTo>
                    <a:pt x="0" y="7405"/>
                    <a:pt x="347" y="7783"/>
                    <a:pt x="819" y="7783"/>
                  </a:cubicBezTo>
                  <a:lnTo>
                    <a:pt x="1575" y="7783"/>
                  </a:lnTo>
                  <a:cubicBezTo>
                    <a:pt x="1701" y="8129"/>
                    <a:pt x="1796" y="8476"/>
                    <a:pt x="2017" y="8791"/>
                  </a:cubicBezTo>
                  <a:lnTo>
                    <a:pt x="1481" y="9295"/>
                  </a:lnTo>
                  <a:cubicBezTo>
                    <a:pt x="1166" y="9610"/>
                    <a:pt x="1166" y="10177"/>
                    <a:pt x="1481" y="10492"/>
                  </a:cubicBezTo>
                  <a:lnTo>
                    <a:pt x="2269" y="11280"/>
                  </a:lnTo>
                  <a:cubicBezTo>
                    <a:pt x="2426" y="11437"/>
                    <a:pt x="2647" y="11516"/>
                    <a:pt x="2867" y="11516"/>
                  </a:cubicBezTo>
                  <a:cubicBezTo>
                    <a:pt x="3088" y="11516"/>
                    <a:pt x="3308" y="11437"/>
                    <a:pt x="3466" y="11280"/>
                  </a:cubicBezTo>
                  <a:lnTo>
                    <a:pt x="3970" y="10776"/>
                  </a:lnTo>
                  <a:cubicBezTo>
                    <a:pt x="4285" y="10965"/>
                    <a:pt x="4631" y="11091"/>
                    <a:pt x="5009" y="11185"/>
                  </a:cubicBezTo>
                  <a:lnTo>
                    <a:pt x="5009" y="11941"/>
                  </a:lnTo>
                  <a:cubicBezTo>
                    <a:pt x="5009" y="12414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414"/>
                    <a:pt x="7750" y="11941"/>
                  </a:cubicBezTo>
                  <a:lnTo>
                    <a:pt x="7750" y="11185"/>
                  </a:lnTo>
                  <a:cubicBezTo>
                    <a:pt x="8097" y="11091"/>
                    <a:pt x="8475" y="10965"/>
                    <a:pt x="8790" y="10776"/>
                  </a:cubicBezTo>
                  <a:lnTo>
                    <a:pt x="9294" y="11280"/>
                  </a:lnTo>
                  <a:cubicBezTo>
                    <a:pt x="9452" y="11437"/>
                    <a:pt x="9664" y="11516"/>
                    <a:pt x="9877" y="11516"/>
                  </a:cubicBezTo>
                  <a:cubicBezTo>
                    <a:pt x="10090" y="11516"/>
                    <a:pt x="10302" y="11437"/>
                    <a:pt x="10460" y="11280"/>
                  </a:cubicBezTo>
                  <a:lnTo>
                    <a:pt x="11247" y="10492"/>
                  </a:lnTo>
                  <a:cubicBezTo>
                    <a:pt x="11563" y="10177"/>
                    <a:pt x="11563" y="9610"/>
                    <a:pt x="11247" y="9295"/>
                  </a:cubicBezTo>
                  <a:lnTo>
                    <a:pt x="10743" y="8791"/>
                  </a:lnTo>
                  <a:cubicBezTo>
                    <a:pt x="10932" y="8476"/>
                    <a:pt x="11058" y="8129"/>
                    <a:pt x="11184" y="7783"/>
                  </a:cubicBezTo>
                  <a:lnTo>
                    <a:pt x="11941" y="7783"/>
                  </a:lnTo>
                  <a:cubicBezTo>
                    <a:pt x="12413" y="7783"/>
                    <a:pt x="12760" y="7405"/>
                    <a:pt x="12760" y="6932"/>
                  </a:cubicBezTo>
                  <a:lnTo>
                    <a:pt x="12760" y="5829"/>
                  </a:lnTo>
                  <a:cubicBezTo>
                    <a:pt x="12760" y="5325"/>
                    <a:pt x="12350" y="4979"/>
                    <a:pt x="11941" y="4979"/>
                  </a:cubicBezTo>
                  <a:lnTo>
                    <a:pt x="11184" y="4979"/>
                  </a:lnTo>
                  <a:cubicBezTo>
                    <a:pt x="11058" y="4632"/>
                    <a:pt x="10932" y="4254"/>
                    <a:pt x="10743" y="3939"/>
                  </a:cubicBezTo>
                  <a:lnTo>
                    <a:pt x="11247" y="3435"/>
                  </a:lnTo>
                  <a:cubicBezTo>
                    <a:pt x="11563" y="3120"/>
                    <a:pt x="11563" y="2553"/>
                    <a:pt x="11247" y="2238"/>
                  </a:cubicBezTo>
                  <a:lnTo>
                    <a:pt x="10460" y="1450"/>
                  </a:lnTo>
                  <a:cubicBezTo>
                    <a:pt x="10302" y="1293"/>
                    <a:pt x="10090" y="1214"/>
                    <a:pt x="9877" y="1214"/>
                  </a:cubicBezTo>
                  <a:cubicBezTo>
                    <a:pt x="9664" y="1214"/>
                    <a:pt x="9452" y="1293"/>
                    <a:pt x="9294" y="1450"/>
                  </a:cubicBezTo>
                  <a:lnTo>
                    <a:pt x="8790" y="1986"/>
                  </a:lnTo>
                  <a:cubicBezTo>
                    <a:pt x="8475" y="1765"/>
                    <a:pt x="8097" y="1671"/>
                    <a:pt x="7750" y="1545"/>
                  </a:cubicBezTo>
                  <a:lnTo>
                    <a:pt x="7750" y="852"/>
                  </a:lnTo>
                  <a:cubicBezTo>
                    <a:pt x="7750" y="379"/>
                    <a:pt x="7404" y="1"/>
                    <a:pt x="6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" name="Google Shape;97;p17"/>
          <p:cNvGrpSpPr/>
          <p:nvPr/>
        </p:nvGrpSpPr>
        <p:grpSpPr>
          <a:xfrm>
            <a:off x="1238409" y="1640412"/>
            <a:ext cx="328200" cy="328200"/>
            <a:chOff x="1238409" y="1739350"/>
            <a:chExt cx="328200" cy="328200"/>
          </a:xfrm>
        </p:grpSpPr>
        <p:sp>
          <p:nvSpPr>
            <p:cNvPr id="98" name="Google Shape;98;p17"/>
            <p:cNvSpPr/>
            <p:nvPr/>
          </p:nvSpPr>
          <p:spPr>
            <a:xfrm>
              <a:off x="1238409" y="1739350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99" name="Google Shape;99;p17"/>
            <p:cNvGrpSpPr/>
            <p:nvPr/>
          </p:nvGrpSpPr>
          <p:grpSpPr>
            <a:xfrm>
              <a:off x="1262613" y="1763185"/>
              <a:ext cx="279792" cy="280531"/>
              <a:chOff x="-61354875" y="4101525"/>
              <a:chExt cx="316650" cy="317450"/>
            </a:xfrm>
          </p:grpSpPr>
          <p:sp>
            <p:nvSpPr>
              <p:cNvPr id="100" name="Google Shape;100;p17"/>
              <p:cNvSpPr/>
              <p:nvPr/>
            </p:nvSpPr>
            <p:spPr>
              <a:xfrm>
                <a:off x="-61172925" y="4240150"/>
                <a:ext cx="62225" cy="145750"/>
              </a:xfrm>
              <a:custGeom>
                <a:rect b="b" l="l" r="r" t="t"/>
                <a:pathLst>
                  <a:path extrusionOk="0" h="5830" w="2489">
                    <a:moveTo>
                      <a:pt x="1260" y="1"/>
                    </a:moveTo>
                    <a:cubicBezTo>
                      <a:pt x="1071" y="1"/>
                      <a:pt x="819" y="221"/>
                      <a:pt x="819" y="442"/>
                    </a:cubicBezTo>
                    <a:lnTo>
                      <a:pt x="819" y="725"/>
                    </a:lnTo>
                    <a:cubicBezTo>
                      <a:pt x="347" y="883"/>
                      <a:pt x="0" y="1355"/>
                      <a:pt x="0" y="1891"/>
                    </a:cubicBezTo>
                    <a:cubicBezTo>
                      <a:pt x="0" y="2584"/>
                      <a:pt x="536" y="2962"/>
                      <a:pt x="977" y="3277"/>
                    </a:cubicBezTo>
                    <a:cubicBezTo>
                      <a:pt x="1292" y="3529"/>
                      <a:pt x="1639" y="3750"/>
                      <a:pt x="1639" y="4002"/>
                    </a:cubicBezTo>
                    <a:cubicBezTo>
                      <a:pt x="1639" y="4222"/>
                      <a:pt x="1450" y="4411"/>
                      <a:pt x="1260" y="4411"/>
                    </a:cubicBezTo>
                    <a:cubicBezTo>
                      <a:pt x="1008" y="4411"/>
                      <a:pt x="819" y="4222"/>
                      <a:pt x="819" y="4002"/>
                    </a:cubicBezTo>
                    <a:cubicBezTo>
                      <a:pt x="819" y="3750"/>
                      <a:pt x="630" y="3592"/>
                      <a:pt x="441" y="3592"/>
                    </a:cubicBezTo>
                    <a:cubicBezTo>
                      <a:pt x="221" y="3592"/>
                      <a:pt x="0" y="3781"/>
                      <a:pt x="0" y="4002"/>
                    </a:cubicBezTo>
                    <a:cubicBezTo>
                      <a:pt x="0" y="4537"/>
                      <a:pt x="347" y="4978"/>
                      <a:pt x="819" y="5167"/>
                    </a:cubicBezTo>
                    <a:lnTo>
                      <a:pt x="819" y="5451"/>
                    </a:lnTo>
                    <a:cubicBezTo>
                      <a:pt x="819" y="5672"/>
                      <a:pt x="1008" y="5829"/>
                      <a:pt x="1260" y="5829"/>
                    </a:cubicBezTo>
                    <a:cubicBezTo>
                      <a:pt x="1481" y="5829"/>
                      <a:pt x="1639" y="5640"/>
                      <a:pt x="1639" y="5451"/>
                    </a:cubicBezTo>
                    <a:lnTo>
                      <a:pt x="1639" y="5167"/>
                    </a:lnTo>
                    <a:cubicBezTo>
                      <a:pt x="2111" y="5010"/>
                      <a:pt x="2489" y="4537"/>
                      <a:pt x="2489" y="4002"/>
                    </a:cubicBezTo>
                    <a:cubicBezTo>
                      <a:pt x="2489" y="3309"/>
                      <a:pt x="1922" y="2931"/>
                      <a:pt x="1481" y="2616"/>
                    </a:cubicBezTo>
                    <a:cubicBezTo>
                      <a:pt x="1166" y="2364"/>
                      <a:pt x="819" y="2143"/>
                      <a:pt x="819" y="1891"/>
                    </a:cubicBezTo>
                    <a:cubicBezTo>
                      <a:pt x="819" y="1702"/>
                      <a:pt x="1008" y="1513"/>
                      <a:pt x="1260" y="1513"/>
                    </a:cubicBezTo>
                    <a:cubicBezTo>
                      <a:pt x="1513" y="1513"/>
                      <a:pt x="1639" y="1702"/>
                      <a:pt x="1639" y="1891"/>
                    </a:cubicBezTo>
                    <a:cubicBezTo>
                      <a:pt x="1639" y="2143"/>
                      <a:pt x="1859" y="2332"/>
                      <a:pt x="2048" y="2332"/>
                    </a:cubicBezTo>
                    <a:cubicBezTo>
                      <a:pt x="2300" y="2332"/>
                      <a:pt x="2489" y="2143"/>
                      <a:pt x="2489" y="1891"/>
                    </a:cubicBezTo>
                    <a:cubicBezTo>
                      <a:pt x="2489" y="1355"/>
                      <a:pt x="2143" y="914"/>
                      <a:pt x="1639" y="725"/>
                    </a:cubicBezTo>
                    <a:lnTo>
                      <a:pt x="1639" y="442"/>
                    </a:lnTo>
                    <a:cubicBezTo>
                      <a:pt x="1639" y="221"/>
                      <a:pt x="1450" y="1"/>
                      <a:pt x="1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7"/>
              <p:cNvSpPr/>
              <p:nvPr/>
            </p:nvSpPr>
            <p:spPr>
              <a:xfrm>
                <a:off x="-61354875" y="4101525"/>
                <a:ext cx="316650" cy="317450"/>
              </a:xfrm>
              <a:custGeom>
                <a:rect b="b" l="l" r="r" t="t"/>
                <a:pathLst>
                  <a:path extrusionOk="0" h="12698" w="12666">
                    <a:moveTo>
                      <a:pt x="11405" y="1608"/>
                    </a:moveTo>
                    <a:cubicBezTo>
                      <a:pt x="11657" y="1608"/>
                      <a:pt x="11847" y="1797"/>
                      <a:pt x="11847" y="2049"/>
                    </a:cubicBezTo>
                    <a:lnTo>
                      <a:pt x="11847" y="3277"/>
                    </a:lnTo>
                    <a:lnTo>
                      <a:pt x="820" y="3277"/>
                    </a:lnTo>
                    <a:lnTo>
                      <a:pt x="820" y="2049"/>
                    </a:lnTo>
                    <a:cubicBezTo>
                      <a:pt x="820" y="1797"/>
                      <a:pt x="1009" y="1608"/>
                      <a:pt x="1198" y="1608"/>
                    </a:cubicBezTo>
                    <a:lnTo>
                      <a:pt x="1639" y="1608"/>
                    </a:lnTo>
                    <a:lnTo>
                      <a:pt x="1639" y="2049"/>
                    </a:lnTo>
                    <a:cubicBezTo>
                      <a:pt x="1639" y="2301"/>
                      <a:pt x="1828" y="2458"/>
                      <a:pt x="2048" y="2458"/>
                    </a:cubicBezTo>
                    <a:cubicBezTo>
                      <a:pt x="2237" y="2458"/>
                      <a:pt x="2427" y="2238"/>
                      <a:pt x="2427" y="2049"/>
                    </a:cubicBezTo>
                    <a:lnTo>
                      <a:pt x="2427" y="1608"/>
                    </a:lnTo>
                    <a:lnTo>
                      <a:pt x="5892" y="1608"/>
                    </a:lnTo>
                    <a:lnTo>
                      <a:pt x="5892" y="2049"/>
                    </a:lnTo>
                    <a:cubicBezTo>
                      <a:pt x="5892" y="2301"/>
                      <a:pt x="6081" y="2458"/>
                      <a:pt x="6333" y="2458"/>
                    </a:cubicBezTo>
                    <a:cubicBezTo>
                      <a:pt x="6585" y="2458"/>
                      <a:pt x="6743" y="2238"/>
                      <a:pt x="6743" y="2049"/>
                    </a:cubicBezTo>
                    <a:lnTo>
                      <a:pt x="6743" y="1608"/>
                    </a:lnTo>
                    <a:lnTo>
                      <a:pt x="10208" y="1608"/>
                    </a:lnTo>
                    <a:lnTo>
                      <a:pt x="10208" y="2049"/>
                    </a:lnTo>
                    <a:cubicBezTo>
                      <a:pt x="10208" y="2301"/>
                      <a:pt x="10397" y="2458"/>
                      <a:pt x="10618" y="2458"/>
                    </a:cubicBezTo>
                    <a:cubicBezTo>
                      <a:pt x="10870" y="2458"/>
                      <a:pt x="11027" y="2238"/>
                      <a:pt x="11027" y="2049"/>
                    </a:cubicBezTo>
                    <a:lnTo>
                      <a:pt x="11027" y="1608"/>
                    </a:lnTo>
                    <a:close/>
                    <a:moveTo>
                      <a:pt x="2868" y="4916"/>
                    </a:moveTo>
                    <a:cubicBezTo>
                      <a:pt x="3088" y="4916"/>
                      <a:pt x="3246" y="5136"/>
                      <a:pt x="3246" y="5357"/>
                    </a:cubicBezTo>
                    <a:cubicBezTo>
                      <a:pt x="3309" y="5546"/>
                      <a:pt x="3088" y="5766"/>
                      <a:pt x="2868" y="5766"/>
                    </a:cubicBezTo>
                    <a:lnTo>
                      <a:pt x="2048" y="5766"/>
                    </a:lnTo>
                    <a:cubicBezTo>
                      <a:pt x="1796" y="5766"/>
                      <a:pt x="1639" y="5546"/>
                      <a:pt x="1639" y="5357"/>
                    </a:cubicBezTo>
                    <a:cubicBezTo>
                      <a:pt x="1639" y="5136"/>
                      <a:pt x="1828" y="4916"/>
                      <a:pt x="2048" y="4916"/>
                    </a:cubicBezTo>
                    <a:close/>
                    <a:moveTo>
                      <a:pt x="2868" y="6585"/>
                    </a:moveTo>
                    <a:cubicBezTo>
                      <a:pt x="3088" y="6585"/>
                      <a:pt x="3246" y="6774"/>
                      <a:pt x="3246" y="6963"/>
                    </a:cubicBezTo>
                    <a:cubicBezTo>
                      <a:pt x="3309" y="7215"/>
                      <a:pt x="3088" y="7404"/>
                      <a:pt x="2868" y="7404"/>
                    </a:cubicBezTo>
                    <a:lnTo>
                      <a:pt x="2048" y="7404"/>
                    </a:lnTo>
                    <a:cubicBezTo>
                      <a:pt x="1796" y="7404"/>
                      <a:pt x="1639" y="7215"/>
                      <a:pt x="1639" y="6963"/>
                    </a:cubicBezTo>
                    <a:cubicBezTo>
                      <a:pt x="1639" y="6743"/>
                      <a:pt x="1828" y="6585"/>
                      <a:pt x="2048" y="6585"/>
                    </a:cubicBezTo>
                    <a:close/>
                    <a:moveTo>
                      <a:pt x="2868" y="8287"/>
                    </a:moveTo>
                    <a:cubicBezTo>
                      <a:pt x="3088" y="8287"/>
                      <a:pt x="3246" y="8476"/>
                      <a:pt x="3246" y="8665"/>
                    </a:cubicBezTo>
                    <a:cubicBezTo>
                      <a:pt x="3309" y="8854"/>
                      <a:pt x="3088" y="9074"/>
                      <a:pt x="2868" y="9074"/>
                    </a:cubicBezTo>
                    <a:lnTo>
                      <a:pt x="2048" y="9074"/>
                    </a:lnTo>
                    <a:cubicBezTo>
                      <a:pt x="1796" y="9074"/>
                      <a:pt x="1639" y="8854"/>
                      <a:pt x="1639" y="8665"/>
                    </a:cubicBezTo>
                    <a:cubicBezTo>
                      <a:pt x="1639" y="8413"/>
                      <a:pt x="1828" y="8287"/>
                      <a:pt x="2048" y="8287"/>
                    </a:cubicBezTo>
                    <a:close/>
                    <a:moveTo>
                      <a:pt x="8538" y="5199"/>
                    </a:moveTo>
                    <a:cubicBezTo>
                      <a:pt x="10366" y="5199"/>
                      <a:pt x="11847" y="6711"/>
                      <a:pt x="11847" y="8507"/>
                    </a:cubicBezTo>
                    <a:cubicBezTo>
                      <a:pt x="11847" y="10334"/>
                      <a:pt x="10334" y="11815"/>
                      <a:pt x="8538" y="11815"/>
                    </a:cubicBezTo>
                    <a:cubicBezTo>
                      <a:pt x="6711" y="11815"/>
                      <a:pt x="5230" y="10334"/>
                      <a:pt x="5230" y="8507"/>
                    </a:cubicBezTo>
                    <a:cubicBezTo>
                      <a:pt x="5230" y="6711"/>
                      <a:pt x="6743" y="5199"/>
                      <a:pt x="8538" y="5199"/>
                    </a:cubicBezTo>
                    <a:close/>
                    <a:moveTo>
                      <a:pt x="2048" y="1"/>
                    </a:moveTo>
                    <a:cubicBezTo>
                      <a:pt x="1828" y="1"/>
                      <a:pt x="1639" y="190"/>
                      <a:pt x="1639" y="410"/>
                    </a:cubicBezTo>
                    <a:lnTo>
                      <a:pt x="1639" y="788"/>
                    </a:lnTo>
                    <a:lnTo>
                      <a:pt x="1198" y="788"/>
                    </a:lnTo>
                    <a:cubicBezTo>
                      <a:pt x="536" y="788"/>
                      <a:pt x="1" y="1324"/>
                      <a:pt x="1" y="2049"/>
                    </a:cubicBezTo>
                    <a:lnTo>
                      <a:pt x="1" y="9767"/>
                    </a:lnTo>
                    <a:cubicBezTo>
                      <a:pt x="1" y="10429"/>
                      <a:pt x="536" y="11028"/>
                      <a:pt x="1198" y="11028"/>
                    </a:cubicBezTo>
                    <a:lnTo>
                      <a:pt x="5230" y="11028"/>
                    </a:lnTo>
                    <a:cubicBezTo>
                      <a:pt x="5987" y="12004"/>
                      <a:pt x="7184" y="12697"/>
                      <a:pt x="8538" y="12697"/>
                    </a:cubicBezTo>
                    <a:cubicBezTo>
                      <a:pt x="10807" y="12697"/>
                      <a:pt x="12666" y="10838"/>
                      <a:pt x="12666" y="8539"/>
                    </a:cubicBezTo>
                    <a:lnTo>
                      <a:pt x="12666" y="2080"/>
                    </a:lnTo>
                    <a:cubicBezTo>
                      <a:pt x="12666" y="1356"/>
                      <a:pt x="12130" y="788"/>
                      <a:pt x="11405" y="788"/>
                    </a:cubicBezTo>
                    <a:lnTo>
                      <a:pt x="11027" y="788"/>
                    </a:lnTo>
                    <a:lnTo>
                      <a:pt x="11027" y="410"/>
                    </a:lnTo>
                    <a:cubicBezTo>
                      <a:pt x="11027" y="158"/>
                      <a:pt x="10807" y="1"/>
                      <a:pt x="10618" y="1"/>
                    </a:cubicBezTo>
                    <a:cubicBezTo>
                      <a:pt x="10429" y="1"/>
                      <a:pt x="10177" y="190"/>
                      <a:pt x="10177" y="410"/>
                    </a:cubicBezTo>
                    <a:lnTo>
                      <a:pt x="10177" y="788"/>
                    </a:lnTo>
                    <a:lnTo>
                      <a:pt x="6711" y="788"/>
                    </a:lnTo>
                    <a:lnTo>
                      <a:pt x="6711" y="410"/>
                    </a:lnTo>
                    <a:cubicBezTo>
                      <a:pt x="6711" y="158"/>
                      <a:pt x="6522" y="1"/>
                      <a:pt x="6333" y="1"/>
                    </a:cubicBezTo>
                    <a:cubicBezTo>
                      <a:pt x="6144" y="1"/>
                      <a:pt x="5892" y="190"/>
                      <a:pt x="5892" y="410"/>
                    </a:cubicBezTo>
                    <a:lnTo>
                      <a:pt x="5892" y="788"/>
                    </a:lnTo>
                    <a:lnTo>
                      <a:pt x="2427" y="788"/>
                    </a:lnTo>
                    <a:lnTo>
                      <a:pt x="2427" y="410"/>
                    </a:lnTo>
                    <a:cubicBezTo>
                      <a:pt x="2427" y="158"/>
                      <a:pt x="2237" y="1"/>
                      <a:pt x="2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" name="Google Shape;102;p17"/>
          <p:cNvGrpSpPr/>
          <p:nvPr/>
        </p:nvGrpSpPr>
        <p:grpSpPr>
          <a:xfrm>
            <a:off x="5464397" y="1640412"/>
            <a:ext cx="328200" cy="328200"/>
            <a:chOff x="5464397" y="1739350"/>
            <a:chExt cx="328200" cy="328200"/>
          </a:xfrm>
        </p:grpSpPr>
        <p:sp>
          <p:nvSpPr>
            <p:cNvPr id="103" name="Google Shape;103;p17"/>
            <p:cNvSpPr/>
            <p:nvPr/>
          </p:nvSpPr>
          <p:spPr>
            <a:xfrm>
              <a:off x="5464397" y="1739350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104" name="Google Shape;104;p17"/>
            <p:cNvGrpSpPr/>
            <p:nvPr/>
          </p:nvGrpSpPr>
          <p:grpSpPr>
            <a:xfrm>
              <a:off x="5485713" y="1766244"/>
              <a:ext cx="285568" cy="274411"/>
              <a:chOff x="-62890750" y="3747425"/>
              <a:chExt cx="330825" cy="317900"/>
            </a:xfrm>
          </p:grpSpPr>
          <p:sp>
            <p:nvSpPr>
              <p:cNvPr id="105" name="Google Shape;105;p17"/>
              <p:cNvSpPr/>
              <p:nvPr/>
            </p:nvSpPr>
            <p:spPr>
              <a:xfrm>
                <a:off x="-62890750" y="3747425"/>
                <a:ext cx="313500" cy="195825"/>
              </a:xfrm>
              <a:custGeom>
                <a:rect b="b" l="l" r="r" t="t"/>
                <a:pathLst>
                  <a:path extrusionOk="0" h="7833" w="12540">
                    <a:moveTo>
                      <a:pt x="6591" y="0"/>
                    </a:moveTo>
                    <a:cubicBezTo>
                      <a:pt x="4966" y="0"/>
                      <a:pt x="3342" y="616"/>
                      <a:pt x="2112" y="1846"/>
                    </a:cubicBezTo>
                    <a:cubicBezTo>
                      <a:pt x="663" y="3296"/>
                      <a:pt x="1" y="5438"/>
                      <a:pt x="379" y="7454"/>
                    </a:cubicBezTo>
                    <a:cubicBezTo>
                      <a:pt x="442" y="7675"/>
                      <a:pt x="568" y="7832"/>
                      <a:pt x="789" y="7832"/>
                    </a:cubicBezTo>
                    <a:lnTo>
                      <a:pt x="852" y="7832"/>
                    </a:lnTo>
                    <a:cubicBezTo>
                      <a:pt x="1104" y="7801"/>
                      <a:pt x="1198" y="7549"/>
                      <a:pt x="1167" y="7360"/>
                    </a:cubicBezTo>
                    <a:cubicBezTo>
                      <a:pt x="852" y="5596"/>
                      <a:pt x="1419" y="3737"/>
                      <a:pt x="2710" y="2477"/>
                    </a:cubicBezTo>
                    <a:cubicBezTo>
                      <a:pt x="3719" y="1437"/>
                      <a:pt x="5136" y="870"/>
                      <a:pt x="6617" y="870"/>
                    </a:cubicBezTo>
                    <a:cubicBezTo>
                      <a:pt x="7940" y="870"/>
                      <a:pt x="9200" y="1342"/>
                      <a:pt x="10177" y="2193"/>
                    </a:cubicBezTo>
                    <a:lnTo>
                      <a:pt x="9610" y="2792"/>
                    </a:lnTo>
                    <a:cubicBezTo>
                      <a:pt x="9484" y="2918"/>
                      <a:pt x="9452" y="3075"/>
                      <a:pt x="9484" y="3170"/>
                    </a:cubicBezTo>
                    <a:cubicBezTo>
                      <a:pt x="9515" y="3327"/>
                      <a:pt x="9641" y="3422"/>
                      <a:pt x="9799" y="3453"/>
                    </a:cubicBezTo>
                    <a:lnTo>
                      <a:pt x="12036" y="3926"/>
                    </a:lnTo>
                    <a:lnTo>
                      <a:pt x="12130" y="3926"/>
                    </a:lnTo>
                    <a:cubicBezTo>
                      <a:pt x="12225" y="3926"/>
                      <a:pt x="12319" y="3894"/>
                      <a:pt x="12382" y="3800"/>
                    </a:cubicBezTo>
                    <a:cubicBezTo>
                      <a:pt x="12508" y="3674"/>
                      <a:pt x="12540" y="3579"/>
                      <a:pt x="12508" y="3422"/>
                    </a:cubicBezTo>
                    <a:lnTo>
                      <a:pt x="12036" y="1153"/>
                    </a:lnTo>
                    <a:cubicBezTo>
                      <a:pt x="12004" y="1027"/>
                      <a:pt x="11878" y="901"/>
                      <a:pt x="11752" y="838"/>
                    </a:cubicBezTo>
                    <a:cubicBezTo>
                      <a:pt x="11715" y="831"/>
                      <a:pt x="11678" y="827"/>
                      <a:pt x="11642" y="827"/>
                    </a:cubicBezTo>
                    <a:cubicBezTo>
                      <a:pt x="11526" y="827"/>
                      <a:pt x="11422" y="868"/>
                      <a:pt x="11374" y="964"/>
                    </a:cubicBezTo>
                    <a:lnTo>
                      <a:pt x="10776" y="1563"/>
                    </a:lnTo>
                    <a:cubicBezTo>
                      <a:pt x="9583" y="521"/>
                      <a:pt x="8087" y="0"/>
                      <a:pt x="65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7"/>
              <p:cNvSpPr/>
              <p:nvPr/>
            </p:nvSpPr>
            <p:spPr>
              <a:xfrm>
                <a:off x="-62874975" y="3869075"/>
                <a:ext cx="315050" cy="196250"/>
              </a:xfrm>
              <a:custGeom>
                <a:rect b="b" l="l" r="r" t="t"/>
                <a:pathLst>
                  <a:path extrusionOk="0" h="7850" w="12602">
                    <a:moveTo>
                      <a:pt x="11779" y="0"/>
                    </a:moveTo>
                    <a:cubicBezTo>
                      <a:pt x="11759" y="0"/>
                      <a:pt x="11739" y="2"/>
                      <a:pt x="11720" y="5"/>
                    </a:cubicBezTo>
                    <a:cubicBezTo>
                      <a:pt x="11499" y="36"/>
                      <a:pt x="11373" y="288"/>
                      <a:pt x="11405" y="477"/>
                    </a:cubicBezTo>
                    <a:cubicBezTo>
                      <a:pt x="11720" y="2242"/>
                      <a:pt x="11184" y="4101"/>
                      <a:pt x="9861" y="5361"/>
                    </a:cubicBezTo>
                    <a:cubicBezTo>
                      <a:pt x="8853" y="6400"/>
                      <a:pt x="7435" y="6967"/>
                      <a:pt x="5986" y="6967"/>
                    </a:cubicBezTo>
                    <a:cubicBezTo>
                      <a:pt x="4631" y="6967"/>
                      <a:pt x="3371" y="6495"/>
                      <a:pt x="2394" y="5644"/>
                    </a:cubicBezTo>
                    <a:lnTo>
                      <a:pt x="2993" y="5046"/>
                    </a:lnTo>
                    <a:cubicBezTo>
                      <a:pt x="3088" y="4920"/>
                      <a:pt x="3151" y="4762"/>
                      <a:pt x="3088" y="4668"/>
                    </a:cubicBezTo>
                    <a:cubicBezTo>
                      <a:pt x="3056" y="4510"/>
                      <a:pt x="2962" y="4416"/>
                      <a:pt x="2772" y="4384"/>
                    </a:cubicBezTo>
                    <a:lnTo>
                      <a:pt x="536" y="3912"/>
                    </a:lnTo>
                    <a:cubicBezTo>
                      <a:pt x="498" y="3904"/>
                      <a:pt x="465" y="3900"/>
                      <a:pt x="433" y="3900"/>
                    </a:cubicBezTo>
                    <a:cubicBezTo>
                      <a:pt x="332" y="3900"/>
                      <a:pt x="254" y="3941"/>
                      <a:pt x="158" y="4038"/>
                    </a:cubicBezTo>
                    <a:cubicBezTo>
                      <a:pt x="32" y="4132"/>
                      <a:pt x="0" y="4258"/>
                      <a:pt x="32" y="4416"/>
                    </a:cubicBezTo>
                    <a:lnTo>
                      <a:pt x="504" y="6652"/>
                    </a:lnTo>
                    <a:cubicBezTo>
                      <a:pt x="536" y="6810"/>
                      <a:pt x="662" y="6936"/>
                      <a:pt x="788" y="6967"/>
                    </a:cubicBezTo>
                    <a:lnTo>
                      <a:pt x="882" y="6967"/>
                    </a:lnTo>
                    <a:cubicBezTo>
                      <a:pt x="1008" y="6967"/>
                      <a:pt x="1103" y="6936"/>
                      <a:pt x="1166" y="6873"/>
                    </a:cubicBezTo>
                    <a:lnTo>
                      <a:pt x="1764" y="6274"/>
                    </a:lnTo>
                    <a:cubicBezTo>
                      <a:pt x="2930" y="7346"/>
                      <a:pt x="4442" y="7850"/>
                      <a:pt x="5923" y="7850"/>
                    </a:cubicBezTo>
                    <a:cubicBezTo>
                      <a:pt x="7561" y="7850"/>
                      <a:pt x="9168" y="7220"/>
                      <a:pt x="10428" y="5991"/>
                    </a:cubicBezTo>
                    <a:cubicBezTo>
                      <a:pt x="11909" y="4510"/>
                      <a:pt x="12602" y="2368"/>
                      <a:pt x="12192" y="320"/>
                    </a:cubicBezTo>
                    <a:cubicBezTo>
                      <a:pt x="12164" y="122"/>
                      <a:pt x="11958" y="0"/>
                      <a:pt x="117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7"/>
              <p:cNvSpPr/>
              <p:nvPr/>
            </p:nvSpPr>
            <p:spPr>
              <a:xfrm>
                <a:off x="-62751325" y="3834525"/>
                <a:ext cx="15775" cy="26800"/>
              </a:xfrm>
              <a:custGeom>
                <a:rect b="b" l="l" r="r" t="t"/>
                <a:pathLst>
                  <a:path extrusionOk="0" h="1072" w="631">
                    <a:moveTo>
                      <a:pt x="630" y="1"/>
                    </a:moveTo>
                    <a:cubicBezTo>
                      <a:pt x="410" y="221"/>
                      <a:pt x="158" y="599"/>
                      <a:pt x="0" y="1072"/>
                    </a:cubicBezTo>
                    <a:lnTo>
                      <a:pt x="630" y="1072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7"/>
              <p:cNvSpPr/>
              <p:nvPr/>
            </p:nvSpPr>
            <p:spPr>
              <a:xfrm>
                <a:off x="-62715100" y="3950300"/>
                <a:ext cx="15775" cy="26025"/>
              </a:xfrm>
              <a:custGeom>
                <a:rect b="b" l="l" r="r" t="t"/>
                <a:pathLst>
                  <a:path extrusionOk="0" h="1041" w="631">
                    <a:moveTo>
                      <a:pt x="1" y="1"/>
                    </a:moveTo>
                    <a:lnTo>
                      <a:pt x="1" y="1041"/>
                    </a:lnTo>
                    <a:cubicBezTo>
                      <a:pt x="253" y="852"/>
                      <a:pt x="473" y="473"/>
                      <a:pt x="6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7"/>
              <p:cNvSpPr/>
              <p:nvPr/>
            </p:nvSpPr>
            <p:spPr>
              <a:xfrm>
                <a:off x="-62751325" y="3950300"/>
                <a:ext cx="15775" cy="26025"/>
              </a:xfrm>
              <a:custGeom>
                <a:rect b="b" l="l" r="r" t="t"/>
                <a:pathLst>
                  <a:path extrusionOk="0" h="1041" w="631">
                    <a:moveTo>
                      <a:pt x="0" y="1"/>
                    </a:moveTo>
                    <a:cubicBezTo>
                      <a:pt x="158" y="473"/>
                      <a:pt x="410" y="852"/>
                      <a:pt x="630" y="1041"/>
                    </a:cubicBez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7"/>
              <p:cNvSpPr/>
              <p:nvPr/>
            </p:nvSpPr>
            <p:spPr>
              <a:xfrm>
                <a:off x="-62822225" y="3881000"/>
                <a:ext cx="44125" cy="48075"/>
              </a:xfrm>
              <a:custGeom>
                <a:rect b="b" l="l" r="r" t="t"/>
                <a:pathLst>
                  <a:path extrusionOk="0" h="1923" w="1765">
                    <a:moveTo>
                      <a:pt x="127" y="0"/>
                    </a:moveTo>
                    <a:cubicBezTo>
                      <a:pt x="32" y="316"/>
                      <a:pt x="1" y="631"/>
                      <a:pt x="1" y="977"/>
                    </a:cubicBezTo>
                    <a:cubicBezTo>
                      <a:pt x="1" y="1324"/>
                      <a:pt x="32" y="1670"/>
                      <a:pt x="127" y="1922"/>
                    </a:cubicBezTo>
                    <a:lnTo>
                      <a:pt x="1765" y="1922"/>
                    </a:lnTo>
                    <a:cubicBezTo>
                      <a:pt x="1734" y="1607"/>
                      <a:pt x="1702" y="1292"/>
                      <a:pt x="1702" y="977"/>
                    </a:cubicBezTo>
                    <a:cubicBezTo>
                      <a:pt x="1702" y="662"/>
                      <a:pt x="1734" y="316"/>
                      <a:pt x="17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7"/>
              <p:cNvSpPr/>
              <p:nvPr/>
            </p:nvSpPr>
            <p:spPr>
              <a:xfrm>
                <a:off x="-62715100" y="3833750"/>
                <a:ext cx="15775" cy="26800"/>
              </a:xfrm>
              <a:custGeom>
                <a:rect b="b" l="l" r="r" t="t"/>
                <a:pathLst>
                  <a:path extrusionOk="0" h="1072" w="631">
                    <a:moveTo>
                      <a:pt x="1" y="0"/>
                    </a:moveTo>
                    <a:lnTo>
                      <a:pt x="1" y="1071"/>
                    </a:lnTo>
                    <a:lnTo>
                      <a:pt x="631" y="1071"/>
                    </a:lnTo>
                    <a:cubicBezTo>
                      <a:pt x="505" y="599"/>
                      <a:pt x="253" y="189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7"/>
              <p:cNvSpPr/>
              <p:nvPr/>
            </p:nvSpPr>
            <p:spPr>
              <a:xfrm>
                <a:off x="-62758425" y="3881000"/>
                <a:ext cx="22875" cy="48075"/>
              </a:xfrm>
              <a:custGeom>
                <a:rect b="b" l="l" r="r" t="t"/>
                <a:pathLst>
                  <a:path extrusionOk="0" h="1923" w="915">
                    <a:moveTo>
                      <a:pt x="95" y="0"/>
                    </a:moveTo>
                    <a:cubicBezTo>
                      <a:pt x="64" y="316"/>
                      <a:pt x="1" y="631"/>
                      <a:pt x="1" y="977"/>
                    </a:cubicBezTo>
                    <a:cubicBezTo>
                      <a:pt x="1" y="1324"/>
                      <a:pt x="64" y="1670"/>
                      <a:pt x="95" y="1922"/>
                    </a:cubicBezTo>
                    <a:lnTo>
                      <a:pt x="914" y="1922"/>
                    </a:lnTo>
                    <a:lnTo>
                      <a:pt x="9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7"/>
              <p:cNvSpPr/>
              <p:nvPr/>
            </p:nvSpPr>
            <p:spPr>
              <a:xfrm>
                <a:off x="-62715100" y="3809325"/>
                <a:ext cx="74850" cy="51225"/>
              </a:xfrm>
              <a:custGeom>
                <a:rect b="b" l="l" r="r" t="t"/>
                <a:pathLst>
                  <a:path extrusionOk="0" h="2049" w="2994">
                    <a:moveTo>
                      <a:pt x="1" y="1"/>
                    </a:moveTo>
                    <a:lnTo>
                      <a:pt x="1" y="32"/>
                    </a:lnTo>
                    <a:cubicBezTo>
                      <a:pt x="631" y="253"/>
                      <a:pt x="1198" y="1009"/>
                      <a:pt x="1481" y="2048"/>
                    </a:cubicBezTo>
                    <a:lnTo>
                      <a:pt x="2994" y="2048"/>
                    </a:lnTo>
                    <a:cubicBezTo>
                      <a:pt x="2426" y="946"/>
                      <a:pt x="1324" y="158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7"/>
              <p:cNvSpPr/>
              <p:nvPr/>
            </p:nvSpPr>
            <p:spPr>
              <a:xfrm>
                <a:off x="-62715875" y="3950300"/>
                <a:ext cx="75625" cy="51225"/>
              </a:xfrm>
              <a:custGeom>
                <a:rect b="b" l="l" r="r" t="t"/>
                <a:pathLst>
                  <a:path extrusionOk="0" h="2049" w="3025">
                    <a:moveTo>
                      <a:pt x="1512" y="1"/>
                    </a:moveTo>
                    <a:cubicBezTo>
                      <a:pt x="1229" y="1009"/>
                      <a:pt x="662" y="1765"/>
                      <a:pt x="0" y="1986"/>
                    </a:cubicBezTo>
                    <a:lnTo>
                      <a:pt x="0" y="2049"/>
                    </a:lnTo>
                    <a:lnTo>
                      <a:pt x="32" y="2049"/>
                    </a:lnTo>
                    <a:cubicBezTo>
                      <a:pt x="1355" y="1891"/>
                      <a:pt x="2457" y="1104"/>
                      <a:pt x="30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7"/>
              <p:cNvSpPr/>
              <p:nvPr/>
            </p:nvSpPr>
            <p:spPr>
              <a:xfrm>
                <a:off x="-62811200" y="3949525"/>
                <a:ext cx="75650" cy="52000"/>
              </a:xfrm>
              <a:custGeom>
                <a:rect b="b" l="l" r="r" t="t"/>
                <a:pathLst>
                  <a:path extrusionOk="0" h="2080" w="3026">
                    <a:moveTo>
                      <a:pt x="1" y="0"/>
                    </a:moveTo>
                    <a:cubicBezTo>
                      <a:pt x="600" y="1166"/>
                      <a:pt x="1702" y="1954"/>
                      <a:pt x="3025" y="2080"/>
                    </a:cubicBezTo>
                    <a:lnTo>
                      <a:pt x="3025" y="2017"/>
                    </a:lnTo>
                    <a:cubicBezTo>
                      <a:pt x="2364" y="1796"/>
                      <a:pt x="1860" y="1040"/>
                      <a:pt x="15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7"/>
              <p:cNvSpPr/>
              <p:nvPr/>
            </p:nvSpPr>
            <p:spPr>
              <a:xfrm>
                <a:off x="-62673350" y="3881000"/>
                <a:ext cx="44125" cy="48075"/>
              </a:xfrm>
              <a:custGeom>
                <a:rect b="b" l="l" r="r" t="t"/>
                <a:pathLst>
                  <a:path extrusionOk="0" h="1923" w="1765">
                    <a:moveTo>
                      <a:pt x="0" y="0"/>
                    </a:moveTo>
                    <a:cubicBezTo>
                      <a:pt x="32" y="316"/>
                      <a:pt x="63" y="631"/>
                      <a:pt x="63" y="977"/>
                    </a:cubicBezTo>
                    <a:cubicBezTo>
                      <a:pt x="63" y="1324"/>
                      <a:pt x="32" y="1670"/>
                      <a:pt x="0" y="1922"/>
                    </a:cubicBezTo>
                    <a:lnTo>
                      <a:pt x="1639" y="1922"/>
                    </a:lnTo>
                    <a:cubicBezTo>
                      <a:pt x="1733" y="1670"/>
                      <a:pt x="1765" y="1292"/>
                      <a:pt x="1765" y="977"/>
                    </a:cubicBezTo>
                    <a:cubicBezTo>
                      <a:pt x="1765" y="662"/>
                      <a:pt x="1733" y="316"/>
                      <a:pt x="16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7"/>
              <p:cNvSpPr/>
              <p:nvPr/>
            </p:nvSpPr>
            <p:spPr>
              <a:xfrm>
                <a:off x="-62810400" y="3810125"/>
                <a:ext cx="75625" cy="51200"/>
              </a:xfrm>
              <a:custGeom>
                <a:rect b="b" l="l" r="r" t="t"/>
                <a:pathLst>
                  <a:path extrusionOk="0" h="2048" w="3025">
                    <a:moveTo>
                      <a:pt x="2993" y="0"/>
                    </a:moveTo>
                    <a:cubicBezTo>
                      <a:pt x="1702" y="158"/>
                      <a:pt x="599" y="945"/>
                      <a:pt x="0" y="2048"/>
                    </a:cubicBezTo>
                    <a:lnTo>
                      <a:pt x="1544" y="2048"/>
                    </a:lnTo>
                    <a:cubicBezTo>
                      <a:pt x="1828" y="1008"/>
                      <a:pt x="2363" y="284"/>
                      <a:pt x="3025" y="32"/>
                    </a:cubicBezTo>
                    <a:lnTo>
                      <a:pt x="30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7"/>
              <p:cNvSpPr/>
              <p:nvPr/>
            </p:nvSpPr>
            <p:spPr>
              <a:xfrm>
                <a:off x="-62715100" y="3881000"/>
                <a:ext cx="22850" cy="48075"/>
              </a:xfrm>
              <a:custGeom>
                <a:rect b="b" l="l" r="r" t="t"/>
                <a:pathLst>
                  <a:path extrusionOk="0" h="1923" w="914">
                    <a:moveTo>
                      <a:pt x="1" y="0"/>
                    </a:moveTo>
                    <a:lnTo>
                      <a:pt x="1" y="1922"/>
                    </a:lnTo>
                    <a:lnTo>
                      <a:pt x="851" y="1922"/>
                    </a:lnTo>
                    <a:cubicBezTo>
                      <a:pt x="883" y="1607"/>
                      <a:pt x="914" y="1292"/>
                      <a:pt x="914" y="977"/>
                    </a:cubicBezTo>
                    <a:cubicBezTo>
                      <a:pt x="914" y="662"/>
                      <a:pt x="883" y="316"/>
                      <a:pt x="8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9" name="Google Shape;119;p17"/>
          <p:cNvGrpSpPr/>
          <p:nvPr/>
        </p:nvGrpSpPr>
        <p:grpSpPr>
          <a:xfrm>
            <a:off x="7577391" y="1640412"/>
            <a:ext cx="328200" cy="328200"/>
            <a:chOff x="7577391" y="1739350"/>
            <a:chExt cx="328200" cy="328200"/>
          </a:xfrm>
        </p:grpSpPr>
        <p:sp>
          <p:nvSpPr>
            <p:cNvPr id="120" name="Google Shape;120;p17"/>
            <p:cNvSpPr/>
            <p:nvPr/>
          </p:nvSpPr>
          <p:spPr>
            <a:xfrm>
              <a:off x="7577391" y="1739350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121" name="Google Shape;121;p17"/>
            <p:cNvGrpSpPr/>
            <p:nvPr/>
          </p:nvGrpSpPr>
          <p:grpSpPr>
            <a:xfrm>
              <a:off x="7598699" y="1759517"/>
              <a:ext cx="285583" cy="287865"/>
              <a:chOff x="-62516625" y="3743175"/>
              <a:chExt cx="315875" cy="318400"/>
            </a:xfrm>
          </p:grpSpPr>
          <p:sp>
            <p:nvSpPr>
              <p:cNvPr id="122" name="Google Shape;122;p17"/>
              <p:cNvSpPr/>
              <p:nvPr/>
            </p:nvSpPr>
            <p:spPr>
              <a:xfrm>
                <a:off x="-62334675" y="3884950"/>
                <a:ext cx="62250" cy="145725"/>
              </a:xfrm>
              <a:custGeom>
                <a:rect b="b" l="l" r="r" t="t"/>
                <a:pathLst>
                  <a:path extrusionOk="0" h="5829" w="2490">
                    <a:moveTo>
                      <a:pt x="1229" y="0"/>
                    </a:moveTo>
                    <a:cubicBezTo>
                      <a:pt x="977" y="0"/>
                      <a:pt x="820" y="189"/>
                      <a:pt x="820" y="410"/>
                    </a:cubicBezTo>
                    <a:lnTo>
                      <a:pt x="820" y="662"/>
                    </a:lnTo>
                    <a:cubicBezTo>
                      <a:pt x="347" y="819"/>
                      <a:pt x="0" y="1292"/>
                      <a:pt x="0" y="1859"/>
                    </a:cubicBezTo>
                    <a:cubicBezTo>
                      <a:pt x="0" y="2520"/>
                      <a:pt x="536" y="2930"/>
                      <a:pt x="977" y="3245"/>
                    </a:cubicBezTo>
                    <a:cubicBezTo>
                      <a:pt x="1292" y="3466"/>
                      <a:pt x="1639" y="3718"/>
                      <a:pt x="1639" y="3938"/>
                    </a:cubicBezTo>
                    <a:cubicBezTo>
                      <a:pt x="1639" y="4190"/>
                      <a:pt x="1450" y="4348"/>
                      <a:pt x="1229" y="4348"/>
                    </a:cubicBezTo>
                    <a:cubicBezTo>
                      <a:pt x="977" y="4348"/>
                      <a:pt x="820" y="4127"/>
                      <a:pt x="820" y="3938"/>
                    </a:cubicBezTo>
                    <a:cubicBezTo>
                      <a:pt x="820" y="3718"/>
                      <a:pt x="631" y="3497"/>
                      <a:pt x="442" y="3497"/>
                    </a:cubicBezTo>
                    <a:cubicBezTo>
                      <a:pt x="221" y="3497"/>
                      <a:pt x="0" y="3718"/>
                      <a:pt x="0" y="3938"/>
                    </a:cubicBezTo>
                    <a:cubicBezTo>
                      <a:pt x="0" y="4505"/>
                      <a:pt x="347" y="4915"/>
                      <a:pt x="820" y="5135"/>
                    </a:cubicBezTo>
                    <a:lnTo>
                      <a:pt x="820" y="5387"/>
                    </a:lnTo>
                    <a:cubicBezTo>
                      <a:pt x="820" y="5639"/>
                      <a:pt x="1009" y="5828"/>
                      <a:pt x="1229" y="5828"/>
                    </a:cubicBezTo>
                    <a:cubicBezTo>
                      <a:pt x="1450" y="5828"/>
                      <a:pt x="1639" y="5639"/>
                      <a:pt x="1639" y="5387"/>
                    </a:cubicBezTo>
                    <a:lnTo>
                      <a:pt x="1639" y="5135"/>
                    </a:lnTo>
                    <a:cubicBezTo>
                      <a:pt x="2111" y="4978"/>
                      <a:pt x="2489" y="4505"/>
                      <a:pt x="2489" y="3938"/>
                    </a:cubicBezTo>
                    <a:cubicBezTo>
                      <a:pt x="2489" y="3277"/>
                      <a:pt x="1922" y="2867"/>
                      <a:pt x="1481" y="2552"/>
                    </a:cubicBezTo>
                    <a:cubicBezTo>
                      <a:pt x="1166" y="2331"/>
                      <a:pt x="820" y="2079"/>
                      <a:pt x="820" y="1859"/>
                    </a:cubicBezTo>
                    <a:cubicBezTo>
                      <a:pt x="820" y="1607"/>
                      <a:pt x="1009" y="1418"/>
                      <a:pt x="1229" y="1418"/>
                    </a:cubicBezTo>
                    <a:cubicBezTo>
                      <a:pt x="1450" y="1418"/>
                      <a:pt x="1639" y="1607"/>
                      <a:pt x="1639" y="1859"/>
                    </a:cubicBezTo>
                    <a:cubicBezTo>
                      <a:pt x="1639" y="2079"/>
                      <a:pt x="1859" y="2237"/>
                      <a:pt x="2048" y="2237"/>
                    </a:cubicBezTo>
                    <a:cubicBezTo>
                      <a:pt x="2237" y="2237"/>
                      <a:pt x="2489" y="2048"/>
                      <a:pt x="2489" y="1859"/>
                    </a:cubicBezTo>
                    <a:cubicBezTo>
                      <a:pt x="2489" y="1292"/>
                      <a:pt x="2143" y="882"/>
                      <a:pt x="1639" y="662"/>
                    </a:cubicBezTo>
                    <a:lnTo>
                      <a:pt x="1639" y="410"/>
                    </a:lnTo>
                    <a:cubicBezTo>
                      <a:pt x="1639" y="158"/>
                      <a:pt x="1450" y="0"/>
                      <a:pt x="12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7"/>
              <p:cNvSpPr/>
              <p:nvPr/>
            </p:nvSpPr>
            <p:spPr>
              <a:xfrm>
                <a:off x="-62516625" y="3743175"/>
                <a:ext cx="315875" cy="318400"/>
              </a:xfrm>
              <a:custGeom>
                <a:rect b="b" l="l" r="r" t="t"/>
                <a:pathLst>
                  <a:path extrusionOk="0" h="12736" w="12635">
                    <a:moveTo>
                      <a:pt x="4632" y="3308"/>
                    </a:moveTo>
                    <a:cubicBezTo>
                      <a:pt x="5388" y="3308"/>
                      <a:pt x="6018" y="3938"/>
                      <a:pt x="6018" y="4694"/>
                    </a:cubicBezTo>
                    <a:cubicBezTo>
                      <a:pt x="6018" y="5450"/>
                      <a:pt x="5420" y="6049"/>
                      <a:pt x="4632" y="6049"/>
                    </a:cubicBezTo>
                    <a:cubicBezTo>
                      <a:pt x="3876" y="6049"/>
                      <a:pt x="3246" y="5419"/>
                      <a:pt x="3246" y="4694"/>
                    </a:cubicBezTo>
                    <a:cubicBezTo>
                      <a:pt x="3246" y="3938"/>
                      <a:pt x="3876" y="3308"/>
                      <a:pt x="4632" y="3308"/>
                    </a:cubicBezTo>
                    <a:close/>
                    <a:moveTo>
                      <a:pt x="8507" y="5230"/>
                    </a:moveTo>
                    <a:cubicBezTo>
                      <a:pt x="10303" y="5230"/>
                      <a:pt x="11815" y="6742"/>
                      <a:pt x="11815" y="8538"/>
                    </a:cubicBezTo>
                    <a:cubicBezTo>
                      <a:pt x="11815" y="10365"/>
                      <a:pt x="10334" y="11846"/>
                      <a:pt x="8507" y="11846"/>
                    </a:cubicBezTo>
                    <a:cubicBezTo>
                      <a:pt x="6680" y="11846"/>
                      <a:pt x="5199" y="10365"/>
                      <a:pt x="5199" y="8538"/>
                    </a:cubicBezTo>
                    <a:cubicBezTo>
                      <a:pt x="5199" y="6742"/>
                      <a:pt x="6680" y="5230"/>
                      <a:pt x="8507" y="5230"/>
                    </a:cubicBezTo>
                    <a:close/>
                    <a:moveTo>
                      <a:pt x="4664" y="0"/>
                    </a:moveTo>
                    <a:cubicBezTo>
                      <a:pt x="2080" y="0"/>
                      <a:pt x="1" y="2079"/>
                      <a:pt x="1" y="4694"/>
                    </a:cubicBezTo>
                    <a:cubicBezTo>
                      <a:pt x="1" y="5703"/>
                      <a:pt x="316" y="6711"/>
                      <a:pt x="914" y="7498"/>
                    </a:cubicBezTo>
                    <a:lnTo>
                      <a:pt x="4317" y="12571"/>
                    </a:lnTo>
                    <a:cubicBezTo>
                      <a:pt x="4396" y="12681"/>
                      <a:pt x="4530" y="12736"/>
                      <a:pt x="4660" y="12736"/>
                    </a:cubicBezTo>
                    <a:cubicBezTo>
                      <a:pt x="4790" y="12736"/>
                      <a:pt x="4916" y="12681"/>
                      <a:pt x="4979" y="12571"/>
                    </a:cubicBezTo>
                    <a:lnTo>
                      <a:pt x="5672" y="11531"/>
                    </a:lnTo>
                    <a:cubicBezTo>
                      <a:pt x="6396" y="12256"/>
                      <a:pt x="7404" y="12665"/>
                      <a:pt x="8507" y="12665"/>
                    </a:cubicBezTo>
                    <a:cubicBezTo>
                      <a:pt x="10776" y="12665"/>
                      <a:pt x="12634" y="10838"/>
                      <a:pt x="12634" y="8538"/>
                    </a:cubicBezTo>
                    <a:cubicBezTo>
                      <a:pt x="12634" y="6553"/>
                      <a:pt x="11217" y="4852"/>
                      <a:pt x="9326" y="4474"/>
                    </a:cubicBezTo>
                    <a:lnTo>
                      <a:pt x="9326" y="4222"/>
                    </a:lnTo>
                    <a:cubicBezTo>
                      <a:pt x="9074" y="1796"/>
                      <a:pt x="7089" y="0"/>
                      <a:pt x="4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4" name="Google Shape;124;p17"/>
          <p:cNvSpPr txBox="1"/>
          <p:nvPr/>
        </p:nvSpPr>
        <p:spPr>
          <a:xfrm flipH="1">
            <a:off x="914538" y="4076444"/>
            <a:ext cx="97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$ 1500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 flipH="1">
            <a:off x="3027538" y="4076444"/>
            <a:ext cx="97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$ 500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 flipH="1">
            <a:off x="5140538" y="4076444"/>
            <a:ext cx="97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$ 750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 flipH="1">
            <a:off x="7253538" y="4076444"/>
            <a:ext cx="97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$ 100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28" name="Google Shape;128;p17"/>
          <p:cNvCxnSpPr>
            <a:stCxn id="83" idx="2"/>
            <a:endCxn id="124" idx="0"/>
          </p:cNvCxnSpPr>
          <p:nvPr/>
        </p:nvCxnSpPr>
        <p:spPr>
          <a:xfrm>
            <a:off x="1402500" y="3643825"/>
            <a:ext cx="0" cy="432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7"/>
          <p:cNvCxnSpPr>
            <a:stCxn id="80" idx="2"/>
            <a:endCxn id="125" idx="0"/>
          </p:cNvCxnSpPr>
          <p:nvPr/>
        </p:nvCxnSpPr>
        <p:spPr>
          <a:xfrm>
            <a:off x="3515500" y="3643825"/>
            <a:ext cx="0" cy="432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7"/>
          <p:cNvCxnSpPr>
            <a:stCxn id="81" idx="2"/>
            <a:endCxn id="126" idx="0"/>
          </p:cNvCxnSpPr>
          <p:nvPr/>
        </p:nvCxnSpPr>
        <p:spPr>
          <a:xfrm>
            <a:off x="5628500" y="3643825"/>
            <a:ext cx="0" cy="432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7"/>
          <p:cNvCxnSpPr>
            <a:stCxn id="82" idx="2"/>
            <a:endCxn id="127" idx="0"/>
          </p:cNvCxnSpPr>
          <p:nvPr/>
        </p:nvCxnSpPr>
        <p:spPr>
          <a:xfrm>
            <a:off x="7741500" y="3643825"/>
            <a:ext cx="0" cy="432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8"/>
          <p:cNvGrpSpPr/>
          <p:nvPr/>
        </p:nvGrpSpPr>
        <p:grpSpPr>
          <a:xfrm>
            <a:off x="915734" y="1602454"/>
            <a:ext cx="277957" cy="273580"/>
            <a:chOff x="2404875" y="3592725"/>
            <a:chExt cx="298525" cy="293825"/>
          </a:xfrm>
        </p:grpSpPr>
        <p:sp>
          <p:nvSpPr>
            <p:cNvPr id="137" name="Google Shape;137;p18"/>
            <p:cNvSpPr/>
            <p:nvPr/>
          </p:nvSpPr>
          <p:spPr>
            <a:xfrm>
              <a:off x="2404875" y="3747900"/>
              <a:ext cx="52775" cy="138650"/>
            </a:xfrm>
            <a:custGeom>
              <a:rect b="b" l="l" r="r" t="t"/>
              <a:pathLst>
                <a:path extrusionOk="0" h="5546" w="2111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2458425" y="3592725"/>
              <a:ext cx="190625" cy="160700"/>
            </a:xfrm>
            <a:custGeom>
              <a:rect b="b" l="l" r="r" t="t"/>
              <a:pathLst>
                <a:path extrusionOk="0" h="6428" w="7625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2474975" y="3742775"/>
              <a:ext cx="228425" cy="125650"/>
            </a:xfrm>
            <a:custGeom>
              <a:rect b="b" l="l" r="r" t="t"/>
              <a:pathLst>
                <a:path extrusionOk="0" h="5026" w="9137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18"/>
          <p:cNvGrpSpPr/>
          <p:nvPr/>
        </p:nvGrpSpPr>
        <p:grpSpPr>
          <a:xfrm>
            <a:off x="915362" y="3807858"/>
            <a:ext cx="278702" cy="258171"/>
            <a:chOff x="4266025" y="3609275"/>
            <a:chExt cx="299325" cy="277275"/>
          </a:xfrm>
        </p:grpSpPr>
        <p:sp>
          <p:nvSpPr>
            <p:cNvPr id="141" name="Google Shape;141;p18"/>
            <p:cNvSpPr/>
            <p:nvPr/>
          </p:nvSpPr>
          <p:spPr>
            <a:xfrm>
              <a:off x="4266025" y="3609275"/>
              <a:ext cx="299325" cy="224500"/>
            </a:xfrm>
            <a:custGeom>
              <a:rect b="b" l="l" r="r" t="t"/>
              <a:pathLst>
                <a:path extrusionOk="0" h="8980" w="11973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4332975" y="3851850"/>
              <a:ext cx="157550" cy="34700"/>
            </a:xfrm>
            <a:custGeom>
              <a:rect b="b" l="l" r="r" t="t"/>
              <a:pathLst>
                <a:path extrusionOk="0" h="1388" w="6302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917201" y="2700570"/>
            <a:ext cx="275024" cy="275047"/>
            <a:chOff x="3497300" y="3955025"/>
            <a:chExt cx="295375" cy="295400"/>
          </a:xfrm>
        </p:grpSpPr>
        <p:sp>
          <p:nvSpPr>
            <p:cNvPr id="144" name="Google Shape;144;p18"/>
            <p:cNvSpPr/>
            <p:nvPr/>
          </p:nvSpPr>
          <p:spPr>
            <a:xfrm>
              <a:off x="3660350" y="4035375"/>
              <a:ext cx="132325" cy="155175"/>
            </a:xfrm>
            <a:custGeom>
              <a:rect b="b" l="l" r="r" t="t"/>
              <a:pathLst>
                <a:path extrusionOk="0" h="6207" w="5293">
                  <a:moveTo>
                    <a:pt x="4663" y="0"/>
                  </a:moveTo>
                  <a:lnTo>
                    <a:pt x="0" y="2773"/>
                  </a:lnTo>
                  <a:lnTo>
                    <a:pt x="4127" y="6207"/>
                  </a:lnTo>
                  <a:cubicBezTo>
                    <a:pt x="4852" y="5199"/>
                    <a:pt x="5293" y="4033"/>
                    <a:pt x="5293" y="2678"/>
                  </a:cubicBezTo>
                  <a:cubicBezTo>
                    <a:pt x="5293" y="1733"/>
                    <a:pt x="5041" y="851"/>
                    <a:pt x="4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3653250" y="3955025"/>
              <a:ext cx="114225" cy="133150"/>
            </a:xfrm>
            <a:custGeom>
              <a:rect b="b" l="l" r="r" t="t"/>
              <a:pathLst>
                <a:path extrusionOk="0" h="5326" w="4569">
                  <a:moveTo>
                    <a:pt x="1" y="1"/>
                  </a:moveTo>
                  <a:lnTo>
                    <a:pt x="1" y="5325"/>
                  </a:lnTo>
                  <a:lnTo>
                    <a:pt x="4569" y="2679"/>
                  </a:lnTo>
                  <a:cubicBezTo>
                    <a:pt x="3561" y="1167"/>
                    <a:pt x="1891" y="12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3497300" y="3955025"/>
              <a:ext cx="256000" cy="295400"/>
            </a:xfrm>
            <a:custGeom>
              <a:rect b="b" l="l" r="r" t="t"/>
              <a:pathLst>
                <a:path extrusionOk="0" h="11816" w="10240">
                  <a:moveTo>
                    <a:pt x="5577" y="1"/>
                  </a:moveTo>
                  <a:cubicBezTo>
                    <a:pt x="2521" y="190"/>
                    <a:pt x="1" y="2805"/>
                    <a:pt x="1" y="5892"/>
                  </a:cubicBezTo>
                  <a:cubicBezTo>
                    <a:pt x="1" y="9137"/>
                    <a:pt x="2678" y="11815"/>
                    <a:pt x="5923" y="11815"/>
                  </a:cubicBezTo>
                  <a:cubicBezTo>
                    <a:pt x="7625" y="11815"/>
                    <a:pt x="9168" y="11059"/>
                    <a:pt x="10240" y="9925"/>
                  </a:cubicBezTo>
                  <a:lnTo>
                    <a:pt x="5703" y="6176"/>
                  </a:lnTo>
                  <a:cubicBezTo>
                    <a:pt x="5608" y="6144"/>
                    <a:pt x="5577" y="5987"/>
                    <a:pt x="5577" y="5892"/>
                  </a:cubicBezTo>
                  <a:lnTo>
                    <a:pt x="55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8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Budget infographics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614213" y="1571838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flipH="1">
            <a:off x="1383288" y="1605749"/>
            <a:ext cx="2066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eighth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flipH="1">
            <a:off x="1383318" y="1250850"/>
            <a:ext cx="20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$ 100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 flipH="1">
            <a:off x="1383288" y="2704599"/>
            <a:ext cx="2066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 flipH="1">
            <a:off x="1383318" y="2349700"/>
            <a:ext cx="20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$ 500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 flipH="1">
            <a:off x="1383288" y="3803449"/>
            <a:ext cx="2066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 flipH="1">
            <a:off x="1383318" y="3448550"/>
            <a:ext cx="206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$ 800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614213" y="2670688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614213" y="3769538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57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58" name="Google Shape;158;p18"/>
          <p:cNvCxnSpPr>
            <a:stCxn id="149" idx="3"/>
            <a:endCxn id="159" idx="1"/>
          </p:cNvCxnSpPr>
          <p:nvPr/>
        </p:nvCxnSpPr>
        <p:spPr>
          <a:xfrm>
            <a:off x="4353713" y="1739238"/>
            <a:ext cx="1052100" cy="1098900"/>
          </a:xfrm>
          <a:prstGeom prst="bentConnector3">
            <a:avLst>
              <a:gd fmla="val 49999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8"/>
          <p:cNvCxnSpPr>
            <a:stCxn id="157" idx="3"/>
            <a:endCxn id="159" idx="1"/>
          </p:cNvCxnSpPr>
          <p:nvPr/>
        </p:nvCxnSpPr>
        <p:spPr>
          <a:xfrm flipH="1" rot="10800000">
            <a:off x="4353713" y="2838038"/>
            <a:ext cx="1052100" cy="1098900"/>
          </a:xfrm>
          <a:prstGeom prst="bentConnector3">
            <a:avLst>
              <a:gd fmla="val 49999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8"/>
          <p:cNvCxnSpPr>
            <a:stCxn id="156" idx="3"/>
            <a:endCxn id="159" idx="1"/>
          </p:cNvCxnSpPr>
          <p:nvPr/>
        </p:nvCxnSpPr>
        <p:spPr>
          <a:xfrm>
            <a:off x="4353713" y="2838088"/>
            <a:ext cx="10521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62" name="Google Shape;162;p18"/>
          <p:cNvSpPr/>
          <p:nvPr/>
        </p:nvSpPr>
        <p:spPr>
          <a:xfrm>
            <a:off x="5582255" y="3660362"/>
            <a:ext cx="19380" cy="93354"/>
          </a:xfrm>
          <a:custGeom>
            <a:rect b="b" l="l" r="r" t="t"/>
            <a:pathLst>
              <a:path extrusionOk="0" h="137189" w="28480">
                <a:moveTo>
                  <a:pt x="28481" y="137190"/>
                </a:moveTo>
                <a:lnTo>
                  <a:pt x="26195" y="5744"/>
                </a:lnTo>
                <a:cubicBezTo>
                  <a:pt x="26099" y="-1590"/>
                  <a:pt x="-189" y="-2066"/>
                  <a:pt x="1" y="5268"/>
                </a:cubicBezTo>
                <a:cubicBezTo>
                  <a:pt x="287" y="24890"/>
                  <a:pt x="668" y="44511"/>
                  <a:pt x="954" y="64038"/>
                </a:cubicBezTo>
                <a:lnTo>
                  <a:pt x="1811" y="114806"/>
                </a:lnTo>
                <a:cubicBezTo>
                  <a:pt x="9050" y="122616"/>
                  <a:pt x="17908" y="130141"/>
                  <a:pt x="28386" y="1371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532672" y="3572019"/>
            <a:ext cx="19380" cy="93354"/>
          </a:xfrm>
          <a:custGeom>
            <a:rect b="b" l="l" r="r" t="t"/>
            <a:pathLst>
              <a:path extrusionOk="0" h="137189" w="28480">
                <a:moveTo>
                  <a:pt x="28481" y="137190"/>
                </a:moveTo>
                <a:lnTo>
                  <a:pt x="26195" y="5745"/>
                </a:lnTo>
                <a:cubicBezTo>
                  <a:pt x="26099" y="-1590"/>
                  <a:pt x="-189" y="-2066"/>
                  <a:pt x="1" y="5268"/>
                </a:cubicBezTo>
                <a:cubicBezTo>
                  <a:pt x="287" y="24890"/>
                  <a:pt x="668" y="44511"/>
                  <a:pt x="954" y="64038"/>
                </a:cubicBezTo>
                <a:lnTo>
                  <a:pt x="1811" y="114806"/>
                </a:lnTo>
                <a:cubicBezTo>
                  <a:pt x="9050" y="122616"/>
                  <a:pt x="17908" y="130141"/>
                  <a:pt x="28386" y="1371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547385" y="3484583"/>
            <a:ext cx="19380" cy="93354"/>
          </a:xfrm>
          <a:custGeom>
            <a:rect b="b" l="l" r="r" t="t"/>
            <a:pathLst>
              <a:path extrusionOk="0" h="137189" w="28480">
                <a:moveTo>
                  <a:pt x="28481" y="137190"/>
                </a:moveTo>
                <a:lnTo>
                  <a:pt x="26195" y="5744"/>
                </a:lnTo>
                <a:cubicBezTo>
                  <a:pt x="26100" y="-1590"/>
                  <a:pt x="-189" y="-2066"/>
                  <a:pt x="1" y="5268"/>
                </a:cubicBezTo>
                <a:cubicBezTo>
                  <a:pt x="287" y="24890"/>
                  <a:pt x="668" y="44511"/>
                  <a:pt x="954" y="64037"/>
                </a:cubicBezTo>
                <a:lnTo>
                  <a:pt x="1811" y="114806"/>
                </a:lnTo>
                <a:cubicBezTo>
                  <a:pt x="9050" y="122616"/>
                  <a:pt x="17908" y="130141"/>
                  <a:pt x="28386" y="1371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562033" y="3397147"/>
            <a:ext cx="19380" cy="93354"/>
          </a:xfrm>
          <a:custGeom>
            <a:rect b="b" l="l" r="r" t="t"/>
            <a:pathLst>
              <a:path extrusionOk="0" h="137189" w="28480">
                <a:moveTo>
                  <a:pt x="28481" y="137190"/>
                </a:moveTo>
                <a:lnTo>
                  <a:pt x="26195" y="5745"/>
                </a:lnTo>
                <a:cubicBezTo>
                  <a:pt x="26099" y="-1590"/>
                  <a:pt x="-189" y="-2066"/>
                  <a:pt x="1" y="5268"/>
                </a:cubicBezTo>
                <a:cubicBezTo>
                  <a:pt x="287" y="24890"/>
                  <a:pt x="668" y="44511"/>
                  <a:pt x="954" y="64038"/>
                </a:cubicBezTo>
                <a:lnTo>
                  <a:pt x="1811" y="114806"/>
                </a:lnTo>
                <a:cubicBezTo>
                  <a:pt x="9050" y="122616"/>
                  <a:pt x="17908" y="130141"/>
                  <a:pt x="28386" y="1371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18"/>
          <p:cNvGrpSpPr/>
          <p:nvPr/>
        </p:nvGrpSpPr>
        <p:grpSpPr>
          <a:xfrm>
            <a:off x="5405700" y="1598650"/>
            <a:ext cx="2847688" cy="2478900"/>
            <a:chOff x="5405700" y="1598650"/>
            <a:chExt cx="2847688" cy="2478900"/>
          </a:xfrm>
        </p:grpSpPr>
        <p:sp>
          <p:nvSpPr>
            <p:cNvPr id="159" name="Google Shape;159;p18"/>
            <p:cNvSpPr/>
            <p:nvPr/>
          </p:nvSpPr>
          <p:spPr>
            <a:xfrm>
              <a:off x="5405788" y="1598650"/>
              <a:ext cx="2847600" cy="24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 rot="-5400000">
              <a:off x="5405700" y="2237104"/>
              <a:ext cx="595328" cy="595328"/>
            </a:xfrm>
            <a:custGeom>
              <a:rect b="b" l="l" r="r" t="t"/>
              <a:pathLst>
                <a:path extrusionOk="0" h="874871" w="874871">
                  <a:moveTo>
                    <a:pt x="496633" y="0"/>
                  </a:moveTo>
                  <a:cubicBezTo>
                    <a:pt x="705528" y="0"/>
                    <a:pt x="874871" y="169343"/>
                    <a:pt x="874871" y="378238"/>
                  </a:cubicBezTo>
                  <a:lnTo>
                    <a:pt x="874871" y="496633"/>
                  </a:lnTo>
                  <a:cubicBezTo>
                    <a:pt x="874871" y="705528"/>
                    <a:pt x="705528" y="874871"/>
                    <a:pt x="496633" y="874871"/>
                  </a:cubicBezTo>
                  <a:lnTo>
                    <a:pt x="378238" y="874871"/>
                  </a:lnTo>
                  <a:cubicBezTo>
                    <a:pt x="169343" y="874871"/>
                    <a:pt x="0" y="705528"/>
                    <a:pt x="0" y="496634"/>
                  </a:cubicBezTo>
                  <a:lnTo>
                    <a:pt x="0" y="378238"/>
                  </a:lnTo>
                  <a:cubicBezTo>
                    <a:pt x="0" y="169343"/>
                    <a:pt x="169343" y="0"/>
                    <a:pt x="378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5557497" y="2520411"/>
              <a:ext cx="296400" cy="136895"/>
            </a:xfrm>
            <a:custGeom>
              <a:rect b="b" l="l" r="r" t="t"/>
              <a:pathLst>
                <a:path extrusionOk="0" h="201176" w="435578">
                  <a:moveTo>
                    <a:pt x="363950" y="6858"/>
                  </a:moveTo>
                  <a:lnTo>
                    <a:pt x="363950" y="17907"/>
                  </a:lnTo>
                  <a:cubicBezTo>
                    <a:pt x="363950" y="21812"/>
                    <a:pt x="367094" y="24956"/>
                    <a:pt x="370999" y="24956"/>
                  </a:cubicBezTo>
                  <a:lnTo>
                    <a:pt x="375857" y="24956"/>
                  </a:lnTo>
                  <a:cubicBezTo>
                    <a:pt x="382143" y="24956"/>
                    <a:pt x="385286" y="32480"/>
                    <a:pt x="380810" y="36957"/>
                  </a:cubicBezTo>
                  <a:lnTo>
                    <a:pt x="327851" y="89916"/>
                  </a:lnTo>
                  <a:cubicBezTo>
                    <a:pt x="325088" y="92678"/>
                    <a:pt x="320707" y="92678"/>
                    <a:pt x="317945" y="89916"/>
                  </a:cubicBezTo>
                  <a:lnTo>
                    <a:pt x="278987" y="50959"/>
                  </a:lnTo>
                  <a:cubicBezTo>
                    <a:pt x="276225" y="48197"/>
                    <a:pt x="271844" y="48197"/>
                    <a:pt x="269081" y="50959"/>
                  </a:cubicBezTo>
                  <a:lnTo>
                    <a:pt x="180689" y="139351"/>
                  </a:lnTo>
                  <a:cubicBezTo>
                    <a:pt x="177927" y="142113"/>
                    <a:pt x="173546" y="142113"/>
                    <a:pt x="170783" y="139351"/>
                  </a:cubicBezTo>
                  <a:lnTo>
                    <a:pt x="108490" y="77057"/>
                  </a:lnTo>
                  <a:cubicBezTo>
                    <a:pt x="105728" y="74295"/>
                    <a:pt x="101346" y="74295"/>
                    <a:pt x="98584" y="77057"/>
                  </a:cubicBezTo>
                  <a:lnTo>
                    <a:pt x="2096" y="173546"/>
                  </a:lnTo>
                  <a:cubicBezTo>
                    <a:pt x="762" y="174879"/>
                    <a:pt x="0" y="176689"/>
                    <a:pt x="0" y="178498"/>
                  </a:cubicBezTo>
                  <a:lnTo>
                    <a:pt x="0" y="194119"/>
                  </a:lnTo>
                  <a:cubicBezTo>
                    <a:pt x="0" y="200406"/>
                    <a:pt x="7525" y="203549"/>
                    <a:pt x="12002" y="199073"/>
                  </a:cubicBezTo>
                  <a:lnTo>
                    <a:pt x="98488" y="112586"/>
                  </a:lnTo>
                  <a:cubicBezTo>
                    <a:pt x="101251" y="109823"/>
                    <a:pt x="105632" y="109823"/>
                    <a:pt x="108395" y="112586"/>
                  </a:cubicBezTo>
                  <a:lnTo>
                    <a:pt x="170688" y="174879"/>
                  </a:lnTo>
                  <a:cubicBezTo>
                    <a:pt x="173450" y="177641"/>
                    <a:pt x="177832" y="177641"/>
                    <a:pt x="180594" y="174879"/>
                  </a:cubicBezTo>
                  <a:lnTo>
                    <a:pt x="268986" y="86487"/>
                  </a:lnTo>
                  <a:cubicBezTo>
                    <a:pt x="271748" y="83725"/>
                    <a:pt x="276130" y="83725"/>
                    <a:pt x="278892" y="86487"/>
                  </a:cubicBezTo>
                  <a:lnTo>
                    <a:pt x="317849" y="125444"/>
                  </a:lnTo>
                  <a:cubicBezTo>
                    <a:pt x="320612" y="128206"/>
                    <a:pt x="324993" y="128206"/>
                    <a:pt x="327755" y="125444"/>
                  </a:cubicBezTo>
                  <a:lnTo>
                    <a:pt x="398431" y="54769"/>
                  </a:lnTo>
                  <a:cubicBezTo>
                    <a:pt x="402812" y="50387"/>
                    <a:pt x="410432" y="53435"/>
                    <a:pt x="410432" y="59722"/>
                  </a:cubicBezTo>
                  <a:lnTo>
                    <a:pt x="410432" y="64580"/>
                  </a:lnTo>
                  <a:cubicBezTo>
                    <a:pt x="410432" y="68485"/>
                    <a:pt x="413576" y="71628"/>
                    <a:pt x="417481" y="71628"/>
                  </a:cubicBezTo>
                  <a:lnTo>
                    <a:pt x="428530" y="71628"/>
                  </a:lnTo>
                  <a:cubicBezTo>
                    <a:pt x="432435" y="71628"/>
                    <a:pt x="435578" y="68485"/>
                    <a:pt x="435578" y="64580"/>
                  </a:cubicBezTo>
                  <a:lnTo>
                    <a:pt x="435578" y="7049"/>
                  </a:lnTo>
                  <a:cubicBezTo>
                    <a:pt x="435578" y="3143"/>
                    <a:pt x="432435" y="0"/>
                    <a:pt x="428530" y="0"/>
                  </a:cubicBezTo>
                  <a:lnTo>
                    <a:pt x="370999" y="0"/>
                  </a:lnTo>
                  <a:cubicBezTo>
                    <a:pt x="367094" y="0"/>
                    <a:pt x="363950" y="3143"/>
                    <a:pt x="363950" y="704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5596774" y="2453911"/>
              <a:ext cx="73824" cy="73824"/>
            </a:xfrm>
            <a:custGeom>
              <a:rect b="b" l="l" r="r" t="t"/>
              <a:pathLst>
                <a:path extrusionOk="0" h="108489" w="108489">
                  <a:moveTo>
                    <a:pt x="104966" y="41243"/>
                  </a:moveTo>
                  <a:lnTo>
                    <a:pt x="67246" y="41243"/>
                  </a:lnTo>
                  <a:lnTo>
                    <a:pt x="67246" y="3524"/>
                  </a:lnTo>
                  <a:cubicBezTo>
                    <a:pt x="67246" y="1619"/>
                    <a:pt x="65627" y="0"/>
                    <a:pt x="63722" y="0"/>
                  </a:cubicBezTo>
                  <a:lnTo>
                    <a:pt x="44768" y="0"/>
                  </a:lnTo>
                  <a:cubicBezTo>
                    <a:pt x="42863" y="0"/>
                    <a:pt x="41243" y="1619"/>
                    <a:pt x="41243" y="3524"/>
                  </a:cubicBezTo>
                  <a:lnTo>
                    <a:pt x="41243" y="41243"/>
                  </a:lnTo>
                  <a:lnTo>
                    <a:pt x="3524" y="41243"/>
                  </a:lnTo>
                  <a:cubicBezTo>
                    <a:pt x="1619" y="41243"/>
                    <a:pt x="0" y="42863"/>
                    <a:pt x="0" y="44767"/>
                  </a:cubicBezTo>
                  <a:lnTo>
                    <a:pt x="0" y="63722"/>
                  </a:lnTo>
                  <a:cubicBezTo>
                    <a:pt x="0" y="65627"/>
                    <a:pt x="1619" y="67246"/>
                    <a:pt x="3524" y="67246"/>
                  </a:cubicBezTo>
                  <a:lnTo>
                    <a:pt x="41243" y="67246"/>
                  </a:lnTo>
                  <a:lnTo>
                    <a:pt x="41243" y="104965"/>
                  </a:lnTo>
                  <a:cubicBezTo>
                    <a:pt x="41243" y="106870"/>
                    <a:pt x="42863" y="108490"/>
                    <a:pt x="44768" y="108490"/>
                  </a:cubicBezTo>
                  <a:lnTo>
                    <a:pt x="63722" y="108490"/>
                  </a:lnTo>
                  <a:cubicBezTo>
                    <a:pt x="65627" y="108490"/>
                    <a:pt x="67246" y="106870"/>
                    <a:pt x="67246" y="104965"/>
                  </a:cubicBezTo>
                  <a:lnTo>
                    <a:pt x="67246" y="67246"/>
                  </a:lnTo>
                  <a:lnTo>
                    <a:pt x="104966" y="67246"/>
                  </a:lnTo>
                  <a:cubicBezTo>
                    <a:pt x="106871" y="67246"/>
                    <a:pt x="108490" y="65627"/>
                    <a:pt x="108490" y="63722"/>
                  </a:cubicBezTo>
                  <a:lnTo>
                    <a:pt x="108490" y="44767"/>
                  </a:lnTo>
                  <a:cubicBezTo>
                    <a:pt x="108490" y="42863"/>
                    <a:pt x="106871" y="41243"/>
                    <a:pt x="104966" y="412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5671896" y="2415022"/>
              <a:ext cx="51528" cy="51528"/>
            </a:xfrm>
            <a:custGeom>
              <a:rect b="b" l="l" r="r" t="t"/>
              <a:pathLst>
                <a:path extrusionOk="0" h="75723" w="75723">
                  <a:moveTo>
                    <a:pt x="73247" y="28765"/>
                  </a:moveTo>
                  <a:lnTo>
                    <a:pt x="46958" y="28765"/>
                  </a:lnTo>
                  <a:lnTo>
                    <a:pt x="46958" y="2476"/>
                  </a:lnTo>
                  <a:cubicBezTo>
                    <a:pt x="46958" y="1143"/>
                    <a:pt x="45815" y="0"/>
                    <a:pt x="44482" y="0"/>
                  </a:cubicBezTo>
                  <a:lnTo>
                    <a:pt x="31242" y="0"/>
                  </a:lnTo>
                  <a:cubicBezTo>
                    <a:pt x="29908" y="0"/>
                    <a:pt x="28765" y="1143"/>
                    <a:pt x="28765" y="2476"/>
                  </a:cubicBezTo>
                  <a:lnTo>
                    <a:pt x="28765" y="28765"/>
                  </a:lnTo>
                  <a:lnTo>
                    <a:pt x="2476" y="28765"/>
                  </a:lnTo>
                  <a:cubicBezTo>
                    <a:pt x="1143" y="28765"/>
                    <a:pt x="0" y="29908"/>
                    <a:pt x="0" y="31242"/>
                  </a:cubicBezTo>
                  <a:lnTo>
                    <a:pt x="0" y="44482"/>
                  </a:lnTo>
                  <a:cubicBezTo>
                    <a:pt x="0" y="45815"/>
                    <a:pt x="1143" y="46958"/>
                    <a:pt x="2476" y="46958"/>
                  </a:cubicBezTo>
                  <a:lnTo>
                    <a:pt x="28765" y="46958"/>
                  </a:lnTo>
                  <a:lnTo>
                    <a:pt x="28765" y="73247"/>
                  </a:lnTo>
                  <a:cubicBezTo>
                    <a:pt x="28765" y="74581"/>
                    <a:pt x="29908" y="75724"/>
                    <a:pt x="31242" y="75724"/>
                  </a:cubicBezTo>
                  <a:lnTo>
                    <a:pt x="44482" y="75724"/>
                  </a:lnTo>
                  <a:cubicBezTo>
                    <a:pt x="45815" y="75724"/>
                    <a:pt x="46958" y="74581"/>
                    <a:pt x="46958" y="73247"/>
                  </a:cubicBezTo>
                  <a:lnTo>
                    <a:pt x="46958" y="46958"/>
                  </a:lnTo>
                  <a:lnTo>
                    <a:pt x="73247" y="46958"/>
                  </a:lnTo>
                  <a:cubicBezTo>
                    <a:pt x="74581" y="46958"/>
                    <a:pt x="75724" y="45815"/>
                    <a:pt x="75724" y="44482"/>
                  </a:cubicBezTo>
                  <a:lnTo>
                    <a:pt x="75724" y="31242"/>
                  </a:lnTo>
                  <a:cubicBezTo>
                    <a:pt x="75724" y="29908"/>
                    <a:pt x="74581" y="28765"/>
                    <a:pt x="73247" y="287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5557497" y="2398623"/>
              <a:ext cx="291733" cy="272289"/>
            </a:xfrm>
            <a:custGeom>
              <a:rect b="b" l="l" r="r" t="t"/>
              <a:pathLst>
                <a:path extrusionOk="0" h="400145" w="428720">
                  <a:moveTo>
                    <a:pt x="428720" y="400145"/>
                  </a:moveTo>
                  <a:lnTo>
                    <a:pt x="0" y="400145"/>
                  </a:lnTo>
                  <a:lnTo>
                    <a:pt x="0" y="0"/>
                  </a:ln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5792711" y="2676876"/>
              <a:ext cx="191784" cy="184518"/>
            </a:xfrm>
            <a:custGeom>
              <a:rect b="b" l="l" r="r" t="t"/>
              <a:pathLst>
                <a:path extrusionOk="0" h="271160" w="281839">
                  <a:moveTo>
                    <a:pt x="172593" y="0"/>
                  </a:moveTo>
                  <a:cubicBezTo>
                    <a:pt x="172593" y="0"/>
                    <a:pt x="183832" y="148495"/>
                    <a:pt x="275177" y="234315"/>
                  </a:cubicBezTo>
                  <a:cubicBezTo>
                    <a:pt x="288227" y="246602"/>
                    <a:pt x="280988" y="268319"/>
                    <a:pt x="263176" y="269748"/>
                  </a:cubicBezTo>
                  <a:cubicBezTo>
                    <a:pt x="199644" y="274987"/>
                    <a:pt x="86773" y="269558"/>
                    <a:pt x="0" y="18440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5815073" y="2676876"/>
              <a:ext cx="169431" cy="184539"/>
            </a:xfrm>
            <a:custGeom>
              <a:rect b="b" l="l" r="r" t="t"/>
              <a:pathLst>
                <a:path extrusionOk="0" h="271191" w="248990">
                  <a:moveTo>
                    <a:pt x="139732" y="0"/>
                  </a:moveTo>
                  <a:cubicBezTo>
                    <a:pt x="139732" y="0"/>
                    <a:pt x="150971" y="148495"/>
                    <a:pt x="242316" y="234315"/>
                  </a:cubicBezTo>
                  <a:cubicBezTo>
                    <a:pt x="255270" y="246507"/>
                    <a:pt x="248317" y="268319"/>
                    <a:pt x="230505" y="269748"/>
                  </a:cubicBezTo>
                  <a:cubicBezTo>
                    <a:pt x="174784" y="274415"/>
                    <a:pt x="80867" y="270796"/>
                    <a:pt x="0" y="212217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5960778" y="3674382"/>
              <a:ext cx="1853457" cy="235668"/>
            </a:xfrm>
            <a:custGeom>
              <a:rect b="b" l="l" r="r" t="t"/>
              <a:pathLst>
                <a:path extrusionOk="0" h="346329" w="2723769">
                  <a:moveTo>
                    <a:pt x="2723769" y="173165"/>
                  </a:moveTo>
                  <a:cubicBezTo>
                    <a:pt x="2723769" y="268801"/>
                    <a:pt x="2114032" y="346329"/>
                    <a:pt x="1361885" y="346329"/>
                  </a:cubicBezTo>
                  <a:cubicBezTo>
                    <a:pt x="609736" y="346329"/>
                    <a:pt x="0" y="268801"/>
                    <a:pt x="0" y="173165"/>
                  </a:cubicBezTo>
                  <a:cubicBezTo>
                    <a:pt x="0" y="77529"/>
                    <a:pt x="609736" y="0"/>
                    <a:pt x="1361885" y="0"/>
                  </a:cubicBezTo>
                  <a:cubicBezTo>
                    <a:pt x="2114033" y="0"/>
                    <a:pt x="2723769" y="77529"/>
                    <a:pt x="2723769" y="17316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5440375" y="3694410"/>
              <a:ext cx="768838" cy="138704"/>
            </a:xfrm>
            <a:custGeom>
              <a:rect b="b" l="l" r="r" t="t"/>
              <a:pathLst>
                <a:path extrusionOk="0" h="203834" w="1129855">
                  <a:moveTo>
                    <a:pt x="1129856" y="101917"/>
                  </a:moveTo>
                  <a:cubicBezTo>
                    <a:pt x="1129856" y="158205"/>
                    <a:pt x="876929" y="203835"/>
                    <a:pt x="564928" y="203835"/>
                  </a:cubicBezTo>
                  <a:cubicBezTo>
                    <a:pt x="252927" y="203835"/>
                    <a:pt x="0" y="158205"/>
                    <a:pt x="0" y="101917"/>
                  </a:cubicBezTo>
                  <a:cubicBezTo>
                    <a:pt x="0" y="45630"/>
                    <a:pt x="252927" y="0"/>
                    <a:pt x="564928" y="0"/>
                  </a:cubicBezTo>
                  <a:cubicBezTo>
                    <a:pt x="876929" y="0"/>
                    <a:pt x="1129856" y="45630"/>
                    <a:pt x="1129856" y="1019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7484389" y="3713207"/>
              <a:ext cx="768838" cy="138704"/>
            </a:xfrm>
            <a:custGeom>
              <a:rect b="b" l="l" r="r" t="t"/>
              <a:pathLst>
                <a:path extrusionOk="0" h="203834" w="1129855">
                  <a:moveTo>
                    <a:pt x="1129856" y="101917"/>
                  </a:moveTo>
                  <a:cubicBezTo>
                    <a:pt x="1129856" y="158205"/>
                    <a:pt x="876929" y="203835"/>
                    <a:pt x="564928" y="203835"/>
                  </a:cubicBezTo>
                  <a:cubicBezTo>
                    <a:pt x="252927" y="203835"/>
                    <a:pt x="0" y="158205"/>
                    <a:pt x="0" y="101917"/>
                  </a:cubicBezTo>
                  <a:cubicBezTo>
                    <a:pt x="0" y="45630"/>
                    <a:pt x="252927" y="0"/>
                    <a:pt x="564928" y="0"/>
                  </a:cubicBezTo>
                  <a:cubicBezTo>
                    <a:pt x="876929" y="0"/>
                    <a:pt x="1129856" y="45630"/>
                    <a:pt x="1129856" y="10191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6211499" y="2149538"/>
              <a:ext cx="373594" cy="424875"/>
            </a:xfrm>
            <a:custGeom>
              <a:rect b="b" l="l" r="r" t="t"/>
              <a:pathLst>
                <a:path extrusionOk="0" h="624380" w="549019">
                  <a:moveTo>
                    <a:pt x="541568" y="357759"/>
                  </a:moveTo>
                  <a:cubicBezTo>
                    <a:pt x="538901" y="371475"/>
                    <a:pt x="535567" y="385001"/>
                    <a:pt x="531376" y="398336"/>
                  </a:cubicBezTo>
                  <a:cubicBezTo>
                    <a:pt x="529186" y="405765"/>
                    <a:pt x="526614" y="413099"/>
                    <a:pt x="523947" y="420434"/>
                  </a:cubicBezTo>
                  <a:cubicBezTo>
                    <a:pt x="513279" y="449389"/>
                    <a:pt x="499277" y="476822"/>
                    <a:pt x="482323" y="501587"/>
                  </a:cubicBezTo>
                  <a:cubicBezTo>
                    <a:pt x="477370" y="508730"/>
                    <a:pt x="472226" y="515588"/>
                    <a:pt x="466892" y="522256"/>
                  </a:cubicBezTo>
                  <a:cubicBezTo>
                    <a:pt x="461368" y="529114"/>
                    <a:pt x="455557" y="535686"/>
                    <a:pt x="449557" y="541973"/>
                  </a:cubicBezTo>
                  <a:cubicBezTo>
                    <a:pt x="428126" y="564356"/>
                    <a:pt x="403456" y="582359"/>
                    <a:pt x="377262" y="595598"/>
                  </a:cubicBezTo>
                  <a:cubicBezTo>
                    <a:pt x="364022" y="602361"/>
                    <a:pt x="350401" y="607886"/>
                    <a:pt x="336495" y="612172"/>
                  </a:cubicBezTo>
                  <a:cubicBezTo>
                    <a:pt x="303824" y="622554"/>
                    <a:pt x="269630" y="626364"/>
                    <a:pt x="236292" y="623411"/>
                  </a:cubicBezTo>
                  <a:lnTo>
                    <a:pt x="236292" y="623411"/>
                  </a:lnTo>
                  <a:cubicBezTo>
                    <a:pt x="236292" y="623411"/>
                    <a:pt x="235339" y="623411"/>
                    <a:pt x="235339" y="623411"/>
                  </a:cubicBezTo>
                  <a:cubicBezTo>
                    <a:pt x="226862" y="622554"/>
                    <a:pt x="218480" y="621411"/>
                    <a:pt x="210098" y="619792"/>
                  </a:cubicBezTo>
                  <a:lnTo>
                    <a:pt x="148471" y="611029"/>
                  </a:lnTo>
                  <a:lnTo>
                    <a:pt x="150472" y="599599"/>
                  </a:lnTo>
                  <a:cubicBezTo>
                    <a:pt x="137708" y="593312"/>
                    <a:pt x="125421" y="585692"/>
                    <a:pt x="113705" y="576834"/>
                  </a:cubicBezTo>
                  <a:cubicBezTo>
                    <a:pt x="14836" y="501777"/>
                    <a:pt x="-26789" y="343757"/>
                    <a:pt x="17884" y="214027"/>
                  </a:cubicBezTo>
                  <a:cubicBezTo>
                    <a:pt x="34172" y="166878"/>
                    <a:pt x="61508" y="124778"/>
                    <a:pt x="95227" y="91440"/>
                  </a:cubicBezTo>
                  <a:cubicBezTo>
                    <a:pt x="137803" y="49244"/>
                    <a:pt x="193715" y="22479"/>
                    <a:pt x="251532" y="13049"/>
                  </a:cubicBezTo>
                  <a:lnTo>
                    <a:pt x="253723" y="0"/>
                  </a:lnTo>
                  <a:lnTo>
                    <a:pt x="341353" y="12478"/>
                  </a:lnTo>
                  <a:lnTo>
                    <a:pt x="341353" y="12478"/>
                  </a:lnTo>
                  <a:cubicBezTo>
                    <a:pt x="376786" y="18098"/>
                    <a:pt x="410695" y="30671"/>
                    <a:pt x="440508" y="50768"/>
                  </a:cubicBezTo>
                  <a:cubicBezTo>
                    <a:pt x="452891" y="59055"/>
                    <a:pt x="464416" y="68580"/>
                    <a:pt x="475084" y="79534"/>
                  </a:cubicBezTo>
                  <a:cubicBezTo>
                    <a:pt x="487371" y="91916"/>
                    <a:pt x="498515" y="106109"/>
                    <a:pt x="508135" y="122111"/>
                  </a:cubicBezTo>
                  <a:cubicBezTo>
                    <a:pt x="518327" y="139065"/>
                    <a:pt x="526614" y="157448"/>
                    <a:pt x="532901" y="176689"/>
                  </a:cubicBezTo>
                  <a:cubicBezTo>
                    <a:pt x="535567" y="184690"/>
                    <a:pt x="537758" y="192786"/>
                    <a:pt x="539758" y="200978"/>
                  </a:cubicBezTo>
                  <a:cubicBezTo>
                    <a:pt x="546712" y="229743"/>
                    <a:pt x="549664" y="259937"/>
                    <a:pt x="548903" y="290322"/>
                  </a:cubicBezTo>
                  <a:cubicBezTo>
                    <a:pt x="548712" y="298037"/>
                    <a:pt x="548426" y="305657"/>
                    <a:pt x="547760" y="313372"/>
                  </a:cubicBezTo>
                  <a:cubicBezTo>
                    <a:pt x="546521" y="328422"/>
                    <a:pt x="544521" y="343281"/>
                    <a:pt x="541568" y="357854"/>
                  </a:cubicBezTo>
                  <a:close/>
                </a:path>
              </a:pathLst>
            </a:custGeom>
            <a:solidFill>
              <a:srgbClr val="F5BD2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8"/>
            <p:cNvSpPr/>
            <p:nvPr/>
          </p:nvSpPr>
          <p:spPr>
            <a:xfrm>
              <a:off x="6375053" y="2163195"/>
              <a:ext cx="159728" cy="40400"/>
            </a:xfrm>
            <a:custGeom>
              <a:rect b="b" l="l" r="r" t="t"/>
              <a:pathLst>
                <a:path extrusionOk="0" h="59370" w="234730">
                  <a:moveTo>
                    <a:pt x="234731" y="59370"/>
                  </a:moveTo>
                  <a:lnTo>
                    <a:pt x="8035" y="22794"/>
                  </a:lnTo>
                  <a:cubicBezTo>
                    <a:pt x="-4633" y="20794"/>
                    <a:pt x="-1394" y="-1875"/>
                    <a:pt x="11274" y="125"/>
                  </a:cubicBezTo>
                  <a:cubicBezTo>
                    <a:pt x="45088" y="5554"/>
                    <a:pt x="78901" y="10983"/>
                    <a:pt x="112620" y="16413"/>
                  </a:cubicBezTo>
                  <a:lnTo>
                    <a:pt x="200155" y="30510"/>
                  </a:lnTo>
                  <a:cubicBezTo>
                    <a:pt x="212537" y="38796"/>
                    <a:pt x="224063" y="48321"/>
                    <a:pt x="234731" y="59275"/>
                  </a:cubicBezTo>
                  <a:close/>
                </a:path>
              </a:pathLst>
            </a:custGeom>
            <a:solidFill>
              <a:srgbClr val="E0CA0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6364488" y="2237084"/>
              <a:ext cx="214302" cy="49150"/>
            </a:xfrm>
            <a:custGeom>
              <a:rect b="b" l="l" r="r" t="t"/>
              <a:pathLst>
                <a:path extrusionOk="0" h="72229" w="314930">
                  <a:moveTo>
                    <a:pt x="314836" y="72229"/>
                  </a:moveTo>
                  <a:lnTo>
                    <a:pt x="8036" y="22794"/>
                  </a:lnTo>
                  <a:cubicBezTo>
                    <a:pt x="-4633" y="20794"/>
                    <a:pt x="-1394" y="-1875"/>
                    <a:pt x="11274" y="125"/>
                  </a:cubicBezTo>
                  <a:cubicBezTo>
                    <a:pt x="45088" y="5554"/>
                    <a:pt x="78902" y="10983"/>
                    <a:pt x="112620" y="16413"/>
                  </a:cubicBezTo>
                  <a:lnTo>
                    <a:pt x="308073" y="47845"/>
                  </a:lnTo>
                  <a:cubicBezTo>
                    <a:pt x="310740" y="55846"/>
                    <a:pt x="312931" y="63942"/>
                    <a:pt x="314931" y="72134"/>
                  </a:cubicBezTo>
                  <a:close/>
                </a:path>
              </a:pathLst>
            </a:custGeom>
            <a:solidFill>
              <a:srgbClr val="E0CA0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6353923" y="2310908"/>
              <a:ext cx="231025" cy="51743"/>
            </a:xfrm>
            <a:custGeom>
              <a:rect b="b" l="l" r="r" t="t"/>
              <a:pathLst>
                <a:path extrusionOk="0" h="76039" w="339505">
                  <a:moveTo>
                    <a:pt x="338458" y="76039"/>
                  </a:moveTo>
                  <a:lnTo>
                    <a:pt x="8036" y="22794"/>
                  </a:lnTo>
                  <a:cubicBezTo>
                    <a:pt x="-4633" y="20794"/>
                    <a:pt x="-1394" y="-1875"/>
                    <a:pt x="11274" y="125"/>
                  </a:cubicBezTo>
                  <a:cubicBezTo>
                    <a:pt x="45088" y="5554"/>
                    <a:pt x="78902" y="10983"/>
                    <a:pt x="112620" y="16413"/>
                  </a:cubicBezTo>
                  <a:lnTo>
                    <a:pt x="339506" y="52989"/>
                  </a:lnTo>
                  <a:cubicBezTo>
                    <a:pt x="339315" y="60704"/>
                    <a:pt x="339030" y="68324"/>
                    <a:pt x="338363" y="76039"/>
                  </a:cubicBezTo>
                  <a:close/>
                </a:path>
              </a:pathLst>
            </a:custGeom>
            <a:solidFill>
              <a:srgbClr val="E0CA0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6343423" y="2384798"/>
              <a:ext cx="229728" cy="50835"/>
            </a:xfrm>
            <a:custGeom>
              <a:rect b="b" l="l" r="r" t="t"/>
              <a:pathLst>
                <a:path extrusionOk="0" h="74705" w="337600">
                  <a:moveTo>
                    <a:pt x="337601" y="52608"/>
                  </a:moveTo>
                  <a:cubicBezTo>
                    <a:pt x="335410" y="60037"/>
                    <a:pt x="332838" y="67371"/>
                    <a:pt x="330171" y="74706"/>
                  </a:cubicBezTo>
                  <a:lnTo>
                    <a:pt x="8036" y="22794"/>
                  </a:lnTo>
                  <a:cubicBezTo>
                    <a:pt x="-4633" y="20794"/>
                    <a:pt x="-1394" y="-1875"/>
                    <a:pt x="11274" y="125"/>
                  </a:cubicBezTo>
                  <a:cubicBezTo>
                    <a:pt x="45088" y="5554"/>
                    <a:pt x="78902" y="10983"/>
                    <a:pt x="112620" y="16413"/>
                  </a:cubicBezTo>
                  <a:lnTo>
                    <a:pt x="337601" y="52608"/>
                  </a:lnTo>
                  <a:close/>
                </a:path>
              </a:pathLst>
            </a:custGeom>
            <a:solidFill>
              <a:srgbClr val="E0CA0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6332858" y="2458558"/>
              <a:ext cx="206913" cy="46298"/>
            </a:xfrm>
            <a:custGeom>
              <a:rect b="b" l="l" r="r" t="t"/>
              <a:pathLst>
                <a:path extrusionOk="0" h="68038" w="304072">
                  <a:moveTo>
                    <a:pt x="304072" y="47369"/>
                  </a:moveTo>
                  <a:cubicBezTo>
                    <a:pt x="299120" y="54513"/>
                    <a:pt x="293976" y="61371"/>
                    <a:pt x="288642" y="68038"/>
                  </a:cubicBezTo>
                  <a:lnTo>
                    <a:pt x="8036" y="22794"/>
                  </a:lnTo>
                  <a:cubicBezTo>
                    <a:pt x="-4633" y="20794"/>
                    <a:pt x="-1394" y="-1875"/>
                    <a:pt x="11274" y="125"/>
                  </a:cubicBezTo>
                  <a:cubicBezTo>
                    <a:pt x="45088" y="5554"/>
                    <a:pt x="78902" y="10983"/>
                    <a:pt x="112620" y="16413"/>
                  </a:cubicBezTo>
                  <a:lnTo>
                    <a:pt x="303978" y="47274"/>
                  </a:lnTo>
                  <a:close/>
                </a:path>
              </a:pathLst>
            </a:custGeom>
            <a:solidFill>
              <a:srgbClr val="E0CA0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6322358" y="2532382"/>
              <a:ext cx="145922" cy="33659"/>
            </a:xfrm>
            <a:custGeom>
              <a:rect b="b" l="l" r="r" t="t"/>
              <a:pathLst>
                <a:path extrusionOk="0" h="49464" w="214442">
                  <a:moveTo>
                    <a:pt x="214442" y="32891"/>
                  </a:moveTo>
                  <a:cubicBezTo>
                    <a:pt x="201202" y="39654"/>
                    <a:pt x="187582" y="45178"/>
                    <a:pt x="173675" y="49464"/>
                  </a:cubicBezTo>
                  <a:lnTo>
                    <a:pt x="8036" y="22794"/>
                  </a:lnTo>
                  <a:cubicBezTo>
                    <a:pt x="-4633" y="20794"/>
                    <a:pt x="-1394" y="-1875"/>
                    <a:pt x="11274" y="125"/>
                  </a:cubicBezTo>
                  <a:cubicBezTo>
                    <a:pt x="45088" y="5554"/>
                    <a:pt x="78902" y="10983"/>
                    <a:pt x="112620" y="16413"/>
                  </a:cubicBezTo>
                  <a:lnTo>
                    <a:pt x="214442" y="32796"/>
                  </a:lnTo>
                  <a:close/>
                </a:path>
              </a:pathLst>
            </a:custGeom>
            <a:solidFill>
              <a:srgbClr val="E0CA0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6165711" y="2149212"/>
              <a:ext cx="373645" cy="418689"/>
            </a:xfrm>
            <a:custGeom>
              <a:rect b="b" l="l" r="r" t="t"/>
              <a:pathLst>
                <a:path extrusionOk="0" h="615289" w="549095">
                  <a:moveTo>
                    <a:pt x="17925" y="204887"/>
                  </a:moveTo>
                  <a:cubicBezTo>
                    <a:pt x="-26843" y="334713"/>
                    <a:pt x="14877" y="492637"/>
                    <a:pt x="113746" y="567694"/>
                  </a:cubicBezTo>
                  <a:cubicBezTo>
                    <a:pt x="212521" y="642751"/>
                    <a:pt x="358825" y="627511"/>
                    <a:pt x="449693" y="532738"/>
                  </a:cubicBezTo>
                  <a:cubicBezTo>
                    <a:pt x="496270" y="484065"/>
                    <a:pt x="527989" y="418057"/>
                    <a:pt x="541705" y="348524"/>
                  </a:cubicBezTo>
                  <a:cubicBezTo>
                    <a:pt x="557611" y="267562"/>
                    <a:pt x="548467" y="179455"/>
                    <a:pt x="508176" y="112780"/>
                  </a:cubicBezTo>
                  <a:cubicBezTo>
                    <a:pt x="420166" y="-32952"/>
                    <a:pt x="209853" y="-31238"/>
                    <a:pt x="95268" y="82205"/>
                  </a:cubicBezTo>
                  <a:cubicBezTo>
                    <a:pt x="61549" y="115543"/>
                    <a:pt x="34213" y="157643"/>
                    <a:pt x="18020" y="20479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6230474" y="2149212"/>
              <a:ext cx="308818" cy="418689"/>
            </a:xfrm>
            <a:custGeom>
              <a:rect b="b" l="l" r="r" t="t"/>
              <a:pathLst>
                <a:path extrusionOk="0" h="615289" w="453827">
                  <a:moveTo>
                    <a:pt x="18479" y="567694"/>
                  </a:moveTo>
                  <a:cubicBezTo>
                    <a:pt x="117253" y="642751"/>
                    <a:pt x="263557" y="627511"/>
                    <a:pt x="354425" y="532738"/>
                  </a:cubicBezTo>
                  <a:cubicBezTo>
                    <a:pt x="401002" y="484065"/>
                    <a:pt x="432721" y="418057"/>
                    <a:pt x="446437" y="348524"/>
                  </a:cubicBezTo>
                  <a:cubicBezTo>
                    <a:pt x="462343" y="267562"/>
                    <a:pt x="453200" y="179455"/>
                    <a:pt x="412909" y="112780"/>
                  </a:cubicBezTo>
                  <a:cubicBezTo>
                    <a:pt x="324898" y="-32952"/>
                    <a:pt x="114585" y="-31238"/>
                    <a:pt x="0" y="82205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6226012" y="2217042"/>
              <a:ext cx="252217" cy="282650"/>
            </a:xfrm>
            <a:custGeom>
              <a:rect b="b" l="l" r="r" t="t"/>
              <a:pathLst>
                <a:path extrusionOk="0" h="415372" w="370648">
                  <a:moveTo>
                    <a:pt x="12080" y="138258"/>
                  </a:moveTo>
                  <a:cubicBezTo>
                    <a:pt x="-18114" y="225888"/>
                    <a:pt x="10080" y="332568"/>
                    <a:pt x="76755" y="383241"/>
                  </a:cubicBezTo>
                  <a:cubicBezTo>
                    <a:pt x="143430" y="433914"/>
                    <a:pt x="242204" y="423627"/>
                    <a:pt x="303545" y="359619"/>
                  </a:cubicBezTo>
                  <a:cubicBezTo>
                    <a:pt x="334977" y="326758"/>
                    <a:pt x="356408" y="282181"/>
                    <a:pt x="365648" y="235318"/>
                  </a:cubicBezTo>
                  <a:cubicBezTo>
                    <a:pt x="376411" y="180644"/>
                    <a:pt x="370220" y="121208"/>
                    <a:pt x="342978" y="76155"/>
                  </a:cubicBezTo>
                  <a:cubicBezTo>
                    <a:pt x="283543" y="-22238"/>
                    <a:pt x="141620" y="-21095"/>
                    <a:pt x="64277" y="55486"/>
                  </a:cubicBezTo>
                  <a:cubicBezTo>
                    <a:pt x="41512" y="77965"/>
                    <a:pt x="23129" y="106444"/>
                    <a:pt x="12080" y="1382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6234233" y="2217042"/>
              <a:ext cx="225168" cy="94080"/>
            </a:xfrm>
            <a:custGeom>
              <a:rect b="b" l="l" r="r" t="t"/>
              <a:pathLst>
                <a:path extrusionOk="0" h="138257" w="330898">
                  <a:moveTo>
                    <a:pt x="330899" y="76155"/>
                  </a:moveTo>
                  <a:cubicBezTo>
                    <a:pt x="271463" y="-22238"/>
                    <a:pt x="129540" y="-21095"/>
                    <a:pt x="52197" y="55486"/>
                  </a:cubicBezTo>
                  <a:cubicBezTo>
                    <a:pt x="29432" y="77965"/>
                    <a:pt x="11049" y="106444"/>
                    <a:pt x="0" y="138258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6350124" y="1948158"/>
              <a:ext cx="1224385" cy="1844058"/>
            </a:xfrm>
            <a:custGeom>
              <a:rect b="b" l="l" r="r" t="t"/>
              <a:pathLst>
                <a:path extrusionOk="0" h="2709957" w="1799309">
                  <a:moveTo>
                    <a:pt x="1798032" y="206026"/>
                  </a:moveTo>
                  <a:cubicBezTo>
                    <a:pt x="1810605" y="91821"/>
                    <a:pt x="1728976" y="0"/>
                    <a:pt x="1614771" y="0"/>
                  </a:cubicBezTo>
                  <a:lnTo>
                    <a:pt x="504346" y="0"/>
                  </a:lnTo>
                  <a:cubicBezTo>
                    <a:pt x="388237" y="0"/>
                    <a:pt x="282700" y="94774"/>
                    <a:pt x="269651" y="210979"/>
                  </a:cubicBezTo>
                  <a:lnTo>
                    <a:pt x="1331" y="2503551"/>
                  </a:lnTo>
                  <a:cubicBezTo>
                    <a:pt x="-11527" y="2617946"/>
                    <a:pt x="70197" y="2709958"/>
                    <a:pt x="184592" y="2709958"/>
                  </a:cubicBezTo>
                  <a:lnTo>
                    <a:pt x="1299684" y="2709958"/>
                  </a:lnTo>
                  <a:cubicBezTo>
                    <a:pt x="1415984" y="2709958"/>
                    <a:pt x="1521617" y="2614898"/>
                    <a:pt x="1534380" y="2498598"/>
                  </a:cubicBezTo>
                  <a:lnTo>
                    <a:pt x="1798032" y="2060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6263077" y="1948158"/>
              <a:ext cx="1224385" cy="1844058"/>
            </a:xfrm>
            <a:custGeom>
              <a:rect b="b" l="l" r="r" t="t"/>
              <a:pathLst>
                <a:path extrusionOk="0" h="2709957" w="1799309">
                  <a:moveTo>
                    <a:pt x="1798032" y="206026"/>
                  </a:moveTo>
                  <a:cubicBezTo>
                    <a:pt x="1810605" y="91821"/>
                    <a:pt x="1728976" y="0"/>
                    <a:pt x="1614771" y="0"/>
                  </a:cubicBezTo>
                  <a:lnTo>
                    <a:pt x="504346" y="0"/>
                  </a:lnTo>
                  <a:cubicBezTo>
                    <a:pt x="388237" y="0"/>
                    <a:pt x="282700" y="94774"/>
                    <a:pt x="269650" y="210979"/>
                  </a:cubicBezTo>
                  <a:lnTo>
                    <a:pt x="1331" y="2503551"/>
                  </a:lnTo>
                  <a:cubicBezTo>
                    <a:pt x="-11527" y="2617946"/>
                    <a:pt x="70197" y="2709958"/>
                    <a:pt x="184592" y="2709958"/>
                  </a:cubicBezTo>
                  <a:lnTo>
                    <a:pt x="1299684" y="2709958"/>
                  </a:lnTo>
                  <a:cubicBezTo>
                    <a:pt x="1415984" y="2709958"/>
                    <a:pt x="1521616" y="2614898"/>
                    <a:pt x="1534380" y="2498598"/>
                  </a:cubicBezTo>
                  <a:lnTo>
                    <a:pt x="1798032" y="2060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7137045" y="1948158"/>
              <a:ext cx="350483" cy="1844058"/>
            </a:xfrm>
            <a:custGeom>
              <a:rect b="b" l="l" r="r" t="t"/>
              <a:pathLst>
                <a:path extrusionOk="0" h="2709957" w="515056">
                  <a:moveTo>
                    <a:pt x="0" y="2709958"/>
                  </a:moveTo>
                  <a:lnTo>
                    <a:pt x="15430" y="2709958"/>
                  </a:lnTo>
                  <a:cubicBezTo>
                    <a:pt x="131731" y="2709958"/>
                    <a:pt x="237363" y="2614898"/>
                    <a:pt x="250127" y="2498598"/>
                  </a:cubicBezTo>
                  <a:lnTo>
                    <a:pt x="513779" y="206026"/>
                  </a:lnTo>
                  <a:cubicBezTo>
                    <a:pt x="526352" y="91821"/>
                    <a:pt x="444722" y="0"/>
                    <a:pt x="330518" y="0"/>
                  </a:cubicBezTo>
                  <a:lnTo>
                    <a:pt x="24670" y="0"/>
                  </a:ln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6330050" y="2002149"/>
              <a:ext cx="1103077" cy="1634834"/>
            </a:xfrm>
            <a:custGeom>
              <a:rect b="b" l="l" r="r" t="t"/>
              <a:pathLst>
                <a:path extrusionOk="0" h="2402490" w="1621039">
                  <a:moveTo>
                    <a:pt x="114365" y="2402396"/>
                  </a:moveTo>
                  <a:cubicBezTo>
                    <a:pt x="43785" y="2402396"/>
                    <a:pt x="-7174" y="2344960"/>
                    <a:pt x="827" y="2274475"/>
                  </a:cubicBezTo>
                  <a:lnTo>
                    <a:pt x="250763" y="130778"/>
                  </a:lnTo>
                  <a:cubicBezTo>
                    <a:pt x="254668" y="95917"/>
                    <a:pt x="272004" y="63151"/>
                    <a:pt x="299531" y="38386"/>
                  </a:cubicBezTo>
                  <a:cubicBezTo>
                    <a:pt x="327058" y="13621"/>
                    <a:pt x="361443" y="0"/>
                    <a:pt x="396210" y="0"/>
                  </a:cubicBezTo>
                  <a:lnTo>
                    <a:pt x="1506634" y="0"/>
                  </a:lnTo>
                  <a:cubicBezTo>
                    <a:pt x="1577024" y="0"/>
                    <a:pt x="1627982" y="57245"/>
                    <a:pt x="1620267" y="127730"/>
                  </a:cubicBezTo>
                  <a:lnTo>
                    <a:pt x="1374999" y="2271427"/>
                  </a:lnTo>
                  <a:cubicBezTo>
                    <a:pt x="1371189" y="2306288"/>
                    <a:pt x="1353853" y="2339150"/>
                    <a:pt x="1326326" y="2364010"/>
                  </a:cubicBezTo>
                  <a:cubicBezTo>
                    <a:pt x="1298799" y="2388870"/>
                    <a:pt x="1264413" y="2402491"/>
                    <a:pt x="1229552" y="2402491"/>
                  </a:cubicBezTo>
                  <a:lnTo>
                    <a:pt x="114460" y="24024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" name="Google Shape;192;p18"/>
            <p:cNvGrpSpPr/>
            <p:nvPr/>
          </p:nvGrpSpPr>
          <p:grpSpPr>
            <a:xfrm>
              <a:off x="6942801" y="2032223"/>
              <a:ext cx="126093" cy="21648"/>
              <a:chOff x="8053113" y="1148333"/>
              <a:chExt cx="185301" cy="31813"/>
            </a:xfrm>
          </p:grpSpPr>
          <p:sp>
            <p:nvSpPr>
              <p:cNvPr id="193" name="Google Shape;193;p18"/>
              <p:cNvSpPr/>
              <p:nvPr/>
            </p:nvSpPr>
            <p:spPr>
              <a:xfrm>
                <a:off x="8053113" y="1148333"/>
                <a:ext cx="30963" cy="31718"/>
              </a:xfrm>
              <a:custGeom>
                <a:rect b="b" l="l" r="r" t="t"/>
                <a:pathLst>
                  <a:path extrusionOk="0" h="31718" w="30963">
                    <a:moveTo>
                      <a:pt x="17418" y="0"/>
                    </a:moveTo>
                    <a:cubicBezTo>
                      <a:pt x="-2965" y="0"/>
                      <a:pt x="-6966" y="31718"/>
                      <a:pt x="13513" y="31718"/>
                    </a:cubicBezTo>
                    <a:cubicBezTo>
                      <a:pt x="33992" y="31718"/>
                      <a:pt x="37897" y="0"/>
                      <a:pt x="1741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8"/>
              <p:cNvSpPr/>
              <p:nvPr/>
            </p:nvSpPr>
            <p:spPr>
              <a:xfrm>
                <a:off x="8101245" y="1148333"/>
                <a:ext cx="137169" cy="31813"/>
              </a:xfrm>
              <a:custGeom>
                <a:rect b="b" l="l" r="r" t="t"/>
                <a:pathLst>
                  <a:path extrusionOk="0" h="31813" w="137169">
                    <a:moveTo>
                      <a:pt x="123211" y="0"/>
                    </a:moveTo>
                    <a:lnTo>
                      <a:pt x="17864" y="0"/>
                    </a:lnTo>
                    <a:cubicBezTo>
                      <a:pt x="9578" y="0"/>
                      <a:pt x="719" y="7334"/>
                      <a:pt x="53" y="15907"/>
                    </a:cubicBezTo>
                    <a:cubicBezTo>
                      <a:pt x="-614" y="24479"/>
                      <a:pt x="5101" y="31814"/>
                      <a:pt x="13959" y="31814"/>
                    </a:cubicBezTo>
                    <a:lnTo>
                      <a:pt x="119305" y="31814"/>
                    </a:lnTo>
                    <a:cubicBezTo>
                      <a:pt x="127592" y="31814"/>
                      <a:pt x="136450" y="24479"/>
                      <a:pt x="137117" y="15907"/>
                    </a:cubicBezTo>
                    <a:cubicBezTo>
                      <a:pt x="137784" y="7334"/>
                      <a:pt x="132069" y="0"/>
                      <a:pt x="1232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5" name="Google Shape;195;p18"/>
            <p:cNvSpPr/>
            <p:nvPr/>
          </p:nvSpPr>
          <p:spPr>
            <a:xfrm>
              <a:off x="5580847" y="2092729"/>
              <a:ext cx="2562115" cy="1504377"/>
            </a:xfrm>
            <a:custGeom>
              <a:rect b="b" l="l" r="r" t="t"/>
              <a:pathLst>
                <a:path extrusionOk="0" h="2210775" w="3765186">
                  <a:moveTo>
                    <a:pt x="3718156" y="1190"/>
                  </a:moveTo>
                  <a:lnTo>
                    <a:pt x="3283625" y="117585"/>
                  </a:lnTo>
                  <a:cubicBezTo>
                    <a:pt x="3255907" y="125015"/>
                    <a:pt x="3246668" y="159591"/>
                    <a:pt x="3266956" y="179879"/>
                  </a:cubicBezTo>
                  <a:lnTo>
                    <a:pt x="3333536" y="246459"/>
                  </a:lnTo>
                  <a:cubicBezTo>
                    <a:pt x="3348109" y="261032"/>
                    <a:pt x="3348109" y="284559"/>
                    <a:pt x="3333536" y="299132"/>
                  </a:cubicBezTo>
                  <a:lnTo>
                    <a:pt x="3011972" y="620696"/>
                  </a:lnTo>
                  <a:cubicBezTo>
                    <a:pt x="2997399" y="635269"/>
                    <a:pt x="2973872" y="635269"/>
                    <a:pt x="2959299" y="620696"/>
                  </a:cubicBezTo>
                  <a:lnTo>
                    <a:pt x="2623923" y="285321"/>
                  </a:lnTo>
                  <a:cubicBezTo>
                    <a:pt x="2609350" y="270747"/>
                    <a:pt x="2585823" y="270747"/>
                    <a:pt x="2571250" y="285321"/>
                  </a:cubicBezTo>
                  <a:lnTo>
                    <a:pt x="1463969" y="1392602"/>
                  </a:lnTo>
                  <a:cubicBezTo>
                    <a:pt x="1449396" y="1407175"/>
                    <a:pt x="1425869" y="1407175"/>
                    <a:pt x="1411296" y="1392602"/>
                  </a:cubicBezTo>
                  <a:lnTo>
                    <a:pt x="1074873" y="1056179"/>
                  </a:lnTo>
                  <a:cubicBezTo>
                    <a:pt x="1060299" y="1041606"/>
                    <a:pt x="1036773" y="1041606"/>
                    <a:pt x="1022199" y="1056179"/>
                  </a:cubicBezTo>
                  <a:lnTo>
                    <a:pt x="10930" y="2067448"/>
                  </a:lnTo>
                  <a:cubicBezTo>
                    <a:pt x="-3643" y="2082022"/>
                    <a:pt x="-3643" y="2105548"/>
                    <a:pt x="10930" y="2120122"/>
                  </a:cubicBezTo>
                  <a:lnTo>
                    <a:pt x="90654" y="2199846"/>
                  </a:lnTo>
                  <a:cubicBezTo>
                    <a:pt x="105228" y="2214419"/>
                    <a:pt x="128754" y="2214419"/>
                    <a:pt x="143328" y="2199846"/>
                  </a:cubicBezTo>
                  <a:lnTo>
                    <a:pt x="1022199" y="1320974"/>
                  </a:lnTo>
                  <a:cubicBezTo>
                    <a:pt x="1036773" y="1306401"/>
                    <a:pt x="1060299" y="1306401"/>
                    <a:pt x="1074873" y="1320974"/>
                  </a:cubicBezTo>
                  <a:lnTo>
                    <a:pt x="1411296" y="1657397"/>
                  </a:lnTo>
                  <a:cubicBezTo>
                    <a:pt x="1425869" y="1671970"/>
                    <a:pt x="1449396" y="1671970"/>
                    <a:pt x="1463969" y="1657397"/>
                  </a:cubicBezTo>
                  <a:lnTo>
                    <a:pt x="2571250" y="550116"/>
                  </a:lnTo>
                  <a:cubicBezTo>
                    <a:pt x="2585823" y="535542"/>
                    <a:pt x="2609350" y="535542"/>
                    <a:pt x="2623923" y="550116"/>
                  </a:cubicBezTo>
                  <a:lnTo>
                    <a:pt x="2959299" y="885491"/>
                  </a:lnTo>
                  <a:cubicBezTo>
                    <a:pt x="2973872" y="900064"/>
                    <a:pt x="2997399" y="900064"/>
                    <a:pt x="3011972" y="885491"/>
                  </a:cubicBezTo>
                  <a:lnTo>
                    <a:pt x="3465933" y="431529"/>
                  </a:lnTo>
                  <a:cubicBezTo>
                    <a:pt x="3480507" y="416956"/>
                    <a:pt x="3504033" y="416956"/>
                    <a:pt x="3518607" y="431529"/>
                  </a:cubicBezTo>
                  <a:lnTo>
                    <a:pt x="3585186" y="498109"/>
                  </a:lnTo>
                  <a:cubicBezTo>
                    <a:pt x="3605475" y="518397"/>
                    <a:pt x="3640050" y="509063"/>
                    <a:pt x="3647480" y="481440"/>
                  </a:cubicBezTo>
                  <a:lnTo>
                    <a:pt x="3763875" y="46910"/>
                  </a:lnTo>
                  <a:cubicBezTo>
                    <a:pt x="3771305" y="19192"/>
                    <a:pt x="3745968" y="-6049"/>
                    <a:pt x="3718251" y="128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7908540" y="2319808"/>
              <a:ext cx="70324" cy="70324"/>
            </a:xfrm>
            <a:custGeom>
              <a:rect b="b" l="l" r="r" t="t"/>
              <a:pathLst>
                <a:path extrusionOk="0" h="103346" w="103346">
                  <a:moveTo>
                    <a:pt x="103346" y="103346"/>
                  </a:moveTo>
                  <a:lnTo>
                    <a:pt x="0" y="0"/>
                  </a:ln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6824327" y="1993489"/>
              <a:ext cx="565427" cy="565341"/>
            </a:xfrm>
            <a:custGeom>
              <a:rect b="b" l="l" r="r" t="t"/>
              <a:pathLst>
                <a:path extrusionOk="0" h="830804" w="830930">
                  <a:moveTo>
                    <a:pt x="475083" y="128455"/>
                  </a:moveTo>
                  <a:lnTo>
                    <a:pt x="522613" y="175985"/>
                  </a:lnTo>
                  <a:cubicBezTo>
                    <a:pt x="532995" y="186367"/>
                    <a:pt x="532995" y="203226"/>
                    <a:pt x="522613" y="213609"/>
                  </a:cubicBezTo>
                  <a:lnTo>
                    <a:pt x="3215" y="733007"/>
                  </a:lnTo>
                  <a:cubicBezTo>
                    <a:pt x="-1072" y="737293"/>
                    <a:pt x="-1072" y="744246"/>
                    <a:pt x="3215" y="748533"/>
                  </a:cubicBezTo>
                  <a:lnTo>
                    <a:pt x="82272" y="827590"/>
                  </a:lnTo>
                  <a:cubicBezTo>
                    <a:pt x="86559" y="831876"/>
                    <a:pt x="93512" y="831876"/>
                    <a:pt x="97798" y="827590"/>
                  </a:cubicBezTo>
                  <a:lnTo>
                    <a:pt x="617196" y="308192"/>
                  </a:lnTo>
                  <a:cubicBezTo>
                    <a:pt x="627578" y="297810"/>
                    <a:pt x="644437" y="297810"/>
                    <a:pt x="654820" y="308192"/>
                  </a:cubicBezTo>
                  <a:lnTo>
                    <a:pt x="702349" y="355722"/>
                  </a:lnTo>
                  <a:cubicBezTo>
                    <a:pt x="716828" y="370200"/>
                    <a:pt x="741497" y="363532"/>
                    <a:pt x="746831" y="343815"/>
                  </a:cubicBezTo>
                  <a:lnTo>
                    <a:pt x="829985" y="33491"/>
                  </a:lnTo>
                  <a:cubicBezTo>
                    <a:pt x="835319" y="13774"/>
                    <a:pt x="817221" y="-4323"/>
                    <a:pt x="797409" y="915"/>
                  </a:cubicBezTo>
                  <a:lnTo>
                    <a:pt x="487085" y="84069"/>
                  </a:lnTo>
                  <a:cubicBezTo>
                    <a:pt x="467273" y="89403"/>
                    <a:pt x="460700" y="114072"/>
                    <a:pt x="475178" y="1285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7222341" y="2155631"/>
              <a:ext cx="50231" cy="50231"/>
            </a:xfrm>
            <a:custGeom>
              <a:rect b="b" l="l" r="r" t="t"/>
              <a:pathLst>
                <a:path extrusionOk="0" h="73818" w="73818">
                  <a:moveTo>
                    <a:pt x="73819" y="73819"/>
                  </a:moveTo>
                  <a:lnTo>
                    <a:pt x="0" y="0"/>
                  </a:ln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7335087" y="2466902"/>
              <a:ext cx="674215" cy="674148"/>
            </a:xfrm>
            <a:custGeom>
              <a:rect b="b" l="l" r="r" t="t"/>
              <a:pathLst>
                <a:path extrusionOk="0" h="990702" w="990801">
                  <a:moveTo>
                    <a:pt x="566499" y="153217"/>
                  </a:moveTo>
                  <a:lnTo>
                    <a:pt x="623173" y="209891"/>
                  </a:lnTo>
                  <a:cubicBezTo>
                    <a:pt x="635555" y="222273"/>
                    <a:pt x="635555" y="242371"/>
                    <a:pt x="623173" y="254753"/>
                  </a:cubicBezTo>
                  <a:lnTo>
                    <a:pt x="3858" y="874069"/>
                  </a:lnTo>
                  <a:cubicBezTo>
                    <a:pt x="-1286" y="879212"/>
                    <a:pt x="-1286" y="887404"/>
                    <a:pt x="3858" y="892547"/>
                  </a:cubicBezTo>
                  <a:lnTo>
                    <a:pt x="98155" y="986845"/>
                  </a:lnTo>
                  <a:cubicBezTo>
                    <a:pt x="103299" y="991988"/>
                    <a:pt x="111490" y="991988"/>
                    <a:pt x="116634" y="986845"/>
                  </a:cubicBezTo>
                  <a:lnTo>
                    <a:pt x="735949" y="367529"/>
                  </a:lnTo>
                  <a:cubicBezTo>
                    <a:pt x="748332" y="355147"/>
                    <a:pt x="768429" y="355147"/>
                    <a:pt x="780812" y="367529"/>
                  </a:cubicBezTo>
                  <a:lnTo>
                    <a:pt x="837486" y="424203"/>
                  </a:lnTo>
                  <a:cubicBezTo>
                    <a:pt x="854726" y="441443"/>
                    <a:pt x="884158" y="433537"/>
                    <a:pt x="890540" y="410011"/>
                  </a:cubicBezTo>
                  <a:lnTo>
                    <a:pt x="989695" y="39964"/>
                  </a:lnTo>
                  <a:cubicBezTo>
                    <a:pt x="995982" y="16438"/>
                    <a:pt x="974455" y="-5184"/>
                    <a:pt x="950833" y="1102"/>
                  </a:cubicBezTo>
                  <a:lnTo>
                    <a:pt x="580787" y="100258"/>
                  </a:lnTo>
                  <a:cubicBezTo>
                    <a:pt x="557260" y="106544"/>
                    <a:pt x="549354" y="136072"/>
                    <a:pt x="566595" y="1533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7809697" y="2660283"/>
              <a:ext cx="59889" cy="59889"/>
            </a:xfrm>
            <a:custGeom>
              <a:rect b="b" l="l" r="r" t="t"/>
              <a:pathLst>
                <a:path extrusionOk="0" h="88010" w="88011">
                  <a:moveTo>
                    <a:pt x="88011" y="88011"/>
                  </a:moveTo>
                  <a:lnTo>
                    <a:pt x="0" y="0"/>
                  </a:ln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5565599" y="3550382"/>
              <a:ext cx="484688" cy="248251"/>
            </a:xfrm>
            <a:custGeom>
              <a:rect b="b" l="l" r="r" t="t"/>
              <a:pathLst>
                <a:path extrusionOk="0" h="364820" w="712279">
                  <a:moveTo>
                    <a:pt x="356711" y="364820"/>
                  </a:moveTo>
                  <a:cubicBezTo>
                    <a:pt x="372713" y="364725"/>
                    <a:pt x="388620" y="364153"/>
                    <a:pt x="404432" y="363201"/>
                  </a:cubicBezTo>
                  <a:cubicBezTo>
                    <a:pt x="413290" y="362725"/>
                    <a:pt x="422053" y="362058"/>
                    <a:pt x="430721" y="361296"/>
                  </a:cubicBezTo>
                  <a:cubicBezTo>
                    <a:pt x="465296" y="358248"/>
                    <a:pt x="498824" y="353200"/>
                    <a:pt x="529780" y="346151"/>
                  </a:cubicBezTo>
                  <a:cubicBezTo>
                    <a:pt x="538734" y="344151"/>
                    <a:pt x="547402" y="341865"/>
                    <a:pt x="555879" y="339579"/>
                  </a:cubicBezTo>
                  <a:cubicBezTo>
                    <a:pt x="564547" y="337198"/>
                    <a:pt x="573024" y="334531"/>
                    <a:pt x="581216" y="331864"/>
                  </a:cubicBezTo>
                  <a:cubicBezTo>
                    <a:pt x="610267" y="322053"/>
                    <a:pt x="634842" y="310051"/>
                    <a:pt x="654463" y="296621"/>
                  </a:cubicBezTo>
                  <a:cubicBezTo>
                    <a:pt x="664369" y="289858"/>
                    <a:pt x="673037" y="282715"/>
                    <a:pt x="680276" y="275381"/>
                  </a:cubicBezTo>
                  <a:cubicBezTo>
                    <a:pt x="697611" y="258045"/>
                    <a:pt x="707898" y="239185"/>
                    <a:pt x="710375" y="220040"/>
                  </a:cubicBezTo>
                  <a:lnTo>
                    <a:pt x="710375" y="220040"/>
                  </a:lnTo>
                  <a:cubicBezTo>
                    <a:pt x="710375" y="220040"/>
                    <a:pt x="710375" y="219469"/>
                    <a:pt x="710375" y="219469"/>
                  </a:cubicBezTo>
                  <a:cubicBezTo>
                    <a:pt x="710946" y="214611"/>
                    <a:pt x="711994" y="156794"/>
                    <a:pt x="711613" y="151841"/>
                  </a:cubicBezTo>
                  <a:lnTo>
                    <a:pt x="712280" y="116218"/>
                  </a:lnTo>
                  <a:lnTo>
                    <a:pt x="698945" y="116218"/>
                  </a:lnTo>
                  <a:cubicBezTo>
                    <a:pt x="693992" y="108312"/>
                    <a:pt x="687515" y="100597"/>
                    <a:pt x="679513" y="93167"/>
                  </a:cubicBezTo>
                  <a:cubicBezTo>
                    <a:pt x="611600" y="29826"/>
                    <a:pt x="439769" y="-9798"/>
                    <a:pt x="285083" y="2108"/>
                  </a:cubicBezTo>
                  <a:cubicBezTo>
                    <a:pt x="228886" y="6490"/>
                    <a:pt x="176498" y="17539"/>
                    <a:pt x="132874" y="33160"/>
                  </a:cubicBezTo>
                  <a:cubicBezTo>
                    <a:pt x="77724" y="52781"/>
                    <a:pt x="37814" y="81547"/>
                    <a:pt x="17145" y="113265"/>
                  </a:cubicBezTo>
                  <a:lnTo>
                    <a:pt x="1905" y="113265"/>
                  </a:lnTo>
                  <a:cubicBezTo>
                    <a:pt x="1905" y="113265"/>
                    <a:pt x="0" y="216802"/>
                    <a:pt x="0" y="216802"/>
                  </a:cubicBezTo>
                  <a:lnTo>
                    <a:pt x="0" y="216802"/>
                  </a:lnTo>
                  <a:cubicBezTo>
                    <a:pt x="95" y="237281"/>
                    <a:pt x="8573" y="257759"/>
                    <a:pt x="26194" y="276524"/>
                  </a:cubicBezTo>
                  <a:cubicBezTo>
                    <a:pt x="33433" y="284334"/>
                    <a:pt x="42291" y="291859"/>
                    <a:pt x="52769" y="298907"/>
                  </a:cubicBezTo>
                  <a:cubicBezTo>
                    <a:pt x="64675" y="307099"/>
                    <a:pt x="78867" y="314814"/>
                    <a:pt x="95250" y="321862"/>
                  </a:cubicBezTo>
                  <a:cubicBezTo>
                    <a:pt x="112681" y="329387"/>
                    <a:pt x="132017" y="335864"/>
                    <a:pt x="152781" y="341389"/>
                  </a:cubicBezTo>
                  <a:cubicBezTo>
                    <a:pt x="161354" y="343675"/>
                    <a:pt x="170212" y="345770"/>
                    <a:pt x="179165" y="347675"/>
                  </a:cubicBezTo>
                  <a:cubicBezTo>
                    <a:pt x="210503" y="354533"/>
                    <a:pt x="244221" y="359296"/>
                    <a:pt x="278702" y="361963"/>
                  </a:cubicBezTo>
                  <a:cubicBezTo>
                    <a:pt x="287465" y="362629"/>
                    <a:pt x="296132" y="363201"/>
                    <a:pt x="304991" y="363677"/>
                  </a:cubicBezTo>
                  <a:cubicBezTo>
                    <a:pt x="322231" y="364534"/>
                    <a:pt x="339376" y="364915"/>
                    <a:pt x="356426" y="3647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5667747" y="3661982"/>
              <a:ext cx="19898" cy="124984"/>
            </a:xfrm>
            <a:custGeom>
              <a:rect b="b" l="l" r="r" t="t"/>
              <a:pathLst>
                <a:path extrusionOk="0" h="183671" w="29242">
                  <a:moveTo>
                    <a:pt x="29243" y="183672"/>
                  </a:moveTo>
                  <a:lnTo>
                    <a:pt x="26195" y="5744"/>
                  </a:lnTo>
                  <a:cubicBezTo>
                    <a:pt x="26099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2858" y="177385"/>
                  </a:lnTo>
                  <a:cubicBezTo>
                    <a:pt x="11431" y="179671"/>
                    <a:pt x="20289" y="181767"/>
                    <a:pt x="29243" y="1836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5753174" y="3663538"/>
              <a:ext cx="20093" cy="134317"/>
            </a:xfrm>
            <a:custGeom>
              <a:rect b="b" l="l" r="r" t="t"/>
              <a:pathLst>
                <a:path extrusionOk="0" h="197387" w="29528">
                  <a:moveTo>
                    <a:pt x="29529" y="197388"/>
                  </a:moveTo>
                  <a:lnTo>
                    <a:pt x="26195" y="5745"/>
                  </a:lnTo>
                  <a:cubicBezTo>
                    <a:pt x="26100" y="-1590"/>
                    <a:pt x="-189" y="-2066"/>
                    <a:pt x="1" y="5268"/>
                  </a:cubicBezTo>
                  <a:cubicBezTo>
                    <a:pt x="287" y="24890"/>
                    <a:pt x="668" y="44512"/>
                    <a:pt x="954" y="64038"/>
                  </a:cubicBezTo>
                  <a:lnTo>
                    <a:pt x="3239" y="195673"/>
                  </a:lnTo>
                  <a:cubicBezTo>
                    <a:pt x="12003" y="196340"/>
                    <a:pt x="20670" y="196912"/>
                    <a:pt x="29529" y="19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5838664" y="3665223"/>
              <a:ext cx="20028" cy="132373"/>
            </a:xfrm>
            <a:custGeom>
              <a:rect b="b" l="l" r="r" t="t"/>
              <a:pathLst>
                <a:path extrusionOk="0" h="194530" w="29433">
                  <a:moveTo>
                    <a:pt x="3144" y="194435"/>
                  </a:moveTo>
                  <a:cubicBezTo>
                    <a:pt x="12003" y="193959"/>
                    <a:pt x="20765" y="193292"/>
                    <a:pt x="29433" y="192530"/>
                  </a:cubicBezTo>
                  <a:lnTo>
                    <a:pt x="26195" y="5744"/>
                  </a:lnTo>
                  <a:cubicBezTo>
                    <a:pt x="26099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3144" y="1945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5924156" y="3666843"/>
              <a:ext cx="19705" cy="119085"/>
            </a:xfrm>
            <a:custGeom>
              <a:rect b="b" l="l" r="r" t="t"/>
              <a:pathLst>
                <a:path extrusionOk="0" h="175003" w="28957">
                  <a:moveTo>
                    <a:pt x="2858" y="175004"/>
                  </a:moveTo>
                  <a:cubicBezTo>
                    <a:pt x="11812" y="173004"/>
                    <a:pt x="20480" y="170718"/>
                    <a:pt x="28957" y="168432"/>
                  </a:cubicBezTo>
                  <a:lnTo>
                    <a:pt x="26195" y="5744"/>
                  </a:lnTo>
                  <a:cubicBezTo>
                    <a:pt x="26099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2858" y="1750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6009518" y="3668399"/>
              <a:ext cx="18926" cy="83761"/>
            </a:xfrm>
            <a:custGeom>
              <a:rect b="b" l="l" r="r" t="t"/>
              <a:pathLst>
                <a:path extrusionOk="0" h="123092" w="27813">
                  <a:moveTo>
                    <a:pt x="2001" y="123093"/>
                  </a:moveTo>
                  <a:cubicBezTo>
                    <a:pt x="11907" y="116330"/>
                    <a:pt x="20575" y="109186"/>
                    <a:pt x="27814" y="101852"/>
                  </a:cubicBez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7" y="24890"/>
                    <a:pt x="668" y="44512"/>
                    <a:pt x="953" y="64038"/>
                  </a:cubicBezTo>
                  <a:lnTo>
                    <a:pt x="1906" y="1230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5567021" y="3518233"/>
              <a:ext cx="483637" cy="212229"/>
            </a:xfrm>
            <a:custGeom>
              <a:rect b="b" l="l" r="r" t="t"/>
              <a:pathLst>
                <a:path extrusionOk="0" h="311883" w="710735">
                  <a:moveTo>
                    <a:pt x="284041" y="2108"/>
                  </a:moveTo>
                  <a:cubicBezTo>
                    <a:pt x="438727" y="-9798"/>
                    <a:pt x="610558" y="29826"/>
                    <a:pt x="678471" y="93167"/>
                  </a:cubicBezTo>
                  <a:cubicBezTo>
                    <a:pt x="746384" y="156509"/>
                    <a:pt x="703903" y="237376"/>
                    <a:pt x="580935" y="278905"/>
                  </a:cubicBezTo>
                  <a:cubicBezTo>
                    <a:pt x="517784" y="300241"/>
                    <a:pt x="437489" y="311290"/>
                    <a:pt x="356431" y="311861"/>
                  </a:cubicBezTo>
                  <a:cubicBezTo>
                    <a:pt x="261943" y="312528"/>
                    <a:pt x="163740" y="298336"/>
                    <a:pt x="95255" y="268904"/>
                  </a:cubicBezTo>
                  <a:cubicBezTo>
                    <a:pt x="-54668" y="204419"/>
                    <a:pt x="-16378" y="86119"/>
                    <a:pt x="131831" y="33160"/>
                  </a:cubicBezTo>
                  <a:cubicBezTo>
                    <a:pt x="175456" y="17539"/>
                    <a:pt x="227748" y="6490"/>
                    <a:pt x="284041" y="21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5567080" y="3598483"/>
              <a:ext cx="483573" cy="131979"/>
            </a:xfrm>
            <a:custGeom>
              <a:rect b="b" l="l" r="r" t="t"/>
              <a:pathLst>
                <a:path extrusionOk="0" h="193951" w="710640">
                  <a:moveTo>
                    <a:pt x="698864" y="0"/>
                  </a:moveTo>
                  <a:cubicBezTo>
                    <a:pt x="734297" y="58388"/>
                    <a:pt x="688291" y="124778"/>
                    <a:pt x="580849" y="160972"/>
                  </a:cubicBezTo>
                  <a:cubicBezTo>
                    <a:pt x="517698" y="182309"/>
                    <a:pt x="437403" y="193358"/>
                    <a:pt x="356345" y="193929"/>
                  </a:cubicBezTo>
                  <a:cubicBezTo>
                    <a:pt x="261857" y="194596"/>
                    <a:pt x="163654" y="180404"/>
                    <a:pt x="95169" y="150971"/>
                  </a:cubicBezTo>
                  <a:cubicBezTo>
                    <a:pt x="3729" y="111633"/>
                    <a:pt x="-17607" y="52292"/>
                    <a:pt x="13254" y="0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5645726" y="3552783"/>
              <a:ext cx="326467" cy="143259"/>
            </a:xfrm>
            <a:custGeom>
              <a:rect b="b" l="l" r="r" t="t"/>
              <a:pathLst>
                <a:path extrusionOk="0" h="210528" w="479763">
                  <a:moveTo>
                    <a:pt x="191619" y="1438"/>
                  </a:moveTo>
                  <a:cubicBezTo>
                    <a:pt x="296109" y="-6659"/>
                    <a:pt x="412028" y="20202"/>
                    <a:pt x="457938" y="62874"/>
                  </a:cubicBezTo>
                  <a:cubicBezTo>
                    <a:pt x="503849" y="105641"/>
                    <a:pt x="475178" y="160220"/>
                    <a:pt x="392120" y="188223"/>
                  </a:cubicBezTo>
                  <a:cubicBezTo>
                    <a:pt x="349544" y="202606"/>
                    <a:pt x="295251" y="210130"/>
                    <a:pt x="240578" y="210511"/>
                  </a:cubicBezTo>
                  <a:cubicBezTo>
                    <a:pt x="176760" y="210988"/>
                    <a:pt x="110561" y="201367"/>
                    <a:pt x="64270" y="181460"/>
                  </a:cubicBezTo>
                  <a:cubicBezTo>
                    <a:pt x="-36885" y="137931"/>
                    <a:pt x="-11073" y="58016"/>
                    <a:pt x="89035" y="22297"/>
                  </a:cubicBezTo>
                  <a:cubicBezTo>
                    <a:pt x="118467" y="11820"/>
                    <a:pt x="153805" y="4295"/>
                    <a:pt x="191810" y="1342"/>
                  </a:cubicBezTo>
                  <a:close/>
                </a:path>
              </a:pathLst>
            </a:custGeom>
            <a:solidFill>
              <a:srgbClr val="F5BD2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5645695" y="3552939"/>
              <a:ext cx="160562" cy="98368"/>
            </a:xfrm>
            <a:custGeom>
              <a:rect b="b" l="l" r="r" t="t"/>
              <a:pathLst>
                <a:path extrusionOk="0" h="144558" w="235956">
                  <a:moveTo>
                    <a:pt x="12500" y="144558"/>
                  </a:moveTo>
                  <a:cubicBezTo>
                    <a:pt x="-20076" y="101791"/>
                    <a:pt x="12976" y="49308"/>
                    <a:pt x="88890" y="22162"/>
                  </a:cubicBezTo>
                  <a:cubicBezTo>
                    <a:pt x="118322" y="11685"/>
                    <a:pt x="153660" y="4160"/>
                    <a:pt x="191665" y="1207"/>
                  </a:cubicBezTo>
                  <a:cubicBezTo>
                    <a:pt x="206238" y="64"/>
                    <a:pt x="221097" y="-126"/>
                    <a:pt x="235956" y="64"/>
                  </a:cubicBezTo>
                </a:path>
              </a:pathLst>
            </a:custGeom>
            <a:noFill/>
            <a:ln cap="rnd" cmpd="sng" w="14275">
              <a:solidFill>
                <a:srgbClr val="0000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5701387" y="3594508"/>
              <a:ext cx="215121" cy="60183"/>
            </a:xfrm>
            <a:custGeom>
              <a:rect b="b" l="l" r="r" t="t"/>
              <a:pathLst>
                <a:path extrusionOk="0" h="88443" w="316134">
                  <a:moveTo>
                    <a:pt x="221647" y="32"/>
                  </a:moveTo>
                  <a:cubicBezTo>
                    <a:pt x="236791" y="1651"/>
                    <a:pt x="249460" y="4509"/>
                    <a:pt x="259747" y="8890"/>
                  </a:cubicBezTo>
                  <a:cubicBezTo>
                    <a:pt x="270034" y="13177"/>
                    <a:pt x="277844" y="18606"/>
                    <a:pt x="283083" y="25178"/>
                  </a:cubicBezTo>
                  <a:cubicBezTo>
                    <a:pt x="288322" y="31750"/>
                    <a:pt x="290798" y="38989"/>
                    <a:pt x="290703" y="47181"/>
                  </a:cubicBezTo>
                  <a:cubicBezTo>
                    <a:pt x="290513" y="56801"/>
                    <a:pt x="286893" y="64707"/>
                    <a:pt x="279845" y="70803"/>
                  </a:cubicBezTo>
                  <a:cubicBezTo>
                    <a:pt x="272796" y="76899"/>
                    <a:pt x="263366" y="81471"/>
                    <a:pt x="251746" y="84424"/>
                  </a:cubicBezTo>
                  <a:cubicBezTo>
                    <a:pt x="240030" y="87376"/>
                    <a:pt x="226886" y="88615"/>
                    <a:pt x="212217" y="88424"/>
                  </a:cubicBezTo>
                  <a:cubicBezTo>
                    <a:pt x="198596" y="88138"/>
                    <a:pt x="187262" y="86710"/>
                    <a:pt x="178308" y="84138"/>
                  </a:cubicBezTo>
                  <a:cubicBezTo>
                    <a:pt x="169354" y="81566"/>
                    <a:pt x="161925" y="78137"/>
                    <a:pt x="156210" y="74041"/>
                  </a:cubicBezTo>
                  <a:cubicBezTo>
                    <a:pt x="150495" y="69946"/>
                    <a:pt x="145732" y="65564"/>
                    <a:pt x="142113" y="60802"/>
                  </a:cubicBezTo>
                  <a:cubicBezTo>
                    <a:pt x="138494" y="56039"/>
                    <a:pt x="135064" y="51467"/>
                    <a:pt x="131921" y="46990"/>
                  </a:cubicBezTo>
                  <a:cubicBezTo>
                    <a:pt x="129540" y="43657"/>
                    <a:pt x="126968" y="40704"/>
                    <a:pt x="124301" y="37942"/>
                  </a:cubicBezTo>
                  <a:cubicBezTo>
                    <a:pt x="121634" y="35179"/>
                    <a:pt x="118586" y="32989"/>
                    <a:pt x="115157" y="31370"/>
                  </a:cubicBezTo>
                  <a:cubicBezTo>
                    <a:pt x="111728" y="29750"/>
                    <a:pt x="107252" y="28893"/>
                    <a:pt x="101822" y="28798"/>
                  </a:cubicBezTo>
                  <a:cubicBezTo>
                    <a:pt x="96869" y="28798"/>
                    <a:pt x="92488" y="29274"/>
                    <a:pt x="88773" y="30607"/>
                  </a:cubicBezTo>
                  <a:cubicBezTo>
                    <a:pt x="85058" y="31846"/>
                    <a:pt x="82105" y="33560"/>
                    <a:pt x="80105" y="35751"/>
                  </a:cubicBezTo>
                  <a:cubicBezTo>
                    <a:pt x="78105" y="37846"/>
                    <a:pt x="77057" y="40228"/>
                    <a:pt x="76962" y="42799"/>
                  </a:cubicBezTo>
                  <a:cubicBezTo>
                    <a:pt x="76962" y="44895"/>
                    <a:pt x="77724" y="46990"/>
                    <a:pt x="79248" y="49086"/>
                  </a:cubicBezTo>
                  <a:cubicBezTo>
                    <a:pt x="80867" y="51181"/>
                    <a:pt x="83344" y="53087"/>
                    <a:pt x="86773" y="54706"/>
                  </a:cubicBezTo>
                  <a:cubicBezTo>
                    <a:pt x="90202" y="56325"/>
                    <a:pt x="94679" y="57373"/>
                    <a:pt x="100108" y="57849"/>
                  </a:cubicBezTo>
                  <a:lnTo>
                    <a:pt x="89249" y="83566"/>
                  </a:lnTo>
                  <a:cubicBezTo>
                    <a:pt x="75152" y="81757"/>
                    <a:pt x="63341" y="78899"/>
                    <a:pt x="53912" y="74994"/>
                  </a:cubicBezTo>
                  <a:cubicBezTo>
                    <a:pt x="44482" y="71089"/>
                    <a:pt x="37243" y="66231"/>
                    <a:pt x="32480" y="60421"/>
                  </a:cubicBezTo>
                  <a:cubicBezTo>
                    <a:pt x="27622" y="54610"/>
                    <a:pt x="25241" y="48038"/>
                    <a:pt x="25432" y="40704"/>
                  </a:cubicBezTo>
                  <a:cubicBezTo>
                    <a:pt x="25622" y="32608"/>
                    <a:pt x="28670" y="25464"/>
                    <a:pt x="34576" y="19273"/>
                  </a:cubicBezTo>
                  <a:cubicBezTo>
                    <a:pt x="40481" y="13081"/>
                    <a:pt x="49244" y="8319"/>
                    <a:pt x="60674" y="4795"/>
                  </a:cubicBezTo>
                  <a:cubicBezTo>
                    <a:pt x="72104" y="1366"/>
                    <a:pt x="86011" y="-254"/>
                    <a:pt x="102394" y="32"/>
                  </a:cubicBezTo>
                  <a:cubicBezTo>
                    <a:pt x="115824" y="127"/>
                    <a:pt x="126873" y="1461"/>
                    <a:pt x="135827" y="3937"/>
                  </a:cubicBezTo>
                  <a:cubicBezTo>
                    <a:pt x="144685" y="6414"/>
                    <a:pt x="151924" y="9557"/>
                    <a:pt x="157448" y="13462"/>
                  </a:cubicBezTo>
                  <a:cubicBezTo>
                    <a:pt x="162973" y="17368"/>
                    <a:pt x="167449" y="21558"/>
                    <a:pt x="170974" y="26035"/>
                  </a:cubicBezTo>
                  <a:cubicBezTo>
                    <a:pt x="174498" y="30512"/>
                    <a:pt x="177546" y="34989"/>
                    <a:pt x="180213" y="39370"/>
                  </a:cubicBezTo>
                  <a:cubicBezTo>
                    <a:pt x="182880" y="43276"/>
                    <a:pt x="185452" y="46800"/>
                    <a:pt x="188023" y="49848"/>
                  </a:cubicBezTo>
                  <a:cubicBezTo>
                    <a:pt x="190595" y="52896"/>
                    <a:pt x="193643" y="55277"/>
                    <a:pt x="197358" y="56992"/>
                  </a:cubicBezTo>
                  <a:cubicBezTo>
                    <a:pt x="201073" y="58706"/>
                    <a:pt x="206026" y="59658"/>
                    <a:pt x="212217" y="59754"/>
                  </a:cubicBezTo>
                  <a:cubicBezTo>
                    <a:pt x="219932" y="59945"/>
                    <a:pt x="226219" y="58611"/>
                    <a:pt x="231077" y="55944"/>
                  </a:cubicBezTo>
                  <a:cubicBezTo>
                    <a:pt x="235934" y="53277"/>
                    <a:pt x="238411" y="49372"/>
                    <a:pt x="238506" y="44323"/>
                  </a:cubicBezTo>
                  <a:cubicBezTo>
                    <a:pt x="238506" y="41371"/>
                    <a:pt x="237649" y="38704"/>
                    <a:pt x="235839" y="36227"/>
                  </a:cubicBezTo>
                  <a:cubicBezTo>
                    <a:pt x="234029" y="33751"/>
                    <a:pt x="230981" y="31655"/>
                    <a:pt x="226695" y="29845"/>
                  </a:cubicBezTo>
                  <a:cubicBezTo>
                    <a:pt x="222409" y="28131"/>
                    <a:pt x="216694" y="26893"/>
                    <a:pt x="209455" y="26226"/>
                  </a:cubicBezTo>
                  <a:lnTo>
                    <a:pt x="221837" y="223"/>
                  </a:lnTo>
                  <a:close/>
                  <a:moveTo>
                    <a:pt x="316135" y="39466"/>
                  </a:moveTo>
                  <a:lnTo>
                    <a:pt x="315944" y="49657"/>
                  </a:lnTo>
                  <a:lnTo>
                    <a:pt x="0" y="43752"/>
                  </a:lnTo>
                  <a:lnTo>
                    <a:pt x="190" y="33560"/>
                  </a:lnTo>
                  <a:lnTo>
                    <a:pt x="316135" y="39466"/>
                  </a:lnTo>
                  <a:close/>
                </a:path>
              </a:pathLst>
            </a:custGeom>
            <a:solidFill>
              <a:srgbClr val="E0CA0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8"/>
            <p:cNvSpPr/>
            <p:nvPr/>
          </p:nvSpPr>
          <p:spPr>
            <a:xfrm>
              <a:off x="5515950" y="3461974"/>
              <a:ext cx="484688" cy="248251"/>
            </a:xfrm>
            <a:custGeom>
              <a:rect b="b" l="l" r="r" t="t"/>
              <a:pathLst>
                <a:path extrusionOk="0" h="364820" w="712279">
                  <a:moveTo>
                    <a:pt x="356711" y="364820"/>
                  </a:moveTo>
                  <a:cubicBezTo>
                    <a:pt x="372713" y="364725"/>
                    <a:pt x="388620" y="364154"/>
                    <a:pt x="404432" y="363201"/>
                  </a:cubicBezTo>
                  <a:cubicBezTo>
                    <a:pt x="413290" y="362725"/>
                    <a:pt x="422053" y="362058"/>
                    <a:pt x="430721" y="361296"/>
                  </a:cubicBezTo>
                  <a:cubicBezTo>
                    <a:pt x="465296" y="358248"/>
                    <a:pt x="498825" y="353200"/>
                    <a:pt x="529781" y="346151"/>
                  </a:cubicBezTo>
                  <a:cubicBezTo>
                    <a:pt x="538734" y="344151"/>
                    <a:pt x="547402" y="341865"/>
                    <a:pt x="555879" y="339579"/>
                  </a:cubicBezTo>
                  <a:cubicBezTo>
                    <a:pt x="564547" y="337198"/>
                    <a:pt x="573024" y="334531"/>
                    <a:pt x="581216" y="331864"/>
                  </a:cubicBezTo>
                  <a:cubicBezTo>
                    <a:pt x="610267" y="322053"/>
                    <a:pt x="634842" y="310052"/>
                    <a:pt x="654463" y="296621"/>
                  </a:cubicBezTo>
                  <a:cubicBezTo>
                    <a:pt x="664369" y="289858"/>
                    <a:pt x="673037" y="282715"/>
                    <a:pt x="680276" y="275381"/>
                  </a:cubicBezTo>
                  <a:cubicBezTo>
                    <a:pt x="697611" y="258045"/>
                    <a:pt x="707898" y="239186"/>
                    <a:pt x="710375" y="220040"/>
                  </a:cubicBezTo>
                  <a:lnTo>
                    <a:pt x="710375" y="220040"/>
                  </a:lnTo>
                  <a:cubicBezTo>
                    <a:pt x="710375" y="220040"/>
                    <a:pt x="710375" y="219469"/>
                    <a:pt x="710375" y="219469"/>
                  </a:cubicBezTo>
                  <a:cubicBezTo>
                    <a:pt x="710946" y="214611"/>
                    <a:pt x="711994" y="156794"/>
                    <a:pt x="711613" y="151841"/>
                  </a:cubicBezTo>
                  <a:lnTo>
                    <a:pt x="712280" y="116218"/>
                  </a:lnTo>
                  <a:lnTo>
                    <a:pt x="698945" y="116218"/>
                  </a:lnTo>
                  <a:cubicBezTo>
                    <a:pt x="693992" y="108312"/>
                    <a:pt x="687515" y="100597"/>
                    <a:pt x="679514" y="93167"/>
                  </a:cubicBezTo>
                  <a:cubicBezTo>
                    <a:pt x="611600" y="29826"/>
                    <a:pt x="439769" y="-9798"/>
                    <a:pt x="285083" y="2108"/>
                  </a:cubicBezTo>
                  <a:cubicBezTo>
                    <a:pt x="228886" y="6490"/>
                    <a:pt x="176498" y="17539"/>
                    <a:pt x="132874" y="33160"/>
                  </a:cubicBezTo>
                  <a:cubicBezTo>
                    <a:pt x="77724" y="52781"/>
                    <a:pt x="37814" y="81547"/>
                    <a:pt x="17145" y="113265"/>
                  </a:cubicBezTo>
                  <a:lnTo>
                    <a:pt x="1905" y="113265"/>
                  </a:lnTo>
                  <a:cubicBezTo>
                    <a:pt x="1905" y="113265"/>
                    <a:pt x="0" y="216802"/>
                    <a:pt x="0" y="216802"/>
                  </a:cubicBezTo>
                  <a:lnTo>
                    <a:pt x="0" y="216802"/>
                  </a:lnTo>
                  <a:cubicBezTo>
                    <a:pt x="95" y="237281"/>
                    <a:pt x="8573" y="257759"/>
                    <a:pt x="26194" y="276524"/>
                  </a:cubicBezTo>
                  <a:cubicBezTo>
                    <a:pt x="33433" y="284334"/>
                    <a:pt x="42291" y="291859"/>
                    <a:pt x="52769" y="298907"/>
                  </a:cubicBezTo>
                  <a:cubicBezTo>
                    <a:pt x="64675" y="307099"/>
                    <a:pt x="78867" y="314814"/>
                    <a:pt x="95250" y="321863"/>
                  </a:cubicBezTo>
                  <a:cubicBezTo>
                    <a:pt x="112681" y="329387"/>
                    <a:pt x="132017" y="335864"/>
                    <a:pt x="152781" y="341389"/>
                  </a:cubicBezTo>
                  <a:cubicBezTo>
                    <a:pt x="161354" y="343675"/>
                    <a:pt x="170212" y="345770"/>
                    <a:pt x="179166" y="347675"/>
                  </a:cubicBezTo>
                  <a:cubicBezTo>
                    <a:pt x="210503" y="354533"/>
                    <a:pt x="244221" y="359296"/>
                    <a:pt x="278702" y="361963"/>
                  </a:cubicBezTo>
                  <a:cubicBezTo>
                    <a:pt x="287465" y="362630"/>
                    <a:pt x="296133" y="363201"/>
                    <a:pt x="304991" y="363677"/>
                  </a:cubicBezTo>
                  <a:cubicBezTo>
                    <a:pt x="322231" y="364535"/>
                    <a:pt x="339376" y="364915"/>
                    <a:pt x="356426" y="3647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5618163" y="3573639"/>
              <a:ext cx="19898" cy="124984"/>
            </a:xfrm>
            <a:custGeom>
              <a:rect b="b" l="l" r="r" t="t"/>
              <a:pathLst>
                <a:path extrusionOk="0" h="183671" w="29242">
                  <a:moveTo>
                    <a:pt x="29243" y="183672"/>
                  </a:move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2858" y="177385"/>
                  </a:lnTo>
                  <a:cubicBezTo>
                    <a:pt x="11431" y="179671"/>
                    <a:pt x="20289" y="181767"/>
                    <a:pt x="29243" y="1836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5703589" y="3575195"/>
              <a:ext cx="20093" cy="134317"/>
            </a:xfrm>
            <a:custGeom>
              <a:rect b="b" l="l" r="r" t="t"/>
              <a:pathLst>
                <a:path extrusionOk="0" h="197387" w="29528">
                  <a:moveTo>
                    <a:pt x="29529" y="197388"/>
                  </a:moveTo>
                  <a:lnTo>
                    <a:pt x="26195" y="5745"/>
                  </a:lnTo>
                  <a:cubicBezTo>
                    <a:pt x="26099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3239" y="195673"/>
                  </a:lnTo>
                  <a:cubicBezTo>
                    <a:pt x="12003" y="196340"/>
                    <a:pt x="20670" y="196911"/>
                    <a:pt x="29529" y="19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5789081" y="3576880"/>
              <a:ext cx="20028" cy="132373"/>
            </a:xfrm>
            <a:custGeom>
              <a:rect b="b" l="l" r="r" t="t"/>
              <a:pathLst>
                <a:path extrusionOk="0" h="194530" w="29433">
                  <a:moveTo>
                    <a:pt x="3144" y="194435"/>
                  </a:moveTo>
                  <a:cubicBezTo>
                    <a:pt x="12003" y="193959"/>
                    <a:pt x="20765" y="193292"/>
                    <a:pt x="29433" y="192530"/>
                  </a:cubicBezTo>
                  <a:lnTo>
                    <a:pt x="26195" y="5745"/>
                  </a:lnTo>
                  <a:cubicBezTo>
                    <a:pt x="26099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3144" y="1945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8"/>
            <p:cNvSpPr/>
            <p:nvPr/>
          </p:nvSpPr>
          <p:spPr>
            <a:xfrm>
              <a:off x="5874572" y="3578435"/>
              <a:ext cx="19705" cy="119085"/>
            </a:xfrm>
            <a:custGeom>
              <a:rect b="b" l="l" r="r" t="t"/>
              <a:pathLst>
                <a:path extrusionOk="0" h="175003" w="28957">
                  <a:moveTo>
                    <a:pt x="2858" y="175004"/>
                  </a:moveTo>
                  <a:cubicBezTo>
                    <a:pt x="11812" y="173004"/>
                    <a:pt x="20480" y="170718"/>
                    <a:pt x="28957" y="168431"/>
                  </a:cubicBezTo>
                  <a:lnTo>
                    <a:pt x="26195" y="5745"/>
                  </a:lnTo>
                  <a:cubicBezTo>
                    <a:pt x="26099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2858" y="1750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5959934" y="3580056"/>
              <a:ext cx="18927" cy="83761"/>
            </a:xfrm>
            <a:custGeom>
              <a:rect b="b" l="l" r="r" t="t"/>
              <a:pathLst>
                <a:path extrusionOk="0" h="123092" w="27814">
                  <a:moveTo>
                    <a:pt x="2001" y="123093"/>
                  </a:moveTo>
                  <a:cubicBezTo>
                    <a:pt x="11907" y="116330"/>
                    <a:pt x="20575" y="109186"/>
                    <a:pt x="27814" y="101852"/>
                  </a:cubicBezTo>
                  <a:lnTo>
                    <a:pt x="26195" y="5745"/>
                  </a:lnTo>
                  <a:cubicBezTo>
                    <a:pt x="26100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1906" y="1230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5517437" y="3429890"/>
              <a:ext cx="483637" cy="212229"/>
            </a:xfrm>
            <a:custGeom>
              <a:rect b="b" l="l" r="r" t="t"/>
              <a:pathLst>
                <a:path extrusionOk="0" h="311883" w="710735">
                  <a:moveTo>
                    <a:pt x="284041" y="2108"/>
                  </a:moveTo>
                  <a:cubicBezTo>
                    <a:pt x="438727" y="-9798"/>
                    <a:pt x="610558" y="29826"/>
                    <a:pt x="678471" y="93167"/>
                  </a:cubicBezTo>
                  <a:cubicBezTo>
                    <a:pt x="746384" y="156508"/>
                    <a:pt x="703903" y="237376"/>
                    <a:pt x="580935" y="278905"/>
                  </a:cubicBezTo>
                  <a:cubicBezTo>
                    <a:pt x="517784" y="300241"/>
                    <a:pt x="437488" y="311290"/>
                    <a:pt x="356431" y="311861"/>
                  </a:cubicBezTo>
                  <a:cubicBezTo>
                    <a:pt x="261943" y="312528"/>
                    <a:pt x="163740" y="298336"/>
                    <a:pt x="95255" y="268903"/>
                  </a:cubicBezTo>
                  <a:cubicBezTo>
                    <a:pt x="-54668" y="204419"/>
                    <a:pt x="-16378" y="86119"/>
                    <a:pt x="131831" y="33160"/>
                  </a:cubicBezTo>
                  <a:cubicBezTo>
                    <a:pt x="175456" y="17539"/>
                    <a:pt x="227748" y="6490"/>
                    <a:pt x="284041" y="21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5517496" y="3510140"/>
              <a:ext cx="483235" cy="131887"/>
            </a:xfrm>
            <a:custGeom>
              <a:rect b="b" l="l" r="r" t="t"/>
              <a:pathLst>
                <a:path extrusionOk="0" h="193951" w="710640">
                  <a:moveTo>
                    <a:pt x="698864" y="0"/>
                  </a:moveTo>
                  <a:cubicBezTo>
                    <a:pt x="734297" y="58388"/>
                    <a:pt x="688291" y="124778"/>
                    <a:pt x="580849" y="160973"/>
                  </a:cubicBezTo>
                  <a:cubicBezTo>
                    <a:pt x="517698" y="182309"/>
                    <a:pt x="437402" y="193358"/>
                    <a:pt x="356345" y="193929"/>
                  </a:cubicBezTo>
                  <a:cubicBezTo>
                    <a:pt x="261857" y="194596"/>
                    <a:pt x="163654" y="180404"/>
                    <a:pt x="95169" y="150971"/>
                  </a:cubicBezTo>
                  <a:cubicBezTo>
                    <a:pt x="3729" y="111633"/>
                    <a:pt x="-17607" y="52292"/>
                    <a:pt x="13254" y="0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5596078" y="3464439"/>
              <a:ext cx="326467" cy="143259"/>
            </a:xfrm>
            <a:custGeom>
              <a:rect b="b" l="l" r="r" t="t"/>
              <a:pathLst>
                <a:path extrusionOk="0" h="210528" w="479763">
                  <a:moveTo>
                    <a:pt x="191619" y="1438"/>
                  </a:moveTo>
                  <a:cubicBezTo>
                    <a:pt x="296109" y="-6659"/>
                    <a:pt x="412028" y="20202"/>
                    <a:pt x="457938" y="62874"/>
                  </a:cubicBezTo>
                  <a:cubicBezTo>
                    <a:pt x="503849" y="105641"/>
                    <a:pt x="475178" y="160220"/>
                    <a:pt x="392120" y="188223"/>
                  </a:cubicBezTo>
                  <a:cubicBezTo>
                    <a:pt x="349544" y="202606"/>
                    <a:pt x="295251" y="210130"/>
                    <a:pt x="240578" y="210511"/>
                  </a:cubicBezTo>
                  <a:cubicBezTo>
                    <a:pt x="176760" y="210988"/>
                    <a:pt x="110561" y="201368"/>
                    <a:pt x="64270" y="181460"/>
                  </a:cubicBezTo>
                  <a:cubicBezTo>
                    <a:pt x="-36885" y="137931"/>
                    <a:pt x="-11073" y="58016"/>
                    <a:pt x="89035" y="22297"/>
                  </a:cubicBezTo>
                  <a:cubicBezTo>
                    <a:pt x="118467" y="11820"/>
                    <a:pt x="153805" y="4295"/>
                    <a:pt x="191810" y="1343"/>
                  </a:cubicBezTo>
                  <a:close/>
                </a:path>
              </a:pathLst>
            </a:custGeom>
            <a:solidFill>
              <a:srgbClr val="F5BD2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5596112" y="3464596"/>
              <a:ext cx="160562" cy="98368"/>
            </a:xfrm>
            <a:custGeom>
              <a:rect b="b" l="l" r="r" t="t"/>
              <a:pathLst>
                <a:path extrusionOk="0" h="144558" w="235956">
                  <a:moveTo>
                    <a:pt x="12500" y="144559"/>
                  </a:moveTo>
                  <a:cubicBezTo>
                    <a:pt x="-20076" y="101791"/>
                    <a:pt x="12976" y="49309"/>
                    <a:pt x="88890" y="22162"/>
                  </a:cubicBezTo>
                  <a:cubicBezTo>
                    <a:pt x="118322" y="11685"/>
                    <a:pt x="153660" y="4160"/>
                    <a:pt x="191665" y="1207"/>
                  </a:cubicBezTo>
                  <a:cubicBezTo>
                    <a:pt x="206238" y="64"/>
                    <a:pt x="221097" y="-126"/>
                    <a:pt x="235956" y="64"/>
                  </a:cubicBezTo>
                </a:path>
              </a:pathLst>
            </a:custGeom>
            <a:noFill/>
            <a:ln cap="rnd" cmpd="sng" w="14275">
              <a:solidFill>
                <a:srgbClr val="0000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7631325" y="3545910"/>
              <a:ext cx="484688" cy="248251"/>
            </a:xfrm>
            <a:custGeom>
              <a:rect b="b" l="l" r="r" t="t"/>
              <a:pathLst>
                <a:path extrusionOk="0" h="364820" w="712279">
                  <a:moveTo>
                    <a:pt x="356711" y="364820"/>
                  </a:moveTo>
                  <a:cubicBezTo>
                    <a:pt x="372713" y="364725"/>
                    <a:pt x="388620" y="364153"/>
                    <a:pt x="404431" y="363201"/>
                  </a:cubicBezTo>
                  <a:cubicBezTo>
                    <a:pt x="413290" y="362725"/>
                    <a:pt x="422053" y="362058"/>
                    <a:pt x="430720" y="361296"/>
                  </a:cubicBezTo>
                  <a:cubicBezTo>
                    <a:pt x="465296" y="358248"/>
                    <a:pt x="498824" y="353200"/>
                    <a:pt x="529780" y="346151"/>
                  </a:cubicBezTo>
                  <a:cubicBezTo>
                    <a:pt x="538734" y="344151"/>
                    <a:pt x="547402" y="341865"/>
                    <a:pt x="555879" y="339579"/>
                  </a:cubicBezTo>
                  <a:cubicBezTo>
                    <a:pt x="564546" y="337198"/>
                    <a:pt x="573024" y="334531"/>
                    <a:pt x="581215" y="331864"/>
                  </a:cubicBezTo>
                  <a:cubicBezTo>
                    <a:pt x="610267" y="322053"/>
                    <a:pt x="634841" y="310051"/>
                    <a:pt x="654462" y="296621"/>
                  </a:cubicBezTo>
                  <a:cubicBezTo>
                    <a:pt x="664369" y="289858"/>
                    <a:pt x="673036" y="282715"/>
                    <a:pt x="680275" y="275381"/>
                  </a:cubicBezTo>
                  <a:cubicBezTo>
                    <a:pt x="697611" y="258045"/>
                    <a:pt x="707898" y="239185"/>
                    <a:pt x="710375" y="220040"/>
                  </a:cubicBezTo>
                  <a:lnTo>
                    <a:pt x="710375" y="220040"/>
                  </a:lnTo>
                  <a:cubicBezTo>
                    <a:pt x="710375" y="220040"/>
                    <a:pt x="710375" y="219469"/>
                    <a:pt x="710375" y="219469"/>
                  </a:cubicBezTo>
                  <a:cubicBezTo>
                    <a:pt x="710946" y="214611"/>
                    <a:pt x="711994" y="156794"/>
                    <a:pt x="711612" y="151841"/>
                  </a:cubicBezTo>
                  <a:lnTo>
                    <a:pt x="712279" y="116218"/>
                  </a:lnTo>
                  <a:lnTo>
                    <a:pt x="698945" y="116218"/>
                  </a:lnTo>
                  <a:cubicBezTo>
                    <a:pt x="693991" y="108312"/>
                    <a:pt x="687514" y="100597"/>
                    <a:pt x="679513" y="93167"/>
                  </a:cubicBezTo>
                  <a:cubicBezTo>
                    <a:pt x="611600" y="29826"/>
                    <a:pt x="439769" y="-9798"/>
                    <a:pt x="285083" y="2108"/>
                  </a:cubicBezTo>
                  <a:cubicBezTo>
                    <a:pt x="228885" y="6490"/>
                    <a:pt x="176498" y="17539"/>
                    <a:pt x="132874" y="33160"/>
                  </a:cubicBezTo>
                  <a:cubicBezTo>
                    <a:pt x="77724" y="52781"/>
                    <a:pt x="37814" y="81547"/>
                    <a:pt x="17145" y="113265"/>
                  </a:cubicBezTo>
                  <a:lnTo>
                    <a:pt x="1905" y="113265"/>
                  </a:lnTo>
                  <a:cubicBezTo>
                    <a:pt x="1905" y="113265"/>
                    <a:pt x="0" y="216802"/>
                    <a:pt x="0" y="216802"/>
                  </a:cubicBezTo>
                  <a:lnTo>
                    <a:pt x="0" y="216802"/>
                  </a:lnTo>
                  <a:cubicBezTo>
                    <a:pt x="95" y="237281"/>
                    <a:pt x="8572" y="257759"/>
                    <a:pt x="26194" y="276524"/>
                  </a:cubicBezTo>
                  <a:cubicBezTo>
                    <a:pt x="33433" y="284334"/>
                    <a:pt x="42291" y="291859"/>
                    <a:pt x="52768" y="298907"/>
                  </a:cubicBezTo>
                  <a:cubicBezTo>
                    <a:pt x="64675" y="307099"/>
                    <a:pt x="78867" y="314814"/>
                    <a:pt x="95250" y="321863"/>
                  </a:cubicBezTo>
                  <a:cubicBezTo>
                    <a:pt x="112681" y="329387"/>
                    <a:pt x="132016" y="335864"/>
                    <a:pt x="152781" y="341389"/>
                  </a:cubicBezTo>
                  <a:cubicBezTo>
                    <a:pt x="161354" y="343675"/>
                    <a:pt x="170212" y="345770"/>
                    <a:pt x="179165" y="347675"/>
                  </a:cubicBezTo>
                  <a:cubicBezTo>
                    <a:pt x="210502" y="354533"/>
                    <a:pt x="244221" y="359296"/>
                    <a:pt x="278702" y="361963"/>
                  </a:cubicBezTo>
                  <a:cubicBezTo>
                    <a:pt x="287464" y="362630"/>
                    <a:pt x="296132" y="363201"/>
                    <a:pt x="304990" y="363677"/>
                  </a:cubicBezTo>
                  <a:cubicBezTo>
                    <a:pt x="322231" y="364534"/>
                    <a:pt x="339376" y="364915"/>
                    <a:pt x="356425" y="3647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7647982" y="3655954"/>
              <a:ext cx="19380" cy="93354"/>
            </a:xfrm>
            <a:custGeom>
              <a:rect b="b" l="l" r="r" t="t"/>
              <a:pathLst>
                <a:path extrusionOk="0" h="137189" w="28480">
                  <a:moveTo>
                    <a:pt x="28481" y="137190"/>
                  </a:move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6" y="24890"/>
                    <a:pt x="668" y="44511"/>
                    <a:pt x="953" y="64038"/>
                  </a:cubicBezTo>
                  <a:lnTo>
                    <a:pt x="1811" y="114806"/>
                  </a:lnTo>
                  <a:cubicBezTo>
                    <a:pt x="9049" y="122617"/>
                    <a:pt x="17908" y="130141"/>
                    <a:pt x="28385" y="1371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7733473" y="3657575"/>
              <a:ext cx="19898" cy="124984"/>
            </a:xfrm>
            <a:custGeom>
              <a:rect b="b" l="l" r="r" t="t"/>
              <a:pathLst>
                <a:path extrusionOk="0" h="183671" w="29242">
                  <a:moveTo>
                    <a:pt x="29243" y="183672"/>
                  </a:move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6" y="24890"/>
                    <a:pt x="668" y="44511"/>
                    <a:pt x="953" y="64038"/>
                  </a:cubicBezTo>
                  <a:lnTo>
                    <a:pt x="2858" y="177385"/>
                  </a:lnTo>
                  <a:cubicBezTo>
                    <a:pt x="11431" y="179671"/>
                    <a:pt x="20289" y="181767"/>
                    <a:pt x="29243" y="1836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7818900" y="3659131"/>
              <a:ext cx="20093" cy="134317"/>
            </a:xfrm>
            <a:custGeom>
              <a:rect b="b" l="l" r="r" t="t"/>
              <a:pathLst>
                <a:path extrusionOk="0" h="197387" w="29528">
                  <a:moveTo>
                    <a:pt x="29528" y="197388"/>
                  </a:move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6" y="24890"/>
                    <a:pt x="668" y="44511"/>
                    <a:pt x="953" y="64038"/>
                  </a:cubicBezTo>
                  <a:lnTo>
                    <a:pt x="3239" y="195673"/>
                  </a:lnTo>
                  <a:cubicBezTo>
                    <a:pt x="12003" y="196340"/>
                    <a:pt x="20670" y="196911"/>
                    <a:pt x="29528" y="19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7904391" y="3660815"/>
              <a:ext cx="20028" cy="132373"/>
            </a:xfrm>
            <a:custGeom>
              <a:rect b="b" l="l" r="r" t="t"/>
              <a:pathLst>
                <a:path extrusionOk="0" h="194530" w="29432">
                  <a:moveTo>
                    <a:pt x="3144" y="194435"/>
                  </a:moveTo>
                  <a:cubicBezTo>
                    <a:pt x="12003" y="193959"/>
                    <a:pt x="20765" y="193292"/>
                    <a:pt x="29433" y="192530"/>
                  </a:cubicBez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6" y="24890"/>
                    <a:pt x="668" y="44511"/>
                    <a:pt x="953" y="64038"/>
                  </a:cubicBezTo>
                  <a:lnTo>
                    <a:pt x="3144" y="1945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7989883" y="3662371"/>
              <a:ext cx="19704" cy="119085"/>
            </a:xfrm>
            <a:custGeom>
              <a:rect b="b" l="l" r="r" t="t"/>
              <a:pathLst>
                <a:path extrusionOk="0" h="175003" w="28956">
                  <a:moveTo>
                    <a:pt x="2858" y="175004"/>
                  </a:moveTo>
                  <a:cubicBezTo>
                    <a:pt x="11812" y="173004"/>
                    <a:pt x="20479" y="170718"/>
                    <a:pt x="28957" y="168432"/>
                  </a:cubicBez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6" y="24890"/>
                    <a:pt x="668" y="44511"/>
                    <a:pt x="953" y="64038"/>
                  </a:cubicBezTo>
                  <a:lnTo>
                    <a:pt x="2858" y="1750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8075244" y="3663991"/>
              <a:ext cx="18926" cy="83761"/>
            </a:xfrm>
            <a:custGeom>
              <a:rect b="b" l="l" r="r" t="t"/>
              <a:pathLst>
                <a:path extrusionOk="0" h="123092" w="27813">
                  <a:moveTo>
                    <a:pt x="2001" y="123093"/>
                  </a:moveTo>
                  <a:cubicBezTo>
                    <a:pt x="11907" y="116330"/>
                    <a:pt x="20575" y="109186"/>
                    <a:pt x="27814" y="101852"/>
                  </a:cubicBez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6" y="24890"/>
                    <a:pt x="668" y="44511"/>
                    <a:pt x="953" y="64038"/>
                  </a:cubicBezTo>
                  <a:lnTo>
                    <a:pt x="1906" y="1230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7632748" y="3513826"/>
              <a:ext cx="483637" cy="212229"/>
            </a:xfrm>
            <a:custGeom>
              <a:rect b="b" l="l" r="r" t="t"/>
              <a:pathLst>
                <a:path extrusionOk="0" h="311883" w="710735">
                  <a:moveTo>
                    <a:pt x="284041" y="2108"/>
                  </a:moveTo>
                  <a:cubicBezTo>
                    <a:pt x="438727" y="-9798"/>
                    <a:pt x="610558" y="29826"/>
                    <a:pt x="678471" y="93167"/>
                  </a:cubicBezTo>
                  <a:cubicBezTo>
                    <a:pt x="746385" y="156508"/>
                    <a:pt x="703903" y="237376"/>
                    <a:pt x="580935" y="278905"/>
                  </a:cubicBezTo>
                  <a:cubicBezTo>
                    <a:pt x="517785" y="300241"/>
                    <a:pt x="437488" y="311290"/>
                    <a:pt x="356431" y="311861"/>
                  </a:cubicBezTo>
                  <a:cubicBezTo>
                    <a:pt x="261943" y="312528"/>
                    <a:pt x="163740" y="298336"/>
                    <a:pt x="95255" y="268904"/>
                  </a:cubicBezTo>
                  <a:cubicBezTo>
                    <a:pt x="-54668" y="204419"/>
                    <a:pt x="-16378" y="86119"/>
                    <a:pt x="131831" y="33160"/>
                  </a:cubicBezTo>
                  <a:cubicBezTo>
                    <a:pt x="175456" y="17539"/>
                    <a:pt x="227748" y="6490"/>
                    <a:pt x="284041" y="21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7632807" y="3594076"/>
              <a:ext cx="483573" cy="131979"/>
            </a:xfrm>
            <a:custGeom>
              <a:rect b="b" l="l" r="r" t="t"/>
              <a:pathLst>
                <a:path extrusionOk="0" h="193951" w="710640">
                  <a:moveTo>
                    <a:pt x="698863" y="0"/>
                  </a:moveTo>
                  <a:cubicBezTo>
                    <a:pt x="734297" y="58388"/>
                    <a:pt x="688291" y="124778"/>
                    <a:pt x="580849" y="160972"/>
                  </a:cubicBezTo>
                  <a:cubicBezTo>
                    <a:pt x="517698" y="182309"/>
                    <a:pt x="437402" y="193357"/>
                    <a:pt x="356345" y="193929"/>
                  </a:cubicBezTo>
                  <a:cubicBezTo>
                    <a:pt x="261856" y="194596"/>
                    <a:pt x="163654" y="180404"/>
                    <a:pt x="95169" y="150971"/>
                  </a:cubicBezTo>
                  <a:cubicBezTo>
                    <a:pt x="3729" y="111633"/>
                    <a:pt x="-17607" y="52292"/>
                    <a:pt x="13254" y="0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7711453" y="3548375"/>
              <a:ext cx="326467" cy="143324"/>
            </a:xfrm>
            <a:custGeom>
              <a:rect b="b" l="l" r="r" t="t"/>
              <a:pathLst>
                <a:path extrusionOk="0" h="210623" w="479763">
                  <a:moveTo>
                    <a:pt x="191619" y="1437"/>
                  </a:moveTo>
                  <a:cubicBezTo>
                    <a:pt x="296109" y="-6659"/>
                    <a:pt x="412028" y="20202"/>
                    <a:pt x="457938" y="62969"/>
                  </a:cubicBezTo>
                  <a:cubicBezTo>
                    <a:pt x="503849" y="105736"/>
                    <a:pt x="475179" y="160314"/>
                    <a:pt x="392120" y="188318"/>
                  </a:cubicBezTo>
                  <a:cubicBezTo>
                    <a:pt x="349544" y="202701"/>
                    <a:pt x="295251" y="210225"/>
                    <a:pt x="240578" y="210606"/>
                  </a:cubicBezTo>
                  <a:cubicBezTo>
                    <a:pt x="176760" y="211083"/>
                    <a:pt x="110561" y="201462"/>
                    <a:pt x="64270" y="181555"/>
                  </a:cubicBezTo>
                  <a:cubicBezTo>
                    <a:pt x="-36885" y="138026"/>
                    <a:pt x="-11073" y="58111"/>
                    <a:pt x="89035" y="22392"/>
                  </a:cubicBezTo>
                  <a:cubicBezTo>
                    <a:pt x="118467" y="11915"/>
                    <a:pt x="153805" y="4390"/>
                    <a:pt x="191810" y="143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7711422" y="3548532"/>
              <a:ext cx="160562" cy="98368"/>
            </a:xfrm>
            <a:custGeom>
              <a:rect b="b" l="l" r="r" t="t"/>
              <a:pathLst>
                <a:path extrusionOk="0" h="144558" w="235956">
                  <a:moveTo>
                    <a:pt x="12500" y="144559"/>
                  </a:moveTo>
                  <a:cubicBezTo>
                    <a:pt x="-20076" y="101791"/>
                    <a:pt x="12976" y="49309"/>
                    <a:pt x="88890" y="22162"/>
                  </a:cubicBezTo>
                  <a:cubicBezTo>
                    <a:pt x="118322" y="11685"/>
                    <a:pt x="153660" y="4160"/>
                    <a:pt x="191665" y="1207"/>
                  </a:cubicBezTo>
                  <a:cubicBezTo>
                    <a:pt x="206239" y="64"/>
                    <a:pt x="221097" y="-126"/>
                    <a:pt x="235956" y="64"/>
                  </a:cubicBezTo>
                </a:path>
              </a:pathLst>
            </a:custGeom>
            <a:noFill/>
            <a:ln cap="rnd" cmpd="sng" w="14275">
              <a:solidFill>
                <a:srgbClr val="0000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7432278" y="3443325"/>
              <a:ext cx="473553" cy="308058"/>
            </a:xfrm>
            <a:custGeom>
              <a:rect b="b" l="l" r="r" t="t"/>
              <a:pathLst>
                <a:path extrusionOk="0" h="452710" w="695915">
                  <a:moveTo>
                    <a:pt x="425387" y="389274"/>
                  </a:moveTo>
                  <a:cubicBezTo>
                    <a:pt x="440055" y="382892"/>
                    <a:pt x="454438" y="376129"/>
                    <a:pt x="468630" y="368985"/>
                  </a:cubicBezTo>
                  <a:cubicBezTo>
                    <a:pt x="476536" y="365080"/>
                    <a:pt x="484347" y="360985"/>
                    <a:pt x="491966" y="356793"/>
                  </a:cubicBezTo>
                  <a:cubicBezTo>
                    <a:pt x="522541" y="340315"/>
                    <a:pt x="551307" y="322503"/>
                    <a:pt x="577025" y="303835"/>
                  </a:cubicBezTo>
                  <a:cubicBezTo>
                    <a:pt x="584454" y="298405"/>
                    <a:pt x="591598" y="292976"/>
                    <a:pt x="598361" y="287547"/>
                  </a:cubicBezTo>
                  <a:cubicBezTo>
                    <a:pt x="605409" y="281927"/>
                    <a:pt x="612172" y="276212"/>
                    <a:pt x="618554" y="270402"/>
                  </a:cubicBezTo>
                  <a:cubicBezTo>
                    <a:pt x="641414" y="249923"/>
                    <a:pt x="659225" y="229158"/>
                    <a:pt x="671894" y="209156"/>
                  </a:cubicBezTo>
                  <a:cubicBezTo>
                    <a:pt x="678371" y="199060"/>
                    <a:pt x="683419" y="189058"/>
                    <a:pt x="687229" y="179438"/>
                  </a:cubicBezTo>
                  <a:cubicBezTo>
                    <a:pt x="696373" y="156673"/>
                    <a:pt x="698278" y="135242"/>
                    <a:pt x="693039" y="116763"/>
                  </a:cubicBezTo>
                  <a:lnTo>
                    <a:pt x="693039" y="116763"/>
                  </a:lnTo>
                  <a:cubicBezTo>
                    <a:pt x="693039" y="116763"/>
                    <a:pt x="692848" y="116192"/>
                    <a:pt x="692848" y="116192"/>
                  </a:cubicBezTo>
                  <a:cubicBezTo>
                    <a:pt x="691420" y="111525"/>
                    <a:pt x="669607" y="57899"/>
                    <a:pt x="667322" y="53613"/>
                  </a:cubicBezTo>
                  <a:lnTo>
                    <a:pt x="653892" y="20561"/>
                  </a:lnTo>
                  <a:lnTo>
                    <a:pt x="641699" y="25704"/>
                  </a:lnTo>
                  <a:cubicBezTo>
                    <a:pt x="634079" y="20466"/>
                    <a:pt x="625030" y="15894"/>
                    <a:pt x="614744" y="12179"/>
                  </a:cubicBezTo>
                  <a:cubicBezTo>
                    <a:pt x="527304" y="-19254"/>
                    <a:pt x="353854" y="12084"/>
                    <a:pt x="216408" y="83997"/>
                  </a:cubicBezTo>
                  <a:cubicBezTo>
                    <a:pt x="166497" y="110191"/>
                    <a:pt x="122682" y="141052"/>
                    <a:pt x="88773" y="172580"/>
                  </a:cubicBezTo>
                  <a:cubicBezTo>
                    <a:pt x="45815" y="212394"/>
                    <a:pt x="20479" y="254590"/>
                    <a:pt x="14002" y="291833"/>
                  </a:cubicBezTo>
                  <a:lnTo>
                    <a:pt x="0" y="297738"/>
                  </a:lnTo>
                  <a:lnTo>
                    <a:pt x="39053" y="393750"/>
                  </a:lnTo>
                  <a:lnTo>
                    <a:pt x="39053" y="393750"/>
                  </a:lnTo>
                  <a:cubicBezTo>
                    <a:pt x="47244" y="412515"/>
                    <a:pt x="63055" y="427945"/>
                    <a:pt x="86678" y="438327"/>
                  </a:cubicBezTo>
                  <a:cubicBezTo>
                    <a:pt x="96488" y="442614"/>
                    <a:pt x="107442" y="446043"/>
                    <a:pt x="119920" y="448424"/>
                  </a:cubicBezTo>
                  <a:cubicBezTo>
                    <a:pt x="134112" y="451281"/>
                    <a:pt x="150209" y="452710"/>
                    <a:pt x="168021" y="452710"/>
                  </a:cubicBezTo>
                  <a:cubicBezTo>
                    <a:pt x="186976" y="452710"/>
                    <a:pt x="207359" y="451091"/>
                    <a:pt x="228600" y="447948"/>
                  </a:cubicBezTo>
                  <a:cubicBezTo>
                    <a:pt x="237458" y="446710"/>
                    <a:pt x="246316" y="445090"/>
                    <a:pt x="255365" y="443376"/>
                  </a:cubicBezTo>
                  <a:cubicBezTo>
                    <a:pt x="286893" y="437280"/>
                    <a:pt x="319754" y="428326"/>
                    <a:pt x="352520" y="417277"/>
                  </a:cubicBezTo>
                  <a:cubicBezTo>
                    <a:pt x="360807" y="414515"/>
                    <a:pt x="369094" y="411562"/>
                    <a:pt x="377380" y="408514"/>
                  </a:cubicBezTo>
                  <a:cubicBezTo>
                    <a:pt x="393573" y="402513"/>
                    <a:pt x="409480" y="396036"/>
                    <a:pt x="425101" y="389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7460747" y="3665324"/>
              <a:ext cx="53393" cy="83142"/>
            </a:xfrm>
            <a:custGeom>
              <a:rect b="b" l="l" r="r" t="t"/>
              <a:pathLst>
                <a:path extrusionOk="0" h="122183" w="78464">
                  <a:moveTo>
                    <a:pt x="78464" y="122183"/>
                  </a:moveTo>
                  <a:lnTo>
                    <a:pt x="24553" y="2263"/>
                  </a:lnTo>
                  <a:cubicBezTo>
                    <a:pt x="21505" y="-4500"/>
                    <a:pt x="-2784" y="5407"/>
                    <a:pt x="264" y="12169"/>
                  </a:cubicBezTo>
                  <a:cubicBezTo>
                    <a:pt x="8265" y="30076"/>
                    <a:pt x="16361" y="47983"/>
                    <a:pt x="24362" y="65795"/>
                  </a:cubicBezTo>
                  <a:lnTo>
                    <a:pt x="45222" y="112087"/>
                  </a:lnTo>
                  <a:cubicBezTo>
                    <a:pt x="55033" y="116373"/>
                    <a:pt x="65987" y="119802"/>
                    <a:pt x="78464" y="12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7539950" y="3633110"/>
              <a:ext cx="66420" cy="115161"/>
            </a:xfrm>
            <a:custGeom>
              <a:rect b="b" l="l" r="r" t="t"/>
              <a:pathLst>
                <a:path extrusionOk="0" h="169236" w="97609">
                  <a:moveTo>
                    <a:pt x="97514" y="164569"/>
                  </a:moveTo>
                  <a:lnTo>
                    <a:pt x="24553" y="2263"/>
                  </a:lnTo>
                  <a:cubicBezTo>
                    <a:pt x="21505" y="-4500"/>
                    <a:pt x="-2784" y="5407"/>
                    <a:pt x="264" y="12169"/>
                  </a:cubicBezTo>
                  <a:cubicBezTo>
                    <a:pt x="8265" y="30076"/>
                    <a:pt x="16361" y="47983"/>
                    <a:pt x="24362" y="65795"/>
                  </a:cubicBezTo>
                  <a:lnTo>
                    <a:pt x="70844" y="169237"/>
                  </a:lnTo>
                  <a:cubicBezTo>
                    <a:pt x="79702" y="167998"/>
                    <a:pt x="88561" y="166379"/>
                    <a:pt x="97609" y="1646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7619090" y="3600832"/>
              <a:ext cx="70245" cy="126438"/>
            </a:xfrm>
            <a:custGeom>
              <a:rect b="b" l="l" r="r" t="t"/>
              <a:pathLst>
                <a:path extrusionOk="0" h="185809" w="103229">
                  <a:moveTo>
                    <a:pt x="103134" y="177047"/>
                  </a:moveTo>
                  <a:lnTo>
                    <a:pt x="24553" y="2263"/>
                  </a:lnTo>
                  <a:cubicBezTo>
                    <a:pt x="21505" y="-4499"/>
                    <a:pt x="-2784" y="5407"/>
                    <a:pt x="264" y="12169"/>
                  </a:cubicBezTo>
                  <a:cubicBezTo>
                    <a:pt x="8265" y="30076"/>
                    <a:pt x="16361" y="47983"/>
                    <a:pt x="24362" y="65795"/>
                  </a:cubicBezTo>
                  <a:lnTo>
                    <a:pt x="78369" y="185810"/>
                  </a:lnTo>
                  <a:cubicBezTo>
                    <a:pt x="86655" y="183048"/>
                    <a:pt x="94943" y="180095"/>
                    <a:pt x="103229" y="1770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7698230" y="3568646"/>
              <a:ext cx="68884" cy="125764"/>
            </a:xfrm>
            <a:custGeom>
              <a:rect b="b" l="l" r="r" t="t"/>
              <a:pathLst>
                <a:path extrusionOk="0" h="184818" w="101229">
                  <a:moveTo>
                    <a:pt x="77893" y="184818"/>
                  </a:moveTo>
                  <a:cubicBezTo>
                    <a:pt x="85799" y="180913"/>
                    <a:pt x="93609" y="176817"/>
                    <a:pt x="101229" y="172626"/>
                  </a:cubicBezTo>
                  <a:lnTo>
                    <a:pt x="24553" y="2224"/>
                  </a:lnTo>
                  <a:cubicBezTo>
                    <a:pt x="21505" y="-4443"/>
                    <a:pt x="-2784" y="5367"/>
                    <a:pt x="264" y="12130"/>
                  </a:cubicBezTo>
                  <a:cubicBezTo>
                    <a:pt x="8265" y="30037"/>
                    <a:pt x="16361" y="47944"/>
                    <a:pt x="24363" y="65756"/>
                  </a:cubicBezTo>
                  <a:lnTo>
                    <a:pt x="77798" y="1848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7777369" y="3536471"/>
              <a:ext cx="62142" cy="113670"/>
            </a:xfrm>
            <a:custGeom>
              <a:rect b="b" l="l" r="r" t="t"/>
              <a:pathLst>
                <a:path extrusionOk="0" h="167045" w="91322">
                  <a:moveTo>
                    <a:pt x="69987" y="166951"/>
                  </a:moveTo>
                  <a:cubicBezTo>
                    <a:pt x="77416" y="161521"/>
                    <a:pt x="84560" y="156092"/>
                    <a:pt x="91323" y="150663"/>
                  </a:cubicBezTo>
                  <a:lnTo>
                    <a:pt x="24553" y="2263"/>
                  </a:lnTo>
                  <a:cubicBezTo>
                    <a:pt x="21505" y="-4499"/>
                    <a:pt x="-2784" y="5406"/>
                    <a:pt x="264" y="12169"/>
                  </a:cubicBezTo>
                  <a:cubicBezTo>
                    <a:pt x="8265" y="30076"/>
                    <a:pt x="16361" y="47983"/>
                    <a:pt x="24362" y="65795"/>
                  </a:cubicBezTo>
                  <a:lnTo>
                    <a:pt x="69892" y="1670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7856573" y="3504193"/>
              <a:ext cx="43476" cy="81457"/>
            </a:xfrm>
            <a:custGeom>
              <a:rect b="b" l="l" r="r" t="t"/>
              <a:pathLst>
                <a:path extrusionOk="0" h="119706" w="63890">
                  <a:moveTo>
                    <a:pt x="48556" y="119611"/>
                  </a:moveTo>
                  <a:cubicBezTo>
                    <a:pt x="55033" y="109515"/>
                    <a:pt x="60081" y="99513"/>
                    <a:pt x="63891" y="89893"/>
                  </a:cubicBezTo>
                  <a:lnTo>
                    <a:pt x="24553" y="2263"/>
                  </a:lnTo>
                  <a:cubicBezTo>
                    <a:pt x="21505" y="-4499"/>
                    <a:pt x="-2784" y="5407"/>
                    <a:pt x="264" y="12169"/>
                  </a:cubicBezTo>
                  <a:cubicBezTo>
                    <a:pt x="8265" y="30076"/>
                    <a:pt x="16361" y="47983"/>
                    <a:pt x="24363" y="65795"/>
                  </a:cubicBezTo>
                  <a:lnTo>
                    <a:pt x="48556" y="1197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7428725" y="3413576"/>
              <a:ext cx="451545" cy="274742"/>
            </a:xfrm>
            <a:custGeom>
              <a:rect b="b" l="l" r="r" t="t"/>
              <a:pathLst>
                <a:path extrusionOk="0" h="403750" w="663573">
                  <a:moveTo>
                    <a:pt x="204103" y="84091"/>
                  </a:moveTo>
                  <a:cubicBezTo>
                    <a:pt x="341549" y="12082"/>
                    <a:pt x="515095" y="-19255"/>
                    <a:pt x="602439" y="12177"/>
                  </a:cubicBezTo>
                  <a:cubicBezTo>
                    <a:pt x="689878" y="43610"/>
                    <a:pt x="682734" y="134669"/>
                    <a:pt x="586055" y="221346"/>
                  </a:cubicBezTo>
                  <a:cubicBezTo>
                    <a:pt x="536431" y="265828"/>
                    <a:pt x="466993" y="307738"/>
                    <a:pt x="392793" y="340218"/>
                  </a:cubicBezTo>
                  <a:cubicBezTo>
                    <a:pt x="306211" y="378128"/>
                    <a:pt x="210390" y="403845"/>
                    <a:pt x="135809" y="403750"/>
                  </a:cubicBezTo>
                  <a:cubicBezTo>
                    <a:pt x="-27354" y="403655"/>
                    <a:pt x="-38880" y="279830"/>
                    <a:pt x="76468" y="172673"/>
                  </a:cubicBezTo>
                  <a:cubicBezTo>
                    <a:pt x="110377" y="141146"/>
                    <a:pt x="154097" y="110285"/>
                    <a:pt x="204103" y="841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7428842" y="3431844"/>
              <a:ext cx="451488" cy="256474"/>
            </a:xfrm>
            <a:custGeom>
              <a:rect b="b" l="l" r="r" t="t"/>
              <a:pathLst>
                <a:path extrusionOk="0" h="376904" w="663490">
                  <a:moveTo>
                    <a:pt x="630937" y="0"/>
                  </a:moveTo>
                  <a:cubicBezTo>
                    <a:pt x="686563" y="39719"/>
                    <a:pt x="670466" y="118777"/>
                    <a:pt x="585979" y="194501"/>
                  </a:cubicBezTo>
                  <a:cubicBezTo>
                    <a:pt x="536354" y="238982"/>
                    <a:pt x="466917" y="280892"/>
                    <a:pt x="392717" y="313372"/>
                  </a:cubicBezTo>
                  <a:cubicBezTo>
                    <a:pt x="306135" y="351282"/>
                    <a:pt x="210313" y="376999"/>
                    <a:pt x="135733" y="376904"/>
                  </a:cubicBezTo>
                  <a:cubicBezTo>
                    <a:pt x="36196" y="376904"/>
                    <a:pt x="-6761" y="330708"/>
                    <a:pt x="858" y="270510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8"/>
            <p:cNvSpPr/>
            <p:nvPr/>
          </p:nvSpPr>
          <p:spPr>
            <a:xfrm>
              <a:off x="7501840" y="3457259"/>
              <a:ext cx="304835" cy="185363"/>
            </a:xfrm>
            <a:custGeom>
              <a:rect b="b" l="l" r="r" t="t"/>
              <a:pathLst>
                <a:path extrusionOk="0" h="272402" w="447974">
                  <a:moveTo>
                    <a:pt x="137804" y="56756"/>
                  </a:moveTo>
                  <a:cubicBezTo>
                    <a:pt x="230578" y="8179"/>
                    <a:pt x="347735" y="-12967"/>
                    <a:pt x="406695" y="8179"/>
                  </a:cubicBezTo>
                  <a:cubicBezTo>
                    <a:pt x="465750" y="29419"/>
                    <a:pt x="460892" y="90855"/>
                    <a:pt x="395646" y="149339"/>
                  </a:cubicBezTo>
                  <a:cubicBezTo>
                    <a:pt x="362118" y="179343"/>
                    <a:pt x="315255" y="207632"/>
                    <a:pt x="265154" y="229539"/>
                  </a:cubicBezTo>
                  <a:cubicBezTo>
                    <a:pt x="206765" y="255162"/>
                    <a:pt x="142091" y="272497"/>
                    <a:pt x="91703" y="272402"/>
                  </a:cubicBezTo>
                  <a:cubicBezTo>
                    <a:pt x="-18501" y="272402"/>
                    <a:pt x="-26216" y="188772"/>
                    <a:pt x="51603" y="116383"/>
                  </a:cubicBezTo>
                  <a:cubicBezTo>
                    <a:pt x="74463" y="95142"/>
                    <a:pt x="103991" y="74282"/>
                    <a:pt x="137709" y="566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7501900" y="3483371"/>
              <a:ext cx="121064" cy="150241"/>
            </a:xfrm>
            <a:custGeom>
              <a:rect b="b" l="l" r="r" t="t"/>
              <a:pathLst>
                <a:path extrusionOk="0" h="220789" w="177911">
                  <a:moveTo>
                    <a:pt x="29608" y="220789"/>
                  </a:moveTo>
                  <a:cubicBezTo>
                    <a:pt x="-17160" y="194310"/>
                    <a:pt x="-7540" y="133064"/>
                    <a:pt x="51515" y="78200"/>
                  </a:cubicBezTo>
                  <a:cubicBezTo>
                    <a:pt x="74375" y="56959"/>
                    <a:pt x="103903" y="36100"/>
                    <a:pt x="137621" y="18479"/>
                  </a:cubicBezTo>
                  <a:cubicBezTo>
                    <a:pt x="150575" y="11716"/>
                    <a:pt x="164195" y="5620"/>
                    <a:pt x="177911" y="0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5530664" y="3374538"/>
              <a:ext cx="484688" cy="248251"/>
            </a:xfrm>
            <a:custGeom>
              <a:rect b="b" l="l" r="r" t="t"/>
              <a:pathLst>
                <a:path extrusionOk="0" h="364820" w="712279">
                  <a:moveTo>
                    <a:pt x="356711" y="364820"/>
                  </a:moveTo>
                  <a:cubicBezTo>
                    <a:pt x="372713" y="364725"/>
                    <a:pt x="388620" y="364154"/>
                    <a:pt x="404431" y="363201"/>
                  </a:cubicBezTo>
                  <a:cubicBezTo>
                    <a:pt x="413290" y="362725"/>
                    <a:pt x="422053" y="362058"/>
                    <a:pt x="430721" y="361296"/>
                  </a:cubicBezTo>
                  <a:cubicBezTo>
                    <a:pt x="465296" y="358248"/>
                    <a:pt x="498824" y="353200"/>
                    <a:pt x="529780" y="346151"/>
                  </a:cubicBezTo>
                  <a:cubicBezTo>
                    <a:pt x="538734" y="344151"/>
                    <a:pt x="547402" y="341865"/>
                    <a:pt x="555879" y="339579"/>
                  </a:cubicBezTo>
                  <a:cubicBezTo>
                    <a:pt x="564547" y="337102"/>
                    <a:pt x="573024" y="334531"/>
                    <a:pt x="581215" y="331864"/>
                  </a:cubicBezTo>
                  <a:cubicBezTo>
                    <a:pt x="610267" y="322053"/>
                    <a:pt x="634841" y="310051"/>
                    <a:pt x="654463" y="296621"/>
                  </a:cubicBezTo>
                  <a:cubicBezTo>
                    <a:pt x="664369" y="289858"/>
                    <a:pt x="673037" y="282715"/>
                    <a:pt x="680275" y="275381"/>
                  </a:cubicBezTo>
                  <a:cubicBezTo>
                    <a:pt x="697611" y="258045"/>
                    <a:pt x="707898" y="239185"/>
                    <a:pt x="710374" y="220040"/>
                  </a:cubicBezTo>
                  <a:lnTo>
                    <a:pt x="710374" y="220040"/>
                  </a:lnTo>
                  <a:lnTo>
                    <a:pt x="710374" y="219469"/>
                  </a:lnTo>
                  <a:cubicBezTo>
                    <a:pt x="710946" y="214611"/>
                    <a:pt x="711994" y="156794"/>
                    <a:pt x="711613" y="151841"/>
                  </a:cubicBezTo>
                  <a:lnTo>
                    <a:pt x="712280" y="116218"/>
                  </a:lnTo>
                  <a:lnTo>
                    <a:pt x="698945" y="116218"/>
                  </a:lnTo>
                  <a:cubicBezTo>
                    <a:pt x="693991" y="108312"/>
                    <a:pt x="687514" y="100597"/>
                    <a:pt x="679513" y="93167"/>
                  </a:cubicBezTo>
                  <a:cubicBezTo>
                    <a:pt x="611600" y="29826"/>
                    <a:pt x="439769" y="-9798"/>
                    <a:pt x="285083" y="2108"/>
                  </a:cubicBezTo>
                  <a:cubicBezTo>
                    <a:pt x="228886" y="6490"/>
                    <a:pt x="176498" y="17539"/>
                    <a:pt x="132874" y="33160"/>
                  </a:cubicBezTo>
                  <a:cubicBezTo>
                    <a:pt x="77724" y="52781"/>
                    <a:pt x="37814" y="81547"/>
                    <a:pt x="17145" y="113265"/>
                  </a:cubicBezTo>
                  <a:lnTo>
                    <a:pt x="1905" y="113265"/>
                  </a:lnTo>
                  <a:cubicBezTo>
                    <a:pt x="1905" y="113265"/>
                    <a:pt x="0" y="216802"/>
                    <a:pt x="0" y="216802"/>
                  </a:cubicBezTo>
                  <a:lnTo>
                    <a:pt x="0" y="216802"/>
                  </a:lnTo>
                  <a:cubicBezTo>
                    <a:pt x="95" y="237281"/>
                    <a:pt x="8572" y="257759"/>
                    <a:pt x="26194" y="276524"/>
                  </a:cubicBezTo>
                  <a:cubicBezTo>
                    <a:pt x="33433" y="284334"/>
                    <a:pt x="42291" y="291859"/>
                    <a:pt x="52769" y="298907"/>
                  </a:cubicBezTo>
                  <a:cubicBezTo>
                    <a:pt x="64675" y="307099"/>
                    <a:pt x="78867" y="314814"/>
                    <a:pt x="95250" y="321863"/>
                  </a:cubicBezTo>
                  <a:cubicBezTo>
                    <a:pt x="112681" y="329387"/>
                    <a:pt x="132016" y="335864"/>
                    <a:pt x="152781" y="341389"/>
                  </a:cubicBezTo>
                  <a:cubicBezTo>
                    <a:pt x="161354" y="343675"/>
                    <a:pt x="170212" y="345770"/>
                    <a:pt x="179165" y="347675"/>
                  </a:cubicBezTo>
                  <a:cubicBezTo>
                    <a:pt x="210503" y="354533"/>
                    <a:pt x="244221" y="359296"/>
                    <a:pt x="278701" y="361963"/>
                  </a:cubicBezTo>
                  <a:cubicBezTo>
                    <a:pt x="287464" y="362630"/>
                    <a:pt x="296132" y="363201"/>
                    <a:pt x="304990" y="363677"/>
                  </a:cubicBezTo>
                  <a:cubicBezTo>
                    <a:pt x="322231" y="364534"/>
                    <a:pt x="339376" y="364915"/>
                    <a:pt x="356425" y="3647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5632811" y="3486138"/>
              <a:ext cx="19898" cy="124984"/>
            </a:xfrm>
            <a:custGeom>
              <a:rect b="b" l="l" r="r" t="t"/>
              <a:pathLst>
                <a:path extrusionOk="0" h="183671" w="29242">
                  <a:moveTo>
                    <a:pt x="29243" y="183672"/>
                  </a:moveTo>
                  <a:lnTo>
                    <a:pt x="26195" y="5745"/>
                  </a:lnTo>
                  <a:cubicBezTo>
                    <a:pt x="26100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2859" y="177385"/>
                  </a:lnTo>
                  <a:cubicBezTo>
                    <a:pt x="11431" y="179671"/>
                    <a:pt x="20289" y="181767"/>
                    <a:pt x="29243" y="1836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5718303" y="3487759"/>
              <a:ext cx="20093" cy="134317"/>
            </a:xfrm>
            <a:custGeom>
              <a:rect b="b" l="l" r="r" t="t"/>
              <a:pathLst>
                <a:path extrusionOk="0" h="197387" w="29528">
                  <a:moveTo>
                    <a:pt x="29529" y="197388"/>
                  </a:moveTo>
                  <a:lnTo>
                    <a:pt x="26195" y="5745"/>
                  </a:lnTo>
                  <a:cubicBezTo>
                    <a:pt x="26100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3240" y="195673"/>
                  </a:lnTo>
                  <a:cubicBezTo>
                    <a:pt x="12003" y="196340"/>
                    <a:pt x="20670" y="196911"/>
                    <a:pt x="29529" y="19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5803729" y="3489379"/>
              <a:ext cx="20028" cy="132373"/>
            </a:xfrm>
            <a:custGeom>
              <a:rect b="b" l="l" r="r" t="t"/>
              <a:pathLst>
                <a:path extrusionOk="0" h="194530" w="29433">
                  <a:moveTo>
                    <a:pt x="3144" y="194435"/>
                  </a:moveTo>
                  <a:cubicBezTo>
                    <a:pt x="12002" y="193959"/>
                    <a:pt x="20765" y="193292"/>
                    <a:pt x="29433" y="192530"/>
                  </a:cubicBez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7" y="24890"/>
                    <a:pt x="668" y="44511"/>
                    <a:pt x="953" y="64038"/>
                  </a:cubicBezTo>
                  <a:lnTo>
                    <a:pt x="3144" y="1945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5889221" y="3490999"/>
              <a:ext cx="19704" cy="119085"/>
            </a:xfrm>
            <a:custGeom>
              <a:rect b="b" l="l" r="r" t="t"/>
              <a:pathLst>
                <a:path extrusionOk="0" h="175003" w="28956">
                  <a:moveTo>
                    <a:pt x="2858" y="175004"/>
                  </a:moveTo>
                  <a:cubicBezTo>
                    <a:pt x="11812" y="173004"/>
                    <a:pt x="20480" y="170718"/>
                    <a:pt x="28957" y="168432"/>
                  </a:cubicBez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7" y="24890"/>
                    <a:pt x="668" y="44511"/>
                    <a:pt x="953" y="64038"/>
                  </a:cubicBezTo>
                  <a:lnTo>
                    <a:pt x="2858" y="1750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5974647" y="3492555"/>
              <a:ext cx="18926" cy="83761"/>
            </a:xfrm>
            <a:custGeom>
              <a:rect b="b" l="l" r="r" t="t"/>
              <a:pathLst>
                <a:path extrusionOk="0" h="123092" w="27813">
                  <a:moveTo>
                    <a:pt x="2001" y="123093"/>
                  </a:moveTo>
                  <a:cubicBezTo>
                    <a:pt x="11907" y="116330"/>
                    <a:pt x="20575" y="109186"/>
                    <a:pt x="27814" y="101852"/>
                  </a:cubicBez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1906" y="1230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8"/>
            <p:cNvSpPr/>
            <p:nvPr/>
          </p:nvSpPr>
          <p:spPr>
            <a:xfrm>
              <a:off x="5532086" y="3342455"/>
              <a:ext cx="483637" cy="212229"/>
            </a:xfrm>
            <a:custGeom>
              <a:rect b="b" l="l" r="r" t="t"/>
              <a:pathLst>
                <a:path extrusionOk="0" h="311883" w="710735">
                  <a:moveTo>
                    <a:pt x="284041" y="2108"/>
                  </a:moveTo>
                  <a:cubicBezTo>
                    <a:pt x="438727" y="-9798"/>
                    <a:pt x="610558" y="29826"/>
                    <a:pt x="678471" y="93167"/>
                  </a:cubicBezTo>
                  <a:cubicBezTo>
                    <a:pt x="746384" y="156509"/>
                    <a:pt x="703903" y="237376"/>
                    <a:pt x="580935" y="278905"/>
                  </a:cubicBezTo>
                  <a:cubicBezTo>
                    <a:pt x="517784" y="300241"/>
                    <a:pt x="437489" y="311290"/>
                    <a:pt x="356431" y="311861"/>
                  </a:cubicBezTo>
                  <a:cubicBezTo>
                    <a:pt x="261943" y="312528"/>
                    <a:pt x="163740" y="298336"/>
                    <a:pt x="95255" y="268904"/>
                  </a:cubicBezTo>
                  <a:cubicBezTo>
                    <a:pt x="-54668" y="204419"/>
                    <a:pt x="-16378" y="86119"/>
                    <a:pt x="131831" y="33160"/>
                  </a:cubicBezTo>
                  <a:cubicBezTo>
                    <a:pt x="175456" y="17539"/>
                    <a:pt x="227748" y="6490"/>
                    <a:pt x="284041" y="2108"/>
                  </a:cubicBezTo>
                  <a:close/>
                </a:path>
              </a:pathLst>
            </a:custGeom>
            <a:solidFill>
              <a:srgbClr val="E0CA0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5532209" y="3422704"/>
              <a:ext cx="483573" cy="131979"/>
            </a:xfrm>
            <a:custGeom>
              <a:rect b="b" l="l" r="r" t="t"/>
              <a:pathLst>
                <a:path extrusionOk="0" h="193951" w="710640">
                  <a:moveTo>
                    <a:pt x="698864" y="0"/>
                  </a:moveTo>
                  <a:cubicBezTo>
                    <a:pt x="734297" y="58388"/>
                    <a:pt x="688291" y="124778"/>
                    <a:pt x="580849" y="160972"/>
                  </a:cubicBezTo>
                  <a:cubicBezTo>
                    <a:pt x="517698" y="182309"/>
                    <a:pt x="437402" y="193358"/>
                    <a:pt x="356345" y="193929"/>
                  </a:cubicBezTo>
                  <a:cubicBezTo>
                    <a:pt x="261856" y="194596"/>
                    <a:pt x="163654" y="180404"/>
                    <a:pt x="95169" y="150971"/>
                  </a:cubicBezTo>
                  <a:cubicBezTo>
                    <a:pt x="3729" y="111633"/>
                    <a:pt x="-17607" y="52292"/>
                    <a:pt x="13254" y="0"/>
                  </a:cubicBezTo>
                </a:path>
              </a:pathLst>
            </a:custGeom>
            <a:solidFill>
              <a:schemeClr val="accent1"/>
            </a:solidFill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8"/>
            <p:cNvSpPr/>
            <p:nvPr/>
          </p:nvSpPr>
          <p:spPr>
            <a:xfrm>
              <a:off x="5610791" y="3376939"/>
              <a:ext cx="326467" cy="143324"/>
            </a:xfrm>
            <a:custGeom>
              <a:rect b="b" l="l" r="r" t="t"/>
              <a:pathLst>
                <a:path extrusionOk="0" h="210623" w="479763">
                  <a:moveTo>
                    <a:pt x="191619" y="1437"/>
                  </a:moveTo>
                  <a:cubicBezTo>
                    <a:pt x="296109" y="-6659"/>
                    <a:pt x="412028" y="20202"/>
                    <a:pt x="457938" y="62969"/>
                  </a:cubicBezTo>
                  <a:cubicBezTo>
                    <a:pt x="503849" y="105736"/>
                    <a:pt x="475179" y="160314"/>
                    <a:pt x="392121" y="188318"/>
                  </a:cubicBezTo>
                  <a:cubicBezTo>
                    <a:pt x="349544" y="202701"/>
                    <a:pt x="295251" y="210226"/>
                    <a:pt x="240578" y="210607"/>
                  </a:cubicBezTo>
                  <a:cubicBezTo>
                    <a:pt x="176760" y="211083"/>
                    <a:pt x="110562" y="201462"/>
                    <a:pt x="64270" y="181555"/>
                  </a:cubicBezTo>
                  <a:cubicBezTo>
                    <a:pt x="-36885" y="138026"/>
                    <a:pt x="-11073" y="58111"/>
                    <a:pt x="89035" y="22393"/>
                  </a:cubicBezTo>
                  <a:cubicBezTo>
                    <a:pt x="118467" y="11915"/>
                    <a:pt x="153805" y="4390"/>
                    <a:pt x="191810" y="1437"/>
                  </a:cubicBezTo>
                  <a:close/>
                </a:path>
              </a:pathLst>
            </a:custGeom>
            <a:solidFill>
              <a:srgbClr val="F5BD2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8"/>
            <p:cNvSpPr/>
            <p:nvPr/>
          </p:nvSpPr>
          <p:spPr>
            <a:xfrm>
              <a:off x="5610760" y="3377095"/>
              <a:ext cx="160562" cy="98368"/>
            </a:xfrm>
            <a:custGeom>
              <a:rect b="b" l="l" r="r" t="t"/>
              <a:pathLst>
                <a:path extrusionOk="0" h="144558" w="235956">
                  <a:moveTo>
                    <a:pt x="12500" y="144559"/>
                  </a:moveTo>
                  <a:cubicBezTo>
                    <a:pt x="-20076" y="101791"/>
                    <a:pt x="12976" y="49309"/>
                    <a:pt x="88890" y="22162"/>
                  </a:cubicBezTo>
                  <a:cubicBezTo>
                    <a:pt x="118323" y="11685"/>
                    <a:pt x="153660" y="4160"/>
                    <a:pt x="191665" y="1207"/>
                  </a:cubicBezTo>
                  <a:cubicBezTo>
                    <a:pt x="206238" y="64"/>
                    <a:pt x="221097" y="-126"/>
                    <a:pt x="235956" y="64"/>
                  </a:cubicBezTo>
                </a:path>
              </a:pathLst>
            </a:custGeom>
            <a:noFill/>
            <a:ln cap="rnd" cmpd="sng" w="14275">
              <a:solidFill>
                <a:srgbClr val="00000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5545312" y="3287102"/>
              <a:ext cx="484688" cy="248251"/>
            </a:xfrm>
            <a:custGeom>
              <a:rect b="b" l="l" r="r" t="t"/>
              <a:pathLst>
                <a:path extrusionOk="0" h="364820" w="712279">
                  <a:moveTo>
                    <a:pt x="356711" y="364820"/>
                  </a:moveTo>
                  <a:cubicBezTo>
                    <a:pt x="372713" y="364725"/>
                    <a:pt x="388620" y="364153"/>
                    <a:pt x="404432" y="363201"/>
                  </a:cubicBezTo>
                  <a:cubicBezTo>
                    <a:pt x="413290" y="362725"/>
                    <a:pt x="422053" y="362058"/>
                    <a:pt x="430721" y="361296"/>
                  </a:cubicBezTo>
                  <a:cubicBezTo>
                    <a:pt x="465296" y="358248"/>
                    <a:pt x="498825" y="353200"/>
                    <a:pt x="529781" y="346151"/>
                  </a:cubicBezTo>
                  <a:cubicBezTo>
                    <a:pt x="538734" y="344151"/>
                    <a:pt x="547402" y="341865"/>
                    <a:pt x="555879" y="339579"/>
                  </a:cubicBezTo>
                  <a:cubicBezTo>
                    <a:pt x="564547" y="337103"/>
                    <a:pt x="573024" y="334531"/>
                    <a:pt x="581216" y="331864"/>
                  </a:cubicBezTo>
                  <a:cubicBezTo>
                    <a:pt x="610267" y="322053"/>
                    <a:pt x="634842" y="310052"/>
                    <a:pt x="654463" y="296621"/>
                  </a:cubicBezTo>
                  <a:cubicBezTo>
                    <a:pt x="664369" y="289859"/>
                    <a:pt x="673037" y="282715"/>
                    <a:pt x="680276" y="275380"/>
                  </a:cubicBezTo>
                  <a:cubicBezTo>
                    <a:pt x="697611" y="258045"/>
                    <a:pt x="707898" y="239186"/>
                    <a:pt x="710375" y="220040"/>
                  </a:cubicBezTo>
                  <a:lnTo>
                    <a:pt x="710375" y="220040"/>
                  </a:lnTo>
                  <a:cubicBezTo>
                    <a:pt x="710375" y="220040"/>
                    <a:pt x="710375" y="219469"/>
                    <a:pt x="710375" y="219469"/>
                  </a:cubicBezTo>
                  <a:cubicBezTo>
                    <a:pt x="710946" y="214611"/>
                    <a:pt x="711994" y="156794"/>
                    <a:pt x="711613" y="151841"/>
                  </a:cubicBezTo>
                  <a:lnTo>
                    <a:pt x="712280" y="116218"/>
                  </a:lnTo>
                  <a:lnTo>
                    <a:pt x="698945" y="116218"/>
                  </a:lnTo>
                  <a:cubicBezTo>
                    <a:pt x="693992" y="108312"/>
                    <a:pt x="687515" y="100597"/>
                    <a:pt x="679514" y="93167"/>
                  </a:cubicBezTo>
                  <a:cubicBezTo>
                    <a:pt x="611600" y="29826"/>
                    <a:pt x="439769" y="-9798"/>
                    <a:pt x="285083" y="2108"/>
                  </a:cubicBezTo>
                  <a:cubicBezTo>
                    <a:pt x="228886" y="6490"/>
                    <a:pt x="176499" y="17539"/>
                    <a:pt x="132874" y="33160"/>
                  </a:cubicBezTo>
                  <a:cubicBezTo>
                    <a:pt x="77724" y="52877"/>
                    <a:pt x="37814" y="81547"/>
                    <a:pt x="17145" y="113265"/>
                  </a:cubicBezTo>
                  <a:lnTo>
                    <a:pt x="1905" y="113265"/>
                  </a:lnTo>
                  <a:cubicBezTo>
                    <a:pt x="1905" y="113265"/>
                    <a:pt x="0" y="216802"/>
                    <a:pt x="0" y="216802"/>
                  </a:cubicBezTo>
                  <a:lnTo>
                    <a:pt x="0" y="216802"/>
                  </a:lnTo>
                  <a:cubicBezTo>
                    <a:pt x="95" y="237280"/>
                    <a:pt x="8573" y="257759"/>
                    <a:pt x="26194" y="276524"/>
                  </a:cubicBezTo>
                  <a:cubicBezTo>
                    <a:pt x="33433" y="284334"/>
                    <a:pt x="42291" y="291859"/>
                    <a:pt x="52769" y="298907"/>
                  </a:cubicBezTo>
                  <a:cubicBezTo>
                    <a:pt x="64675" y="307099"/>
                    <a:pt x="78867" y="314814"/>
                    <a:pt x="95250" y="321862"/>
                  </a:cubicBezTo>
                  <a:cubicBezTo>
                    <a:pt x="112681" y="329387"/>
                    <a:pt x="132017" y="335864"/>
                    <a:pt x="152781" y="341389"/>
                  </a:cubicBezTo>
                  <a:cubicBezTo>
                    <a:pt x="161354" y="343675"/>
                    <a:pt x="170212" y="345770"/>
                    <a:pt x="179166" y="347675"/>
                  </a:cubicBezTo>
                  <a:cubicBezTo>
                    <a:pt x="210503" y="354533"/>
                    <a:pt x="244221" y="359296"/>
                    <a:pt x="278702" y="361963"/>
                  </a:cubicBezTo>
                  <a:cubicBezTo>
                    <a:pt x="287465" y="362629"/>
                    <a:pt x="296133" y="363201"/>
                    <a:pt x="304991" y="363677"/>
                  </a:cubicBezTo>
                  <a:cubicBezTo>
                    <a:pt x="322231" y="364535"/>
                    <a:pt x="339376" y="364916"/>
                    <a:pt x="356426" y="3647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5647524" y="3398703"/>
              <a:ext cx="19898" cy="124984"/>
            </a:xfrm>
            <a:custGeom>
              <a:rect b="b" l="l" r="r" t="t"/>
              <a:pathLst>
                <a:path extrusionOk="0" h="183671" w="29242">
                  <a:moveTo>
                    <a:pt x="29243" y="183672"/>
                  </a:moveTo>
                  <a:lnTo>
                    <a:pt x="26195" y="5745"/>
                  </a:lnTo>
                  <a:cubicBezTo>
                    <a:pt x="26099" y="-1590"/>
                    <a:pt x="-190" y="-2066"/>
                    <a:pt x="1" y="5268"/>
                  </a:cubicBezTo>
                  <a:cubicBezTo>
                    <a:pt x="287" y="24890"/>
                    <a:pt x="668" y="44511"/>
                    <a:pt x="954" y="64037"/>
                  </a:cubicBezTo>
                  <a:lnTo>
                    <a:pt x="2858" y="177385"/>
                  </a:lnTo>
                  <a:cubicBezTo>
                    <a:pt x="11431" y="179671"/>
                    <a:pt x="20289" y="181767"/>
                    <a:pt x="29243" y="1836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5732951" y="3400258"/>
              <a:ext cx="20093" cy="134317"/>
            </a:xfrm>
            <a:custGeom>
              <a:rect b="b" l="l" r="r" t="t"/>
              <a:pathLst>
                <a:path extrusionOk="0" h="197387" w="29528">
                  <a:moveTo>
                    <a:pt x="29529" y="197388"/>
                  </a:moveTo>
                  <a:lnTo>
                    <a:pt x="26195" y="5745"/>
                  </a:lnTo>
                  <a:cubicBezTo>
                    <a:pt x="26099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3239" y="195673"/>
                  </a:lnTo>
                  <a:cubicBezTo>
                    <a:pt x="12003" y="196340"/>
                    <a:pt x="20670" y="196911"/>
                    <a:pt x="29529" y="19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5818442" y="3401944"/>
              <a:ext cx="20028" cy="132373"/>
            </a:xfrm>
            <a:custGeom>
              <a:rect b="b" l="l" r="r" t="t"/>
              <a:pathLst>
                <a:path extrusionOk="0" h="194530" w="29433">
                  <a:moveTo>
                    <a:pt x="3144" y="194435"/>
                  </a:moveTo>
                  <a:cubicBezTo>
                    <a:pt x="12003" y="193959"/>
                    <a:pt x="20765" y="193292"/>
                    <a:pt x="29433" y="192530"/>
                  </a:cubicBezTo>
                  <a:lnTo>
                    <a:pt x="26195" y="5745"/>
                  </a:lnTo>
                  <a:cubicBezTo>
                    <a:pt x="26099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7"/>
                  </a:cubicBezTo>
                  <a:lnTo>
                    <a:pt x="3144" y="1945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5903933" y="3403564"/>
              <a:ext cx="19705" cy="119085"/>
            </a:xfrm>
            <a:custGeom>
              <a:rect b="b" l="l" r="r" t="t"/>
              <a:pathLst>
                <a:path extrusionOk="0" h="175003" w="28957">
                  <a:moveTo>
                    <a:pt x="2858" y="175004"/>
                  </a:moveTo>
                  <a:cubicBezTo>
                    <a:pt x="11812" y="173003"/>
                    <a:pt x="20480" y="170718"/>
                    <a:pt x="28957" y="168432"/>
                  </a:cubicBezTo>
                  <a:lnTo>
                    <a:pt x="26195" y="5745"/>
                  </a:lnTo>
                  <a:cubicBezTo>
                    <a:pt x="26099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7"/>
                  </a:cubicBezTo>
                  <a:lnTo>
                    <a:pt x="2858" y="1750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5989295" y="3405119"/>
              <a:ext cx="18927" cy="83761"/>
            </a:xfrm>
            <a:custGeom>
              <a:rect b="b" l="l" r="r" t="t"/>
              <a:pathLst>
                <a:path extrusionOk="0" h="123092" w="27814">
                  <a:moveTo>
                    <a:pt x="2001" y="123092"/>
                  </a:moveTo>
                  <a:cubicBezTo>
                    <a:pt x="11907" y="116330"/>
                    <a:pt x="20575" y="109186"/>
                    <a:pt x="27814" y="101852"/>
                  </a:cubicBezTo>
                  <a:lnTo>
                    <a:pt x="26195" y="5745"/>
                  </a:lnTo>
                  <a:cubicBezTo>
                    <a:pt x="26100" y="-1590"/>
                    <a:pt x="-189" y="-2066"/>
                    <a:pt x="1" y="5268"/>
                  </a:cubicBezTo>
                  <a:cubicBezTo>
                    <a:pt x="287" y="24890"/>
                    <a:pt x="668" y="44511"/>
                    <a:pt x="954" y="64038"/>
                  </a:cubicBezTo>
                  <a:lnTo>
                    <a:pt x="1906" y="1230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5546798" y="3255019"/>
              <a:ext cx="483637" cy="212229"/>
            </a:xfrm>
            <a:custGeom>
              <a:rect b="b" l="l" r="r" t="t"/>
              <a:pathLst>
                <a:path extrusionOk="0" h="311883" w="710735">
                  <a:moveTo>
                    <a:pt x="284041" y="2108"/>
                  </a:moveTo>
                  <a:cubicBezTo>
                    <a:pt x="438727" y="-9798"/>
                    <a:pt x="610558" y="29826"/>
                    <a:pt x="678471" y="93167"/>
                  </a:cubicBezTo>
                  <a:cubicBezTo>
                    <a:pt x="746384" y="156508"/>
                    <a:pt x="703903" y="237376"/>
                    <a:pt x="580935" y="278905"/>
                  </a:cubicBezTo>
                  <a:cubicBezTo>
                    <a:pt x="517784" y="300241"/>
                    <a:pt x="437488" y="311290"/>
                    <a:pt x="356431" y="311861"/>
                  </a:cubicBezTo>
                  <a:cubicBezTo>
                    <a:pt x="261943" y="312528"/>
                    <a:pt x="163740" y="298336"/>
                    <a:pt x="95255" y="268904"/>
                  </a:cubicBezTo>
                  <a:cubicBezTo>
                    <a:pt x="-54668" y="204419"/>
                    <a:pt x="-16378" y="86119"/>
                    <a:pt x="131831" y="33160"/>
                  </a:cubicBezTo>
                  <a:cubicBezTo>
                    <a:pt x="175456" y="17539"/>
                    <a:pt x="227748" y="6490"/>
                    <a:pt x="284041" y="21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5546858" y="3335204"/>
              <a:ext cx="483573" cy="131979"/>
            </a:xfrm>
            <a:custGeom>
              <a:rect b="b" l="l" r="r" t="t"/>
              <a:pathLst>
                <a:path extrusionOk="0" h="193951" w="710640">
                  <a:moveTo>
                    <a:pt x="698864" y="0"/>
                  </a:moveTo>
                  <a:cubicBezTo>
                    <a:pt x="734297" y="58388"/>
                    <a:pt x="688291" y="124778"/>
                    <a:pt x="580849" y="160972"/>
                  </a:cubicBezTo>
                  <a:cubicBezTo>
                    <a:pt x="517698" y="182309"/>
                    <a:pt x="437402" y="193358"/>
                    <a:pt x="356345" y="193929"/>
                  </a:cubicBezTo>
                  <a:cubicBezTo>
                    <a:pt x="261857" y="194596"/>
                    <a:pt x="163654" y="180404"/>
                    <a:pt x="95169" y="150971"/>
                  </a:cubicBezTo>
                  <a:cubicBezTo>
                    <a:pt x="3729" y="111633"/>
                    <a:pt x="-17607" y="52292"/>
                    <a:pt x="13254" y="0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5625504" y="3289503"/>
              <a:ext cx="326467" cy="143259"/>
            </a:xfrm>
            <a:custGeom>
              <a:rect b="b" l="l" r="r" t="t"/>
              <a:pathLst>
                <a:path extrusionOk="0" h="210528" w="479763">
                  <a:moveTo>
                    <a:pt x="191619" y="1438"/>
                  </a:moveTo>
                  <a:cubicBezTo>
                    <a:pt x="296109" y="-6659"/>
                    <a:pt x="412028" y="20202"/>
                    <a:pt x="457938" y="62874"/>
                  </a:cubicBezTo>
                  <a:cubicBezTo>
                    <a:pt x="503849" y="105641"/>
                    <a:pt x="475179" y="160219"/>
                    <a:pt x="392121" y="188223"/>
                  </a:cubicBezTo>
                  <a:cubicBezTo>
                    <a:pt x="349544" y="202606"/>
                    <a:pt x="295251" y="210130"/>
                    <a:pt x="240578" y="210511"/>
                  </a:cubicBezTo>
                  <a:cubicBezTo>
                    <a:pt x="176760" y="210988"/>
                    <a:pt x="110562" y="201367"/>
                    <a:pt x="64270" y="181460"/>
                  </a:cubicBezTo>
                  <a:cubicBezTo>
                    <a:pt x="-36886" y="137931"/>
                    <a:pt x="-11073" y="58016"/>
                    <a:pt x="89035" y="22297"/>
                  </a:cubicBezTo>
                  <a:cubicBezTo>
                    <a:pt x="118467" y="11820"/>
                    <a:pt x="153805" y="4295"/>
                    <a:pt x="191810" y="13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5625473" y="3289660"/>
              <a:ext cx="160562" cy="98368"/>
            </a:xfrm>
            <a:custGeom>
              <a:rect b="b" l="l" r="r" t="t"/>
              <a:pathLst>
                <a:path extrusionOk="0" h="144558" w="235956">
                  <a:moveTo>
                    <a:pt x="12500" y="144559"/>
                  </a:moveTo>
                  <a:cubicBezTo>
                    <a:pt x="-20076" y="101791"/>
                    <a:pt x="12976" y="49309"/>
                    <a:pt x="88890" y="22162"/>
                  </a:cubicBezTo>
                  <a:cubicBezTo>
                    <a:pt x="118322" y="11685"/>
                    <a:pt x="153660" y="4160"/>
                    <a:pt x="191665" y="1207"/>
                  </a:cubicBezTo>
                  <a:cubicBezTo>
                    <a:pt x="206238" y="64"/>
                    <a:pt x="221097" y="-126"/>
                    <a:pt x="235956" y="64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6817780" y="3093916"/>
              <a:ext cx="411201" cy="403166"/>
            </a:xfrm>
            <a:custGeom>
              <a:rect b="b" l="l" r="r" t="t"/>
              <a:pathLst>
                <a:path extrusionOk="0" h="592478" w="604285">
                  <a:moveTo>
                    <a:pt x="455367" y="72266"/>
                  </a:moveTo>
                  <a:cubicBezTo>
                    <a:pt x="466893" y="80648"/>
                    <a:pt x="477942" y="89601"/>
                    <a:pt x="488514" y="99221"/>
                  </a:cubicBezTo>
                  <a:cubicBezTo>
                    <a:pt x="494420" y="104460"/>
                    <a:pt x="500135" y="109985"/>
                    <a:pt x="505660" y="115604"/>
                  </a:cubicBezTo>
                  <a:cubicBezTo>
                    <a:pt x="527758" y="137988"/>
                    <a:pt x="547093" y="162753"/>
                    <a:pt x="562619" y="189137"/>
                  </a:cubicBezTo>
                  <a:cubicBezTo>
                    <a:pt x="567095" y="196758"/>
                    <a:pt x="571286" y="204568"/>
                    <a:pt x="575097" y="212283"/>
                  </a:cubicBezTo>
                  <a:cubicBezTo>
                    <a:pt x="579002" y="220379"/>
                    <a:pt x="582621" y="228571"/>
                    <a:pt x="585860" y="236858"/>
                  </a:cubicBezTo>
                  <a:cubicBezTo>
                    <a:pt x="597290" y="266290"/>
                    <a:pt x="603196" y="296865"/>
                    <a:pt x="604148" y="326869"/>
                  </a:cubicBezTo>
                  <a:cubicBezTo>
                    <a:pt x="604624" y="342014"/>
                    <a:pt x="603862" y="356968"/>
                    <a:pt x="601862" y="371637"/>
                  </a:cubicBezTo>
                  <a:cubicBezTo>
                    <a:pt x="597290" y="406308"/>
                    <a:pt x="586051" y="439550"/>
                    <a:pt x="568905" y="469172"/>
                  </a:cubicBezTo>
                  <a:lnTo>
                    <a:pt x="568905" y="469172"/>
                  </a:lnTo>
                  <a:cubicBezTo>
                    <a:pt x="568905" y="469172"/>
                    <a:pt x="568429" y="470030"/>
                    <a:pt x="568429" y="470030"/>
                  </a:cubicBezTo>
                  <a:cubicBezTo>
                    <a:pt x="563953" y="477554"/>
                    <a:pt x="559285" y="484698"/>
                    <a:pt x="554142" y="491842"/>
                  </a:cubicBezTo>
                  <a:lnTo>
                    <a:pt x="519376" y="544991"/>
                  </a:lnTo>
                  <a:lnTo>
                    <a:pt x="509660" y="538229"/>
                  </a:lnTo>
                  <a:cubicBezTo>
                    <a:pt x="498325" y="547278"/>
                    <a:pt x="485943" y="555374"/>
                    <a:pt x="472798" y="562327"/>
                  </a:cubicBezTo>
                  <a:cubicBezTo>
                    <a:pt x="360689" y="621191"/>
                    <a:pt x="196764" y="591473"/>
                    <a:pt x="96180" y="494033"/>
                  </a:cubicBezTo>
                  <a:cubicBezTo>
                    <a:pt x="59699" y="458600"/>
                    <a:pt x="32552" y="415166"/>
                    <a:pt x="16360" y="369636"/>
                  </a:cubicBezTo>
                  <a:cubicBezTo>
                    <a:pt x="-4309" y="312010"/>
                    <a:pt x="-4785" y="248859"/>
                    <a:pt x="11503" y="191328"/>
                  </a:cubicBezTo>
                  <a:lnTo>
                    <a:pt x="358" y="183613"/>
                  </a:lnTo>
                  <a:lnTo>
                    <a:pt x="49793" y="108080"/>
                  </a:lnTo>
                  <a:lnTo>
                    <a:pt x="49793" y="108080"/>
                  </a:lnTo>
                  <a:cubicBezTo>
                    <a:pt x="70176" y="77790"/>
                    <a:pt x="96561" y="51882"/>
                    <a:pt x="127898" y="33023"/>
                  </a:cubicBezTo>
                  <a:cubicBezTo>
                    <a:pt x="140947" y="25212"/>
                    <a:pt x="154663" y="18640"/>
                    <a:pt x="169427" y="13496"/>
                  </a:cubicBezTo>
                  <a:cubicBezTo>
                    <a:pt x="186191" y="7496"/>
                    <a:pt x="204098" y="3400"/>
                    <a:pt x="223052" y="1400"/>
                  </a:cubicBezTo>
                  <a:cubicBezTo>
                    <a:pt x="243151" y="-696"/>
                    <a:pt x="263724" y="-410"/>
                    <a:pt x="284203" y="2066"/>
                  </a:cubicBezTo>
                  <a:cubicBezTo>
                    <a:pt x="292775" y="3114"/>
                    <a:pt x="301253" y="4543"/>
                    <a:pt x="309635" y="6258"/>
                  </a:cubicBezTo>
                  <a:cubicBezTo>
                    <a:pt x="339162" y="12258"/>
                    <a:pt x="368404" y="22641"/>
                    <a:pt x="396122" y="36356"/>
                  </a:cubicBezTo>
                  <a:cubicBezTo>
                    <a:pt x="403170" y="39785"/>
                    <a:pt x="410124" y="43500"/>
                    <a:pt x="416887" y="47310"/>
                  </a:cubicBezTo>
                  <a:cubicBezTo>
                    <a:pt x="430221" y="54930"/>
                    <a:pt x="443080" y="63217"/>
                    <a:pt x="455367" y="722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6829085" y="3103100"/>
              <a:ext cx="104050" cy="134646"/>
            </a:xfrm>
            <a:custGeom>
              <a:rect b="b" l="l" r="r" t="t"/>
              <a:pathLst>
                <a:path extrusionOk="0" h="197870" w="152908">
                  <a:moveTo>
                    <a:pt x="152908" y="0"/>
                  </a:moveTo>
                  <a:lnTo>
                    <a:pt x="21178" y="193738"/>
                  </a:lnTo>
                  <a:cubicBezTo>
                    <a:pt x="13844" y="204597"/>
                    <a:pt x="-5778" y="191834"/>
                    <a:pt x="1651" y="180975"/>
                  </a:cubicBezTo>
                  <a:cubicBezTo>
                    <a:pt x="21273" y="152114"/>
                    <a:pt x="40894" y="123158"/>
                    <a:pt x="60516" y="94393"/>
                  </a:cubicBezTo>
                  <a:lnTo>
                    <a:pt x="111380" y="19621"/>
                  </a:lnTo>
                  <a:cubicBezTo>
                    <a:pt x="124429" y="11811"/>
                    <a:pt x="138145" y="5239"/>
                    <a:pt x="152908" y="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6892734" y="3095323"/>
              <a:ext cx="135745" cy="184034"/>
            </a:xfrm>
            <a:custGeom>
              <a:rect b="b" l="l" r="r" t="t"/>
              <a:pathLst>
                <a:path extrusionOk="0" h="270450" w="199485">
                  <a:moveTo>
                    <a:pt x="199486" y="4191"/>
                  </a:moveTo>
                  <a:lnTo>
                    <a:pt x="21178" y="266319"/>
                  </a:lnTo>
                  <a:cubicBezTo>
                    <a:pt x="13844" y="277177"/>
                    <a:pt x="-5778" y="264414"/>
                    <a:pt x="1651" y="253555"/>
                  </a:cubicBezTo>
                  <a:cubicBezTo>
                    <a:pt x="21273" y="224695"/>
                    <a:pt x="40894" y="195739"/>
                    <a:pt x="60516" y="166973"/>
                  </a:cubicBezTo>
                  <a:lnTo>
                    <a:pt x="174054" y="0"/>
                  </a:lnTo>
                  <a:cubicBezTo>
                    <a:pt x="182626" y="1048"/>
                    <a:pt x="191104" y="2476"/>
                    <a:pt x="199486" y="41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6956383" y="3118721"/>
              <a:ext cx="145078" cy="202313"/>
            </a:xfrm>
            <a:custGeom>
              <a:rect b="b" l="l" r="r" t="t"/>
              <a:pathLst>
                <a:path extrusionOk="0" h="297311" w="213201">
                  <a:moveTo>
                    <a:pt x="213202" y="10954"/>
                  </a:moveTo>
                  <a:lnTo>
                    <a:pt x="21178" y="293180"/>
                  </a:lnTo>
                  <a:cubicBezTo>
                    <a:pt x="13844" y="304038"/>
                    <a:pt x="-5778" y="291275"/>
                    <a:pt x="1651" y="280416"/>
                  </a:cubicBezTo>
                  <a:cubicBezTo>
                    <a:pt x="21273" y="251555"/>
                    <a:pt x="40894" y="222599"/>
                    <a:pt x="60516" y="193834"/>
                  </a:cubicBezTo>
                  <a:lnTo>
                    <a:pt x="192342" y="0"/>
                  </a:lnTo>
                  <a:cubicBezTo>
                    <a:pt x="199390" y="3429"/>
                    <a:pt x="206344" y="7144"/>
                    <a:pt x="213107" y="109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7020095" y="3161434"/>
              <a:ext cx="141773" cy="201211"/>
            </a:xfrm>
            <a:custGeom>
              <a:rect b="b" l="l" r="r" t="t"/>
              <a:pathLst>
                <a:path extrusionOk="0" h="295692" w="208344">
                  <a:moveTo>
                    <a:pt x="191199" y="0"/>
                  </a:moveTo>
                  <a:cubicBezTo>
                    <a:pt x="197105" y="5239"/>
                    <a:pt x="202820" y="10763"/>
                    <a:pt x="208344" y="16383"/>
                  </a:cubicBezTo>
                  <a:lnTo>
                    <a:pt x="21178" y="291560"/>
                  </a:lnTo>
                  <a:cubicBezTo>
                    <a:pt x="13843" y="302419"/>
                    <a:pt x="-5778" y="289655"/>
                    <a:pt x="1652" y="278797"/>
                  </a:cubicBezTo>
                  <a:cubicBezTo>
                    <a:pt x="21273" y="249936"/>
                    <a:pt x="40895" y="220980"/>
                    <a:pt x="60516" y="192215"/>
                  </a:cubicBezTo>
                  <a:lnTo>
                    <a:pt x="1911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7083744" y="3222620"/>
              <a:ext cx="125374" cy="181701"/>
            </a:xfrm>
            <a:custGeom>
              <a:rect b="b" l="l" r="r" t="t"/>
              <a:pathLst>
                <a:path extrusionOk="0" h="267021" w="184245">
                  <a:moveTo>
                    <a:pt x="171768" y="0"/>
                  </a:moveTo>
                  <a:cubicBezTo>
                    <a:pt x="176244" y="7620"/>
                    <a:pt x="180435" y="15430"/>
                    <a:pt x="184246" y="23146"/>
                  </a:cubicBezTo>
                  <a:lnTo>
                    <a:pt x="21178" y="262890"/>
                  </a:lnTo>
                  <a:cubicBezTo>
                    <a:pt x="13843" y="273749"/>
                    <a:pt x="-5778" y="260985"/>
                    <a:pt x="1652" y="250126"/>
                  </a:cubicBezTo>
                  <a:cubicBezTo>
                    <a:pt x="21273" y="221266"/>
                    <a:pt x="40895" y="192310"/>
                    <a:pt x="60516" y="163544"/>
                  </a:cubicBezTo>
                  <a:lnTo>
                    <a:pt x="1717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7147457" y="3316343"/>
              <a:ext cx="81523" cy="129590"/>
            </a:xfrm>
            <a:custGeom>
              <a:rect b="b" l="l" r="r" t="t"/>
              <a:pathLst>
                <a:path extrusionOk="0" h="190440" w="119803">
                  <a:moveTo>
                    <a:pt x="119666" y="0"/>
                  </a:moveTo>
                  <a:cubicBezTo>
                    <a:pt x="120142" y="15145"/>
                    <a:pt x="119381" y="30099"/>
                    <a:pt x="117380" y="44768"/>
                  </a:cubicBezTo>
                  <a:lnTo>
                    <a:pt x="21178" y="186309"/>
                  </a:lnTo>
                  <a:cubicBezTo>
                    <a:pt x="13844" y="197168"/>
                    <a:pt x="-5778" y="184404"/>
                    <a:pt x="1651" y="173546"/>
                  </a:cubicBezTo>
                  <a:cubicBezTo>
                    <a:pt x="21273" y="144685"/>
                    <a:pt x="40895" y="115729"/>
                    <a:pt x="60516" y="86963"/>
                  </a:cubicBezTo>
                  <a:lnTo>
                    <a:pt x="1196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6792002" y="3133443"/>
              <a:ext cx="411206" cy="403177"/>
            </a:xfrm>
            <a:custGeom>
              <a:rect b="b" l="l" r="r" t="t"/>
              <a:pathLst>
                <a:path extrusionOk="0" h="592493" w="604292">
                  <a:moveTo>
                    <a:pt x="96152" y="494048"/>
                  </a:moveTo>
                  <a:cubicBezTo>
                    <a:pt x="196736" y="591489"/>
                    <a:pt x="360757" y="621207"/>
                    <a:pt x="472866" y="562342"/>
                  </a:cubicBezTo>
                  <a:cubicBezTo>
                    <a:pt x="584880" y="503478"/>
                    <a:pt x="634125" y="361746"/>
                    <a:pt x="585738" y="236873"/>
                  </a:cubicBezTo>
                  <a:cubicBezTo>
                    <a:pt x="560972" y="172770"/>
                    <a:pt x="513633" y="114953"/>
                    <a:pt x="455340" y="72281"/>
                  </a:cubicBezTo>
                  <a:cubicBezTo>
                    <a:pt x="387332" y="22560"/>
                    <a:pt x="301987" y="-6967"/>
                    <a:pt x="223025" y="1415"/>
                  </a:cubicBezTo>
                  <a:cubicBezTo>
                    <a:pt x="50337" y="19703"/>
                    <a:pt x="-39008" y="214775"/>
                    <a:pt x="16333" y="369747"/>
                  </a:cubicBezTo>
                  <a:cubicBezTo>
                    <a:pt x="32621" y="415276"/>
                    <a:pt x="59671" y="458710"/>
                    <a:pt x="96248" y="4941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6791937" y="3133443"/>
              <a:ext cx="411206" cy="382660"/>
            </a:xfrm>
            <a:custGeom>
              <a:rect b="b" l="l" r="r" t="t"/>
              <a:pathLst>
                <a:path extrusionOk="0" h="562342" w="604292">
                  <a:moveTo>
                    <a:pt x="472867" y="562342"/>
                  </a:moveTo>
                  <a:cubicBezTo>
                    <a:pt x="584880" y="503478"/>
                    <a:pt x="634125" y="361746"/>
                    <a:pt x="585738" y="236873"/>
                  </a:cubicBezTo>
                  <a:cubicBezTo>
                    <a:pt x="560973" y="172770"/>
                    <a:pt x="513633" y="114953"/>
                    <a:pt x="455340" y="72281"/>
                  </a:cubicBezTo>
                  <a:cubicBezTo>
                    <a:pt x="387332" y="22560"/>
                    <a:pt x="301988" y="-6967"/>
                    <a:pt x="223025" y="1415"/>
                  </a:cubicBezTo>
                  <a:cubicBezTo>
                    <a:pt x="50337" y="19703"/>
                    <a:pt x="-39008" y="214775"/>
                    <a:pt x="16333" y="369747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6858489" y="3200331"/>
              <a:ext cx="277358" cy="271992"/>
            </a:xfrm>
            <a:custGeom>
              <a:rect b="b" l="l" r="r" t="t"/>
              <a:pathLst>
                <a:path extrusionOk="0" h="399988" w="407880">
                  <a:moveTo>
                    <a:pt x="64834" y="333554"/>
                  </a:moveTo>
                  <a:cubicBezTo>
                    <a:pt x="132747" y="399277"/>
                    <a:pt x="243428" y="419374"/>
                    <a:pt x="319151" y="379655"/>
                  </a:cubicBezTo>
                  <a:cubicBezTo>
                    <a:pt x="394780" y="339936"/>
                    <a:pt x="428022" y="244210"/>
                    <a:pt x="395351" y="159913"/>
                  </a:cubicBezTo>
                  <a:cubicBezTo>
                    <a:pt x="378588" y="116670"/>
                    <a:pt x="346679" y="77617"/>
                    <a:pt x="307340" y="48852"/>
                  </a:cubicBezTo>
                  <a:cubicBezTo>
                    <a:pt x="261430" y="15324"/>
                    <a:pt x="203804" y="-4679"/>
                    <a:pt x="150559" y="941"/>
                  </a:cubicBezTo>
                  <a:cubicBezTo>
                    <a:pt x="33973" y="13323"/>
                    <a:pt x="-26320" y="144959"/>
                    <a:pt x="11018" y="249543"/>
                  </a:cubicBezTo>
                  <a:cubicBezTo>
                    <a:pt x="21972" y="280309"/>
                    <a:pt x="40260" y="309646"/>
                    <a:pt x="64930" y="33355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6858360" y="3200972"/>
              <a:ext cx="102452" cy="226334"/>
            </a:xfrm>
            <a:custGeom>
              <a:rect b="b" l="l" r="r" t="t"/>
              <a:pathLst>
                <a:path extrusionOk="0" h="332612" w="150559">
                  <a:moveTo>
                    <a:pt x="150559" y="0"/>
                  </a:moveTo>
                  <a:cubicBezTo>
                    <a:pt x="33973" y="12382"/>
                    <a:pt x="-26320" y="144018"/>
                    <a:pt x="11018" y="248602"/>
                  </a:cubicBezTo>
                  <a:cubicBezTo>
                    <a:pt x="21972" y="279368"/>
                    <a:pt x="40260" y="308705"/>
                    <a:pt x="64930" y="332613"/>
                  </a:cubicBez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5992926" y="1766092"/>
              <a:ext cx="93852" cy="93852"/>
            </a:xfrm>
            <a:custGeom>
              <a:rect b="b" l="l" r="r" t="t"/>
              <a:pathLst>
                <a:path extrusionOk="0" h="137921" w="137921">
                  <a:moveTo>
                    <a:pt x="68961" y="0"/>
                  </a:moveTo>
                  <a:cubicBezTo>
                    <a:pt x="62293" y="0"/>
                    <a:pt x="56388" y="8668"/>
                    <a:pt x="52292" y="22574"/>
                  </a:cubicBezTo>
                  <a:cubicBezTo>
                    <a:pt x="48101" y="36767"/>
                    <a:pt x="36766" y="48101"/>
                    <a:pt x="22574" y="52292"/>
                  </a:cubicBezTo>
                  <a:cubicBezTo>
                    <a:pt x="8763" y="56388"/>
                    <a:pt x="0" y="62389"/>
                    <a:pt x="0" y="68961"/>
                  </a:cubicBezTo>
                  <a:cubicBezTo>
                    <a:pt x="0" y="75533"/>
                    <a:pt x="8667" y="81534"/>
                    <a:pt x="22574" y="85630"/>
                  </a:cubicBezTo>
                  <a:cubicBezTo>
                    <a:pt x="36766" y="89821"/>
                    <a:pt x="48101" y="101156"/>
                    <a:pt x="52292" y="115348"/>
                  </a:cubicBezTo>
                  <a:cubicBezTo>
                    <a:pt x="56388" y="129159"/>
                    <a:pt x="62389" y="137922"/>
                    <a:pt x="68961" y="137922"/>
                  </a:cubicBezTo>
                  <a:cubicBezTo>
                    <a:pt x="75533" y="137922"/>
                    <a:pt x="81534" y="129254"/>
                    <a:pt x="85630" y="115348"/>
                  </a:cubicBezTo>
                  <a:cubicBezTo>
                    <a:pt x="89821" y="101156"/>
                    <a:pt x="101155" y="89821"/>
                    <a:pt x="115348" y="85630"/>
                  </a:cubicBezTo>
                  <a:cubicBezTo>
                    <a:pt x="129159" y="81534"/>
                    <a:pt x="137922" y="75533"/>
                    <a:pt x="137922" y="68961"/>
                  </a:cubicBezTo>
                  <a:cubicBezTo>
                    <a:pt x="137922" y="62389"/>
                    <a:pt x="129254" y="56388"/>
                    <a:pt x="115348" y="52292"/>
                  </a:cubicBezTo>
                  <a:cubicBezTo>
                    <a:pt x="101155" y="48101"/>
                    <a:pt x="89821" y="36767"/>
                    <a:pt x="85630" y="22574"/>
                  </a:cubicBezTo>
                  <a:cubicBezTo>
                    <a:pt x="81534" y="8763"/>
                    <a:pt x="75533" y="0"/>
                    <a:pt x="689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7984115" y="1864092"/>
              <a:ext cx="53472" cy="53408"/>
            </a:xfrm>
            <a:custGeom>
              <a:rect b="b" l="l" r="r" t="t"/>
              <a:pathLst>
                <a:path extrusionOk="0" h="78486" w="78581">
                  <a:moveTo>
                    <a:pt x="78581" y="39243"/>
                  </a:moveTo>
                  <a:cubicBezTo>
                    <a:pt x="78581" y="35433"/>
                    <a:pt x="73628" y="32099"/>
                    <a:pt x="65723" y="29718"/>
                  </a:cubicBezTo>
                  <a:cubicBezTo>
                    <a:pt x="57626" y="27337"/>
                    <a:pt x="51245" y="20860"/>
                    <a:pt x="48768" y="12859"/>
                  </a:cubicBezTo>
                  <a:cubicBezTo>
                    <a:pt x="46387" y="4953"/>
                    <a:pt x="43053" y="0"/>
                    <a:pt x="39243" y="0"/>
                  </a:cubicBezTo>
                  <a:cubicBezTo>
                    <a:pt x="35433" y="0"/>
                    <a:pt x="32099" y="4953"/>
                    <a:pt x="29718" y="12859"/>
                  </a:cubicBezTo>
                  <a:cubicBezTo>
                    <a:pt x="27337" y="20955"/>
                    <a:pt x="20860" y="27337"/>
                    <a:pt x="12859" y="29718"/>
                  </a:cubicBezTo>
                  <a:cubicBezTo>
                    <a:pt x="4953" y="32099"/>
                    <a:pt x="0" y="35433"/>
                    <a:pt x="0" y="39243"/>
                  </a:cubicBezTo>
                  <a:cubicBezTo>
                    <a:pt x="0" y="43053"/>
                    <a:pt x="4953" y="46387"/>
                    <a:pt x="12859" y="48768"/>
                  </a:cubicBezTo>
                  <a:cubicBezTo>
                    <a:pt x="20955" y="51149"/>
                    <a:pt x="27337" y="57626"/>
                    <a:pt x="29718" y="65627"/>
                  </a:cubicBezTo>
                  <a:cubicBezTo>
                    <a:pt x="32099" y="73533"/>
                    <a:pt x="35433" y="78486"/>
                    <a:pt x="39243" y="78486"/>
                  </a:cubicBezTo>
                  <a:cubicBezTo>
                    <a:pt x="43053" y="78486"/>
                    <a:pt x="46387" y="73533"/>
                    <a:pt x="48768" y="65627"/>
                  </a:cubicBezTo>
                  <a:cubicBezTo>
                    <a:pt x="51149" y="57531"/>
                    <a:pt x="57626" y="51149"/>
                    <a:pt x="65723" y="48768"/>
                  </a:cubicBezTo>
                  <a:cubicBezTo>
                    <a:pt x="73628" y="46387"/>
                    <a:pt x="78581" y="43053"/>
                    <a:pt x="78581" y="392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6223279" y="1889370"/>
              <a:ext cx="46408" cy="46407"/>
            </a:xfrm>
            <a:custGeom>
              <a:rect b="b" l="l" r="r" t="t"/>
              <a:pathLst>
                <a:path extrusionOk="0" h="68198" w="68199">
                  <a:moveTo>
                    <a:pt x="34100" y="0"/>
                  </a:moveTo>
                  <a:cubicBezTo>
                    <a:pt x="52864" y="0"/>
                    <a:pt x="68199" y="15240"/>
                    <a:pt x="68199" y="34100"/>
                  </a:cubicBezTo>
                  <a:cubicBezTo>
                    <a:pt x="68199" y="52959"/>
                    <a:pt x="52959" y="68199"/>
                    <a:pt x="34100" y="68199"/>
                  </a:cubicBezTo>
                  <a:cubicBezTo>
                    <a:pt x="15240" y="68199"/>
                    <a:pt x="0" y="52959"/>
                    <a:pt x="0" y="34100"/>
                  </a:cubicBezTo>
                  <a:cubicBezTo>
                    <a:pt x="0" y="15240"/>
                    <a:pt x="15240" y="0"/>
                    <a:pt x="34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5934008" y="1948287"/>
              <a:ext cx="43685" cy="43685"/>
            </a:xfrm>
            <a:custGeom>
              <a:rect b="b" l="l" r="r" t="t"/>
              <a:pathLst>
                <a:path extrusionOk="0" h="64198" w="64198">
                  <a:moveTo>
                    <a:pt x="32099" y="0"/>
                  </a:moveTo>
                  <a:cubicBezTo>
                    <a:pt x="49816" y="0"/>
                    <a:pt x="64199" y="14383"/>
                    <a:pt x="64199" y="32099"/>
                  </a:cubicBezTo>
                  <a:cubicBezTo>
                    <a:pt x="64199" y="49816"/>
                    <a:pt x="49816" y="64198"/>
                    <a:pt x="32099" y="64198"/>
                  </a:cubicBezTo>
                  <a:cubicBezTo>
                    <a:pt x="14383" y="64198"/>
                    <a:pt x="0" y="49816"/>
                    <a:pt x="0" y="32099"/>
                  </a:cubicBezTo>
                  <a:cubicBezTo>
                    <a:pt x="0" y="14383"/>
                    <a:pt x="14383" y="0"/>
                    <a:pt x="32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7771197" y="1982834"/>
              <a:ext cx="24500" cy="24500"/>
            </a:xfrm>
            <a:custGeom>
              <a:rect b="b" l="l" r="r" t="t"/>
              <a:pathLst>
                <a:path extrusionOk="0" h="36004" w="36004">
                  <a:moveTo>
                    <a:pt x="36004" y="18002"/>
                  </a:moveTo>
                  <a:cubicBezTo>
                    <a:pt x="36004" y="27945"/>
                    <a:pt x="27945" y="36005"/>
                    <a:pt x="18002" y="36005"/>
                  </a:cubicBezTo>
                  <a:cubicBezTo>
                    <a:pt x="8060" y="36005"/>
                    <a:pt x="0" y="27945"/>
                    <a:pt x="0" y="18002"/>
                  </a:cubicBezTo>
                  <a:cubicBezTo>
                    <a:pt x="0" y="8060"/>
                    <a:pt x="8060" y="0"/>
                    <a:pt x="18002" y="0"/>
                  </a:cubicBezTo>
                  <a:cubicBezTo>
                    <a:pt x="27945" y="0"/>
                    <a:pt x="36004" y="8060"/>
                    <a:pt x="36004" y="180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Budget infographics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19"/>
          <p:cNvSpPr/>
          <p:nvPr/>
        </p:nvSpPr>
        <p:spPr>
          <a:xfrm flipH="1">
            <a:off x="2651206" y="2879392"/>
            <a:ext cx="429600" cy="42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 flipH="1">
            <a:off x="2167606" y="3909519"/>
            <a:ext cx="13968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also known as the Blue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2498057" y="1731525"/>
            <a:ext cx="735900" cy="735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89" name="Google Shape;289;p19"/>
          <p:cNvCxnSpPr>
            <a:stCxn id="288" idx="4"/>
            <a:endCxn id="286" idx="0"/>
          </p:cNvCxnSpPr>
          <p:nvPr/>
        </p:nvCxnSpPr>
        <p:spPr>
          <a:xfrm>
            <a:off x="2866007" y="2467425"/>
            <a:ext cx="0" cy="4119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0" name="Google Shape;290;p19"/>
          <p:cNvSpPr/>
          <p:nvPr/>
        </p:nvSpPr>
        <p:spPr>
          <a:xfrm flipH="1">
            <a:off x="4352288" y="2879392"/>
            <a:ext cx="429600" cy="42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 flipH="1">
            <a:off x="3868688" y="3909519"/>
            <a:ext cx="13968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4200040" y="1732425"/>
            <a:ext cx="734100" cy="734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93" name="Google Shape;293;p19"/>
          <p:cNvCxnSpPr>
            <a:stCxn id="292" idx="4"/>
            <a:endCxn id="290" idx="0"/>
          </p:cNvCxnSpPr>
          <p:nvPr/>
        </p:nvCxnSpPr>
        <p:spPr>
          <a:xfrm>
            <a:off x="4567090" y="2466525"/>
            <a:ext cx="0" cy="4128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4" name="Google Shape;294;p19"/>
          <p:cNvSpPr/>
          <p:nvPr/>
        </p:nvSpPr>
        <p:spPr>
          <a:xfrm flipH="1">
            <a:off x="6053369" y="2879392"/>
            <a:ext cx="429600" cy="429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5" name="Google Shape;295;p19"/>
          <p:cNvSpPr txBox="1"/>
          <p:nvPr/>
        </p:nvSpPr>
        <p:spPr>
          <a:xfrm>
            <a:off x="5569769" y="3909519"/>
            <a:ext cx="13968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5902024" y="1733325"/>
            <a:ext cx="732300" cy="732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97" name="Google Shape;297;p19"/>
          <p:cNvCxnSpPr>
            <a:stCxn id="296" idx="4"/>
            <a:endCxn id="294" idx="0"/>
          </p:cNvCxnSpPr>
          <p:nvPr/>
        </p:nvCxnSpPr>
        <p:spPr>
          <a:xfrm>
            <a:off x="6268174" y="2465625"/>
            <a:ext cx="0" cy="4137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8" name="Google Shape;298;p19"/>
          <p:cNvSpPr/>
          <p:nvPr/>
        </p:nvSpPr>
        <p:spPr>
          <a:xfrm flipH="1">
            <a:off x="7754450" y="2879392"/>
            <a:ext cx="429600" cy="429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7270850" y="3909519"/>
            <a:ext cx="13968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7603998" y="1734225"/>
            <a:ext cx="730500" cy="730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01" name="Google Shape;301;p19"/>
          <p:cNvCxnSpPr>
            <a:stCxn id="300" idx="4"/>
            <a:endCxn id="298" idx="0"/>
          </p:cNvCxnSpPr>
          <p:nvPr/>
        </p:nvCxnSpPr>
        <p:spPr>
          <a:xfrm>
            <a:off x="7969248" y="2464725"/>
            <a:ext cx="0" cy="414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02" name="Google Shape;302;p19"/>
          <p:cNvSpPr/>
          <p:nvPr/>
        </p:nvSpPr>
        <p:spPr>
          <a:xfrm>
            <a:off x="796082" y="1730625"/>
            <a:ext cx="737700" cy="737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3" name="Google Shape;303;p19"/>
          <p:cNvSpPr/>
          <p:nvPr/>
        </p:nvSpPr>
        <p:spPr>
          <a:xfrm flipH="1">
            <a:off x="950125" y="2879392"/>
            <a:ext cx="429600" cy="42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 flipH="1">
            <a:off x="466525" y="3909519"/>
            <a:ext cx="13968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eighth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05" name="Google Shape;305;p19"/>
          <p:cNvCxnSpPr>
            <a:stCxn id="302" idx="4"/>
            <a:endCxn id="303" idx="0"/>
          </p:cNvCxnSpPr>
          <p:nvPr/>
        </p:nvCxnSpPr>
        <p:spPr>
          <a:xfrm>
            <a:off x="1164932" y="2468325"/>
            <a:ext cx="0" cy="4110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06" name="Google Shape;306;p19"/>
          <p:cNvSpPr/>
          <p:nvPr/>
        </p:nvSpPr>
        <p:spPr>
          <a:xfrm flipH="1">
            <a:off x="795175" y="1729725"/>
            <a:ext cx="739500" cy="739500"/>
          </a:xfrm>
          <a:prstGeom prst="blockArc">
            <a:avLst>
              <a:gd fmla="val 2597414" name="adj1"/>
              <a:gd fmla="val 16204386" name="adj2"/>
              <a:gd fmla="val 9938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7" name="Google Shape;307;p19"/>
          <p:cNvSpPr/>
          <p:nvPr/>
        </p:nvSpPr>
        <p:spPr>
          <a:xfrm flipH="1">
            <a:off x="2497152" y="1730625"/>
            <a:ext cx="737700" cy="737700"/>
          </a:xfrm>
          <a:prstGeom prst="blockArc">
            <a:avLst>
              <a:gd fmla="val 20452344" name="adj1"/>
              <a:gd fmla="val 16204386" name="adj2"/>
              <a:gd fmla="val 993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8" name="Google Shape;308;p19"/>
          <p:cNvSpPr/>
          <p:nvPr/>
        </p:nvSpPr>
        <p:spPr>
          <a:xfrm flipH="1">
            <a:off x="4199138" y="1731525"/>
            <a:ext cx="735900" cy="735900"/>
          </a:xfrm>
          <a:prstGeom prst="blockArc">
            <a:avLst>
              <a:gd fmla="val 8335416" name="adj1"/>
              <a:gd fmla="val 16204386" name="adj2"/>
              <a:gd fmla="val 9938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9" name="Google Shape;309;p19"/>
          <p:cNvSpPr/>
          <p:nvPr/>
        </p:nvSpPr>
        <p:spPr>
          <a:xfrm flipH="1">
            <a:off x="5901123" y="1732425"/>
            <a:ext cx="734100" cy="734100"/>
          </a:xfrm>
          <a:prstGeom prst="blockArc">
            <a:avLst>
              <a:gd fmla="val 18824164" name="adj1"/>
              <a:gd fmla="val 16204386" name="adj2"/>
              <a:gd fmla="val 9938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0" name="Google Shape;310;p19"/>
          <p:cNvSpPr/>
          <p:nvPr/>
        </p:nvSpPr>
        <p:spPr>
          <a:xfrm flipH="1">
            <a:off x="7603100" y="1733325"/>
            <a:ext cx="732300" cy="732300"/>
          </a:xfrm>
          <a:prstGeom prst="blockArc">
            <a:avLst>
              <a:gd fmla="val 46639" name="adj1"/>
              <a:gd fmla="val 16204386" name="adj2"/>
              <a:gd fmla="val 9938" name="adj3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795175" y="1124300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70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2496256" y="1124300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4197338" y="1124300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5898419" y="1124300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7599500" y="1124300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316" name="Google Shape;316;p19"/>
          <p:cNvGrpSpPr/>
          <p:nvPr/>
        </p:nvGrpSpPr>
        <p:grpSpPr>
          <a:xfrm>
            <a:off x="1022137" y="3483707"/>
            <a:ext cx="285576" cy="290634"/>
            <a:chOff x="-65144125" y="4094450"/>
            <a:chExt cx="311900" cy="317425"/>
          </a:xfrm>
        </p:grpSpPr>
        <p:sp>
          <p:nvSpPr>
            <p:cNvPr id="317" name="Google Shape;317;p19"/>
            <p:cNvSpPr/>
            <p:nvPr/>
          </p:nvSpPr>
          <p:spPr>
            <a:xfrm>
              <a:off x="-65079550" y="4183450"/>
              <a:ext cx="185900" cy="185900"/>
            </a:xfrm>
            <a:custGeom>
              <a:rect b="b" l="l" r="r" t="t"/>
              <a:pathLst>
                <a:path extrusionOk="0" h="7436" w="7436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-65039375" y="4094450"/>
              <a:ext cx="104775" cy="19700"/>
            </a:xfrm>
            <a:custGeom>
              <a:rect b="b" l="l" r="r" t="t"/>
              <a:pathLst>
                <a:path extrusionOk="0" h="788" w="4191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-65144125" y="4121025"/>
              <a:ext cx="311900" cy="290850"/>
            </a:xfrm>
            <a:custGeom>
              <a:rect b="b" l="l" r="r" t="t"/>
              <a:pathLst>
                <a:path extrusionOk="0" h="11634" w="12476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" name="Google Shape;320;p19"/>
          <p:cNvSpPr/>
          <p:nvPr/>
        </p:nvSpPr>
        <p:spPr>
          <a:xfrm>
            <a:off x="2741685" y="3482962"/>
            <a:ext cx="248642" cy="292126"/>
          </a:xfrm>
          <a:custGeom>
            <a:rect b="b" l="l" r="r" t="t"/>
            <a:pathLst>
              <a:path extrusionOk="0" h="12697" w="10807">
                <a:moveTo>
                  <a:pt x="6617" y="9924"/>
                </a:moveTo>
                <a:lnTo>
                  <a:pt x="6617" y="10775"/>
                </a:lnTo>
                <a:lnTo>
                  <a:pt x="4159" y="10775"/>
                </a:lnTo>
                <a:lnTo>
                  <a:pt x="4159" y="9924"/>
                </a:lnTo>
                <a:close/>
                <a:moveTo>
                  <a:pt x="4159" y="0"/>
                </a:moveTo>
                <a:cubicBezTo>
                  <a:pt x="3561" y="0"/>
                  <a:pt x="2994" y="315"/>
                  <a:pt x="2742" y="851"/>
                </a:cubicBezTo>
                <a:lnTo>
                  <a:pt x="2490" y="851"/>
                </a:lnTo>
                <a:cubicBezTo>
                  <a:pt x="1797" y="851"/>
                  <a:pt x="1166" y="1324"/>
                  <a:pt x="914" y="1954"/>
                </a:cubicBezTo>
                <a:cubicBezTo>
                  <a:pt x="1324" y="1985"/>
                  <a:pt x="1702" y="2143"/>
                  <a:pt x="1986" y="2426"/>
                </a:cubicBezTo>
                <a:cubicBezTo>
                  <a:pt x="2143" y="2584"/>
                  <a:pt x="2143" y="2836"/>
                  <a:pt x="1986" y="2993"/>
                </a:cubicBezTo>
                <a:cubicBezTo>
                  <a:pt x="1907" y="3072"/>
                  <a:pt x="1797" y="3111"/>
                  <a:pt x="1686" y="3111"/>
                </a:cubicBezTo>
                <a:cubicBezTo>
                  <a:pt x="1576" y="3111"/>
                  <a:pt x="1466" y="3072"/>
                  <a:pt x="1387" y="2993"/>
                </a:cubicBezTo>
                <a:cubicBezTo>
                  <a:pt x="1198" y="2804"/>
                  <a:pt x="946" y="2773"/>
                  <a:pt x="725" y="2773"/>
                </a:cubicBezTo>
                <a:cubicBezTo>
                  <a:pt x="284" y="3088"/>
                  <a:pt x="1" y="3560"/>
                  <a:pt x="1" y="4159"/>
                </a:cubicBezTo>
                <a:cubicBezTo>
                  <a:pt x="1" y="4411"/>
                  <a:pt x="95" y="4726"/>
                  <a:pt x="253" y="4978"/>
                </a:cubicBezTo>
                <a:cubicBezTo>
                  <a:pt x="95" y="5199"/>
                  <a:pt x="1" y="5514"/>
                  <a:pt x="1" y="5797"/>
                </a:cubicBezTo>
                <a:cubicBezTo>
                  <a:pt x="1" y="6144"/>
                  <a:pt x="127" y="6459"/>
                  <a:pt x="316" y="6742"/>
                </a:cubicBezTo>
                <a:cubicBezTo>
                  <a:pt x="599" y="6522"/>
                  <a:pt x="1009" y="6364"/>
                  <a:pt x="1387" y="6364"/>
                </a:cubicBezTo>
                <a:cubicBezTo>
                  <a:pt x="1639" y="6364"/>
                  <a:pt x="1797" y="6553"/>
                  <a:pt x="1797" y="6742"/>
                </a:cubicBezTo>
                <a:cubicBezTo>
                  <a:pt x="1797" y="6994"/>
                  <a:pt x="1576" y="7152"/>
                  <a:pt x="1387" y="7152"/>
                </a:cubicBezTo>
                <a:cubicBezTo>
                  <a:pt x="1198" y="7152"/>
                  <a:pt x="1009" y="7215"/>
                  <a:pt x="851" y="7341"/>
                </a:cubicBezTo>
                <a:lnTo>
                  <a:pt x="851" y="7404"/>
                </a:lnTo>
                <a:cubicBezTo>
                  <a:pt x="851" y="8318"/>
                  <a:pt x="1576" y="9074"/>
                  <a:pt x="2490" y="9074"/>
                </a:cubicBezTo>
                <a:lnTo>
                  <a:pt x="2742" y="9074"/>
                </a:lnTo>
                <a:cubicBezTo>
                  <a:pt x="2899" y="9357"/>
                  <a:pt x="3088" y="9546"/>
                  <a:pt x="3309" y="9704"/>
                </a:cubicBezTo>
                <a:lnTo>
                  <a:pt x="3309" y="10617"/>
                </a:lnTo>
                <a:cubicBezTo>
                  <a:pt x="3309" y="11752"/>
                  <a:pt x="4254" y="12697"/>
                  <a:pt x="5420" y="12697"/>
                </a:cubicBezTo>
                <a:cubicBezTo>
                  <a:pt x="6554" y="12697"/>
                  <a:pt x="7499" y="11752"/>
                  <a:pt x="7499" y="10617"/>
                </a:cubicBezTo>
                <a:lnTo>
                  <a:pt x="7499" y="9704"/>
                </a:lnTo>
                <a:cubicBezTo>
                  <a:pt x="7719" y="9546"/>
                  <a:pt x="7971" y="9357"/>
                  <a:pt x="8097" y="9074"/>
                </a:cubicBezTo>
                <a:lnTo>
                  <a:pt x="8318" y="9074"/>
                </a:lnTo>
                <a:cubicBezTo>
                  <a:pt x="9232" y="9074"/>
                  <a:pt x="9988" y="8318"/>
                  <a:pt x="9988" y="7404"/>
                </a:cubicBezTo>
                <a:lnTo>
                  <a:pt x="9988" y="7341"/>
                </a:lnTo>
                <a:cubicBezTo>
                  <a:pt x="9830" y="7215"/>
                  <a:pt x="9610" y="7152"/>
                  <a:pt x="9421" y="7152"/>
                </a:cubicBezTo>
                <a:cubicBezTo>
                  <a:pt x="9200" y="7152"/>
                  <a:pt x="9043" y="6931"/>
                  <a:pt x="9043" y="6742"/>
                </a:cubicBezTo>
                <a:cubicBezTo>
                  <a:pt x="9043" y="6522"/>
                  <a:pt x="9232" y="6364"/>
                  <a:pt x="9421" y="6364"/>
                </a:cubicBezTo>
                <a:cubicBezTo>
                  <a:pt x="9830" y="6364"/>
                  <a:pt x="10208" y="6522"/>
                  <a:pt x="10492" y="6742"/>
                </a:cubicBezTo>
                <a:cubicBezTo>
                  <a:pt x="10681" y="6459"/>
                  <a:pt x="10807" y="6144"/>
                  <a:pt x="10807" y="5797"/>
                </a:cubicBezTo>
                <a:cubicBezTo>
                  <a:pt x="10807" y="5514"/>
                  <a:pt x="10712" y="5199"/>
                  <a:pt x="10555" y="4978"/>
                </a:cubicBezTo>
                <a:cubicBezTo>
                  <a:pt x="10681" y="4726"/>
                  <a:pt x="10775" y="4411"/>
                  <a:pt x="10775" y="4159"/>
                </a:cubicBezTo>
                <a:cubicBezTo>
                  <a:pt x="10775" y="3592"/>
                  <a:pt x="10492" y="3088"/>
                  <a:pt x="10051" y="2773"/>
                </a:cubicBezTo>
                <a:cubicBezTo>
                  <a:pt x="10015" y="2768"/>
                  <a:pt x="9978" y="2765"/>
                  <a:pt x="9939" y="2765"/>
                </a:cubicBezTo>
                <a:cubicBezTo>
                  <a:pt x="9742" y="2765"/>
                  <a:pt x="9521" y="2835"/>
                  <a:pt x="9389" y="2993"/>
                </a:cubicBezTo>
                <a:cubicBezTo>
                  <a:pt x="9310" y="3072"/>
                  <a:pt x="9200" y="3111"/>
                  <a:pt x="9090" y="3111"/>
                </a:cubicBezTo>
                <a:cubicBezTo>
                  <a:pt x="8980" y="3111"/>
                  <a:pt x="8869" y="3072"/>
                  <a:pt x="8791" y="2993"/>
                </a:cubicBezTo>
                <a:cubicBezTo>
                  <a:pt x="8633" y="2836"/>
                  <a:pt x="8633" y="2584"/>
                  <a:pt x="8791" y="2426"/>
                </a:cubicBezTo>
                <a:cubicBezTo>
                  <a:pt x="9074" y="2143"/>
                  <a:pt x="9452" y="1954"/>
                  <a:pt x="9862" y="1954"/>
                </a:cubicBezTo>
                <a:cubicBezTo>
                  <a:pt x="9610" y="1324"/>
                  <a:pt x="9043" y="851"/>
                  <a:pt x="8287" y="851"/>
                </a:cubicBezTo>
                <a:lnTo>
                  <a:pt x="8034" y="851"/>
                </a:lnTo>
                <a:cubicBezTo>
                  <a:pt x="7782" y="315"/>
                  <a:pt x="7215" y="0"/>
                  <a:pt x="6617" y="0"/>
                </a:cubicBezTo>
                <a:cubicBezTo>
                  <a:pt x="6302" y="0"/>
                  <a:pt x="6050" y="95"/>
                  <a:pt x="5798" y="252"/>
                </a:cubicBezTo>
                <a:lnTo>
                  <a:pt x="5798" y="4190"/>
                </a:lnTo>
                <a:cubicBezTo>
                  <a:pt x="6743" y="4379"/>
                  <a:pt x="7467" y="5199"/>
                  <a:pt x="7467" y="6207"/>
                </a:cubicBezTo>
                <a:cubicBezTo>
                  <a:pt x="7467" y="6427"/>
                  <a:pt x="7247" y="6585"/>
                  <a:pt x="7058" y="6585"/>
                </a:cubicBezTo>
                <a:cubicBezTo>
                  <a:pt x="6869" y="6585"/>
                  <a:pt x="6617" y="6396"/>
                  <a:pt x="6617" y="6207"/>
                </a:cubicBezTo>
                <a:cubicBezTo>
                  <a:pt x="6617" y="5640"/>
                  <a:pt x="6270" y="5199"/>
                  <a:pt x="5798" y="5010"/>
                </a:cubicBezTo>
                <a:lnTo>
                  <a:pt x="5798" y="9074"/>
                </a:lnTo>
                <a:lnTo>
                  <a:pt x="4979" y="9074"/>
                </a:lnTo>
                <a:lnTo>
                  <a:pt x="4979" y="5010"/>
                </a:lnTo>
                <a:cubicBezTo>
                  <a:pt x="4506" y="5167"/>
                  <a:pt x="4159" y="5640"/>
                  <a:pt x="4159" y="6207"/>
                </a:cubicBezTo>
                <a:cubicBezTo>
                  <a:pt x="4159" y="6427"/>
                  <a:pt x="3939" y="6585"/>
                  <a:pt x="3718" y="6585"/>
                </a:cubicBezTo>
                <a:cubicBezTo>
                  <a:pt x="3466" y="6585"/>
                  <a:pt x="3309" y="6396"/>
                  <a:pt x="3309" y="6207"/>
                </a:cubicBezTo>
                <a:cubicBezTo>
                  <a:pt x="3309" y="5199"/>
                  <a:pt x="4033" y="4348"/>
                  <a:pt x="4979" y="4190"/>
                </a:cubicBezTo>
                <a:lnTo>
                  <a:pt x="4979" y="252"/>
                </a:lnTo>
                <a:cubicBezTo>
                  <a:pt x="4726" y="95"/>
                  <a:pt x="4474" y="0"/>
                  <a:pt x="415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1" name="Google Shape;321;p19"/>
          <p:cNvGrpSpPr/>
          <p:nvPr/>
        </p:nvGrpSpPr>
        <p:grpSpPr>
          <a:xfrm>
            <a:off x="7830272" y="3492234"/>
            <a:ext cx="277957" cy="273580"/>
            <a:chOff x="2404875" y="3592725"/>
            <a:chExt cx="298525" cy="293825"/>
          </a:xfrm>
        </p:grpSpPr>
        <p:sp>
          <p:nvSpPr>
            <p:cNvPr id="322" name="Google Shape;322;p19"/>
            <p:cNvSpPr/>
            <p:nvPr/>
          </p:nvSpPr>
          <p:spPr>
            <a:xfrm>
              <a:off x="2404875" y="3747900"/>
              <a:ext cx="52775" cy="138650"/>
            </a:xfrm>
            <a:custGeom>
              <a:rect b="b" l="l" r="r" t="t"/>
              <a:pathLst>
                <a:path extrusionOk="0" h="5546" w="2111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2458425" y="3592725"/>
              <a:ext cx="190625" cy="160700"/>
            </a:xfrm>
            <a:custGeom>
              <a:rect b="b" l="l" r="r" t="t"/>
              <a:pathLst>
                <a:path extrusionOk="0" h="6428" w="7625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2474975" y="3742775"/>
              <a:ext cx="228425" cy="125650"/>
            </a:xfrm>
            <a:custGeom>
              <a:rect b="b" l="l" r="r" t="t"/>
              <a:pathLst>
                <a:path extrusionOk="0" h="5026" w="9137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5" name="Google Shape;325;p19"/>
          <p:cNvGrpSpPr/>
          <p:nvPr/>
        </p:nvGrpSpPr>
        <p:grpSpPr>
          <a:xfrm>
            <a:off x="4441308" y="3491513"/>
            <a:ext cx="251560" cy="275024"/>
            <a:chOff x="1687350" y="3618725"/>
            <a:chExt cx="270175" cy="295375"/>
          </a:xfrm>
        </p:grpSpPr>
        <p:sp>
          <p:nvSpPr>
            <p:cNvPr id="326" name="Google Shape;326;p19"/>
            <p:cNvSpPr/>
            <p:nvPr/>
          </p:nvSpPr>
          <p:spPr>
            <a:xfrm>
              <a:off x="1829900" y="3808550"/>
              <a:ext cx="18150" cy="35450"/>
            </a:xfrm>
            <a:custGeom>
              <a:rect b="b" l="l" r="r" t="t"/>
              <a:pathLst>
                <a:path extrusionOk="0" h="1418" w="726">
                  <a:moveTo>
                    <a:pt x="1" y="0"/>
                  </a:moveTo>
                  <a:lnTo>
                    <a:pt x="1" y="1418"/>
                  </a:lnTo>
                  <a:lnTo>
                    <a:pt x="379" y="1418"/>
                  </a:lnTo>
                  <a:cubicBezTo>
                    <a:pt x="568" y="1418"/>
                    <a:pt x="725" y="1260"/>
                    <a:pt x="725" y="1040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1795250" y="3755775"/>
              <a:ext cx="18125" cy="35450"/>
            </a:xfrm>
            <a:custGeom>
              <a:rect b="b" l="l" r="r" t="t"/>
              <a:pathLst>
                <a:path extrusionOk="0" h="1418" w="725">
                  <a:moveTo>
                    <a:pt x="378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89" y="1418"/>
                    <a:pt x="378" y="1418"/>
                  </a:cubicBezTo>
                  <a:lnTo>
                    <a:pt x="725" y="1418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1687350" y="3618725"/>
              <a:ext cx="270175" cy="295375"/>
            </a:xfrm>
            <a:custGeom>
              <a:rect b="b" l="l" r="r" t="t"/>
              <a:pathLst>
                <a:path extrusionOk="0" h="11815" w="10807">
                  <a:moveTo>
                    <a:pt x="6459" y="662"/>
                  </a:moveTo>
                  <a:cubicBezTo>
                    <a:pt x="6868" y="662"/>
                    <a:pt x="7183" y="977"/>
                    <a:pt x="7183" y="1355"/>
                  </a:cubicBezTo>
                  <a:cubicBezTo>
                    <a:pt x="7183" y="1765"/>
                    <a:pt x="6868" y="2080"/>
                    <a:pt x="6459" y="2080"/>
                  </a:cubicBezTo>
                  <a:lnTo>
                    <a:pt x="6459" y="1702"/>
                  </a:lnTo>
                  <a:cubicBezTo>
                    <a:pt x="6459" y="1513"/>
                    <a:pt x="6301" y="1355"/>
                    <a:pt x="6112" y="1355"/>
                  </a:cubicBezTo>
                  <a:lnTo>
                    <a:pt x="4726" y="1355"/>
                  </a:lnTo>
                  <a:cubicBezTo>
                    <a:pt x="4537" y="1355"/>
                    <a:pt x="4379" y="1513"/>
                    <a:pt x="4379" y="1702"/>
                  </a:cubicBezTo>
                  <a:lnTo>
                    <a:pt x="4379" y="2080"/>
                  </a:lnTo>
                  <a:cubicBezTo>
                    <a:pt x="3970" y="2017"/>
                    <a:pt x="3655" y="1702"/>
                    <a:pt x="3655" y="1355"/>
                  </a:cubicBezTo>
                  <a:cubicBezTo>
                    <a:pt x="3655" y="977"/>
                    <a:pt x="3970" y="662"/>
                    <a:pt x="4379" y="662"/>
                  </a:cubicBezTo>
                  <a:close/>
                  <a:moveTo>
                    <a:pt x="5387" y="4128"/>
                  </a:moveTo>
                  <a:cubicBezTo>
                    <a:pt x="5608" y="4128"/>
                    <a:pt x="5766" y="4285"/>
                    <a:pt x="5766" y="4474"/>
                  </a:cubicBezTo>
                  <a:lnTo>
                    <a:pt x="5766" y="4821"/>
                  </a:lnTo>
                  <a:lnTo>
                    <a:pt x="6112" y="4821"/>
                  </a:lnTo>
                  <a:cubicBezTo>
                    <a:pt x="6711" y="4821"/>
                    <a:pt x="7120" y="5293"/>
                    <a:pt x="7120" y="5860"/>
                  </a:cubicBezTo>
                  <a:cubicBezTo>
                    <a:pt x="7120" y="6049"/>
                    <a:pt x="6963" y="6207"/>
                    <a:pt x="6774" y="6207"/>
                  </a:cubicBezTo>
                  <a:cubicBezTo>
                    <a:pt x="6585" y="6207"/>
                    <a:pt x="6427" y="6049"/>
                    <a:pt x="6427" y="5860"/>
                  </a:cubicBezTo>
                  <a:cubicBezTo>
                    <a:pt x="6427" y="5640"/>
                    <a:pt x="6270" y="5482"/>
                    <a:pt x="6081" y="5482"/>
                  </a:cubicBezTo>
                  <a:lnTo>
                    <a:pt x="5703" y="5482"/>
                  </a:lnTo>
                  <a:lnTo>
                    <a:pt x="5703" y="6868"/>
                  </a:lnTo>
                  <a:lnTo>
                    <a:pt x="6081" y="6868"/>
                  </a:lnTo>
                  <a:cubicBezTo>
                    <a:pt x="6648" y="6868"/>
                    <a:pt x="7089" y="7341"/>
                    <a:pt x="7089" y="7908"/>
                  </a:cubicBezTo>
                  <a:lnTo>
                    <a:pt x="7089" y="8601"/>
                  </a:lnTo>
                  <a:cubicBezTo>
                    <a:pt x="7089" y="9200"/>
                    <a:pt x="6616" y="9641"/>
                    <a:pt x="6081" y="9641"/>
                  </a:cubicBezTo>
                  <a:lnTo>
                    <a:pt x="5703" y="9641"/>
                  </a:lnTo>
                  <a:lnTo>
                    <a:pt x="5703" y="9987"/>
                  </a:lnTo>
                  <a:cubicBezTo>
                    <a:pt x="5703" y="10176"/>
                    <a:pt x="5545" y="10334"/>
                    <a:pt x="5356" y="10334"/>
                  </a:cubicBezTo>
                  <a:cubicBezTo>
                    <a:pt x="5167" y="10334"/>
                    <a:pt x="5009" y="10176"/>
                    <a:pt x="5009" y="9987"/>
                  </a:cubicBezTo>
                  <a:lnTo>
                    <a:pt x="5009" y="9704"/>
                  </a:lnTo>
                  <a:lnTo>
                    <a:pt x="4631" y="9704"/>
                  </a:lnTo>
                  <a:cubicBezTo>
                    <a:pt x="4064" y="9704"/>
                    <a:pt x="3623" y="9231"/>
                    <a:pt x="3623" y="8664"/>
                  </a:cubicBezTo>
                  <a:cubicBezTo>
                    <a:pt x="3623" y="8475"/>
                    <a:pt x="3781" y="8318"/>
                    <a:pt x="3970" y="8318"/>
                  </a:cubicBezTo>
                  <a:cubicBezTo>
                    <a:pt x="4159" y="8318"/>
                    <a:pt x="4316" y="8475"/>
                    <a:pt x="4316" y="8664"/>
                  </a:cubicBezTo>
                  <a:cubicBezTo>
                    <a:pt x="4316" y="8885"/>
                    <a:pt x="4505" y="9042"/>
                    <a:pt x="4694" y="9042"/>
                  </a:cubicBezTo>
                  <a:lnTo>
                    <a:pt x="5041" y="9042"/>
                  </a:lnTo>
                  <a:lnTo>
                    <a:pt x="5041" y="7625"/>
                  </a:lnTo>
                  <a:lnTo>
                    <a:pt x="4694" y="7625"/>
                  </a:lnTo>
                  <a:lnTo>
                    <a:pt x="4694" y="7593"/>
                  </a:lnTo>
                  <a:cubicBezTo>
                    <a:pt x="4096" y="7593"/>
                    <a:pt x="3655" y="7120"/>
                    <a:pt x="3655" y="6553"/>
                  </a:cubicBezTo>
                  <a:lnTo>
                    <a:pt x="3655" y="5860"/>
                  </a:lnTo>
                  <a:cubicBezTo>
                    <a:pt x="3655" y="5262"/>
                    <a:pt x="4127" y="4821"/>
                    <a:pt x="4694" y="4821"/>
                  </a:cubicBezTo>
                  <a:lnTo>
                    <a:pt x="5041" y="4821"/>
                  </a:lnTo>
                  <a:lnTo>
                    <a:pt x="5041" y="4474"/>
                  </a:lnTo>
                  <a:cubicBezTo>
                    <a:pt x="5041" y="4285"/>
                    <a:pt x="5198" y="4128"/>
                    <a:pt x="5387" y="4128"/>
                  </a:cubicBezTo>
                  <a:close/>
                  <a:moveTo>
                    <a:pt x="4379" y="0"/>
                  </a:moveTo>
                  <a:cubicBezTo>
                    <a:pt x="3623" y="0"/>
                    <a:pt x="2993" y="662"/>
                    <a:pt x="2993" y="1387"/>
                  </a:cubicBezTo>
                  <a:cubicBezTo>
                    <a:pt x="2993" y="2143"/>
                    <a:pt x="3623" y="2773"/>
                    <a:pt x="4379" y="2773"/>
                  </a:cubicBezTo>
                  <a:lnTo>
                    <a:pt x="4379" y="2899"/>
                  </a:lnTo>
                  <a:cubicBezTo>
                    <a:pt x="3781" y="3025"/>
                    <a:pt x="3277" y="3277"/>
                    <a:pt x="2804" y="3592"/>
                  </a:cubicBezTo>
                  <a:lnTo>
                    <a:pt x="2332" y="3056"/>
                  </a:lnTo>
                  <a:lnTo>
                    <a:pt x="2584" y="2804"/>
                  </a:lnTo>
                  <a:cubicBezTo>
                    <a:pt x="2710" y="2710"/>
                    <a:pt x="2710" y="2458"/>
                    <a:pt x="2615" y="2332"/>
                  </a:cubicBezTo>
                  <a:lnTo>
                    <a:pt x="1701" y="1292"/>
                  </a:lnTo>
                  <a:cubicBezTo>
                    <a:pt x="1630" y="1203"/>
                    <a:pt x="1529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6"/>
                  </a:lnTo>
                  <a:cubicBezTo>
                    <a:pt x="1090" y="3770"/>
                    <a:pt x="1183" y="3809"/>
                    <a:pt x="1279" y="3809"/>
                  </a:cubicBezTo>
                  <a:cubicBezTo>
                    <a:pt x="1365" y="3809"/>
                    <a:pt x="1453" y="3777"/>
                    <a:pt x="1512" y="3718"/>
                  </a:cubicBezTo>
                  <a:lnTo>
                    <a:pt x="1764" y="3497"/>
                  </a:lnTo>
                  <a:lnTo>
                    <a:pt x="2237" y="4033"/>
                  </a:lnTo>
                  <a:cubicBezTo>
                    <a:pt x="1418" y="4852"/>
                    <a:pt x="914" y="5986"/>
                    <a:pt x="914" y="7247"/>
                  </a:cubicBezTo>
                  <a:cubicBezTo>
                    <a:pt x="914" y="9735"/>
                    <a:pt x="2930" y="11815"/>
                    <a:pt x="5387" y="11815"/>
                  </a:cubicBezTo>
                  <a:cubicBezTo>
                    <a:pt x="7876" y="11815"/>
                    <a:pt x="9893" y="9798"/>
                    <a:pt x="9893" y="7247"/>
                  </a:cubicBezTo>
                  <a:cubicBezTo>
                    <a:pt x="9893" y="5986"/>
                    <a:pt x="9389" y="4852"/>
                    <a:pt x="8538" y="4033"/>
                  </a:cubicBezTo>
                  <a:lnTo>
                    <a:pt x="9011" y="3497"/>
                  </a:lnTo>
                  <a:lnTo>
                    <a:pt x="9294" y="3718"/>
                  </a:lnTo>
                  <a:cubicBezTo>
                    <a:pt x="9368" y="3777"/>
                    <a:pt x="9450" y="3809"/>
                    <a:pt x="9528" y="3809"/>
                  </a:cubicBezTo>
                  <a:cubicBezTo>
                    <a:pt x="9616" y="3809"/>
                    <a:pt x="9700" y="3770"/>
                    <a:pt x="9767" y="3686"/>
                  </a:cubicBezTo>
                  <a:lnTo>
                    <a:pt x="10680" y="2615"/>
                  </a:lnTo>
                  <a:cubicBezTo>
                    <a:pt x="10806" y="2458"/>
                    <a:pt x="10806" y="2269"/>
                    <a:pt x="10649" y="2143"/>
                  </a:cubicBezTo>
                  <a:lnTo>
                    <a:pt x="9578" y="1229"/>
                  </a:lnTo>
                  <a:cubicBezTo>
                    <a:pt x="9509" y="1188"/>
                    <a:pt x="9434" y="1165"/>
                    <a:pt x="9361" y="1165"/>
                  </a:cubicBezTo>
                  <a:cubicBezTo>
                    <a:pt x="9267" y="1165"/>
                    <a:pt x="9176" y="1203"/>
                    <a:pt x="9105" y="1292"/>
                  </a:cubicBezTo>
                  <a:lnTo>
                    <a:pt x="8191" y="2332"/>
                  </a:lnTo>
                  <a:cubicBezTo>
                    <a:pt x="8065" y="2489"/>
                    <a:pt x="8065" y="2710"/>
                    <a:pt x="8223" y="2804"/>
                  </a:cubicBezTo>
                  <a:lnTo>
                    <a:pt x="8506" y="3056"/>
                  </a:lnTo>
                  <a:lnTo>
                    <a:pt x="8034" y="3592"/>
                  </a:lnTo>
                  <a:cubicBezTo>
                    <a:pt x="7561" y="3245"/>
                    <a:pt x="7057" y="3025"/>
                    <a:pt x="6459" y="2899"/>
                  </a:cubicBezTo>
                  <a:lnTo>
                    <a:pt x="6459" y="2773"/>
                  </a:lnTo>
                  <a:cubicBezTo>
                    <a:pt x="7215" y="2773"/>
                    <a:pt x="7845" y="2143"/>
                    <a:pt x="7845" y="1387"/>
                  </a:cubicBezTo>
                  <a:cubicBezTo>
                    <a:pt x="7845" y="662"/>
                    <a:pt x="7215" y="0"/>
                    <a:pt x="6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9" name="Google Shape;329;p19"/>
          <p:cNvGrpSpPr/>
          <p:nvPr/>
        </p:nvGrpSpPr>
        <p:grpSpPr>
          <a:xfrm>
            <a:off x="6130284" y="3491513"/>
            <a:ext cx="275769" cy="275024"/>
            <a:chOff x="2037825" y="3981825"/>
            <a:chExt cx="296175" cy="295375"/>
          </a:xfrm>
        </p:grpSpPr>
        <p:sp>
          <p:nvSpPr>
            <p:cNvPr id="330" name="Google Shape;330;p19"/>
            <p:cNvSpPr/>
            <p:nvPr/>
          </p:nvSpPr>
          <p:spPr>
            <a:xfrm>
              <a:off x="2072500" y="4085775"/>
              <a:ext cx="88225" cy="86675"/>
            </a:xfrm>
            <a:custGeom>
              <a:rect b="b" l="l" r="r" t="t"/>
              <a:pathLst>
                <a:path extrusionOk="0" h="3467" w="3529">
                  <a:moveTo>
                    <a:pt x="1764" y="1"/>
                  </a:moveTo>
                  <a:cubicBezTo>
                    <a:pt x="819" y="1"/>
                    <a:pt x="0" y="788"/>
                    <a:pt x="0" y="1734"/>
                  </a:cubicBezTo>
                  <a:cubicBezTo>
                    <a:pt x="0" y="2679"/>
                    <a:pt x="819" y="3466"/>
                    <a:pt x="1764" y="3466"/>
                  </a:cubicBezTo>
                  <a:cubicBezTo>
                    <a:pt x="2709" y="3466"/>
                    <a:pt x="3529" y="2679"/>
                    <a:pt x="3529" y="1734"/>
                  </a:cubicBezTo>
                  <a:cubicBezTo>
                    <a:pt x="3529" y="788"/>
                    <a:pt x="2741" y="1"/>
                    <a:pt x="1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2176450" y="3981825"/>
              <a:ext cx="157550" cy="155975"/>
            </a:xfrm>
            <a:custGeom>
              <a:rect b="b" l="l" r="r" t="t"/>
              <a:pathLst>
                <a:path extrusionOk="0" h="6239" w="6302">
                  <a:moveTo>
                    <a:pt x="3151" y="1733"/>
                  </a:moveTo>
                  <a:cubicBezTo>
                    <a:pt x="3372" y="1733"/>
                    <a:pt x="3529" y="1890"/>
                    <a:pt x="3529" y="2079"/>
                  </a:cubicBezTo>
                  <a:cubicBezTo>
                    <a:pt x="3529" y="2268"/>
                    <a:pt x="3372" y="2426"/>
                    <a:pt x="3151" y="2426"/>
                  </a:cubicBezTo>
                  <a:cubicBezTo>
                    <a:pt x="2962" y="2426"/>
                    <a:pt x="2805" y="2268"/>
                    <a:pt x="2805" y="2079"/>
                  </a:cubicBezTo>
                  <a:cubicBezTo>
                    <a:pt x="2805" y="1890"/>
                    <a:pt x="2962" y="1733"/>
                    <a:pt x="3151" y="1733"/>
                  </a:cubicBezTo>
                  <a:close/>
                  <a:moveTo>
                    <a:pt x="3151" y="2773"/>
                  </a:moveTo>
                  <a:cubicBezTo>
                    <a:pt x="3372" y="2773"/>
                    <a:pt x="3529" y="2930"/>
                    <a:pt x="3529" y="3151"/>
                  </a:cubicBezTo>
                  <a:lnTo>
                    <a:pt x="3529" y="4505"/>
                  </a:lnTo>
                  <a:cubicBezTo>
                    <a:pt x="3529" y="4726"/>
                    <a:pt x="3372" y="4883"/>
                    <a:pt x="3151" y="4883"/>
                  </a:cubicBezTo>
                  <a:cubicBezTo>
                    <a:pt x="2962" y="4883"/>
                    <a:pt x="2805" y="4726"/>
                    <a:pt x="2805" y="4505"/>
                  </a:cubicBezTo>
                  <a:lnTo>
                    <a:pt x="2805" y="3151"/>
                  </a:lnTo>
                  <a:cubicBezTo>
                    <a:pt x="2805" y="2930"/>
                    <a:pt x="2962" y="2773"/>
                    <a:pt x="3151" y="2773"/>
                  </a:cubicBezTo>
                  <a:close/>
                  <a:moveTo>
                    <a:pt x="3151" y="0"/>
                  </a:moveTo>
                  <a:cubicBezTo>
                    <a:pt x="1418" y="0"/>
                    <a:pt x="64" y="1418"/>
                    <a:pt x="64" y="3088"/>
                  </a:cubicBezTo>
                  <a:cubicBezTo>
                    <a:pt x="64" y="3655"/>
                    <a:pt x="158" y="4159"/>
                    <a:pt x="442" y="4631"/>
                  </a:cubicBezTo>
                  <a:lnTo>
                    <a:pt x="64" y="5765"/>
                  </a:lnTo>
                  <a:cubicBezTo>
                    <a:pt x="1" y="5892"/>
                    <a:pt x="64" y="6018"/>
                    <a:pt x="127" y="6112"/>
                  </a:cubicBezTo>
                  <a:cubicBezTo>
                    <a:pt x="190" y="6207"/>
                    <a:pt x="379" y="6238"/>
                    <a:pt x="473" y="6238"/>
                  </a:cubicBezTo>
                  <a:lnTo>
                    <a:pt x="1796" y="5923"/>
                  </a:lnTo>
                  <a:cubicBezTo>
                    <a:pt x="2206" y="6175"/>
                    <a:pt x="2679" y="6238"/>
                    <a:pt x="3214" y="6238"/>
                  </a:cubicBezTo>
                  <a:cubicBezTo>
                    <a:pt x="4947" y="6238"/>
                    <a:pt x="6302" y="4820"/>
                    <a:pt x="6302" y="3119"/>
                  </a:cubicBezTo>
                  <a:cubicBezTo>
                    <a:pt x="6270" y="1418"/>
                    <a:pt x="4884" y="0"/>
                    <a:pt x="3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2037825" y="4168475"/>
              <a:ext cx="157550" cy="108725"/>
            </a:xfrm>
            <a:custGeom>
              <a:rect b="b" l="l" r="r" t="t"/>
              <a:pathLst>
                <a:path extrusionOk="0" h="4349" w="6302">
                  <a:moveTo>
                    <a:pt x="1356" y="1"/>
                  </a:moveTo>
                  <a:cubicBezTo>
                    <a:pt x="568" y="568"/>
                    <a:pt x="1" y="1513"/>
                    <a:pt x="1" y="2553"/>
                  </a:cubicBezTo>
                  <a:lnTo>
                    <a:pt x="1" y="3970"/>
                  </a:lnTo>
                  <a:cubicBezTo>
                    <a:pt x="1" y="4222"/>
                    <a:pt x="158" y="4348"/>
                    <a:pt x="347" y="4348"/>
                  </a:cubicBezTo>
                  <a:lnTo>
                    <a:pt x="5955" y="4348"/>
                  </a:lnTo>
                  <a:cubicBezTo>
                    <a:pt x="6144" y="4348"/>
                    <a:pt x="6302" y="4191"/>
                    <a:pt x="6302" y="3970"/>
                  </a:cubicBezTo>
                  <a:lnTo>
                    <a:pt x="6302" y="2553"/>
                  </a:lnTo>
                  <a:cubicBezTo>
                    <a:pt x="6302" y="1513"/>
                    <a:pt x="5798" y="599"/>
                    <a:pt x="4947" y="1"/>
                  </a:cubicBezTo>
                  <a:cubicBezTo>
                    <a:pt x="4538" y="505"/>
                    <a:pt x="3844" y="820"/>
                    <a:pt x="3151" y="820"/>
                  </a:cubicBezTo>
                  <a:cubicBezTo>
                    <a:pt x="2427" y="820"/>
                    <a:pt x="1765" y="505"/>
                    <a:pt x="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"/>
          <p:cNvSpPr/>
          <p:nvPr/>
        </p:nvSpPr>
        <p:spPr>
          <a:xfrm>
            <a:off x="1669637" y="1162875"/>
            <a:ext cx="2446500" cy="768300"/>
          </a:xfrm>
          <a:prstGeom prst="roundRect">
            <a:avLst>
              <a:gd fmla="val 926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8" name="Google Shape;338;p20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Budget infographics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20"/>
          <p:cNvSpPr/>
          <p:nvPr/>
        </p:nvSpPr>
        <p:spPr>
          <a:xfrm flipH="1" rot="10800000">
            <a:off x="4559763" y="1162869"/>
            <a:ext cx="3872100" cy="768300"/>
          </a:xfrm>
          <a:prstGeom prst="trapezoid">
            <a:avLst>
              <a:gd fmla="val 53979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20"/>
          <p:cNvSpPr/>
          <p:nvPr/>
        </p:nvSpPr>
        <p:spPr>
          <a:xfrm flipH="1" rot="10800000">
            <a:off x="5173794" y="2062455"/>
            <a:ext cx="2643600" cy="768300"/>
          </a:xfrm>
          <a:prstGeom prst="trapezoid">
            <a:avLst>
              <a:gd fmla="val 53979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20"/>
          <p:cNvSpPr/>
          <p:nvPr/>
        </p:nvSpPr>
        <p:spPr>
          <a:xfrm flipH="1" rot="10800000">
            <a:off x="5722745" y="2962041"/>
            <a:ext cx="1546200" cy="768300"/>
          </a:xfrm>
          <a:prstGeom prst="trapezoid">
            <a:avLst>
              <a:gd fmla="val 5397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20"/>
          <p:cNvSpPr/>
          <p:nvPr/>
        </p:nvSpPr>
        <p:spPr>
          <a:xfrm rot="5400000">
            <a:off x="6124900" y="3928193"/>
            <a:ext cx="777900" cy="64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6144099" y="1379619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6144099" y="2279205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6144099" y="3178791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 flipH="1">
            <a:off x="1797137" y="1266225"/>
            <a:ext cx="21660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also known as the Blue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1669637" y="2062450"/>
            <a:ext cx="2446500" cy="768300"/>
          </a:xfrm>
          <a:prstGeom prst="roundRect">
            <a:avLst>
              <a:gd fmla="val 926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9" name="Google Shape;349;p20"/>
          <p:cNvSpPr txBox="1"/>
          <p:nvPr/>
        </p:nvSpPr>
        <p:spPr>
          <a:xfrm flipH="1">
            <a:off x="1797137" y="2165800"/>
            <a:ext cx="21660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1669637" y="2962025"/>
            <a:ext cx="2446500" cy="768300"/>
          </a:xfrm>
          <a:prstGeom prst="roundRect">
            <a:avLst>
              <a:gd fmla="val 9262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1" name="Google Shape;351;p20"/>
          <p:cNvSpPr txBox="1"/>
          <p:nvPr/>
        </p:nvSpPr>
        <p:spPr>
          <a:xfrm flipH="1">
            <a:off x="1797137" y="3065375"/>
            <a:ext cx="21660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doesn’t have a solid surface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1669637" y="3861600"/>
            <a:ext cx="2446500" cy="768300"/>
          </a:xfrm>
          <a:prstGeom prst="roundRect">
            <a:avLst>
              <a:gd fmla="val 926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3" name="Google Shape;353;p20"/>
          <p:cNvSpPr txBox="1"/>
          <p:nvPr/>
        </p:nvSpPr>
        <p:spPr>
          <a:xfrm flipH="1">
            <a:off x="1797137" y="3964950"/>
            <a:ext cx="21660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54" name="Google Shape;354;p20"/>
          <p:cNvCxnSpPr>
            <a:stCxn id="355" idx="6"/>
            <a:endCxn id="337" idx="1"/>
          </p:cNvCxnSpPr>
          <p:nvPr/>
        </p:nvCxnSpPr>
        <p:spPr>
          <a:xfrm>
            <a:off x="1040337" y="1547025"/>
            <a:ext cx="62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20"/>
          <p:cNvCxnSpPr>
            <a:stCxn id="357" idx="6"/>
            <a:endCxn id="348" idx="1"/>
          </p:cNvCxnSpPr>
          <p:nvPr/>
        </p:nvCxnSpPr>
        <p:spPr>
          <a:xfrm>
            <a:off x="1040337" y="2446600"/>
            <a:ext cx="62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20"/>
          <p:cNvCxnSpPr>
            <a:stCxn id="359" idx="6"/>
            <a:endCxn id="350" idx="1"/>
          </p:cNvCxnSpPr>
          <p:nvPr/>
        </p:nvCxnSpPr>
        <p:spPr>
          <a:xfrm>
            <a:off x="1040337" y="3346175"/>
            <a:ext cx="62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20"/>
          <p:cNvCxnSpPr>
            <a:stCxn id="361" idx="6"/>
            <a:endCxn id="352" idx="1"/>
          </p:cNvCxnSpPr>
          <p:nvPr/>
        </p:nvCxnSpPr>
        <p:spPr>
          <a:xfrm>
            <a:off x="1040337" y="4245750"/>
            <a:ext cx="62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362" name="Google Shape;362;p20"/>
          <p:cNvGrpSpPr/>
          <p:nvPr/>
        </p:nvGrpSpPr>
        <p:grpSpPr>
          <a:xfrm>
            <a:off x="712137" y="2282500"/>
            <a:ext cx="328200" cy="328200"/>
            <a:chOff x="780749" y="2282500"/>
            <a:chExt cx="328200" cy="328200"/>
          </a:xfrm>
        </p:grpSpPr>
        <p:sp>
          <p:nvSpPr>
            <p:cNvPr id="357" name="Google Shape;357;p20"/>
            <p:cNvSpPr/>
            <p:nvPr/>
          </p:nvSpPr>
          <p:spPr>
            <a:xfrm>
              <a:off x="780749" y="2282500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363" name="Google Shape;363;p20"/>
            <p:cNvGrpSpPr/>
            <p:nvPr/>
          </p:nvGrpSpPr>
          <p:grpSpPr>
            <a:xfrm>
              <a:off x="806604" y="2309088"/>
              <a:ext cx="276490" cy="275024"/>
              <a:chOff x="2404875" y="3955825"/>
              <a:chExt cx="296950" cy="295375"/>
            </a:xfrm>
          </p:grpSpPr>
          <p:sp>
            <p:nvSpPr>
              <p:cNvPr id="364" name="Google Shape;364;p20"/>
              <p:cNvSpPr/>
              <p:nvPr/>
            </p:nvSpPr>
            <p:spPr>
              <a:xfrm>
                <a:off x="2404875" y="3955825"/>
                <a:ext cx="219775" cy="224500"/>
              </a:xfrm>
              <a:custGeom>
                <a:rect b="b" l="l" r="r" t="t"/>
                <a:pathLst>
                  <a:path extrusionOk="0" h="8980" w="8791">
                    <a:moveTo>
                      <a:pt x="4537" y="0"/>
                    </a:moveTo>
                    <a:cubicBezTo>
                      <a:pt x="2048" y="0"/>
                      <a:pt x="0" y="2017"/>
                      <a:pt x="0" y="4506"/>
                    </a:cubicBezTo>
                    <a:cubicBezTo>
                      <a:pt x="0" y="6963"/>
                      <a:pt x="2048" y="8979"/>
                      <a:pt x="4537" y="8979"/>
                    </a:cubicBezTo>
                    <a:cubicBezTo>
                      <a:pt x="6459" y="8979"/>
                      <a:pt x="8160" y="7719"/>
                      <a:pt x="8790" y="5986"/>
                    </a:cubicBezTo>
                    <a:cubicBezTo>
                      <a:pt x="8633" y="5860"/>
                      <a:pt x="8443" y="5640"/>
                      <a:pt x="8286" y="5514"/>
                    </a:cubicBezTo>
                    <a:lnTo>
                      <a:pt x="7498" y="5514"/>
                    </a:lnTo>
                    <a:cubicBezTo>
                      <a:pt x="7057" y="6742"/>
                      <a:pt x="5923" y="7593"/>
                      <a:pt x="4568" y="7593"/>
                    </a:cubicBezTo>
                    <a:cubicBezTo>
                      <a:pt x="2836" y="7593"/>
                      <a:pt x="1481" y="6175"/>
                      <a:pt x="1481" y="4506"/>
                    </a:cubicBezTo>
                    <a:cubicBezTo>
                      <a:pt x="1481" y="2804"/>
                      <a:pt x="2867" y="1387"/>
                      <a:pt x="4568" y="1387"/>
                    </a:cubicBezTo>
                    <a:cubicBezTo>
                      <a:pt x="5923" y="1387"/>
                      <a:pt x="7057" y="2237"/>
                      <a:pt x="7498" y="3466"/>
                    </a:cubicBezTo>
                    <a:lnTo>
                      <a:pt x="8286" y="3466"/>
                    </a:lnTo>
                    <a:cubicBezTo>
                      <a:pt x="8443" y="3308"/>
                      <a:pt x="8633" y="3088"/>
                      <a:pt x="8790" y="2993"/>
                    </a:cubicBezTo>
                    <a:cubicBezTo>
                      <a:pt x="8160" y="1261"/>
                      <a:pt x="6522" y="0"/>
                      <a:pt x="4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>
                <a:off x="2510400" y="4024075"/>
                <a:ext cx="191425" cy="87575"/>
              </a:xfrm>
              <a:custGeom>
                <a:rect b="b" l="l" r="r" t="t"/>
                <a:pathLst>
                  <a:path extrusionOk="0" h="3503" w="7657">
                    <a:moveTo>
                      <a:pt x="7260" y="0"/>
                    </a:moveTo>
                    <a:cubicBezTo>
                      <a:pt x="7232" y="0"/>
                      <a:pt x="7206" y="4"/>
                      <a:pt x="7184" y="11"/>
                    </a:cubicBezTo>
                    <a:lnTo>
                      <a:pt x="5073" y="736"/>
                    </a:lnTo>
                    <a:cubicBezTo>
                      <a:pt x="5042" y="736"/>
                      <a:pt x="5010" y="767"/>
                      <a:pt x="4947" y="799"/>
                    </a:cubicBezTo>
                    <a:lnTo>
                      <a:pt x="4380" y="1398"/>
                    </a:lnTo>
                    <a:lnTo>
                      <a:pt x="347" y="1398"/>
                    </a:lnTo>
                    <a:cubicBezTo>
                      <a:pt x="158" y="1398"/>
                      <a:pt x="1" y="1555"/>
                      <a:pt x="1" y="1744"/>
                    </a:cubicBezTo>
                    <a:cubicBezTo>
                      <a:pt x="1" y="1965"/>
                      <a:pt x="158" y="2122"/>
                      <a:pt x="347" y="2122"/>
                    </a:cubicBezTo>
                    <a:lnTo>
                      <a:pt x="4380" y="2122"/>
                    </a:lnTo>
                    <a:lnTo>
                      <a:pt x="4947" y="2689"/>
                    </a:lnTo>
                    <a:cubicBezTo>
                      <a:pt x="5010" y="2752"/>
                      <a:pt x="5042" y="2784"/>
                      <a:pt x="5073" y="2784"/>
                    </a:cubicBezTo>
                    <a:lnTo>
                      <a:pt x="7184" y="3477"/>
                    </a:lnTo>
                    <a:cubicBezTo>
                      <a:pt x="7210" y="3494"/>
                      <a:pt x="7242" y="3502"/>
                      <a:pt x="7275" y="3502"/>
                    </a:cubicBezTo>
                    <a:cubicBezTo>
                      <a:pt x="7362" y="3502"/>
                      <a:pt x="7462" y="3451"/>
                      <a:pt x="7531" y="3382"/>
                    </a:cubicBezTo>
                    <a:cubicBezTo>
                      <a:pt x="7594" y="3256"/>
                      <a:pt x="7657" y="3099"/>
                      <a:pt x="7562" y="2973"/>
                    </a:cubicBezTo>
                    <a:lnTo>
                      <a:pt x="6932" y="1744"/>
                    </a:lnTo>
                    <a:lnTo>
                      <a:pt x="7562" y="547"/>
                    </a:lnTo>
                    <a:cubicBezTo>
                      <a:pt x="7657" y="389"/>
                      <a:pt x="7594" y="232"/>
                      <a:pt x="7531" y="137"/>
                    </a:cubicBezTo>
                    <a:cubicBezTo>
                      <a:pt x="7458" y="41"/>
                      <a:pt x="7349" y="0"/>
                      <a:pt x="7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0"/>
              <p:cNvSpPr/>
              <p:nvPr/>
            </p:nvSpPr>
            <p:spPr>
              <a:xfrm>
                <a:off x="2424550" y="4188175"/>
                <a:ext cx="189050" cy="63025"/>
              </a:xfrm>
              <a:custGeom>
                <a:rect b="b" l="l" r="r" t="t"/>
                <a:pathLst>
                  <a:path extrusionOk="0" h="2521" w="7562">
                    <a:moveTo>
                      <a:pt x="1828" y="0"/>
                    </a:moveTo>
                    <a:lnTo>
                      <a:pt x="1482" y="1135"/>
                    </a:lnTo>
                    <a:lnTo>
                      <a:pt x="1040" y="1135"/>
                    </a:lnTo>
                    <a:cubicBezTo>
                      <a:pt x="442" y="1135"/>
                      <a:pt x="1" y="1607"/>
                      <a:pt x="1" y="2174"/>
                    </a:cubicBezTo>
                    <a:cubicBezTo>
                      <a:pt x="1" y="2363"/>
                      <a:pt x="158" y="2521"/>
                      <a:pt x="379" y="2521"/>
                    </a:cubicBezTo>
                    <a:lnTo>
                      <a:pt x="7310" y="2521"/>
                    </a:lnTo>
                    <a:cubicBezTo>
                      <a:pt x="7404" y="2489"/>
                      <a:pt x="7562" y="2363"/>
                      <a:pt x="7562" y="2174"/>
                    </a:cubicBezTo>
                    <a:cubicBezTo>
                      <a:pt x="7562" y="1576"/>
                      <a:pt x="7089" y="1135"/>
                      <a:pt x="6554" y="1135"/>
                    </a:cubicBezTo>
                    <a:lnTo>
                      <a:pt x="6113" y="1135"/>
                    </a:lnTo>
                    <a:lnTo>
                      <a:pt x="5766" y="0"/>
                    </a:lnTo>
                    <a:cubicBezTo>
                      <a:pt x="5168" y="252"/>
                      <a:pt x="4506" y="410"/>
                      <a:pt x="3781" y="410"/>
                    </a:cubicBezTo>
                    <a:cubicBezTo>
                      <a:pt x="3088" y="410"/>
                      <a:pt x="2427" y="252"/>
                      <a:pt x="1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0"/>
              <p:cNvSpPr/>
              <p:nvPr/>
            </p:nvSpPr>
            <p:spPr>
              <a:xfrm>
                <a:off x="2457625" y="4007025"/>
                <a:ext cx="115025" cy="122100"/>
              </a:xfrm>
              <a:custGeom>
                <a:rect b="b" l="l" r="r" t="t"/>
                <a:pathLst>
                  <a:path extrusionOk="0" h="4884" w="4601">
                    <a:moveTo>
                      <a:pt x="2427" y="0"/>
                    </a:moveTo>
                    <a:cubicBezTo>
                      <a:pt x="1104" y="0"/>
                      <a:pt x="1" y="1103"/>
                      <a:pt x="1" y="2458"/>
                    </a:cubicBezTo>
                    <a:cubicBezTo>
                      <a:pt x="1" y="3781"/>
                      <a:pt x="1104" y="4884"/>
                      <a:pt x="2427" y="4884"/>
                    </a:cubicBezTo>
                    <a:cubicBezTo>
                      <a:pt x="3404" y="4884"/>
                      <a:pt x="4254" y="4348"/>
                      <a:pt x="4601" y="3497"/>
                    </a:cubicBezTo>
                    <a:lnTo>
                      <a:pt x="2427" y="3497"/>
                    </a:lnTo>
                    <a:cubicBezTo>
                      <a:pt x="1828" y="3497"/>
                      <a:pt x="1419" y="3025"/>
                      <a:pt x="1419" y="2489"/>
                    </a:cubicBezTo>
                    <a:cubicBezTo>
                      <a:pt x="1356" y="1859"/>
                      <a:pt x="1828" y="1386"/>
                      <a:pt x="2427" y="1386"/>
                    </a:cubicBezTo>
                    <a:lnTo>
                      <a:pt x="4601" y="1386"/>
                    </a:lnTo>
                    <a:cubicBezTo>
                      <a:pt x="4191" y="567"/>
                      <a:pt x="3372" y="0"/>
                      <a:pt x="24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8" name="Google Shape;368;p20"/>
          <p:cNvGrpSpPr/>
          <p:nvPr/>
        </p:nvGrpSpPr>
        <p:grpSpPr>
          <a:xfrm>
            <a:off x="712137" y="4081650"/>
            <a:ext cx="328200" cy="328200"/>
            <a:chOff x="780749" y="4081650"/>
            <a:chExt cx="328200" cy="328200"/>
          </a:xfrm>
        </p:grpSpPr>
        <p:sp>
          <p:nvSpPr>
            <p:cNvPr id="361" name="Google Shape;361;p20"/>
            <p:cNvSpPr/>
            <p:nvPr/>
          </p:nvSpPr>
          <p:spPr>
            <a:xfrm>
              <a:off x="780749" y="4081650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369" name="Google Shape;369;p20"/>
            <p:cNvGrpSpPr/>
            <p:nvPr/>
          </p:nvGrpSpPr>
          <p:grpSpPr>
            <a:xfrm>
              <a:off x="806232" y="4108227"/>
              <a:ext cx="277235" cy="275047"/>
              <a:chOff x="3133425" y="3955025"/>
              <a:chExt cx="297750" cy="295400"/>
            </a:xfrm>
          </p:grpSpPr>
          <p:sp>
            <p:nvSpPr>
              <p:cNvPr id="370" name="Google Shape;370;p20"/>
              <p:cNvSpPr/>
              <p:nvPr/>
            </p:nvSpPr>
            <p:spPr>
              <a:xfrm>
                <a:off x="3133425" y="4058225"/>
                <a:ext cx="297750" cy="192200"/>
              </a:xfrm>
              <a:custGeom>
                <a:rect b="b" l="l" r="r" t="t"/>
                <a:pathLst>
                  <a:path extrusionOk="0" h="7688" w="11910">
                    <a:moveTo>
                      <a:pt x="5923" y="0"/>
                    </a:moveTo>
                    <a:cubicBezTo>
                      <a:pt x="5325" y="0"/>
                      <a:pt x="4821" y="347"/>
                      <a:pt x="4631" y="914"/>
                    </a:cubicBezTo>
                    <a:cubicBezTo>
                      <a:pt x="4505" y="1166"/>
                      <a:pt x="4505" y="1449"/>
                      <a:pt x="4568" y="1764"/>
                    </a:cubicBezTo>
                    <a:cubicBezTo>
                      <a:pt x="4884" y="1922"/>
                      <a:pt x="5199" y="2016"/>
                      <a:pt x="5577" y="2048"/>
                    </a:cubicBezTo>
                    <a:lnTo>
                      <a:pt x="5577" y="2741"/>
                    </a:lnTo>
                    <a:lnTo>
                      <a:pt x="2458" y="2741"/>
                    </a:lnTo>
                    <a:cubicBezTo>
                      <a:pt x="1859" y="2741"/>
                      <a:pt x="1418" y="3214"/>
                      <a:pt x="1418" y="3781"/>
                    </a:cubicBezTo>
                    <a:lnTo>
                      <a:pt x="1418" y="4190"/>
                    </a:lnTo>
                    <a:cubicBezTo>
                      <a:pt x="630" y="4316"/>
                      <a:pt x="0" y="5041"/>
                      <a:pt x="0" y="5891"/>
                    </a:cubicBezTo>
                    <a:cubicBezTo>
                      <a:pt x="0" y="6837"/>
                      <a:pt x="788" y="7687"/>
                      <a:pt x="1765" y="7687"/>
                    </a:cubicBezTo>
                    <a:cubicBezTo>
                      <a:pt x="2710" y="7687"/>
                      <a:pt x="3497" y="6900"/>
                      <a:pt x="3497" y="5891"/>
                    </a:cubicBezTo>
                    <a:cubicBezTo>
                      <a:pt x="3497" y="5072"/>
                      <a:pt x="2930" y="4316"/>
                      <a:pt x="2143" y="4190"/>
                    </a:cubicBezTo>
                    <a:lnTo>
                      <a:pt x="2143" y="3781"/>
                    </a:lnTo>
                    <a:cubicBezTo>
                      <a:pt x="2143" y="3592"/>
                      <a:pt x="2300" y="3434"/>
                      <a:pt x="2489" y="3434"/>
                    </a:cubicBezTo>
                    <a:lnTo>
                      <a:pt x="5608" y="3434"/>
                    </a:lnTo>
                    <a:lnTo>
                      <a:pt x="5608" y="4127"/>
                    </a:lnTo>
                    <a:cubicBezTo>
                      <a:pt x="4821" y="4285"/>
                      <a:pt x="4222" y="5009"/>
                      <a:pt x="4222" y="5860"/>
                    </a:cubicBezTo>
                    <a:cubicBezTo>
                      <a:pt x="4222" y="6805"/>
                      <a:pt x="5010" y="7656"/>
                      <a:pt x="5955" y="7656"/>
                    </a:cubicBezTo>
                    <a:cubicBezTo>
                      <a:pt x="6900" y="7656"/>
                      <a:pt x="7687" y="6868"/>
                      <a:pt x="7687" y="5860"/>
                    </a:cubicBezTo>
                    <a:cubicBezTo>
                      <a:pt x="7687" y="5041"/>
                      <a:pt x="7089" y="4285"/>
                      <a:pt x="6301" y="4127"/>
                    </a:cubicBezTo>
                    <a:lnTo>
                      <a:pt x="6301" y="3434"/>
                    </a:lnTo>
                    <a:lnTo>
                      <a:pt x="9452" y="3434"/>
                    </a:lnTo>
                    <a:cubicBezTo>
                      <a:pt x="9641" y="3434"/>
                      <a:pt x="9798" y="3592"/>
                      <a:pt x="9798" y="3781"/>
                    </a:cubicBezTo>
                    <a:lnTo>
                      <a:pt x="9798" y="4190"/>
                    </a:lnTo>
                    <a:cubicBezTo>
                      <a:pt x="9011" y="4316"/>
                      <a:pt x="8444" y="5041"/>
                      <a:pt x="8444" y="5891"/>
                    </a:cubicBezTo>
                    <a:cubicBezTo>
                      <a:pt x="8444" y="6837"/>
                      <a:pt x="9231" y="7687"/>
                      <a:pt x="10176" y="7687"/>
                    </a:cubicBezTo>
                    <a:cubicBezTo>
                      <a:pt x="11121" y="7687"/>
                      <a:pt x="11909" y="6900"/>
                      <a:pt x="11909" y="5891"/>
                    </a:cubicBezTo>
                    <a:cubicBezTo>
                      <a:pt x="11783" y="5135"/>
                      <a:pt x="11185" y="4379"/>
                      <a:pt x="10397" y="4222"/>
                    </a:cubicBezTo>
                    <a:lnTo>
                      <a:pt x="10397" y="3812"/>
                    </a:lnTo>
                    <a:cubicBezTo>
                      <a:pt x="10397" y="3245"/>
                      <a:pt x="9924" y="2804"/>
                      <a:pt x="9389" y="2804"/>
                    </a:cubicBezTo>
                    <a:lnTo>
                      <a:pt x="6238" y="2804"/>
                    </a:lnTo>
                    <a:lnTo>
                      <a:pt x="6238" y="2079"/>
                    </a:lnTo>
                    <a:cubicBezTo>
                      <a:pt x="6585" y="2048"/>
                      <a:pt x="6900" y="1922"/>
                      <a:pt x="7215" y="1827"/>
                    </a:cubicBezTo>
                    <a:cubicBezTo>
                      <a:pt x="7341" y="1418"/>
                      <a:pt x="7246" y="977"/>
                      <a:pt x="7057" y="630"/>
                    </a:cubicBezTo>
                    <a:cubicBezTo>
                      <a:pt x="6774" y="221"/>
                      <a:pt x="6396" y="0"/>
                      <a:pt x="59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0"/>
              <p:cNvSpPr/>
              <p:nvPr/>
            </p:nvSpPr>
            <p:spPr>
              <a:xfrm>
                <a:off x="3263375" y="4007025"/>
                <a:ext cx="35475" cy="35450"/>
              </a:xfrm>
              <a:custGeom>
                <a:rect b="b" l="l" r="r" t="t"/>
                <a:pathLst>
                  <a:path extrusionOk="0" h="1418" w="1419">
                    <a:moveTo>
                      <a:pt x="725" y="0"/>
                    </a:moveTo>
                    <a:cubicBezTo>
                      <a:pt x="284" y="0"/>
                      <a:pt x="1" y="315"/>
                      <a:pt x="1" y="725"/>
                    </a:cubicBezTo>
                    <a:cubicBezTo>
                      <a:pt x="1" y="1103"/>
                      <a:pt x="316" y="1418"/>
                      <a:pt x="725" y="1418"/>
                    </a:cubicBezTo>
                    <a:cubicBezTo>
                      <a:pt x="1103" y="1418"/>
                      <a:pt x="1418" y="1103"/>
                      <a:pt x="1418" y="725"/>
                    </a:cubicBezTo>
                    <a:cubicBezTo>
                      <a:pt x="1418" y="315"/>
                      <a:pt x="1103" y="0"/>
                      <a:pt x="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0"/>
              <p:cNvSpPr/>
              <p:nvPr/>
            </p:nvSpPr>
            <p:spPr>
              <a:xfrm>
                <a:off x="3203525" y="3955025"/>
                <a:ext cx="155175" cy="135500"/>
              </a:xfrm>
              <a:custGeom>
                <a:rect b="b" l="l" r="r" t="t"/>
                <a:pathLst>
                  <a:path extrusionOk="0" h="5420" w="6207">
                    <a:moveTo>
                      <a:pt x="3119" y="1"/>
                    </a:moveTo>
                    <a:cubicBezTo>
                      <a:pt x="1386" y="1"/>
                      <a:pt x="0" y="1387"/>
                      <a:pt x="0" y="3120"/>
                    </a:cubicBezTo>
                    <a:cubicBezTo>
                      <a:pt x="0" y="4002"/>
                      <a:pt x="410" y="4853"/>
                      <a:pt x="1071" y="5420"/>
                    </a:cubicBezTo>
                    <a:cubicBezTo>
                      <a:pt x="1071" y="5231"/>
                      <a:pt x="1103" y="5042"/>
                      <a:pt x="1197" y="4853"/>
                    </a:cubicBezTo>
                    <a:cubicBezTo>
                      <a:pt x="1323" y="4380"/>
                      <a:pt x="1701" y="3971"/>
                      <a:pt x="2111" y="3750"/>
                    </a:cubicBezTo>
                    <a:cubicBezTo>
                      <a:pt x="1890" y="3498"/>
                      <a:pt x="1733" y="3151"/>
                      <a:pt x="1733" y="2805"/>
                    </a:cubicBezTo>
                    <a:cubicBezTo>
                      <a:pt x="1733" y="2049"/>
                      <a:pt x="2363" y="1419"/>
                      <a:pt x="3119" y="1419"/>
                    </a:cubicBezTo>
                    <a:cubicBezTo>
                      <a:pt x="3844" y="1419"/>
                      <a:pt x="4474" y="2049"/>
                      <a:pt x="4474" y="2805"/>
                    </a:cubicBezTo>
                    <a:cubicBezTo>
                      <a:pt x="4474" y="3151"/>
                      <a:pt x="4348" y="3498"/>
                      <a:pt x="4096" y="3750"/>
                    </a:cubicBezTo>
                    <a:cubicBezTo>
                      <a:pt x="4379" y="3876"/>
                      <a:pt x="4600" y="4097"/>
                      <a:pt x="4789" y="4380"/>
                    </a:cubicBezTo>
                    <a:cubicBezTo>
                      <a:pt x="5009" y="4695"/>
                      <a:pt x="5135" y="5042"/>
                      <a:pt x="5167" y="5420"/>
                    </a:cubicBezTo>
                    <a:cubicBezTo>
                      <a:pt x="5797" y="4853"/>
                      <a:pt x="6207" y="4065"/>
                      <a:pt x="6207" y="3120"/>
                    </a:cubicBezTo>
                    <a:cubicBezTo>
                      <a:pt x="6207" y="1387"/>
                      <a:pt x="4852" y="1"/>
                      <a:pt x="31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3" name="Google Shape;373;p20"/>
          <p:cNvGrpSpPr/>
          <p:nvPr/>
        </p:nvGrpSpPr>
        <p:grpSpPr>
          <a:xfrm>
            <a:off x="712137" y="1382925"/>
            <a:ext cx="328200" cy="328200"/>
            <a:chOff x="780749" y="1382925"/>
            <a:chExt cx="328200" cy="328200"/>
          </a:xfrm>
        </p:grpSpPr>
        <p:sp>
          <p:nvSpPr>
            <p:cNvPr id="355" name="Google Shape;355;p20"/>
            <p:cNvSpPr/>
            <p:nvPr/>
          </p:nvSpPr>
          <p:spPr>
            <a:xfrm>
              <a:off x="780749" y="1382925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374" name="Google Shape;374;p20"/>
            <p:cNvGrpSpPr/>
            <p:nvPr/>
          </p:nvGrpSpPr>
          <p:grpSpPr>
            <a:xfrm>
              <a:off x="806965" y="1409141"/>
              <a:ext cx="275769" cy="275769"/>
              <a:chOff x="3497300" y="3227275"/>
              <a:chExt cx="296175" cy="296175"/>
            </a:xfrm>
          </p:grpSpPr>
          <p:sp>
            <p:nvSpPr>
              <p:cNvPr id="375" name="Google Shape;375;p20"/>
              <p:cNvSpPr/>
              <p:nvPr/>
            </p:nvSpPr>
            <p:spPr>
              <a:xfrm>
                <a:off x="3609925" y="3339900"/>
                <a:ext cx="69350" cy="68550"/>
              </a:xfrm>
              <a:custGeom>
                <a:rect b="b" l="l" r="r" t="t"/>
                <a:pathLst>
                  <a:path extrusionOk="0" h="2742" w="2774">
                    <a:moveTo>
                      <a:pt x="1387" y="1"/>
                    </a:moveTo>
                    <a:cubicBezTo>
                      <a:pt x="631" y="1"/>
                      <a:pt x="1" y="631"/>
                      <a:pt x="1" y="1355"/>
                    </a:cubicBezTo>
                    <a:cubicBezTo>
                      <a:pt x="1" y="2112"/>
                      <a:pt x="631" y="2742"/>
                      <a:pt x="1387" y="2742"/>
                    </a:cubicBezTo>
                    <a:cubicBezTo>
                      <a:pt x="2143" y="2742"/>
                      <a:pt x="2773" y="2112"/>
                      <a:pt x="2773" y="1355"/>
                    </a:cubicBezTo>
                    <a:cubicBezTo>
                      <a:pt x="2773" y="631"/>
                      <a:pt x="2143" y="1"/>
                      <a:pt x="13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0"/>
              <p:cNvSpPr/>
              <p:nvPr/>
            </p:nvSpPr>
            <p:spPr>
              <a:xfrm>
                <a:off x="3531175" y="3227275"/>
                <a:ext cx="86650" cy="86675"/>
              </a:xfrm>
              <a:custGeom>
                <a:rect b="b" l="l" r="r" t="t"/>
                <a:pathLst>
                  <a:path extrusionOk="0" h="3467" w="3466">
                    <a:moveTo>
                      <a:pt x="1733" y="1"/>
                    </a:moveTo>
                    <a:cubicBezTo>
                      <a:pt x="788" y="1"/>
                      <a:pt x="0" y="788"/>
                      <a:pt x="0" y="1733"/>
                    </a:cubicBezTo>
                    <a:cubicBezTo>
                      <a:pt x="0" y="2678"/>
                      <a:pt x="788" y="3466"/>
                      <a:pt x="1733" y="3466"/>
                    </a:cubicBezTo>
                    <a:cubicBezTo>
                      <a:pt x="2741" y="3466"/>
                      <a:pt x="3466" y="2678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0"/>
              <p:cNvSpPr/>
              <p:nvPr/>
            </p:nvSpPr>
            <p:spPr>
              <a:xfrm>
                <a:off x="3670575" y="3227275"/>
                <a:ext cx="86675" cy="86675"/>
              </a:xfrm>
              <a:custGeom>
                <a:rect b="b" l="l" r="r" t="t"/>
                <a:pathLst>
                  <a:path extrusionOk="0" h="3467" w="3467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8"/>
                      <a:pt x="788" y="3466"/>
                      <a:pt x="1733" y="3466"/>
                    </a:cubicBezTo>
                    <a:cubicBezTo>
                      <a:pt x="2679" y="3466"/>
                      <a:pt x="3466" y="2678"/>
                      <a:pt x="3466" y="1733"/>
                    </a:cubicBezTo>
                    <a:cubicBezTo>
                      <a:pt x="3466" y="788"/>
                      <a:pt x="2679" y="1"/>
                      <a:pt x="1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0"/>
              <p:cNvSpPr/>
              <p:nvPr/>
            </p:nvSpPr>
            <p:spPr>
              <a:xfrm>
                <a:off x="3622525" y="3421825"/>
                <a:ext cx="41775" cy="25225"/>
              </a:xfrm>
              <a:custGeom>
                <a:rect b="b" l="l" r="r" t="t"/>
                <a:pathLst>
                  <a:path extrusionOk="0" h="1009" w="1671">
                    <a:moveTo>
                      <a:pt x="1" y="0"/>
                    </a:moveTo>
                    <a:lnTo>
                      <a:pt x="851" y="1008"/>
                    </a:lnTo>
                    <a:lnTo>
                      <a:pt x="1671" y="0"/>
                    </a:lnTo>
                    <a:lnTo>
                      <a:pt x="1671" y="0"/>
                    </a:lnTo>
                    <a:cubicBezTo>
                      <a:pt x="1450" y="126"/>
                      <a:pt x="1167" y="158"/>
                      <a:pt x="851" y="158"/>
                    </a:cubicBezTo>
                    <a:cubicBezTo>
                      <a:pt x="568" y="158"/>
                      <a:pt x="284" y="9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>
                <a:off x="3566600" y="3416300"/>
                <a:ext cx="70125" cy="106350"/>
              </a:xfrm>
              <a:custGeom>
                <a:rect b="b" l="l" r="r" t="t"/>
                <a:pathLst>
                  <a:path extrusionOk="0" h="4254" w="2805">
                    <a:moveTo>
                      <a:pt x="1261" y="1"/>
                    </a:moveTo>
                    <a:cubicBezTo>
                      <a:pt x="474" y="599"/>
                      <a:pt x="1" y="1513"/>
                      <a:pt x="1" y="2490"/>
                    </a:cubicBezTo>
                    <a:lnTo>
                      <a:pt x="1" y="3907"/>
                    </a:lnTo>
                    <a:cubicBezTo>
                      <a:pt x="1" y="4096"/>
                      <a:pt x="158" y="4254"/>
                      <a:pt x="379" y="4254"/>
                    </a:cubicBezTo>
                    <a:lnTo>
                      <a:pt x="2805" y="4254"/>
                    </a:lnTo>
                    <a:lnTo>
                      <a:pt x="2805" y="1891"/>
                    </a:lnTo>
                    <a:lnTo>
                      <a:pt x="12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>
                <a:off x="3653250" y="3417100"/>
                <a:ext cx="70125" cy="106350"/>
              </a:xfrm>
              <a:custGeom>
                <a:rect b="b" l="l" r="r" t="t"/>
                <a:pathLst>
                  <a:path extrusionOk="0" h="4254" w="2805">
                    <a:moveTo>
                      <a:pt x="1544" y="0"/>
                    </a:moveTo>
                    <a:lnTo>
                      <a:pt x="1" y="1890"/>
                    </a:lnTo>
                    <a:lnTo>
                      <a:pt x="1" y="4253"/>
                    </a:lnTo>
                    <a:lnTo>
                      <a:pt x="2458" y="4253"/>
                    </a:lnTo>
                    <a:cubicBezTo>
                      <a:pt x="2647" y="4253"/>
                      <a:pt x="2804" y="4096"/>
                      <a:pt x="2804" y="3907"/>
                    </a:cubicBezTo>
                    <a:lnTo>
                      <a:pt x="2804" y="2489"/>
                    </a:lnTo>
                    <a:cubicBezTo>
                      <a:pt x="2773" y="1481"/>
                      <a:pt x="2300" y="567"/>
                      <a:pt x="15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0"/>
              <p:cNvSpPr/>
              <p:nvPr/>
            </p:nvSpPr>
            <p:spPr>
              <a:xfrm>
                <a:off x="3655625" y="3310775"/>
                <a:ext cx="137850" cy="108700"/>
              </a:xfrm>
              <a:custGeom>
                <a:rect b="b" l="l" r="r" t="t"/>
                <a:pathLst>
                  <a:path extrusionOk="0" h="4348" w="5514">
                    <a:moveTo>
                      <a:pt x="3686" y="1512"/>
                    </a:moveTo>
                    <a:cubicBezTo>
                      <a:pt x="3907" y="1512"/>
                      <a:pt x="4064" y="1670"/>
                      <a:pt x="4064" y="1859"/>
                    </a:cubicBezTo>
                    <a:cubicBezTo>
                      <a:pt x="4064" y="2048"/>
                      <a:pt x="3907" y="2205"/>
                      <a:pt x="3686" y="2205"/>
                    </a:cubicBezTo>
                    <a:lnTo>
                      <a:pt x="2993" y="2205"/>
                    </a:lnTo>
                    <a:cubicBezTo>
                      <a:pt x="2804" y="2205"/>
                      <a:pt x="2646" y="2048"/>
                      <a:pt x="2646" y="1859"/>
                    </a:cubicBezTo>
                    <a:cubicBezTo>
                      <a:pt x="2646" y="1670"/>
                      <a:pt x="2804" y="1512"/>
                      <a:pt x="2993" y="1512"/>
                    </a:cubicBezTo>
                    <a:close/>
                    <a:moveTo>
                      <a:pt x="4127" y="0"/>
                    </a:moveTo>
                    <a:cubicBezTo>
                      <a:pt x="3686" y="536"/>
                      <a:pt x="3056" y="851"/>
                      <a:pt x="2331" y="851"/>
                    </a:cubicBezTo>
                    <a:cubicBezTo>
                      <a:pt x="1607" y="851"/>
                      <a:pt x="977" y="504"/>
                      <a:pt x="536" y="63"/>
                    </a:cubicBezTo>
                    <a:cubicBezTo>
                      <a:pt x="347" y="221"/>
                      <a:pt x="158" y="378"/>
                      <a:pt x="0" y="567"/>
                    </a:cubicBezTo>
                    <a:cubicBezTo>
                      <a:pt x="945" y="756"/>
                      <a:pt x="1638" y="1575"/>
                      <a:pt x="1638" y="2615"/>
                    </a:cubicBezTo>
                    <a:cubicBezTo>
                      <a:pt x="1638" y="2930"/>
                      <a:pt x="1575" y="3214"/>
                      <a:pt x="1449" y="3466"/>
                    </a:cubicBezTo>
                    <a:cubicBezTo>
                      <a:pt x="1859" y="3718"/>
                      <a:pt x="2205" y="4001"/>
                      <a:pt x="2520" y="4348"/>
                    </a:cubicBezTo>
                    <a:lnTo>
                      <a:pt x="5167" y="4348"/>
                    </a:lnTo>
                    <a:cubicBezTo>
                      <a:pt x="5356" y="4348"/>
                      <a:pt x="5513" y="4190"/>
                      <a:pt x="5513" y="4001"/>
                    </a:cubicBezTo>
                    <a:lnTo>
                      <a:pt x="5513" y="2615"/>
                    </a:lnTo>
                    <a:cubicBezTo>
                      <a:pt x="5482" y="1512"/>
                      <a:pt x="4915" y="567"/>
                      <a:pt x="41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>
                <a:off x="3497300" y="3309975"/>
                <a:ext cx="136275" cy="108725"/>
              </a:xfrm>
              <a:custGeom>
                <a:rect b="b" l="l" r="r" t="t"/>
                <a:pathLst>
                  <a:path extrusionOk="0" h="4349" w="5451">
                    <a:moveTo>
                      <a:pt x="2426" y="1544"/>
                    </a:moveTo>
                    <a:cubicBezTo>
                      <a:pt x="2615" y="1544"/>
                      <a:pt x="2773" y="1702"/>
                      <a:pt x="2773" y="1891"/>
                    </a:cubicBezTo>
                    <a:cubicBezTo>
                      <a:pt x="2773" y="2080"/>
                      <a:pt x="2615" y="2237"/>
                      <a:pt x="2426" y="2237"/>
                    </a:cubicBezTo>
                    <a:lnTo>
                      <a:pt x="1733" y="2237"/>
                    </a:lnTo>
                    <a:cubicBezTo>
                      <a:pt x="1513" y="2237"/>
                      <a:pt x="1355" y="2080"/>
                      <a:pt x="1355" y="1891"/>
                    </a:cubicBezTo>
                    <a:cubicBezTo>
                      <a:pt x="1355" y="1702"/>
                      <a:pt x="1513" y="1544"/>
                      <a:pt x="1733" y="1544"/>
                    </a:cubicBezTo>
                    <a:close/>
                    <a:moveTo>
                      <a:pt x="1324" y="1"/>
                    </a:moveTo>
                    <a:cubicBezTo>
                      <a:pt x="536" y="568"/>
                      <a:pt x="1" y="1513"/>
                      <a:pt x="1" y="2552"/>
                    </a:cubicBezTo>
                    <a:lnTo>
                      <a:pt x="1" y="3939"/>
                    </a:lnTo>
                    <a:cubicBezTo>
                      <a:pt x="1" y="4191"/>
                      <a:pt x="95" y="4348"/>
                      <a:pt x="316" y="4348"/>
                    </a:cubicBezTo>
                    <a:lnTo>
                      <a:pt x="2930" y="4348"/>
                    </a:lnTo>
                    <a:cubicBezTo>
                      <a:pt x="3214" y="3970"/>
                      <a:pt x="3561" y="3655"/>
                      <a:pt x="4002" y="3466"/>
                    </a:cubicBezTo>
                    <a:cubicBezTo>
                      <a:pt x="3876" y="3183"/>
                      <a:pt x="3813" y="2930"/>
                      <a:pt x="3813" y="2615"/>
                    </a:cubicBezTo>
                    <a:cubicBezTo>
                      <a:pt x="3813" y="1607"/>
                      <a:pt x="4506" y="757"/>
                      <a:pt x="5451" y="568"/>
                    </a:cubicBezTo>
                    <a:cubicBezTo>
                      <a:pt x="5293" y="347"/>
                      <a:pt x="5104" y="190"/>
                      <a:pt x="4915" y="32"/>
                    </a:cubicBezTo>
                    <a:cubicBezTo>
                      <a:pt x="4474" y="505"/>
                      <a:pt x="3844" y="820"/>
                      <a:pt x="3151" y="820"/>
                    </a:cubicBezTo>
                    <a:cubicBezTo>
                      <a:pt x="2426" y="820"/>
                      <a:pt x="1796" y="505"/>
                      <a:pt x="13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3" name="Google Shape;383;p20"/>
          <p:cNvGrpSpPr/>
          <p:nvPr/>
        </p:nvGrpSpPr>
        <p:grpSpPr>
          <a:xfrm>
            <a:off x="712137" y="3182075"/>
            <a:ext cx="328200" cy="328200"/>
            <a:chOff x="780749" y="3182075"/>
            <a:chExt cx="328200" cy="328200"/>
          </a:xfrm>
        </p:grpSpPr>
        <p:sp>
          <p:nvSpPr>
            <p:cNvPr id="359" name="Google Shape;359;p20"/>
            <p:cNvSpPr/>
            <p:nvPr/>
          </p:nvSpPr>
          <p:spPr>
            <a:xfrm>
              <a:off x="780749" y="3182075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384" name="Google Shape;384;p20"/>
            <p:cNvGrpSpPr/>
            <p:nvPr/>
          </p:nvGrpSpPr>
          <p:grpSpPr>
            <a:xfrm>
              <a:off x="804765" y="3208663"/>
              <a:ext cx="280168" cy="275024"/>
              <a:chOff x="5716825" y="3235950"/>
              <a:chExt cx="300900" cy="295375"/>
            </a:xfrm>
          </p:grpSpPr>
          <p:sp>
            <p:nvSpPr>
              <p:cNvPr id="385" name="Google Shape;385;p20"/>
              <p:cNvSpPr/>
              <p:nvPr/>
            </p:nvSpPr>
            <p:spPr>
              <a:xfrm>
                <a:off x="5716825" y="3309975"/>
                <a:ext cx="137075" cy="146525"/>
              </a:xfrm>
              <a:custGeom>
                <a:rect b="b" l="l" r="r" t="t"/>
                <a:pathLst>
                  <a:path extrusionOk="0" h="5861" w="5483">
                    <a:moveTo>
                      <a:pt x="2584" y="1"/>
                    </a:moveTo>
                    <a:lnTo>
                      <a:pt x="410" y="2206"/>
                    </a:lnTo>
                    <a:cubicBezTo>
                      <a:pt x="1" y="2615"/>
                      <a:pt x="1" y="3277"/>
                      <a:pt x="410" y="3655"/>
                    </a:cubicBezTo>
                    <a:lnTo>
                      <a:pt x="2584" y="5860"/>
                    </a:lnTo>
                    <a:lnTo>
                      <a:pt x="3781" y="4632"/>
                    </a:lnTo>
                    <a:cubicBezTo>
                      <a:pt x="3844" y="4584"/>
                      <a:pt x="3939" y="4561"/>
                      <a:pt x="4029" y="4561"/>
                    </a:cubicBezTo>
                    <a:cubicBezTo>
                      <a:pt x="4120" y="4561"/>
                      <a:pt x="4206" y="4584"/>
                      <a:pt x="4254" y="4632"/>
                    </a:cubicBezTo>
                    <a:lnTo>
                      <a:pt x="4726" y="5104"/>
                    </a:lnTo>
                    <a:cubicBezTo>
                      <a:pt x="4789" y="5167"/>
                      <a:pt x="4884" y="5199"/>
                      <a:pt x="4974" y="5199"/>
                    </a:cubicBezTo>
                    <a:cubicBezTo>
                      <a:pt x="5065" y="5199"/>
                      <a:pt x="5152" y="5167"/>
                      <a:pt x="5199" y="5104"/>
                    </a:cubicBezTo>
                    <a:cubicBezTo>
                      <a:pt x="5325" y="5010"/>
                      <a:pt x="5325" y="4758"/>
                      <a:pt x="5199" y="4632"/>
                    </a:cubicBezTo>
                    <a:lnTo>
                      <a:pt x="4726" y="4159"/>
                    </a:lnTo>
                    <a:cubicBezTo>
                      <a:pt x="4632" y="4065"/>
                      <a:pt x="4632" y="3813"/>
                      <a:pt x="4726" y="3687"/>
                    </a:cubicBezTo>
                    <a:lnTo>
                      <a:pt x="5482" y="2962"/>
                    </a:lnTo>
                    <a:lnTo>
                      <a:pt x="5010" y="2489"/>
                    </a:lnTo>
                    <a:lnTo>
                      <a:pt x="4789" y="2710"/>
                    </a:lnTo>
                    <a:cubicBezTo>
                      <a:pt x="4584" y="2915"/>
                      <a:pt x="4317" y="3017"/>
                      <a:pt x="4049" y="3017"/>
                    </a:cubicBezTo>
                    <a:cubicBezTo>
                      <a:pt x="3781" y="3017"/>
                      <a:pt x="3513" y="2915"/>
                      <a:pt x="3309" y="2710"/>
                    </a:cubicBezTo>
                    <a:cubicBezTo>
                      <a:pt x="2930" y="2332"/>
                      <a:pt x="2930" y="1670"/>
                      <a:pt x="3309" y="1261"/>
                    </a:cubicBezTo>
                    <a:lnTo>
                      <a:pt x="3561" y="1040"/>
                    </a:lnTo>
                    <a:lnTo>
                      <a:pt x="2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0"/>
              <p:cNvSpPr/>
              <p:nvPr/>
            </p:nvSpPr>
            <p:spPr>
              <a:xfrm>
                <a:off x="5794025" y="3235950"/>
                <a:ext cx="145725" cy="133900"/>
              </a:xfrm>
              <a:custGeom>
                <a:rect b="b" l="l" r="r" t="t"/>
                <a:pathLst>
                  <a:path extrusionOk="0" h="5356" w="5829">
                    <a:moveTo>
                      <a:pt x="2926" y="0"/>
                    </a:moveTo>
                    <a:cubicBezTo>
                      <a:pt x="2662" y="0"/>
                      <a:pt x="2394" y="95"/>
                      <a:pt x="2205" y="284"/>
                    </a:cubicBezTo>
                    <a:lnTo>
                      <a:pt x="0" y="2457"/>
                    </a:lnTo>
                    <a:lnTo>
                      <a:pt x="1229" y="3686"/>
                    </a:lnTo>
                    <a:cubicBezTo>
                      <a:pt x="1323" y="3781"/>
                      <a:pt x="1323" y="4033"/>
                      <a:pt x="1229" y="4127"/>
                    </a:cubicBezTo>
                    <a:lnTo>
                      <a:pt x="725" y="4600"/>
                    </a:lnTo>
                    <a:cubicBezTo>
                      <a:pt x="630" y="4726"/>
                      <a:pt x="630" y="4978"/>
                      <a:pt x="725" y="5072"/>
                    </a:cubicBezTo>
                    <a:cubicBezTo>
                      <a:pt x="788" y="5135"/>
                      <a:pt x="882" y="5167"/>
                      <a:pt x="977" y="5167"/>
                    </a:cubicBezTo>
                    <a:cubicBezTo>
                      <a:pt x="1071" y="5167"/>
                      <a:pt x="1166" y="5135"/>
                      <a:pt x="1229" y="5072"/>
                    </a:cubicBezTo>
                    <a:lnTo>
                      <a:pt x="1701" y="4600"/>
                    </a:lnTo>
                    <a:cubicBezTo>
                      <a:pt x="1749" y="4553"/>
                      <a:pt x="1835" y="4529"/>
                      <a:pt x="1926" y="4529"/>
                    </a:cubicBezTo>
                    <a:cubicBezTo>
                      <a:pt x="2016" y="4529"/>
                      <a:pt x="2111" y="4553"/>
                      <a:pt x="2174" y="4600"/>
                    </a:cubicBezTo>
                    <a:lnTo>
                      <a:pt x="2898" y="5356"/>
                    </a:lnTo>
                    <a:lnTo>
                      <a:pt x="3371" y="4883"/>
                    </a:lnTo>
                    <a:lnTo>
                      <a:pt x="3151" y="4663"/>
                    </a:lnTo>
                    <a:cubicBezTo>
                      <a:pt x="2741" y="4253"/>
                      <a:pt x="2741" y="3592"/>
                      <a:pt x="3151" y="3214"/>
                    </a:cubicBezTo>
                    <a:cubicBezTo>
                      <a:pt x="3340" y="3009"/>
                      <a:pt x="3607" y="2906"/>
                      <a:pt x="3875" y="2906"/>
                    </a:cubicBezTo>
                    <a:cubicBezTo>
                      <a:pt x="4143" y="2906"/>
                      <a:pt x="4411" y="3009"/>
                      <a:pt x="4600" y="3214"/>
                    </a:cubicBezTo>
                    <a:lnTo>
                      <a:pt x="4852" y="3434"/>
                    </a:lnTo>
                    <a:lnTo>
                      <a:pt x="5828" y="2457"/>
                    </a:lnTo>
                    <a:lnTo>
                      <a:pt x="3623" y="284"/>
                    </a:lnTo>
                    <a:cubicBezTo>
                      <a:pt x="3450" y="95"/>
                      <a:pt x="3190" y="0"/>
                      <a:pt x="29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0"/>
              <p:cNvSpPr/>
              <p:nvPr/>
            </p:nvSpPr>
            <p:spPr>
              <a:xfrm>
                <a:off x="5880650" y="3309975"/>
                <a:ext cx="137075" cy="145725"/>
              </a:xfrm>
              <a:custGeom>
                <a:rect b="b" l="l" r="r" t="t"/>
                <a:pathLst>
                  <a:path extrusionOk="0" h="5829" w="5483">
                    <a:moveTo>
                      <a:pt x="2899" y="1"/>
                    </a:moveTo>
                    <a:lnTo>
                      <a:pt x="1702" y="1229"/>
                    </a:lnTo>
                    <a:cubicBezTo>
                      <a:pt x="1639" y="1292"/>
                      <a:pt x="1544" y="1324"/>
                      <a:pt x="1450" y="1324"/>
                    </a:cubicBezTo>
                    <a:cubicBezTo>
                      <a:pt x="1355" y="1324"/>
                      <a:pt x="1261" y="1292"/>
                      <a:pt x="1198" y="1229"/>
                    </a:cubicBezTo>
                    <a:lnTo>
                      <a:pt x="725" y="757"/>
                    </a:lnTo>
                    <a:cubicBezTo>
                      <a:pt x="678" y="694"/>
                      <a:pt x="591" y="662"/>
                      <a:pt x="501" y="662"/>
                    </a:cubicBezTo>
                    <a:cubicBezTo>
                      <a:pt x="410" y="662"/>
                      <a:pt x="316" y="694"/>
                      <a:pt x="253" y="757"/>
                    </a:cubicBezTo>
                    <a:cubicBezTo>
                      <a:pt x="158" y="883"/>
                      <a:pt x="158" y="1103"/>
                      <a:pt x="253" y="1229"/>
                    </a:cubicBezTo>
                    <a:lnTo>
                      <a:pt x="725" y="1702"/>
                    </a:lnTo>
                    <a:cubicBezTo>
                      <a:pt x="851" y="1828"/>
                      <a:pt x="851" y="2048"/>
                      <a:pt x="725" y="2174"/>
                    </a:cubicBezTo>
                    <a:lnTo>
                      <a:pt x="1" y="2899"/>
                    </a:lnTo>
                    <a:lnTo>
                      <a:pt x="473" y="3372"/>
                    </a:lnTo>
                    <a:lnTo>
                      <a:pt x="694" y="3151"/>
                    </a:lnTo>
                    <a:cubicBezTo>
                      <a:pt x="898" y="2946"/>
                      <a:pt x="1166" y="2844"/>
                      <a:pt x="1434" y="2844"/>
                    </a:cubicBezTo>
                    <a:cubicBezTo>
                      <a:pt x="1702" y="2844"/>
                      <a:pt x="1970" y="2946"/>
                      <a:pt x="2174" y="3151"/>
                    </a:cubicBezTo>
                    <a:cubicBezTo>
                      <a:pt x="2552" y="3529"/>
                      <a:pt x="2552" y="4222"/>
                      <a:pt x="2174" y="4600"/>
                    </a:cubicBezTo>
                    <a:lnTo>
                      <a:pt x="1922" y="4852"/>
                    </a:lnTo>
                    <a:lnTo>
                      <a:pt x="2899" y="5829"/>
                    </a:lnTo>
                    <a:lnTo>
                      <a:pt x="5073" y="3655"/>
                    </a:lnTo>
                    <a:cubicBezTo>
                      <a:pt x="5482" y="3277"/>
                      <a:pt x="5482" y="2615"/>
                      <a:pt x="5073" y="2206"/>
                    </a:cubicBezTo>
                    <a:lnTo>
                      <a:pt x="28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0"/>
              <p:cNvSpPr/>
              <p:nvPr/>
            </p:nvSpPr>
            <p:spPr>
              <a:xfrm>
                <a:off x="5794025" y="3396625"/>
                <a:ext cx="147300" cy="134700"/>
              </a:xfrm>
              <a:custGeom>
                <a:rect b="b" l="l" r="r" t="t"/>
                <a:pathLst>
                  <a:path extrusionOk="0" h="5388" w="5892">
                    <a:moveTo>
                      <a:pt x="2993" y="0"/>
                    </a:moveTo>
                    <a:lnTo>
                      <a:pt x="2520" y="473"/>
                    </a:lnTo>
                    <a:lnTo>
                      <a:pt x="2741" y="725"/>
                    </a:lnTo>
                    <a:cubicBezTo>
                      <a:pt x="3151" y="1103"/>
                      <a:pt x="3151" y="1764"/>
                      <a:pt x="2741" y="2174"/>
                    </a:cubicBezTo>
                    <a:cubicBezTo>
                      <a:pt x="2505" y="2363"/>
                      <a:pt x="2221" y="2457"/>
                      <a:pt x="1949" y="2457"/>
                    </a:cubicBezTo>
                    <a:cubicBezTo>
                      <a:pt x="1678" y="2457"/>
                      <a:pt x="1418" y="2363"/>
                      <a:pt x="1229" y="2174"/>
                    </a:cubicBezTo>
                    <a:lnTo>
                      <a:pt x="977" y="1922"/>
                    </a:lnTo>
                    <a:lnTo>
                      <a:pt x="0" y="2930"/>
                    </a:lnTo>
                    <a:lnTo>
                      <a:pt x="2205" y="5072"/>
                    </a:lnTo>
                    <a:cubicBezTo>
                      <a:pt x="2394" y="5293"/>
                      <a:pt x="2678" y="5387"/>
                      <a:pt x="2930" y="5387"/>
                    </a:cubicBezTo>
                    <a:cubicBezTo>
                      <a:pt x="3214" y="5387"/>
                      <a:pt x="3497" y="5293"/>
                      <a:pt x="3686" y="5072"/>
                    </a:cubicBezTo>
                    <a:lnTo>
                      <a:pt x="5891" y="2930"/>
                    </a:lnTo>
                    <a:lnTo>
                      <a:pt x="4663" y="1701"/>
                    </a:lnTo>
                    <a:cubicBezTo>
                      <a:pt x="4568" y="1575"/>
                      <a:pt x="4568" y="1355"/>
                      <a:pt x="4663" y="1229"/>
                    </a:cubicBezTo>
                    <a:lnTo>
                      <a:pt x="5167" y="756"/>
                    </a:lnTo>
                    <a:cubicBezTo>
                      <a:pt x="5261" y="630"/>
                      <a:pt x="5261" y="410"/>
                      <a:pt x="5167" y="284"/>
                    </a:cubicBezTo>
                    <a:cubicBezTo>
                      <a:pt x="5104" y="221"/>
                      <a:pt x="5009" y="189"/>
                      <a:pt x="4915" y="189"/>
                    </a:cubicBezTo>
                    <a:cubicBezTo>
                      <a:pt x="4820" y="189"/>
                      <a:pt x="4726" y="221"/>
                      <a:pt x="4663" y="284"/>
                    </a:cubicBezTo>
                    <a:lnTo>
                      <a:pt x="4190" y="756"/>
                    </a:lnTo>
                    <a:cubicBezTo>
                      <a:pt x="4143" y="819"/>
                      <a:pt x="4056" y="851"/>
                      <a:pt x="3966" y="851"/>
                    </a:cubicBezTo>
                    <a:cubicBezTo>
                      <a:pt x="3875" y="851"/>
                      <a:pt x="3781" y="819"/>
                      <a:pt x="3718" y="756"/>
                    </a:cubicBezTo>
                    <a:lnTo>
                      <a:pt x="29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21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2088" y="1053938"/>
            <a:ext cx="3158005" cy="3134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" name="Google Shape;394;p21"/>
          <p:cNvGrpSpPr/>
          <p:nvPr/>
        </p:nvGrpSpPr>
        <p:grpSpPr>
          <a:xfrm>
            <a:off x="2311122" y="2482028"/>
            <a:ext cx="279952" cy="278443"/>
            <a:chOff x="-35482200" y="3561225"/>
            <a:chExt cx="292225" cy="290650"/>
          </a:xfrm>
        </p:grpSpPr>
        <p:sp>
          <p:nvSpPr>
            <p:cNvPr id="395" name="Google Shape;395;p21"/>
            <p:cNvSpPr/>
            <p:nvPr/>
          </p:nvSpPr>
          <p:spPr>
            <a:xfrm>
              <a:off x="-35482200" y="3749475"/>
              <a:ext cx="292225" cy="102400"/>
            </a:xfrm>
            <a:custGeom>
              <a:rect b="b" l="l" r="r" t="t"/>
              <a:pathLst>
                <a:path extrusionOk="0" h="4096" w="11689">
                  <a:moveTo>
                    <a:pt x="1701" y="0"/>
                  </a:moveTo>
                  <a:cubicBezTo>
                    <a:pt x="1040" y="0"/>
                    <a:pt x="473" y="315"/>
                    <a:pt x="63" y="819"/>
                  </a:cubicBezTo>
                  <a:cubicBezTo>
                    <a:pt x="0" y="945"/>
                    <a:pt x="0" y="1040"/>
                    <a:pt x="32" y="1166"/>
                  </a:cubicBezTo>
                  <a:cubicBezTo>
                    <a:pt x="63" y="1292"/>
                    <a:pt x="189" y="1355"/>
                    <a:pt x="347" y="1355"/>
                  </a:cubicBezTo>
                  <a:lnTo>
                    <a:pt x="1008" y="1355"/>
                  </a:lnTo>
                  <a:cubicBezTo>
                    <a:pt x="1418" y="1355"/>
                    <a:pt x="1670" y="1670"/>
                    <a:pt x="1670" y="2048"/>
                  </a:cubicBezTo>
                  <a:cubicBezTo>
                    <a:pt x="1670" y="2426"/>
                    <a:pt x="1355" y="2710"/>
                    <a:pt x="1008" y="2710"/>
                  </a:cubicBezTo>
                  <a:lnTo>
                    <a:pt x="347" y="2710"/>
                  </a:lnTo>
                  <a:cubicBezTo>
                    <a:pt x="221" y="2710"/>
                    <a:pt x="95" y="2773"/>
                    <a:pt x="32" y="2899"/>
                  </a:cubicBezTo>
                  <a:cubicBezTo>
                    <a:pt x="0" y="3025"/>
                    <a:pt x="0" y="3151"/>
                    <a:pt x="63" y="3245"/>
                  </a:cubicBezTo>
                  <a:cubicBezTo>
                    <a:pt x="410" y="3781"/>
                    <a:pt x="1040" y="4096"/>
                    <a:pt x="1701" y="4096"/>
                  </a:cubicBezTo>
                  <a:cubicBezTo>
                    <a:pt x="2615" y="4096"/>
                    <a:pt x="3371" y="3497"/>
                    <a:pt x="3655" y="2710"/>
                  </a:cubicBezTo>
                  <a:lnTo>
                    <a:pt x="8065" y="2710"/>
                  </a:lnTo>
                  <a:cubicBezTo>
                    <a:pt x="8317" y="3497"/>
                    <a:pt x="9073" y="4096"/>
                    <a:pt x="9987" y="4096"/>
                  </a:cubicBezTo>
                  <a:cubicBezTo>
                    <a:pt x="10649" y="4096"/>
                    <a:pt x="11247" y="3781"/>
                    <a:pt x="11594" y="3245"/>
                  </a:cubicBezTo>
                  <a:cubicBezTo>
                    <a:pt x="11688" y="3119"/>
                    <a:pt x="11688" y="3025"/>
                    <a:pt x="11625" y="2899"/>
                  </a:cubicBezTo>
                  <a:cubicBezTo>
                    <a:pt x="11594" y="2773"/>
                    <a:pt x="11468" y="2710"/>
                    <a:pt x="11310" y="2710"/>
                  </a:cubicBezTo>
                  <a:lnTo>
                    <a:pt x="10649" y="2710"/>
                  </a:lnTo>
                  <a:cubicBezTo>
                    <a:pt x="10271" y="2710"/>
                    <a:pt x="9987" y="2395"/>
                    <a:pt x="9987" y="2048"/>
                  </a:cubicBezTo>
                  <a:cubicBezTo>
                    <a:pt x="9987" y="1670"/>
                    <a:pt x="10302" y="1355"/>
                    <a:pt x="10649" y="1355"/>
                  </a:cubicBezTo>
                  <a:lnTo>
                    <a:pt x="11310" y="1355"/>
                  </a:lnTo>
                  <a:cubicBezTo>
                    <a:pt x="11436" y="1355"/>
                    <a:pt x="11562" y="1292"/>
                    <a:pt x="11625" y="1166"/>
                  </a:cubicBezTo>
                  <a:cubicBezTo>
                    <a:pt x="11688" y="1040"/>
                    <a:pt x="11688" y="945"/>
                    <a:pt x="11594" y="819"/>
                  </a:cubicBezTo>
                  <a:cubicBezTo>
                    <a:pt x="11247" y="315"/>
                    <a:pt x="10649" y="0"/>
                    <a:pt x="9987" y="0"/>
                  </a:cubicBezTo>
                  <a:cubicBezTo>
                    <a:pt x="9073" y="0"/>
                    <a:pt x="8349" y="567"/>
                    <a:pt x="8065" y="1355"/>
                  </a:cubicBezTo>
                  <a:lnTo>
                    <a:pt x="3655" y="1355"/>
                  </a:lnTo>
                  <a:cubicBezTo>
                    <a:pt x="3371" y="567"/>
                    <a:pt x="2615" y="0"/>
                    <a:pt x="1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-35371150" y="3561225"/>
              <a:ext cx="68550" cy="68550"/>
            </a:xfrm>
            <a:custGeom>
              <a:rect b="b" l="l" r="r" t="t"/>
              <a:pathLst>
                <a:path extrusionOk="0" h="2742" w="2742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1"/>
                    <a:pt x="630" y="2741"/>
                    <a:pt x="1355" y="2741"/>
                  </a:cubicBezTo>
                  <a:cubicBezTo>
                    <a:pt x="2111" y="2741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-35405025" y="3647075"/>
              <a:ext cx="136275" cy="119750"/>
            </a:xfrm>
            <a:custGeom>
              <a:rect b="b" l="l" r="r" t="t"/>
              <a:pathLst>
                <a:path extrusionOk="0" h="4790" w="5451">
                  <a:moveTo>
                    <a:pt x="2710" y="1"/>
                  </a:moveTo>
                  <a:cubicBezTo>
                    <a:pt x="1387" y="1"/>
                    <a:pt x="253" y="1009"/>
                    <a:pt x="32" y="2300"/>
                  </a:cubicBezTo>
                  <a:cubicBezTo>
                    <a:pt x="1" y="2521"/>
                    <a:pt x="158" y="2710"/>
                    <a:pt x="410" y="2710"/>
                  </a:cubicBezTo>
                  <a:lnTo>
                    <a:pt x="2395" y="2710"/>
                  </a:lnTo>
                  <a:lnTo>
                    <a:pt x="2395" y="4789"/>
                  </a:lnTo>
                  <a:lnTo>
                    <a:pt x="3088" y="4789"/>
                  </a:lnTo>
                  <a:lnTo>
                    <a:pt x="3088" y="2710"/>
                  </a:lnTo>
                  <a:lnTo>
                    <a:pt x="5073" y="2710"/>
                  </a:lnTo>
                  <a:cubicBezTo>
                    <a:pt x="5293" y="2710"/>
                    <a:pt x="5451" y="2521"/>
                    <a:pt x="5451" y="2300"/>
                  </a:cubicBezTo>
                  <a:cubicBezTo>
                    <a:pt x="5230" y="977"/>
                    <a:pt x="4096" y="1"/>
                    <a:pt x="2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21"/>
          <p:cNvGrpSpPr/>
          <p:nvPr/>
        </p:nvGrpSpPr>
        <p:grpSpPr>
          <a:xfrm>
            <a:off x="4654771" y="2098044"/>
            <a:ext cx="278702" cy="258171"/>
            <a:chOff x="4266025" y="3609275"/>
            <a:chExt cx="299325" cy="277275"/>
          </a:xfrm>
        </p:grpSpPr>
        <p:sp>
          <p:nvSpPr>
            <p:cNvPr id="399" name="Google Shape;399;p21"/>
            <p:cNvSpPr/>
            <p:nvPr/>
          </p:nvSpPr>
          <p:spPr>
            <a:xfrm>
              <a:off x="4266025" y="3609275"/>
              <a:ext cx="299325" cy="224500"/>
            </a:xfrm>
            <a:custGeom>
              <a:rect b="b" l="l" r="r" t="t"/>
              <a:pathLst>
                <a:path extrusionOk="0" h="8980" w="11973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4332975" y="3851850"/>
              <a:ext cx="157550" cy="34700"/>
            </a:xfrm>
            <a:custGeom>
              <a:rect b="b" l="l" r="r" t="t"/>
              <a:pathLst>
                <a:path extrusionOk="0" h="1388" w="6302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21"/>
          <p:cNvGrpSpPr/>
          <p:nvPr/>
        </p:nvGrpSpPr>
        <p:grpSpPr>
          <a:xfrm>
            <a:off x="4651331" y="1568499"/>
            <a:ext cx="285583" cy="287865"/>
            <a:chOff x="-62516625" y="3743175"/>
            <a:chExt cx="315875" cy="318400"/>
          </a:xfrm>
        </p:grpSpPr>
        <p:sp>
          <p:nvSpPr>
            <p:cNvPr id="402" name="Google Shape;402;p21"/>
            <p:cNvSpPr/>
            <p:nvPr/>
          </p:nvSpPr>
          <p:spPr>
            <a:xfrm>
              <a:off x="-62334675" y="3884950"/>
              <a:ext cx="62250" cy="145725"/>
            </a:xfrm>
            <a:custGeom>
              <a:rect b="b" l="l" r="r" t="t"/>
              <a:pathLst>
                <a:path extrusionOk="0" h="5829" w="2490">
                  <a:moveTo>
                    <a:pt x="1229" y="0"/>
                  </a:moveTo>
                  <a:cubicBezTo>
                    <a:pt x="977" y="0"/>
                    <a:pt x="820" y="189"/>
                    <a:pt x="820" y="410"/>
                  </a:cubicBezTo>
                  <a:lnTo>
                    <a:pt x="820" y="662"/>
                  </a:lnTo>
                  <a:cubicBezTo>
                    <a:pt x="347" y="819"/>
                    <a:pt x="0" y="1292"/>
                    <a:pt x="0" y="1859"/>
                  </a:cubicBezTo>
                  <a:cubicBezTo>
                    <a:pt x="0" y="2520"/>
                    <a:pt x="536" y="2930"/>
                    <a:pt x="977" y="3245"/>
                  </a:cubicBezTo>
                  <a:cubicBezTo>
                    <a:pt x="1292" y="3466"/>
                    <a:pt x="1639" y="3718"/>
                    <a:pt x="1639" y="3938"/>
                  </a:cubicBezTo>
                  <a:cubicBezTo>
                    <a:pt x="1639" y="4190"/>
                    <a:pt x="1450" y="4348"/>
                    <a:pt x="1229" y="4348"/>
                  </a:cubicBezTo>
                  <a:cubicBezTo>
                    <a:pt x="977" y="4348"/>
                    <a:pt x="820" y="4127"/>
                    <a:pt x="820" y="3938"/>
                  </a:cubicBezTo>
                  <a:cubicBezTo>
                    <a:pt x="820" y="3718"/>
                    <a:pt x="631" y="3497"/>
                    <a:pt x="442" y="3497"/>
                  </a:cubicBezTo>
                  <a:cubicBezTo>
                    <a:pt x="221" y="3497"/>
                    <a:pt x="0" y="3718"/>
                    <a:pt x="0" y="3938"/>
                  </a:cubicBezTo>
                  <a:cubicBezTo>
                    <a:pt x="0" y="4505"/>
                    <a:pt x="347" y="4915"/>
                    <a:pt x="820" y="5135"/>
                  </a:cubicBezTo>
                  <a:lnTo>
                    <a:pt x="820" y="5387"/>
                  </a:lnTo>
                  <a:cubicBezTo>
                    <a:pt x="820" y="5639"/>
                    <a:pt x="1009" y="5828"/>
                    <a:pt x="1229" y="5828"/>
                  </a:cubicBezTo>
                  <a:cubicBezTo>
                    <a:pt x="1450" y="5828"/>
                    <a:pt x="1639" y="5639"/>
                    <a:pt x="1639" y="5387"/>
                  </a:cubicBezTo>
                  <a:lnTo>
                    <a:pt x="1639" y="5135"/>
                  </a:lnTo>
                  <a:cubicBezTo>
                    <a:pt x="2111" y="4978"/>
                    <a:pt x="2489" y="4505"/>
                    <a:pt x="2489" y="3938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1"/>
                    <a:pt x="820" y="2079"/>
                    <a:pt x="820" y="1859"/>
                  </a:cubicBezTo>
                  <a:cubicBezTo>
                    <a:pt x="820" y="1607"/>
                    <a:pt x="1009" y="1418"/>
                    <a:pt x="1229" y="1418"/>
                  </a:cubicBezTo>
                  <a:cubicBezTo>
                    <a:pt x="1450" y="1418"/>
                    <a:pt x="1639" y="1607"/>
                    <a:pt x="1639" y="1859"/>
                  </a:cubicBezTo>
                  <a:cubicBezTo>
                    <a:pt x="1639" y="2079"/>
                    <a:pt x="1859" y="2237"/>
                    <a:pt x="2048" y="2237"/>
                  </a:cubicBezTo>
                  <a:cubicBezTo>
                    <a:pt x="2237" y="2237"/>
                    <a:pt x="2489" y="2048"/>
                    <a:pt x="2489" y="1859"/>
                  </a:cubicBezTo>
                  <a:cubicBezTo>
                    <a:pt x="2489" y="1292"/>
                    <a:pt x="2143" y="882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-62516625" y="3743175"/>
              <a:ext cx="315875" cy="318400"/>
            </a:xfrm>
            <a:custGeom>
              <a:rect b="b" l="l" r="r" t="t"/>
              <a:pathLst>
                <a:path extrusionOk="0" h="12736" w="12635">
                  <a:moveTo>
                    <a:pt x="4632" y="3308"/>
                  </a:moveTo>
                  <a:cubicBezTo>
                    <a:pt x="5388" y="3308"/>
                    <a:pt x="6018" y="3938"/>
                    <a:pt x="6018" y="4694"/>
                  </a:cubicBezTo>
                  <a:cubicBezTo>
                    <a:pt x="6018" y="5450"/>
                    <a:pt x="5420" y="6049"/>
                    <a:pt x="4632" y="6049"/>
                  </a:cubicBezTo>
                  <a:cubicBezTo>
                    <a:pt x="3876" y="6049"/>
                    <a:pt x="3246" y="5419"/>
                    <a:pt x="3246" y="4694"/>
                  </a:cubicBezTo>
                  <a:cubicBezTo>
                    <a:pt x="3246" y="3938"/>
                    <a:pt x="3876" y="3308"/>
                    <a:pt x="4632" y="3308"/>
                  </a:cubicBezTo>
                  <a:close/>
                  <a:moveTo>
                    <a:pt x="8507" y="5230"/>
                  </a:moveTo>
                  <a:cubicBezTo>
                    <a:pt x="10303" y="5230"/>
                    <a:pt x="11815" y="6742"/>
                    <a:pt x="11815" y="8538"/>
                  </a:cubicBezTo>
                  <a:cubicBezTo>
                    <a:pt x="11815" y="10365"/>
                    <a:pt x="10334" y="11846"/>
                    <a:pt x="8507" y="11846"/>
                  </a:cubicBezTo>
                  <a:cubicBezTo>
                    <a:pt x="6680" y="11846"/>
                    <a:pt x="5199" y="10365"/>
                    <a:pt x="5199" y="8538"/>
                  </a:cubicBezTo>
                  <a:cubicBezTo>
                    <a:pt x="5199" y="6742"/>
                    <a:pt x="6680" y="5230"/>
                    <a:pt x="8507" y="5230"/>
                  </a:cubicBezTo>
                  <a:close/>
                  <a:moveTo>
                    <a:pt x="4664" y="0"/>
                  </a:moveTo>
                  <a:cubicBezTo>
                    <a:pt x="2080" y="0"/>
                    <a:pt x="1" y="2079"/>
                    <a:pt x="1" y="4694"/>
                  </a:cubicBezTo>
                  <a:cubicBezTo>
                    <a:pt x="1" y="5703"/>
                    <a:pt x="316" y="6711"/>
                    <a:pt x="914" y="7498"/>
                  </a:cubicBezTo>
                  <a:lnTo>
                    <a:pt x="4317" y="12571"/>
                  </a:lnTo>
                  <a:cubicBezTo>
                    <a:pt x="4396" y="12681"/>
                    <a:pt x="4530" y="12736"/>
                    <a:pt x="4660" y="12736"/>
                  </a:cubicBezTo>
                  <a:cubicBezTo>
                    <a:pt x="4790" y="12736"/>
                    <a:pt x="4916" y="12681"/>
                    <a:pt x="4979" y="12571"/>
                  </a:cubicBezTo>
                  <a:lnTo>
                    <a:pt x="5672" y="11531"/>
                  </a:lnTo>
                  <a:cubicBezTo>
                    <a:pt x="6396" y="12256"/>
                    <a:pt x="7404" y="12665"/>
                    <a:pt x="8507" y="12665"/>
                  </a:cubicBezTo>
                  <a:cubicBezTo>
                    <a:pt x="10776" y="12665"/>
                    <a:pt x="12634" y="10838"/>
                    <a:pt x="12634" y="8538"/>
                  </a:cubicBezTo>
                  <a:cubicBezTo>
                    <a:pt x="12634" y="6553"/>
                    <a:pt x="11217" y="4852"/>
                    <a:pt x="9326" y="4474"/>
                  </a:cubicBezTo>
                  <a:lnTo>
                    <a:pt x="9326" y="4222"/>
                  </a:lnTo>
                  <a:cubicBezTo>
                    <a:pt x="9074" y="1796"/>
                    <a:pt x="7089" y="0"/>
                    <a:pt x="4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" name="Google Shape;404;p21"/>
          <p:cNvGrpSpPr/>
          <p:nvPr/>
        </p:nvGrpSpPr>
        <p:grpSpPr>
          <a:xfrm>
            <a:off x="4648415" y="3110452"/>
            <a:ext cx="291413" cy="292149"/>
            <a:chOff x="-61783350" y="3743950"/>
            <a:chExt cx="316650" cy="317450"/>
          </a:xfrm>
        </p:grpSpPr>
        <p:sp>
          <p:nvSpPr>
            <p:cNvPr id="405" name="Google Shape;405;p21"/>
            <p:cNvSpPr/>
            <p:nvPr/>
          </p:nvSpPr>
          <p:spPr>
            <a:xfrm>
              <a:off x="-61783350" y="3743950"/>
              <a:ext cx="316650" cy="317450"/>
            </a:xfrm>
            <a:custGeom>
              <a:rect b="b" l="l" r="r" t="t"/>
              <a:pathLst>
                <a:path extrusionOk="0" h="12698" w="12666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-61739225" y="3833750"/>
              <a:ext cx="272525" cy="149675"/>
            </a:xfrm>
            <a:custGeom>
              <a:rect b="b" l="l" r="r" t="t"/>
              <a:pathLst>
                <a:path extrusionOk="0" h="5987" w="10901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7" name="Google Shape;407;p21"/>
          <p:cNvGrpSpPr/>
          <p:nvPr/>
        </p:nvGrpSpPr>
        <p:grpSpPr>
          <a:xfrm>
            <a:off x="4655865" y="2613639"/>
            <a:ext cx="276513" cy="256378"/>
            <a:chOff x="6543825" y="3202075"/>
            <a:chExt cx="296975" cy="275350"/>
          </a:xfrm>
        </p:grpSpPr>
        <p:sp>
          <p:nvSpPr>
            <p:cNvPr id="408" name="Google Shape;408;p21"/>
            <p:cNvSpPr/>
            <p:nvPr/>
          </p:nvSpPr>
          <p:spPr>
            <a:xfrm>
              <a:off x="6683250" y="3202075"/>
              <a:ext cx="17350" cy="43350"/>
            </a:xfrm>
            <a:custGeom>
              <a:rect b="b" l="l" r="r" t="t"/>
              <a:pathLst>
                <a:path extrusionOk="0" h="173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6613925" y="3236125"/>
              <a:ext cx="35475" cy="34700"/>
            </a:xfrm>
            <a:custGeom>
              <a:rect b="b" l="l" r="r" t="t"/>
              <a:pathLst>
                <a:path extrusionOk="0" h="1388" w="1419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6734425" y="3236425"/>
              <a:ext cx="35475" cy="34400"/>
            </a:xfrm>
            <a:custGeom>
              <a:rect b="b" l="l" r="r" t="t"/>
              <a:pathLst>
                <a:path extrusionOk="0" h="1376" w="1419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6805325" y="3322575"/>
              <a:ext cx="35475" cy="121325"/>
            </a:xfrm>
            <a:custGeom>
              <a:rect b="b" l="l" r="r" t="t"/>
              <a:pathLst>
                <a:path extrusionOk="0" h="4853" w="1419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6543825" y="3323275"/>
              <a:ext cx="35475" cy="121400"/>
            </a:xfrm>
            <a:custGeom>
              <a:rect b="b" l="l" r="r" t="t"/>
              <a:pathLst>
                <a:path extrusionOk="0" h="4856" w="1419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6643075" y="3332025"/>
              <a:ext cx="143375" cy="104000"/>
            </a:xfrm>
            <a:custGeom>
              <a:rect b="b" l="l" r="r" t="t"/>
              <a:pathLst>
                <a:path extrusionOk="0" h="4160" w="5735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6595025" y="3288700"/>
              <a:ext cx="175675" cy="188725"/>
            </a:xfrm>
            <a:custGeom>
              <a:rect b="b" l="l" r="r" t="t"/>
              <a:pathLst>
                <a:path extrusionOk="0" h="7549" w="7027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5" name="Google Shape;415;p2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Budget infographics</a:t>
            </a:r>
            <a:endParaRPr/>
          </a:p>
        </p:txBody>
      </p:sp>
      <p:sp>
        <p:nvSpPr>
          <p:cNvPr id="416" name="Google Shape;416;p21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468150" y="4361475"/>
            <a:ext cx="82389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the link in the graph to modify its data and then paste the new one here. </a:t>
            </a:r>
            <a:r>
              <a:rPr lang="en" sz="1000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click here</a:t>
            </a:r>
            <a:endParaRPr sz="1000" u="sng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 flipH="1">
            <a:off x="7296013" y="1496881"/>
            <a:ext cx="97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$ 3500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 flipH="1">
            <a:off x="7296013" y="2011580"/>
            <a:ext cx="97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$ 500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 flipH="1">
            <a:off x="7296013" y="2526278"/>
            <a:ext cx="97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$ 1500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 flipH="1">
            <a:off x="7296013" y="3040977"/>
            <a:ext cx="97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$ 300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5042888" y="2018630"/>
            <a:ext cx="13617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5042888" y="3048027"/>
            <a:ext cx="13617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5042888" y="1503931"/>
            <a:ext cx="13617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Neptune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5" name="Google Shape;425;p21"/>
          <p:cNvSpPr txBox="1"/>
          <p:nvPr/>
        </p:nvSpPr>
        <p:spPr>
          <a:xfrm>
            <a:off x="5042888" y="2533328"/>
            <a:ext cx="13617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4311800" y="3651013"/>
            <a:ext cx="371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was named after the Roman god of the skies and lightning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7" name="Google Shape;427;p21"/>
          <p:cNvSpPr txBox="1"/>
          <p:nvPr/>
        </p:nvSpPr>
        <p:spPr>
          <a:xfrm>
            <a:off x="5042888" y="1028049"/>
            <a:ext cx="17412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Category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8" name="Google Shape;428;p21"/>
          <p:cNvSpPr txBox="1"/>
          <p:nvPr/>
        </p:nvSpPr>
        <p:spPr>
          <a:xfrm>
            <a:off x="7295863" y="1028049"/>
            <a:ext cx="9759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Amount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29" name="Google Shape;429;p21"/>
          <p:cNvCxnSpPr>
            <a:stCxn id="424" idx="3"/>
            <a:endCxn id="418" idx="3"/>
          </p:cNvCxnSpPr>
          <p:nvPr/>
        </p:nvCxnSpPr>
        <p:spPr>
          <a:xfrm>
            <a:off x="6404588" y="1712431"/>
            <a:ext cx="8913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21"/>
          <p:cNvCxnSpPr>
            <a:stCxn id="422" idx="3"/>
            <a:endCxn id="419" idx="3"/>
          </p:cNvCxnSpPr>
          <p:nvPr/>
        </p:nvCxnSpPr>
        <p:spPr>
          <a:xfrm>
            <a:off x="6404588" y="2227130"/>
            <a:ext cx="8913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21"/>
          <p:cNvCxnSpPr>
            <a:stCxn id="425" idx="3"/>
            <a:endCxn id="420" idx="3"/>
          </p:cNvCxnSpPr>
          <p:nvPr/>
        </p:nvCxnSpPr>
        <p:spPr>
          <a:xfrm>
            <a:off x="6404588" y="2741828"/>
            <a:ext cx="8913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21"/>
          <p:cNvCxnSpPr>
            <a:stCxn id="423" idx="3"/>
            <a:endCxn id="421" idx="3"/>
          </p:cNvCxnSpPr>
          <p:nvPr/>
        </p:nvCxnSpPr>
        <p:spPr>
          <a:xfrm>
            <a:off x="6404588" y="3256527"/>
            <a:ext cx="8913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33" name="Google Shape;433;p21"/>
          <p:cNvSpPr/>
          <p:nvPr/>
        </p:nvSpPr>
        <p:spPr>
          <a:xfrm>
            <a:off x="4311800" y="1525525"/>
            <a:ext cx="131400" cy="37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4311800" y="2040225"/>
            <a:ext cx="131400" cy="37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4311800" y="2554925"/>
            <a:ext cx="131400" cy="37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4311800" y="3069625"/>
            <a:ext cx="131400" cy="37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Budget infographics</a:t>
            </a:r>
            <a:endParaRPr/>
          </a:p>
        </p:txBody>
      </p:sp>
      <p:sp>
        <p:nvSpPr>
          <p:cNvPr id="442" name="Google Shape;442;p22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22"/>
          <p:cNvSpPr/>
          <p:nvPr/>
        </p:nvSpPr>
        <p:spPr>
          <a:xfrm>
            <a:off x="1409429" y="1452081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4" name="Google Shape;444;p22"/>
          <p:cNvSpPr txBox="1"/>
          <p:nvPr/>
        </p:nvSpPr>
        <p:spPr>
          <a:xfrm>
            <a:off x="638752" y="1853731"/>
            <a:ext cx="2281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638741" y="1035081"/>
            <a:ext cx="2281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6994879" y="1452081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7" name="Google Shape;447;p22"/>
          <p:cNvSpPr txBox="1"/>
          <p:nvPr/>
        </p:nvSpPr>
        <p:spPr>
          <a:xfrm>
            <a:off x="6224059" y="1853731"/>
            <a:ext cx="2281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8" name="Google Shape;448;p22"/>
          <p:cNvSpPr txBox="1"/>
          <p:nvPr/>
        </p:nvSpPr>
        <p:spPr>
          <a:xfrm>
            <a:off x="6224055" y="1035081"/>
            <a:ext cx="2281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1409429" y="3722944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0" name="Google Shape;450;p22"/>
          <p:cNvSpPr txBox="1"/>
          <p:nvPr/>
        </p:nvSpPr>
        <p:spPr>
          <a:xfrm>
            <a:off x="638752" y="4124615"/>
            <a:ext cx="2281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1" name="Google Shape;451;p22"/>
          <p:cNvSpPr txBox="1"/>
          <p:nvPr/>
        </p:nvSpPr>
        <p:spPr>
          <a:xfrm>
            <a:off x="638741" y="3305956"/>
            <a:ext cx="2281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6994879" y="3722944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6224059" y="4124615"/>
            <a:ext cx="2281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6224055" y="3305956"/>
            <a:ext cx="2281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455" name="Google Shape;455;p22"/>
          <p:cNvCxnSpPr>
            <a:stCxn id="456" idx="6"/>
            <a:endCxn id="447" idx="2"/>
          </p:cNvCxnSpPr>
          <p:nvPr/>
        </p:nvCxnSpPr>
        <p:spPr>
          <a:xfrm flipH="1" rot="10800000">
            <a:off x="4754950" y="2415344"/>
            <a:ext cx="2609700" cy="450900"/>
          </a:xfrm>
          <a:prstGeom prst="bentConnector2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22"/>
          <p:cNvCxnSpPr>
            <a:stCxn id="456" idx="6"/>
            <a:endCxn id="454" idx="0"/>
          </p:cNvCxnSpPr>
          <p:nvPr/>
        </p:nvCxnSpPr>
        <p:spPr>
          <a:xfrm>
            <a:off x="4754950" y="2866244"/>
            <a:ext cx="2609700" cy="439800"/>
          </a:xfrm>
          <a:prstGeom prst="bentConnector2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22"/>
          <p:cNvCxnSpPr>
            <a:stCxn id="456" idx="2"/>
            <a:endCxn id="451" idx="0"/>
          </p:cNvCxnSpPr>
          <p:nvPr/>
        </p:nvCxnSpPr>
        <p:spPr>
          <a:xfrm flipH="1">
            <a:off x="1779250" y="2866244"/>
            <a:ext cx="2609700" cy="439800"/>
          </a:xfrm>
          <a:prstGeom prst="bentConnector2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22"/>
          <p:cNvCxnSpPr>
            <a:stCxn id="456" idx="2"/>
            <a:endCxn id="444" idx="2"/>
          </p:cNvCxnSpPr>
          <p:nvPr/>
        </p:nvCxnSpPr>
        <p:spPr>
          <a:xfrm rot="10800000">
            <a:off x="1779250" y="2415344"/>
            <a:ext cx="2609700" cy="450900"/>
          </a:xfrm>
          <a:prstGeom prst="bentConnector2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60" name="Google Shape;460;p22"/>
          <p:cNvSpPr txBox="1"/>
          <p:nvPr/>
        </p:nvSpPr>
        <p:spPr>
          <a:xfrm>
            <a:off x="3431400" y="1853731"/>
            <a:ext cx="2281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farthest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461" name="Google Shape;461;p22"/>
          <p:cNvCxnSpPr>
            <a:stCxn id="460" idx="2"/>
            <a:endCxn id="456" idx="0"/>
          </p:cNvCxnSpPr>
          <p:nvPr/>
        </p:nvCxnSpPr>
        <p:spPr>
          <a:xfrm>
            <a:off x="4572000" y="2415331"/>
            <a:ext cx="0" cy="2679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22"/>
          <p:cNvCxnSpPr>
            <a:stCxn id="456" idx="4"/>
            <a:endCxn id="463" idx="0"/>
          </p:cNvCxnSpPr>
          <p:nvPr/>
        </p:nvCxnSpPr>
        <p:spPr>
          <a:xfrm>
            <a:off x="4571950" y="3049244"/>
            <a:ext cx="0" cy="258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63" name="Google Shape;463;p22"/>
          <p:cNvSpPr txBox="1"/>
          <p:nvPr/>
        </p:nvSpPr>
        <p:spPr>
          <a:xfrm flipH="1">
            <a:off x="4084050" y="3307913"/>
            <a:ext cx="97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20XX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64" name="Google Shape;464;p22"/>
          <p:cNvGrpSpPr/>
          <p:nvPr/>
        </p:nvGrpSpPr>
        <p:grpSpPr>
          <a:xfrm>
            <a:off x="4388950" y="2683244"/>
            <a:ext cx="366000" cy="366000"/>
            <a:chOff x="4388950" y="2724300"/>
            <a:chExt cx="366000" cy="366000"/>
          </a:xfrm>
        </p:grpSpPr>
        <p:sp>
          <p:nvSpPr>
            <p:cNvPr id="456" name="Google Shape;456;p22"/>
            <p:cNvSpPr/>
            <p:nvPr/>
          </p:nvSpPr>
          <p:spPr>
            <a:xfrm>
              <a:off x="4388950" y="2724300"/>
              <a:ext cx="366000" cy="3660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4448420" y="2787521"/>
              <a:ext cx="247169" cy="283934"/>
            </a:xfrm>
            <a:custGeom>
              <a:rect b="b" l="l" r="r" t="t"/>
              <a:pathLst>
                <a:path extrusionOk="0" h="12704" w="11059">
                  <a:moveTo>
                    <a:pt x="5545" y="3449"/>
                  </a:moveTo>
                  <a:cubicBezTo>
                    <a:pt x="5797" y="3449"/>
                    <a:pt x="5955" y="3638"/>
                    <a:pt x="5955" y="3859"/>
                  </a:cubicBezTo>
                  <a:lnTo>
                    <a:pt x="5955" y="4111"/>
                  </a:lnTo>
                  <a:cubicBezTo>
                    <a:pt x="6427" y="4268"/>
                    <a:pt x="6774" y="4741"/>
                    <a:pt x="6774" y="5308"/>
                  </a:cubicBezTo>
                  <a:cubicBezTo>
                    <a:pt x="6774" y="5528"/>
                    <a:pt x="6585" y="5749"/>
                    <a:pt x="6333" y="5749"/>
                  </a:cubicBezTo>
                  <a:cubicBezTo>
                    <a:pt x="6081" y="5749"/>
                    <a:pt x="5955" y="5528"/>
                    <a:pt x="5955" y="5308"/>
                  </a:cubicBezTo>
                  <a:cubicBezTo>
                    <a:pt x="5955" y="5056"/>
                    <a:pt x="5734" y="4898"/>
                    <a:pt x="5545" y="4898"/>
                  </a:cubicBezTo>
                  <a:cubicBezTo>
                    <a:pt x="5293" y="4898"/>
                    <a:pt x="5104" y="5119"/>
                    <a:pt x="5104" y="5308"/>
                  </a:cubicBezTo>
                  <a:cubicBezTo>
                    <a:pt x="5104" y="5528"/>
                    <a:pt x="5419" y="5780"/>
                    <a:pt x="5766" y="6001"/>
                  </a:cubicBezTo>
                  <a:cubicBezTo>
                    <a:pt x="6207" y="6316"/>
                    <a:pt x="6774" y="6725"/>
                    <a:pt x="6774" y="7387"/>
                  </a:cubicBezTo>
                  <a:cubicBezTo>
                    <a:pt x="6774" y="7954"/>
                    <a:pt x="6427" y="8364"/>
                    <a:pt x="5923" y="8584"/>
                  </a:cubicBezTo>
                  <a:lnTo>
                    <a:pt x="5923" y="8836"/>
                  </a:lnTo>
                  <a:cubicBezTo>
                    <a:pt x="5923" y="9088"/>
                    <a:pt x="5734" y="9246"/>
                    <a:pt x="5545" y="9246"/>
                  </a:cubicBezTo>
                  <a:cubicBezTo>
                    <a:pt x="5293" y="9246"/>
                    <a:pt x="5104" y="9057"/>
                    <a:pt x="5104" y="8836"/>
                  </a:cubicBezTo>
                  <a:lnTo>
                    <a:pt x="5104" y="8584"/>
                  </a:lnTo>
                  <a:cubicBezTo>
                    <a:pt x="4632" y="8427"/>
                    <a:pt x="4285" y="7954"/>
                    <a:pt x="4285" y="7387"/>
                  </a:cubicBezTo>
                  <a:cubicBezTo>
                    <a:pt x="4285" y="7167"/>
                    <a:pt x="4474" y="7009"/>
                    <a:pt x="4726" y="7009"/>
                  </a:cubicBezTo>
                  <a:cubicBezTo>
                    <a:pt x="4947" y="7009"/>
                    <a:pt x="5104" y="7198"/>
                    <a:pt x="5104" y="7387"/>
                  </a:cubicBezTo>
                  <a:cubicBezTo>
                    <a:pt x="5104" y="7639"/>
                    <a:pt x="5293" y="7828"/>
                    <a:pt x="5545" y="7828"/>
                  </a:cubicBezTo>
                  <a:cubicBezTo>
                    <a:pt x="5766" y="7828"/>
                    <a:pt x="5923" y="7639"/>
                    <a:pt x="5923" y="7387"/>
                  </a:cubicBezTo>
                  <a:cubicBezTo>
                    <a:pt x="5923" y="7167"/>
                    <a:pt x="5608" y="6914"/>
                    <a:pt x="5262" y="6694"/>
                  </a:cubicBezTo>
                  <a:cubicBezTo>
                    <a:pt x="4821" y="6379"/>
                    <a:pt x="4285" y="5969"/>
                    <a:pt x="4285" y="5308"/>
                  </a:cubicBezTo>
                  <a:cubicBezTo>
                    <a:pt x="4285" y="4741"/>
                    <a:pt x="4632" y="4331"/>
                    <a:pt x="5104" y="4111"/>
                  </a:cubicBezTo>
                  <a:lnTo>
                    <a:pt x="5104" y="3859"/>
                  </a:lnTo>
                  <a:cubicBezTo>
                    <a:pt x="5104" y="3606"/>
                    <a:pt x="5293" y="3449"/>
                    <a:pt x="5545" y="3449"/>
                  </a:cubicBezTo>
                  <a:close/>
                  <a:moveTo>
                    <a:pt x="10651" y="1"/>
                  </a:moveTo>
                  <a:cubicBezTo>
                    <a:pt x="10562" y="1"/>
                    <a:pt x="10473" y="34"/>
                    <a:pt x="10397" y="109"/>
                  </a:cubicBezTo>
                  <a:cubicBezTo>
                    <a:pt x="9389" y="834"/>
                    <a:pt x="8538" y="960"/>
                    <a:pt x="8034" y="960"/>
                  </a:cubicBezTo>
                  <a:cubicBezTo>
                    <a:pt x="7310" y="960"/>
                    <a:pt x="6396" y="645"/>
                    <a:pt x="5766" y="172"/>
                  </a:cubicBezTo>
                  <a:cubicBezTo>
                    <a:pt x="5703" y="109"/>
                    <a:pt x="5616" y="78"/>
                    <a:pt x="5526" y="78"/>
                  </a:cubicBezTo>
                  <a:cubicBezTo>
                    <a:pt x="5435" y="78"/>
                    <a:pt x="5341" y="109"/>
                    <a:pt x="5262" y="172"/>
                  </a:cubicBezTo>
                  <a:cubicBezTo>
                    <a:pt x="4632" y="645"/>
                    <a:pt x="3781" y="960"/>
                    <a:pt x="3025" y="960"/>
                  </a:cubicBezTo>
                  <a:cubicBezTo>
                    <a:pt x="2237" y="960"/>
                    <a:pt x="1418" y="645"/>
                    <a:pt x="662" y="109"/>
                  </a:cubicBezTo>
                  <a:cubicBezTo>
                    <a:pt x="582" y="47"/>
                    <a:pt x="495" y="20"/>
                    <a:pt x="411" y="20"/>
                  </a:cubicBezTo>
                  <a:cubicBezTo>
                    <a:pt x="196" y="20"/>
                    <a:pt x="0" y="198"/>
                    <a:pt x="0" y="424"/>
                  </a:cubicBezTo>
                  <a:lnTo>
                    <a:pt x="0" y="5276"/>
                  </a:lnTo>
                  <a:cubicBezTo>
                    <a:pt x="0" y="8616"/>
                    <a:pt x="2143" y="11609"/>
                    <a:pt x="5388" y="12680"/>
                  </a:cubicBezTo>
                  <a:cubicBezTo>
                    <a:pt x="5419" y="12696"/>
                    <a:pt x="5459" y="12703"/>
                    <a:pt x="5506" y="12703"/>
                  </a:cubicBezTo>
                  <a:cubicBezTo>
                    <a:pt x="5553" y="12703"/>
                    <a:pt x="5608" y="12696"/>
                    <a:pt x="5671" y="12680"/>
                  </a:cubicBezTo>
                  <a:cubicBezTo>
                    <a:pt x="8885" y="11609"/>
                    <a:pt x="11059" y="8616"/>
                    <a:pt x="11059" y="5276"/>
                  </a:cubicBezTo>
                  <a:lnTo>
                    <a:pt x="11059" y="424"/>
                  </a:lnTo>
                  <a:cubicBezTo>
                    <a:pt x="11059" y="182"/>
                    <a:pt x="10858" y="1"/>
                    <a:pt x="10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Budget infographics</a:t>
            </a:r>
            <a:endParaRPr/>
          </a:p>
        </p:txBody>
      </p:sp>
      <p:sp>
        <p:nvSpPr>
          <p:cNvPr id="471" name="Google Shape;471;p23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72" name="Google Shape;472;p23"/>
          <p:cNvGrpSpPr/>
          <p:nvPr/>
        </p:nvGrpSpPr>
        <p:grpSpPr>
          <a:xfrm>
            <a:off x="1192500" y="4317144"/>
            <a:ext cx="328200" cy="328200"/>
            <a:chOff x="1192500" y="4317144"/>
            <a:chExt cx="328200" cy="328200"/>
          </a:xfrm>
        </p:grpSpPr>
        <p:sp>
          <p:nvSpPr>
            <p:cNvPr id="473" name="Google Shape;473;p23"/>
            <p:cNvSpPr/>
            <p:nvPr/>
          </p:nvSpPr>
          <p:spPr>
            <a:xfrm>
              <a:off x="1213218" y="4341160"/>
              <a:ext cx="286753" cy="280167"/>
            </a:xfrm>
            <a:custGeom>
              <a:rect b="b" l="l" r="r" t="t"/>
              <a:pathLst>
                <a:path extrusionOk="0" h="11698" w="11973">
                  <a:moveTo>
                    <a:pt x="8928" y="1750"/>
                  </a:moveTo>
                  <a:cubicBezTo>
                    <a:pt x="9192" y="1750"/>
                    <a:pt x="9452" y="1852"/>
                    <a:pt x="9641" y="2057"/>
                  </a:cubicBezTo>
                  <a:cubicBezTo>
                    <a:pt x="10050" y="2435"/>
                    <a:pt x="10050" y="3096"/>
                    <a:pt x="9641" y="3506"/>
                  </a:cubicBezTo>
                  <a:cubicBezTo>
                    <a:pt x="9452" y="3695"/>
                    <a:pt x="9192" y="3790"/>
                    <a:pt x="8928" y="3790"/>
                  </a:cubicBezTo>
                  <a:cubicBezTo>
                    <a:pt x="8664" y="3790"/>
                    <a:pt x="8396" y="3695"/>
                    <a:pt x="8192" y="3506"/>
                  </a:cubicBezTo>
                  <a:cubicBezTo>
                    <a:pt x="7814" y="3096"/>
                    <a:pt x="7814" y="2435"/>
                    <a:pt x="8192" y="2057"/>
                  </a:cubicBezTo>
                  <a:cubicBezTo>
                    <a:pt x="8396" y="1852"/>
                    <a:pt x="8664" y="1750"/>
                    <a:pt x="8928" y="1750"/>
                  </a:cubicBezTo>
                  <a:close/>
                  <a:moveTo>
                    <a:pt x="7901" y="1"/>
                  </a:moveTo>
                  <a:cubicBezTo>
                    <a:pt x="6958" y="1"/>
                    <a:pt x="6010" y="363"/>
                    <a:pt x="5293" y="1080"/>
                  </a:cubicBezTo>
                  <a:cubicBezTo>
                    <a:pt x="4285" y="2088"/>
                    <a:pt x="3939" y="3569"/>
                    <a:pt x="4380" y="4924"/>
                  </a:cubicBezTo>
                  <a:lnTo>
                    <a:pt x="126" y="9177"/>
                  </a:lnTo>
                  <a:cubicBezTo>
                    <a:pt x="32" y="9240"/>
                    <a:pt x="0" y="9334"/>
                    <a:pt x="0" y="9397"/>
                  </a:cubicBezTo>
                  <a:lnTo>
                    <a:pt x="0" y="11319"/>
                  </a:lnTo>
                  <a:cubicBezTo>
                    <a:pt x="0" y="11540"/>
                    <a:pt x="158" y="11697"/>
                    <a:pt x="347" y="11697"/>
                  </a:cubicBezTo>
                  <a:lnTo>
                    <a:pt x="2300" y="11697"/>
                  </a:lnTo>
                  <a:cubicBezTo>
                    <a:pt x="2363" y="11697"/>
                    <a:pt x="2489" y="11634"/>
                    <a:pt x="2521" y="11571"/>
                  </a:cubicBezTo>
                  <a:lnTo>
                    <a:pt x="2993" y="11099"/>
                  </a:lnTo>
                  <a:cubicBezTo>
                    <a:pt x="3088" y="11004"/>
                    <a:pt x="3119" y="10910"/>
                    <a:pt x="3088" y="10815"/>
                  </a:cubicBezTo>
                  <a:lnTo>
                    <a:pt x="2993" y="10311"/>
                  </a:lnTo>
                  <a:lnTo>
                    <a:pt x="3718" y="10217"/>
                  </a:lnTo>
                  <a:cubicBezTo>
                    <a:pt x="3876" y="10217"/>
                    <a:pt x="3970" y="10091"/>
                    <a:pt x="4033" y="9902"/>
                  </a:cubicBezTo>
                  <a:lnTo>
                    <a:pt x="4096" y="9208"/>
                  </a:lnTo>
                  <a:lnTo>
                    <a:pt x="4600" y="9271"/>
                  </a:lnTo>
                  <a:cubicBezTo>
                    <a:pt x="4695" y="9271"/>
                    <a:pt x="4821" y="9271"/>
                    <a:pt x="4884" y="9208"/>
                  </a:cubicBezTo>
                  <a:cubicBezTo>
                    <a:pt x="4978" y="9114"/>
                    <a:pt x="5010" y="9051"/>
                    <a:pt x="5010" y="8956"/>
                  </a:cubicBezTo>
                  <a:lnTo>
                    <a:pt x="5010" y="8326"/>
                  </a:lnTo>
                  <a:lnTo>
                    <a:pt x="5640" y="8326"/>
                  </a:lnTo>
                  <a:cubicBezTo>
                    <a:pt x="5703" y="8326"/>
                    <a:pt x="5829" y="8295"/>
                    <a:pt x="5860" y="8232"/>
                  </a:cubicBezTo>
                  <a:lnTo>
                    <a:pt x="6742" y="7350"/>
                  </a:lnTo>
                  <a:cubicBezTo>
                    <a:pt x="7131" y="7479"/>
                    <a:pt x="7533" y="7543"/>
                    <a:pt x="7931" y="7543"/>
                  </a:cubicBezTo>
                  <a:cubicBezTo>
                    <a:pt x="8891" y="7543"/>
                    <a:pt x="9833" y="7171"/>
                    <a:pt x="10523" y="6436"/>
                  </a:cubicBezTo>
                  <a:cubicBezTo>
                    <a:pt x="11972" y="4987"/>
                    <a:pt x="11972" y="2592"/>
                    <a:pt x="10523" y="1143"/>
                  </a:cubicBezTo>
                  <a:cubicBezTo>
                    <a:pt x="9823" y="379"/>
                    <a:pt x="8865" y="1"/>
                    <a:pt x="7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1192500" y="4317144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75" name="Google Shape;475;p23"/>
          <p:cNvGrpSpPr/>
          <p:nvPr/>
        </p:nvGrpSpPr>
        <p:grpSpPr>
          <a:xfrm>
            <a:off x="3000680" y="4317144"/>
            <a:ext cx="328200" cy="328200"/>
            <a:chOff x="3000680" y="4317144"/>
            <a:chExt cx="328200" cy="328200"/>
          </a:xfrm>
        </p:grpSpPr>
        <p:grpSp>
          <p:nvGrpSpPr>
            <p:cNvPr id="476" name="Google Shape;476;p23"/>
            <p:cNvGrpSpPr/>
            <p:nvPr/>
          </p:nvGrpSpPr>
          <p:grpSpPr>
            <a:xfrm>
              <a:off x="3020290" y="4340399"/>
              <a:ext cx="289005" cy="281724"/>
              <a:chOff x="-31817400" y="3910025"/>
              <a:chExt cx="301675" cy="294075"/>
            </a:xfrm>
          </p:grpSpPr>
          <p:sp>
            <p:nvSpPr>
              <p:cNvPr id="477" name="Google Shape;477;p23"/>
              <p:cNvSpPr/>
              <p:nvPr/>
            </p:nvSpPr>
            <p:spPr>
              <a:xfrm>
                <a:off x="-31817400" y="3911550"/>
                <a:ext cx="301675" cy="292550"/>
              </a:xfrm>
              <a:custGeom>
                <a:rect b="b" l="l" r="r" t="t"/>
                <a:pathLst>
                  <a:path extrusionOk="0" h="11702" w="12067">
                    <a:moveTo>
                      <a:pt x="2558" y="0"/>
                    </a:moveTo>
                    <a:cubicBezTo>
                      <a:pt x="2357" y="0"/>
                      <a:pt x="2155" y="24"/>
                      <a:pt x="1954" y="70"/>
                    </a:cubicBezTo>
                    <a:cubicBezTo>
                      <a:pt x="1828" y="102"/>
                      <a:pt x="1733" y="196"/>
                      <a:pt x="1702" y="322"/>
                    </a:cubicBezTo>
                    <a:cubicBezTo>
                      <a:pt x="1670" y="448"/>
                      <a:pt x="1702" y="543"/>
                      <a:pt x="1796" y="637"/>
                    </a:cubicBezTo>
                    <a:lnTo>
                      <a:pt x="2679" y="1551"/>
                    </a:lnTo>
                    <a:cubicBezTo>
                      <a:pt x="2962" y="1803"/>
                      <a:pt x="2962" y="2244"/>
                      <a:pt x="2679" y="2528"/>
                    </a:cubicBezTo>
                    <a:cubicBezTo>
                      <a:pt x="2553" y="2669"/>
                      <a:pt x="2379" y="2740"/>
                      <a:pt x="2202" y="2740"/>
                    </a:cubicBezTo>
                    <a:cubicBezTo>
                      <a:pt x="2025" y="2740"/>
                      <a:pt x="1844" y="2669"/>
                      <a:pt x="1702" y="2528"/>
                    </a:cubicBezTo>
                    <a:lnTo>
                      <a:pt x="788" y="1614"/>
                    </a:lnTo>
                    <a:cubicBezTo>
                      <a:pt x="744" y="1569"/>
                      <a:pt x="668" y="1525"/>
                      <a:pt x="582" y="1525"/>
                    </a:cubicBezTo>
                    <a:cubicBezTo>
                      <a:pt x="547" y="1525"/>
                      <a:pt x="510" y="1532"/>
                      <a:pt x="473" y="1551"/>
                    </a:cubicBezTo>
                    <a:cubicBezTo>
                      <a:pt x="347" y="1582"/>
                      <a:pt x="284" y="1645"/>
                      <a:pt x="253" y="1771"/>
                    </a:cubicBezTo>
                    <a:cubicBezTo>
                      <a:pt x="1" y="2591"/>
                      <a:pt x="253" y="3473"/>
                      <a:pt x="883" y="4103"/>
                    </a:cubicBezTo>
                    <a:cubicBezTo>
                      <a:pt x="1366" y="4494"/>
                      <a:pt x="1932" y="4750"/>
                      <a:pt x="2619" y="4750"/>
                    </a:cubicBezTo>
                    <a:cubicBezTo>
                      <a:pt x="2874" y="4750"/>
                      <a:pt x="3145" y="4715"/>
                      <a:pt x="3435" y="4638"/>
                    </a:cubicBezTo>
                    <a:lnTo>
                      <a:pt x="7247" y="8482"/>
                    </a:lnTo>
                    <a:cubicBezTo>
                      <a:pt x="6963" y="9522"/>
                      <a:pt x="7215" y="10372"/>
                      <a:pt x="7814" y="10971"/>
                    </a:cubicBezTo>
                    <a:cubicBezTo>
                      <a:pt x="8291" y="11472"/>
                      <a:pt x="8895" y="11702"/>
                      <a:pt x="9516" y="11702"/>
                    </a:cubicBezTo>
                    <a:cubicBezTo>
                      <a:pt x="9714" y="11702"/>
                      <a:pt x="9915" y="11678"/>
                      <a:pt x="10114" y="11632"/>
                    </a:cubicBezTo>
                    <a:cubicBezTo>
                      <a:pt x="10240" y="11569"/>
                      <a:pt x="10334" y="11506"/>
                      <a:pt x="10366" y="11380"/>
                    </a:cubicBezTo>
                    <a:cubicBezTo>
                      <a:pt x="10397" y="11254"/>
                      <a:pt x="10366" y="11128"/>
                      <a:pt x="10271" y="11065"/>
                    </a:cubicBezTo>
                    <a:lnTo>
                      <a:pt x="9389" y="10152"/>
                    </a:lnTo>
                    <a:cubicBezTo>
                      <a:pt x="9106" y="9868"/>
                      <a:pt x="9106" y="9459"/>
                      <a:pt x="9389" y="9175"/>
                    </a:cubicBezTo>
                    <a:cubicBezTo>
                      <a:pt x="9515" y="9033"/>
                      <a:pt x="9688" y="8962"/>
                      <a:pt x="9866" y="8962"/>
                    </a:cubicBezTo>
                    <a:cubicBezTo>
                      <a:pt x="10043" y="8962"/>
                      <a:pt x="10224" y="9033"/>
                      <a:pt x="10366" y="9175"/>
                    </a:cubicBezTo>
                    <a:lnTo>
                      <a:pt x="11279" y="10089"/>
                    </a:lnTo>
                    <a:cubicBezTo>
                      <a:pt x="11326" y="10135"/>
                      <a:pt x="11405" y="10164"/>
                      <a:pt x="11494" y="10164"/>
                    </a:cubicBezTo>
                    <a:cubicBezTo>
                      <a:pt x="11527" y="10164"/>
                      <a:pt x="11561" y="10160"/>
                      <a:pt x="11594" y="10152"/>
                    </a:cubicBezTo>
                    <a:cubicBezTo>
                      <a:pt x="11720" y="10120"/>
                      <a:pt x="11783" y="10026"/>
                      <a:pt x="11815" y="9931"/>
                    </a:cubicBezTo>
                    <a:cubicBezTo>
                      <a:pt x="12067" y="9081"/>
                      <a:pt x="11815" y="8230"/>
                      <a:pt x="11185" y="7600"/>
                    </a:cubicBezTo>
                    <a:cubicBezTo>
                      <a:pt x="10778" y="7170"/>
                      <a:pt x="10224" y="6903"/>
                      <a:pt x="9537" y="6903"/>
                    </a:cubicBezTo>
                    <a:cubicBezTo>
                      <a:pt x="9266" y="6903"/>
                      <a:pt x="8975" y="6944"/>
                      <a:pt x="8665" y="7033"/>
                    </a:cubicBezTo>
                    <a:lnTo>
                      <a:pt x="4852" y="3221"/>
                    </a:lnTo>
                    <a:lnTo>
                      <a:pt x="4884" y="3032"/>
                    </a:lnTo>
                    <a:cubicBezTo>
                      <a:pt x="5136" y="2213"/>
                      <a:pt x="4884" y="1330"/>
                      <a:pt x="4254" y="700"/>
                    </a:cubicBezTo>
                    <a:cubicBezTo>
                      <a:pt x="3778" y="225"/>
                      <a:pt x="3177" y="0"/>
                      <a:pt x="2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3"/>
              <p:cNvSpPr/>
              <p:nvPr/>
            </p:nvSpPr>
            <p:spPr>
              <a:xfrm>
                <a:off x="-31816600" y="4062950"/>
                <a:ext cx="144150" cy="140600"/>
              </a:xfrm>
              <a:custGeom>
                <a:rect b="b" l="l" r="r" t="t"/>
                <a:pathLst>
                  <a:path extrusionOk="0" h="5624" w="5766">
                    <a:moveTo>
                      <a:pt x="4080" y="1504"/>
                    </a:moveTo>
                    <a:cubicBezTo>
                      <a:pt x="4167" y="1504"/>
                      <a:pt x="4253" y="1528"/>
                      <a:pt x="4316" y="1575"/>
                    </a:cubicBezTo>
                    <a:cubicBezTo>
                      <a:pt x="4442" y="1701"/>
                      <a:pt x="4442" y="1953"/>
                      <a:pt x="4316" y="2048"/>
                    </a:cubicBezTo>
                    <a:lnTo>
                      <a:pt x="2205" y="4159"/>
                    </a:lnTo>
                    <a:cubicBezTo>
                      <a:pt x="2158" y="4206"/>
                      <a:pt x="2072" y="4230"/>
                      <a:pt x="1985" y="4230"/>
                    </a:cubicBezTo>
                    <a:cubicBezTo>
                      <a:pt x="1898" y="4230"/>
                      <a:pt x="1812" y="4206"/>
                      <a:pt x="1764" y="4159"/>
                    </a:cubicBezTo>
                    <a:cubicBezTo>
                      <a:pt x="1638" y="4033"/>
                      <a:pt x="1638" y="3781"/>
                      <a:pt x="1764" y="3686"/>
                    </a:cubicBezTo>
                    <a:lnTo>
                      <a:pt x="3844" y="1575"/>
                    </a:lnTo>
                    <a:cubicBezTo>
                      <a:pt x="3907" y="1528"/>
                      <a:pt x="3993" y="1504"/>
                      <a:pt x="4080" y="1504"/>
                    </a:cubicBezTo>
                    <a:close/>
                    <a:moveTo>
                      <a:pt x="3844" y="0"/>
                    </a:moveTo>
                    <a:lnTo>
                      <a:pt x="567" y="3277"/>
                    </a:lnTo>
                    <a:cubicBezTo>
                      <a:pt x="0" y="3844"/>
                      <a:pt x="0" y="4694"/>
                      <a:pt x="567" y="5198"/>
                    </a:cubicBezTo>
                    <a:cubicBezTo>
                      <a:pt x="835" y="5482"/>
                      <a:pt x="1189" y="5624"/>
                      <a:pt x="1540" y="5624"/>
                    </a:cubicBezTo>
                    <a:cubicBezTo>
                      <a:pt x="1890" y="5624"/>
                      <a:pt x="2237" y="5482"/>
                      <a:pt x="2489" y="5198"/>
                    </a:cubicBezTo>
                    <a:lnTo>
                      <a:pt x="5766" y="1953"/>
                    </a:lnTo>
                    <a:lnTo>
                      <a:pt x="38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3"/>
              <p:cNvSpPr/>
              <p:nvPr/>
            </p:nvSpPr>
            <p:spPr>
              <a:xfrm>
                <a:off x="-31648050" y="3910025"/>
                <a:ext cx="129175" cy="127725"/>
              </a:xfrm>
              <a:custGeom>
                <a:rect b="b" l="l" r="r" t="t"/>
                <a:pathLst>
                  <a:path extrusionOk="0" h="5109" w="5167">
                    <a:moveTo>
                      <a:pt x="4249" y="1"/>
                    </a:moveTo>
                    <a:cubicBezTo>
                      <a:pt x="4179" y="1"/>
                      <a:pt x="4106" y="24"/>
                      <a:pt x="4033" y="68"/>
                    </a:cubicBezTo>
                    <a:lnTo>
                      <a:pt x="2206" y="1171"/>
                    </a:lnTo>
                    <a:cubicBezTo>
                      <a:pt x="2017" y="1265"/>
                      <a:pt x="1985" y="1549"/>
                      <a:pt x="2143" y="1706"/>
                    </a:cubicBezTo>
                    <a:lnTo>
                      <a:pt x="2300" y="1864"/>
                    </a:lnTo>
                    <a:lnTo>
                      <a:pt x="0" y="4164"/>
                    </a:lnTo>
                    <a:lnTo>
                      <a:pt x="945" y="5109"/>
                    </a:lnTo>
                    <a:lnTo>
                      <a:pt x="3245" y="2809"/>
                    </a:lnTo>
                    <a:lnTo>
                      <a:pt x="3434" y="2998"/>
                    </a:lnTo>
                    <a:cubicBezTo>
                      <a:pt x="3502" y="3066"/>
                      <a:pt x="3594" y="3099"/>
                      <a:pt x="3684" y="3099"/>
                    </a:cubicBezTo>
                    <a:cubicBezTo>
                      <a:pt x="3802" y="3099"/>
                      <a:pt x="3916" y="3042"/>
                      <a:pt x="3970" y="2935"/>
                    </a:cubicBezTo>
                    <a:lnTo>
                      <a:pt x="5073" y="1108"/>
                    </a:lnTo>
                    <a:cubicBezTo>
                      <a:pt x="5167" y="1013"/>
                      <a:pt x="5167" y="793"/>
                      <a:pt x="5041" y="698"/>
                    </a:cubicBezTo>
                    <a:lnTo>
                      <a:pt x="4474" y="100"/>
                    </a:lnTo>
                    <a:cubicBezTo>
                      <a:pt x="4406" y="32"/>
                      <a:pt x="4330" y="1"/>
                      <a:pt x="42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0" name="Google Shape;480;p23"/>
            <p:cNvSpPr/>
            <p:nvPr/>
          </p:nvSpPr>
          <p:spPr>
            <a:xfrm>
              <a:off x="3000680" y="4317144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81" name="Google Shape;481;p23"/>
          <p:cNvGrpSpPr/>
          <p:nvPr/>
        </p:nvGrpSpPr>
        <p:grpSpPr>
          <a:xfrm>
            <a:off x="4808875" y="4317144"/>
            <a:ext cx="328200" cy="328200"/>
            <a:chOff x="4808875" y="4317144"/>
            <a:chExt cx="328200" cy="328200"/>
          </a:xfrm>
        </p:grpSpPr>
        <p:grpSp>
          <p:nvGrpSpPr>
            <p:cNvPr id="482" name="Google Shape;482;p23"/>
            <p:cNvGrpSpPr/>
            <p:nvPr/>
          </p:nvGrpSpPr>
          <p:grpSpPr>
            <a:xfrm>
              <a:off x="4829578" y="4340907"/>
              <a:ext cx="279952" cy="280718"/>
              <a:chOff x="-33645475" y="3944800"/>
              <a:chExt cx="292225" cy="293025"/>
            </a:xfrm>
          </p:grpSpPr>
          <p:sp>
            <p:nvSpPr>
              <p:cNvPr id="483" name="Google Shape;483;p23"/>
              <p:cNvSpPr/>
              <p:nvPr/>
            </p:nvSpPr>
            <p:spPr>
              <a:xfrm>
                <a:off x="-33549375" y="3944800"/>
                <a:ext cx="98475" cy="70900"/>
              </a:xfrm>
              <a:custGeom>
                <a:rect b="b" l="l" r="r" t="t"/>
                <a:pathLst>
                  <a:path extrusionOk="0" h="2836" w="3939">
                    <a:moveTo>
                      <a:pt x="1985" y="0"/>
                    </a:moveTo>
                    <a:cubicBezTo>
                      <a:pt x="1260" y="0"/>
                      <a:pt x="473" y="946"/>
                      <a:pt x="0" y="2521"/>
                    </a:cubicBezTo>
                    <a:cubicBezTo>
                      <a:pt x="158" y="2615"/>
                      <a:pt x="284" y="2710"/>
                      <a:pt x="410" y="2836"/>
                    </a:cubicBezTo>
                    <a:cubicBezTo>
                      <a:pt x="914" y="2773"/>
                      <a:pt x="1481" y="2773"/>
                      <a:pt x="1985" y="2773"/>
                    </a:cubicBezTo>
                    <a:cubicBezTo>
                      <a:pt x="2489" y="2773"/>
                      <a:pt x="3056" y="2804"/>
                      <a:pt x="3560" y="2836"/>
                    </a:cubicBezTo>
                    <a:cubicBezTo>
                      <a:pt x="3623" y="2678"/>
                      <a:pt x="3781" y="2584"/>
                      <a:pt x="3938" y="2521"/>
                    </a:cubicBezTo>
                    <a:cubicBezTo>
                      <a:pt x="3529" y="946"/>
                      <a:pt x="2741" y="0"/>
                      <a:pt x="19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3"/>
              <p:cNvSpPr/>
              <p:nvPr/>
            </p:nvSpPr>
            <p:spPr>
              <a:xfrm>
                <a:off x="-33645475" y="4041675"/>
                <a:ext cx="70900" cy="98475"/>
              </a:xfrm>
              <a:custGeom>
                <a:rect b="b" l="l" r="r" t="t"/>
                <a:pathLst>
                  <a:path extrusionOk="0" h="3939" w="2836">
                    <a:moveTo>
                      <a:pt x="2521" y="0"/>
                    </a:moveTo>
                    <a:cubicBezTo>
                      <a:pt x="946" y="473"/>
                      <a:pt x="32" y="1229"/>
                      <a:pt x="32" y="1954"/>
                    </a:cubicBezTo>
                    <a:cubicBezTo>
                      <a:pt x="1" y="2710"/>
                      <a:pt x="946" y="3466"/>
                      <a:pt x="2521" y="3939"/>
                    </a:cubicBezTo>
                    <a:cubicBezTo>
                      <a:pt x="2584" y="3781"/>
                      <a:pt x="2710" y="3655"/>
                      <a:pt x="2836" y="3529"/>
                    </a:cubicBezTo>
                    <a:cubicBezTo>
                      <a:pt x="2773" y="3025"/>
                      <a:pt x="2773" y="2521"/>
                      <a:pt x="2773" y="1954"/>
                    </a:cubicBezTo>
                    <a:cubicBezTo>
                      <a:pt x="2773" y="1418"/>
                      <a:pt x="2805" y="914"/>
                      <a:pt x="2836" y="379"/>
                    </a:cubicBezTo>
                    <a:cubicBezTo>
                      <a:pt x="2679" y="316"/>
                      <a:pt x="2553" y="158"/>
                      <a:pt x="2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3"/>
              <p:cNvSpPr/>
              <p:nvPr/>
            </p:nvSpPr>
            <p:spPr>
              <a:xfrm>
                <a:off x="-33424150" y="4042450"/>
                <a:ext cx="70900" cy="52025"/>
              </a:xfrm>
              <a:custGeom>
                <a:rect b="b" l="l" r="r" t="t"/>
                <a:pathLst>
                  <a:path extrusionOk="0" h="2081" w="2836">
                    <a:moveTo>
                      <a:pt x="316" y="1"/>
                    </a:moveTo>
                    <a:cubicBezTo>
                      <a:pt x="253" y="159"/>
                      <a:pt x="127" y="285"/>
                      <a:pt x="1" y="379"/>
                    </a:cubicBezTo>
                    <a:cubicBezTo>
                      <a:pt x="32" y="600"/>
                      <a:pt x="32" y="789"/>
                      <a:pt x="32" y="978"/>
                    </a:cubicBezTo>
                    <a:cubicBezTo>
                      <a:pt x="158" y="978"/>
                      <a:pt x="284" y="946"/>
                      <a:pt x="442" y="946"/>
                    </a:cubicBezTo>
                    <a:cubicBezTo>
                      <a:pt x="1387" y="946"/>
                      <a:pt x="2237" y="1387"/>
                      <a:pt x="2804" y="2080"/>
                    </a:cubicBezTo>
                    <a:lnTo>
                      <a:pt x="2804" y="1954"/>
                    </a:lnTo>
                    <a:cubicBezTo>
                      <a:pt x="2836" y="1230"/>
                      <a:pt x="1891" y="474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3"/>
              <p:cNvSpPr/>
              <p:nvPr/>
            </p:nvSpPr>
            <p:spPr>
              <a:xfrm>
                <a:off x="-33549375" y="4165325"/>
                <a:ext cx="86650" cy="70925"/>
              </a:xfrm>
              <a:custGeom>
                <a:rect b="b" l="l" r="r" t="t"/>
                <a:pathLst>
                  <a:path extrusionOk="0" h="2837" w="3466">
                    <a:moveTo>
                      <a:pt x="410" y="1"/>
                    </a:moveTo>
                    <a:cubicBezTo>
                      <a:pt x="315" y="158"/>
                      <a:pt x="158" y="284"/>
                      <a:pt x="0" y="316"/>
                    </a:cubicBezTo>
                    <a:cubicBezTo>
                      <a:pt x="473" y="1891"/>
                      <a:pt x="1260" y="2836"/>
                      <a:pt x="1985" y="2836"/>
                    </a:cubicBezTo>
                    <a:cubicBezTo>
                      <a:pt x="2489" y="2836"/>
                      <a:pt x="3056" y="2364"/>
                      <a:pt x="3466" y="1544"/>
                    </a:cubicBezTo>
                    <a:lnTo>
                      <a:pt x="3119" y="1072"/>
                    </a:lnTo>
                    <a:cubicBezTo>
                      <a:pt x="2836" y="851"/>
                      <a:pt x="2678" y="473"/>
                      <a:pt x="2521" y="95"/>
                    </a:cubicBezTo>
                    <a:lnTo>
                      <a:pt x="1985" y="95"/>
                    </a:lnTo>
                    <a:cubicBezTo>
                      <a:pt x="1418" y="95"/>
                      <a:pt x="882" y="64"/>
                      <a:pt x="4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3"/>
              <p:cNvSpPr/>
              <p:nvPr/>
            </p:nvSpPr>
            <p:spPr>
              <a:xfrm>
                <a:off x="-33558825" y="4030650"/>
                <a:ext cx="118950" cy="120525"/>
              </a:xfrm>
              <a:custGeom>
                <a:rect b="b" l="l" r="r" t="t"/>
                <a:pathLst>
                  <a:path extrusionOk="0" h="4821" w="4758">
                    <a:moveTo>
                      <a:pt x="2395" y="0"/>
                    </a:moveTo>
                    <a:cubicBezTo>
                      <a:pt x="1922" y="0"/>
                      <a:pt x="1418" y="32"/>
                      <a:pt x="1008" y="95"/>
                    </a:cubicBezTo>
                    <a:cubicBezTo>
                      <a:pt x="977" y="599"/>
                      <a:pt x="599" y="977"/>
                      <a:pt x="63" y="1040"/>
                    </a:cubicBezTo>
                    <a:cubicBezTo>
                      <a:pt x="32" y="1450"/>
                      <a:pt x="0" y="1922"/>
                      <a:pt x="0" y="2395"/>
                    </a:cubicBezTo>
                    <a:cubicBezTo>
                      <a:pt x="0" y="2867"/>
                      <a:pt x="32" y="3340"/>
                      <a:pt x="63" y="3781"/>
                    </a:cubicBezTo>
                    <a:cubicBezTo>
                      <a:pt x="599" y="3812"/>
                      <a:pt x="977" y="4222"/>
                      <a:pt x="1008" y="4726"/>
                    </a:cubicBezTo>
                    <a:cubicBezTo>
                      <a:pt x="1449" y="4758"/>
                      <a:pt x="1922" y="4821"/>
                      <a:pt x="2395" y="4821"/>
                    </a:cubicBezTo>
                    <a:lnTo>
                      <a:pt x="2804" y="4821"/>
                    </a:lnTo>
                    <a:cubicBezTo>
                      <a:pt x="2804" y="4695"/>
                      <a:pt x="2741" y="4569"/>
                      <a:pt x="2741" y="4506"/>
                    </a:cubicBezTo>
                    <a:cubicBezTo>
                      <a:pt x="2741" y="3151"/>
                      <a:pt x="3592" y="2017"/>
                      <a:pt x="4757" y="1576"/>
                    </a:cubicBezTo>
                    <a:cubicBezTo>
                      <a:pt x="4757" y="1387"/>
                      <a:pt x="4726" y="1229"/>
                      <a:pt x="4726" y="1040"/>
                    </a:cubicBezTo>
                    <a:cubicBezTo>
                      <a:pt x="4222" y="977"/>
                      <a:pt x="3812" y="599"/>
                      <a:pt x="3781" y="95"/>
                    </a:cubicBezTo>
                    <a:cubicBezTo>
                      <a:pt x="3340" y="32"/>
                      <a:pt x="2867" y="0"/>
                      <a:pt x="23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3"/>
              <p:cNvSpPr/>
              <p:nvPr/>
            </p:nvSpPr>
            <p:spPr>
              <a:xfrm>
                <a:off x="-33639950" y="4129900"/>
                <a:ext cx="100825" cy="100825"/>
              </a:xfrm>
              <a:custGeom>
                <a:rect b="b" l="l" r="r" t="t"/>
                <a:pathLst>
                  <a:path extrusionOk="0" h="4033" w="4033">
                    <a:moveTo>
                      <a:pt x="0" y="0"/>
                    </a:moveTo>
                    <a:lnTo>
                      <a:pt x="0" y="0"/>
                    </a:lnTo>
                    <a:cubicBezTo>
                      <a:pt x="567" y="1953"/>
                      <a:pt x="2111" y="3466"/>
                      <a:pt x="4033" y="4033"/>
                    </a:cubicBezTo>
                    <a:cubicBezTo>
                      <a:pt x="3592" y="3466"/>
                      <a:pt x="3245" y="2741"/>
                      <a:pt x="2962" y="1827"/>
                    </a:cubicBezTo>
                    <a:cubicBezTo>
                      <a:pt x="2584" y="1733"/>
                      <a:pt x="2300" y="1481"/>
                      <a:pt x="2206" y="1071"/>
                    </a:cubicBezTo>
                    <a:cubicBezTo>
                      <a:pt x="1323" y="851"/>
                      <a:pt x="567" y="44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3"/>
              <p:cNvSpPr/>
              <p:nvPr/>
            </p:nvSpPr>
            <p:spPr>
              <a:xfrm>
                <a:off x="-33459600" y="3951875"/>
                <a:ext cx="100850" cy="100075"/>
              </a:xfrm>
              <a:custGeom>
                <a:rect b="b" l="l" r="r" t="t"/>
                <a:pathLst>
                  <a:path extrusionOk="0" h="4003" w="4034">
                    <a:moveTo>
                      <a:pt x="1" y="1"/>
                    </a:moveTo>
                    <a:lnTo>
                      <a:pt x="1" y="1"/>
                    </a:lnTo>
                    <a:cubicBezTo>
                      <a:pt x="442" y="537"/>
                      <a:pt x="788" y="1293"/>
                      <a:pt x="1072" y="2206"/>
                    </a:cubicBezTo>
                    <a:cubicBezTo>
                      <a:pt x="1419" y="2238"/>
                      <a:pt x="1734" y="2553"/>
                      <a:pt x="1828" y="2962"/>
                    </a:cubicBezTo>
                    <a:cubicBezTo>
                      <a:pt x="2710" y="3183"/>
                      <a:pt x="3466" y="3592"/>
                      <a:pt x="4033" y="4002"/>
                    </a:cubicBezTo>
                    <a:cubicBezTo>
                      <a:pt x="3466" y="2080"/>
                      <a:pt x="1923" y="537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3"/>
              <p:cNvSpPr/>
              <p:nvPr/>
            </p:nvSpPr>
            <p:spPr>
              <a:xfrm>
                <a:off x="-33639950" y="3951100"/>
                <a:ext cx="100825" cy="100050"/>
              </a:xfrm>
              <a:custGeom>
                <a:rect b="b" l="l" r="r" t="t"/>
                <a:pathLst>
                  <a:path extrusionOk="0" h="4002" w="4033">
                    <a:moveTo>
                      <a:pt x="4033" y="0"/>
                    </a:moveTo>
                    <a:lnTo>
                      <a:pt x="4033" y="0"/>
                    </a:lnTo>
                    <a:cubicBezTo>
                      <a:pt x="2111" y="536"/>
                      <a:pt x="567" y="2080"/>
                      <a:pt x="0" y="4002"/>
                    </a:cubicBezTo>
                    <a:cubicBezTo>
                      <a:pt x="567" y="3592"/>
                      <a:pt x="1323" y="3214"/>
                      <a:pt x="2206" y="2962"/>
                    </a:cubicBezTo>
                    <a:cubicBezTo>
                      <a:pt x="2300" y="2552"/>
                      <a:pt x="2615" y="2269"/>
                      <a:pt x="2962" y="2206"/>
                    </a:cubicBezTo>
                    <a:cubicBezTo>
                      <a:pt x="3214" y="1292"/>
                      <a:pt x="3592" y="505"/>
                      <a:pt x="40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3"/>
              <p:cNvSpPr/>
              <p:nvPr/>
            </p:nvSpPr>
            <p:spPr>
              <a:xfrm>
                <a:off x="-33472975" y="4082625"/>
                <a:ext cx="119725" cy="155200"/>
              </a:xfrm>
              <a:custGeom>
                <a:rect b="b" l="l" r="r" t="t"/>
                <a:pathLst>
                  <a:path extrusionOk="0" h="6208" w="4789">
                    <a:moveTo>
                      <a:pt x="2395" y="1355"/>
                    </a:moveTo>
                    <a:cubicBezTo>
                      <a:pt x="2930" y="1355"/>
                      <a:pt x="3403" y="1828"/>
                      <a:pt x="3403" y="2364"/>
                    </a:cubicBezTo>
                    <a:cubicBezTo>
                      <a:pt x="3403" y="2962"/>
                      <a:pt x="2930" y="3403"/>
                      <a:pt x="2395" y="3403"/>
                    </a:cubicBezTo>
                    <a:cubicBezTo>
                      <a:pt x="1827" y="3403"/>
                      <a:pt x="1355" y="2931"/>
                      <a:pt x="1355" y="2364"/>
                    </a:cubicBezTo>
                    <a:cubicBezTo>
                      <a:pt x="1355" y="1828"/>
                      <a:pt x="1827" y="1355"/>
                      <a:pt x="2395" y="1355"/>
                    </a:cubicBezTo>
                    <a:close/>
                    <a:moveTo>
                      <a:pt x="2395" y="1"/>
                    </a:moveTo>
                    <a:cubicBezTo>
                      <a:pt x="1040" y="1"/>
                      <a:pt x="0" y="1072"/>
                      <a:pt x="0" y="2427"/>
                    </a:cubicBezTo>
                    <a:cubicBezTo>
                      <a:pt x="0" y="2994"/>
                      <a:pt x="221" y="3592"/>
                      <a:pt x="630" y="4002"/>
                    </a:cubicBezTo>
                    <a:lnTo>
                      <a:pt x="2111" y="6050"/>
                    </a:lnTo>
                    <a:cubicBezTo>
                      <a:pt x="2206" y="6113"/>
                      <a:pt x="2269" y="6207"/>
                      <a:pt x="2395" y="6207"/>
                    </a:cubicBezTo>
                    <a:cubicBezTo>
                      <a:pt x="2521" y="6207"/>
                      <a:pt x="2584" y="6144"/>
                      <a:pt x="2678" y="6050"/>
                    </a:cubicBezTo>
                    <a:lnTo>
                      <a:pt x="4442" y="3592"/>
                    </a:lnTo>
                    <a:cubicBezTo>
                      <a:pt x="4663" y="3246"/>
                      <a:pt x="4757" y="2805"/>
                      <a:pt x="4757" y="2364"/>
                    </a:cubicBezTo>
                    <a:cubicBezTo>
                      <a:pt x="4789" y="1072"/>
                      <a:pt x="3686" y="1"/>
                      <a:pt x="2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-33421775" y="4133825"/>
                <a:ext cx="17350" cy="18150"/>
              </a:xfrm>
              <a:custGeom>
                <a:rect b="b" l="l" r="r" t="t"/>
                <a:pathLst>
                  <a:path extrusionOk="0" h="726" w="694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cubicBezTo>
                      <a:pt x="0" y="568"/>
                      <a:pt x="158" y="725"/>
                      <a:pt x="347" y="725"/>
                    </a:cubicBezTo>
                    <a:cubicBezTo>
                      <a:pt x="536" y="725"/>
                      <a:pt x="693" y="568"/>
                      <a:pt x="693" y="379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3" name="Google Shape;493;p23"/>
            <p:cNvSpPr/>
            <p:nvPr/>
          </p:nvSpPr>
          <p:spPr>
            <a:xfrm>
              <a:off x="4808875" y="4317144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494" name="Google Shape;494;p23"/>
          <p:cNvCxnSpPr>
            <a:stCxn id="495" idx="2"/>
            <a:endCxn id="496" idx="6"/>
          </p:cNvCxnSpPr>
          <p:nvPr/>
        </p:nvCxnSpPr>
        <p:spPr>
          <a:xfrm>
            <a:off x="1571400" y="1523292"/>
            <a:ext cx="13785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95" name="Google Shape;495;p23"/>
          <p:cNvSpPr/>
          <p:nvPr/>
        </p:nvSpPr>
        <p:spPr>
          <a:xfrm flipH="1">
            <a:off x="1141800" y="1308492"/>
            <a:ext cx="429600" cy="42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96" name="Google Shape;496;p23"/>
          <p:cNvSpPr/>
          <p:nvPr/>
        </p:nvSpPr>
        <p:spPr>
          <a:xfrm flipH="1">
            <a:off x="2949980" y="1308492"/>
            <a:ext cx="429600" cy="42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97" name="Google Shape;497;p23"/>
          <p:cNvSpPr/>
          <p:nvPr/>
        </p:nvSpPr>
        <p:spPr>
          <a:xfrm flipH="1">
            <a:off x="4758175" y="1308492"/>
            <a:ext cx="429600" cy="4296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498" name="Google Shape;498;p23"/>
          <p:cNvCxnSpPr>
            <a:stCxn id="496" idx="2"/>
            <a:endCxn id="497" idx="6"/>
          </p:cNvCxnSpPr>
          <p:nvPr/>
        </p:nvCxnSpPr>
        <p:spPr>
          <a:xfrm>
            <a:off x="3379580" y="1523292"/>
            <a:ext cx="13785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99" name="Google Shape;499;p23"/>
          <p:cNvSpPr txBox="1"/>
          <p:nvPr/>
        </p:nvSpPr>
        <p:spPr>
          <a:xfrm>
            <a:off x="452550" y="2004468"/>
            <a:ext cx="18081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00" name="Google Shape;500;p23"/>
          <p:cNvSpPr txBox="1"/>
          <p:nvPr/>
        </p:nvSpPr>
        <p:spPr>
          <a:xfrm>
            <a:off x="452550" y="2345274"/>
            <a:ext cx="18081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also known as the Blue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1" name="Google Shape;501;p23"/>
          <p:cNvSpPr txBox="1"/>
          <p:nvPr/>
        </p:nvSpPr>
        <p:spPr>
          <a:xfrm>
            <a:off x="2260730" y="2004468"/>
            <a:ext cx="18081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02" name="Google Shape;502;p23"/>
          <p:cNvSpPr txBox="1"/>
          <p:nvPr/>
        </p:nvSpPr>
        <p:spPr>
          <a:xfrm>
            <a:off x="2260730" y="2345274"/>
            <a:ext cx="18081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3" name="Google Shape;503;p23"/>
          <p:cNvSpPr txBox="1"/>
          <p:nvPr/>
        </p:nvSpPr>
        <p:spPr>
          <a:xfrm>
            <a:off x="4068925" y="2004468"/>
            <a:ext cx="18081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04" name="Google Shape;504;p23"/>
          <p:cNvSpPr txBox="1"/>
          <p:nvPr/>
        </p:nvSpPr>
        <p:spPr>
          <a:xfrm>
            <a:off x="4068925" y="2345274"/>
            <a:ext cx="18081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Montserrat Medium"/>
              <a:buChar char="●"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a gas giant and has several rings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5" name="Google Shape;505;p23"/>
          <p:cNvSpPr txBox="1"/>
          <p:nvPr/>
        </p:nvSpPr>
        <p:spPr>
          <a:xfrm>
            <a:off x="6023000" y="1124300"/>
            <a:ext cx="26844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the link in the graph to modify its data and then paste the</a:t>
            </a: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new one here. </a:t>
            </a:r>
            <a:r>
              <a:rPr lang="en" sz="1000" u="sng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click here</a:t>
            </a:r>
            <a:endParaRPr sz="1000" u="sng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06" name="Google Shape;506;p23" title="Chart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28750" y="1773850"/>
            <a:ext cx="2767199" cy="29627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7" name="Google Shape;507;p23"/>
          <p:cNvCxnSpPr>
            <a:stCxn id="500" idx="2"/>
            <a:endCxn id="474" idx="0"/>
          </p:cNvCxnSpPr>
          <p:nvPr/>
        </p:nvCxnSpPr>
        <p:spPr>
          <a:xfrm>
            <a:off x="1356600" y="3819774"/>
            <a:ext cx="0" cy="4974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23"/>
          <p:cNvCxnSpPr>
            <a:stCxn id="502" idx="2"/>
            <a:endCxn id="480" idx="0"/>
          </p:cNvCxnSpPr>
          <p:nvPr/>
        </p:nvCxnSpPr>
        <p:spPr>
          <a:xfrm>
            <a:off x="3164780" y="3819774"/>
            <a:ext cx="0" cy="4974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23"/>
          <p:cNvCxnSpPr>
            <a:stCxn id="504" idx="2"/>
            <a:endCxn id="493" idx="0"/>
          </p:cNvCxnSpPr>
          <p:nvPr/>
        </p:nvCxnSpPr>
        <p:spPr>
          <a:xfrm>
            <a:off x="4972975" y="3819774"/>
            <a:ext cx="0" cy="4974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4"/>
          <p:cNvSpPr/>
          <p:nvPr/>
        </p:nvSpPr>
        <p:spPr>
          <a:xfrm>
            <a:off x="1218900" y="3086019"/>
            <a:ext cx="328200" cy="328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5" name="Google Shape;515;p24"/>
          <p:cNvSpPr/>
          <p:nvPr/>
        </p:nvSpPr>
        <p:spPr>
          <a:xfrm>
            <a:off x="3274400" y="3086019"/>
            <a:ext cx="328200" cy="328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6" name="Google Shape;516;p24"/>
          <p:cNvSpPr/>
          <p:nvPr/>
        </p:nvSpPr>
        <p:spPr>
          <a:xfrm>
            <a:off x="5383900" y="3086019"/>
            <a:ext cx="328200" cy="328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7" name="Google Shape;517;p24"/>
          <p:cNvSpPr/>
          <p:nvPr/>
        </p:nvSpPr>
        <p:spPr>
          <a:xfrm>
            <a:off x="7547400" y="3086019"/>
            <a:ext cx="328200" cy="328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518" name="Google Shape;518;p24"/>
          <p:cNvGrpSpPr/>
          <p:nvPr/>
        </p:nvGrpSpPr>
        <p:grpSpPr>
          <a:xfrm>
            <a:off x="1240612" y="3107743"/>
            <a:ext cx="284775" cy="284751"/>
            <a:chOff x="-4478975" y="3251700"/>
            <a:chExt cx="293825" cy="293800"/>
          </a:xfrm>
        </p:grpSpPr>
        <p:sp>
          <p:nvSpPr>
            <p:cNvPr id="519" name="Google Shape;519;p24"/>
            <p:cNvSpPr/>
            <p:nvPr/>
          </p:nvSpPr>
          <p:spPr>
            <a:xfrm>
              <a:off x="-4375000" y="3365100"/>
              <a:ext cx="85075" cy="110900"/>
            </a:xfrm>
            <a:custGeom>
              <a:rect b="b" l="l" r="r" t="t"/>
              <a:pathLst>
                <a:path extrusionOk="0" h="4436" w="3403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-4408875" y="3321800"/>
              <a:ext cx="154400" cy="148875"/>
            </a:xfrm>
            <a:custGeom>
              <a:rect b="b" l="l" r="r" t="t"/>
              <a:pathLst>
                <a:path extrusionOk="0" h="5955" w="6176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-4478975" y="3251700"/>
              <a:ext cx="293825" cy="293800"/>
            </a:xfrm>
            <a:custGeom>
              <a:rect b="b" l="l" r="r" t="t"/>
              <a:pathLst>
                <a:path extrusionOk="0" h="11752" w="11753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2" name="Google Shape;522;p24"/>
          <p:cNvGrpSpPr/>
          <p:nvPr/>
        </p:nvGrpSpPr>
        <p:grpSpPr>
          <a:xfrm>
            <a:off x="5408024" y="3110143"/>
            <a:ext cx="279952" cy="279952"/>
            <a:chOff x="-30735200" y="3192625"/>
            <a:chExt cx="292225" cy="292225"/>
          </a:xfrm>
        </p:grpSpPr>
        <p:sp>
          <p:nvSpPr>
            <p:cNvPr id="523" name="Google Shape;523;p24"/>
            <p:cNvSpPr/>
            <p:nvPr/>
          </p:nvSpPr>
          <p:spPr>
            <a:xfrm>
              <a:off x="-30665100" y="3192625"/>
              <a:ext cx="175650" cy="223700"/>
            </a:xfrm>
            <a:custGeom>
              <a:rect b="b" l="l" r="r" t="t"/>
              <a:pathLst>
                <a:path extrusionOk="0" h="8948" w="7026">
                  <a:moveTo>
                    <a:pt x="2363" y="0"/>
                  </a:moveTo>
                  <a:cubicBezTo>
                    <a:pt x="2143" y="0"/>
                    <a:pt x="1985" y="158"/>
                    <a:pt x="1985" y="378"/>
                  </a:cubicBezTo>
                  <a:cubicBezTo>
                    <a:pt x="1985" y="567"/>
                    <a:pt x="2143" y="725"/>
                    <a:pt x="2363" y="725"/>
                  </a:cubicBezTo>
                  <a:lnTo>
                    <a:pt x="2710" y="725"/>
                  </a:lnTo>
                  <a:lnTo>
                    <a:pt x="2710" y="1576"/>
                  </a:lnTo>
                  <a:cubicBezTo>
                    <a:pt x="1135" y="2017"/>
                    <a:pt x="0" y="3466"/>
                    <a:pt x="0" y="5199"/>
                  </a:cubicBezTo>
                  <a:cubicBezTo>
                    <a:pt x="0" y="7278"/>
                    <a:pt x="1670" y="8948"/>
                    <a:pt x="3718" y="8948"/>
                  </a:cubicBezTo>
                  <a:cubicBezTo>
                    <a:pt x="3970" y="8948"/>
                    <a:pt x="4159" y="8916"/>
                    <a:pt x="4348" y="8853"/>
                  </a:cubicBezTo>
                  <a:cubicBezTo>
                    <a:pt x="4159" y="8664"/>
                    <a:pt x="4033" y="8381"/>
                    <a:pt x="4033" y="8066"/>
                  </a:cubicBezTo>
                  <a:cubicBezTo>
                    <a:pt x="4033" y="7877"/>
                    <a:pt x="4096" y="7687"/>
                    <a:pt x="4191" y="7530"/>
                  </a:cubicBezTo>
                  <a:lnTo>
                    <a:pt x="4191" y="7530"/>
                  </a:lnTo>
                  <a:cubicBezTo>
                    <a:pt x="4033" y="7561"/>
                    <a:pt x="3876" y="7561"/>
                    <a:pt x="3686" y="7561"/>
                  </a:cubicBezTo>
                  <a:cubicBezTo>
                    <a:pt x="2363" y="7561"/>
                    <a:pt x="1292" y="6522"/>
                    <a:pt x="1292" y="5167"/>
                  </a:cubicBezTo>
                  <a:cubicBezTo>
                    <a:pt x="1292" y="3844"/>
                    <a:pt x="2363" y="2773"/>
                    <a:pt x="3686" y="2773"/>
                  </a:cubicBezTo>
                  <a:cubicBezTo>
                    <a:pt x="4348" y="2773"/>
                    <a:pt x="4978" y="3088"/>
                    <a:pt x="5451" y="3560"/>
                  </a:cubicBezTo>
                  <a:cubicBezTo>
                    <a:pt x="5608" y="3466"/>
                    <a:pt x="5766" y="3466"/>
                    <a:pt x="5923" y="3466"/>
                  </a:cubicBezTo>
                  <a:lnTo>
                    <a:pt x="7026" y="3466"/>
                  </a:lnTo>
                  <a:cubicBezTo>
                    <a:pt x="6553" y="2584"/>
                    <a:pt x="5734" y="1859"/>
                    <a:pt x="4726" y="1576"/>
                  </a:cubicBezTo>
                  <a:lnTo>
                    <a:pt x="4726" y="725"/>
                  </a:lnTo>
                  <a:lnTo>
                    <a:pt x="5073" y="725"/>
                  </a:lnTo>
                  <a:cubicBezTo>
                    <a:pt x="5262" y="725"/>
                    <a:pt x="5419" y="567"/>
                    <a:pt x="5419" y="378"/>
                  </a:cubicBezTo>
                  <a:cubicBezTo>
                    <a:pt x="5419" y="158"/>
                    <a:pt x="5262" y="0"/>
                    <a:pt x="50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-30615475" y="3278475"/>
              <a:ext cx="52775" cy="52000"/>
            </a:xfrm>
            <a:custGeom>
              <a:rect b="b" l="l" r="r" t="t"/>
              <a:pathLst>
                <a:path extrusionOk="0" h="2080" w="2111">
                  <a:moveTo>
                    <a:pt x="1733" y="0"/>
                  </a:moveTo>
                  <a:cubicBezTo>
                    <a:pt x="1544" y="32"/>
                    <a:pt x="1386" y="158"/>
                    <a:pt x="1386" y="347"/>
                  </a:cubicBezTo>
                  <a:lnTo>
                    <a:pt x="1386" y="1387"/>
                  </a:lnTo>
                  <a:lnTo>
                    <a:pt x="378" y="1387"/>
                  </a:lnTo>
                  <a:cubicBezTo>
                    <a:pt x="158" y="1387"/>
                    <a:pt x="0" y="1544"/>
                    <a:pt x="0" y="1733"/>
                  </a:cubicBezTo>
                  <a:cubicBezTo>
                    <a:pt x="0" y="1922"/>
                    <a:pt x="158" y="2080"/>
                    <a:pt x="378" y="2080"/>
                  </a:cubicBezTo>
                  <a:lnTo>
                    <a:pt x="1733" y="2080"/>
                  </a:lnTo>
                  <a:cubicBezTo>
                    <a:pt x="1954" y="2080"/>
                    <a:pt x="2111" y="1922"/>
                    <a:pt x="2111" y="1733"/>
                  </a:cubicBezTo>
                  <a:lnTo>
                    <a:pt x="2111" y="347"/>
                  </a:lnTo>
                  <a:cubicBezTo>
                    <a:pt x="2111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-30528850" y="3296575"/>
              <a:ext cx="85875" cy="25250"/>
            </a:xfrm>
            <a:custGeom>
              <a:rect b="b" l="l" r="r" t="t"/>
              <a:pathLst>
                <a:path extrusionOk="0" h="1010" w="3435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cubicBezTo>
                    <a:pt x="1" y="789"/>
                    <a:pt x="253" y="1009"/>
                    <a:pt x="536" y="1009"/>
                  </a:cubicBezTo>
                  <a:lnTo>
                    <a:pt x="2931" y="1009"/>
                  </a:lnTo>
                  <a:cubicBezTo>
                    <a:pt x="3214" y="1009"/>
                    <a:pt x="3435" y="789"/>
                    <a:pt x="3435" y="505"/>
                  </a:cubicBezTo>
                  <a:cubicBezTo>
                    <a:pt x="3435" y="221"/>
                    <a:pt x="3214" y="1"/>
                    <a:pt x="29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4"/>
            <p:cNvSpPr/>
            <p:nvPr/>
          </p:nvSpPr>
          <p:spPr>
            <a:xfrm>
              <a:off x="-30546175" y="3338325"/>
              <a:ext cx="85875" cy="26025"/>
            </a:xfrm>
            <a:custGeom>
              <a:rect b="b" l="l" r="r" t="t"/>
              <a:pathLst>
                <a:path extrusionOk="0" h="1041" w="3435">
                  <a:moveTo>
                    <a:pt x="505" y="1"/>
                  </a:moveTo>
                  <a:cubicBezTo>
                    <a:pt x="221" y="1"/>
                    <a:pt x="1" y="253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899" y="1040"/>
                  </a:lnTo>
                  <a:cubicBezTo>
                    <a:pt x="3183" y="1040"/>
                    <a:pt x="3435" y="851"/>
                    <a:pt x="3435" y="536"/>
                  </a:cubicBezTo>
                  <a:cubicBezTo>
                    <a:pt x="3435" y="253"/>
                    <a:pt x="3183" y="1"/>
                    <a:pt x="28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4"/>
            <p:cNvSpPr/>
            <p:nvPr/>
          </p:nvSpPr>
          <p:spPr>
            <a:xfrm>
              <a:off x="-30546175" y="3381650"/>
              <a:ext cx="67750" cy="26025"/>
            </a:xfrm>
            <a:custGeom>
              <a:rect b="b" l="l" r="r" t="t"/>
              <a:pathLst>
                <a:path extrusionOk="0" h="1041" w="2710">
                  <a:moveTo>
                    <a:pt x="505" y="0"/>
                  </a:moveTo>
                  <a:cubicBezTo>
                    <a:pt x="221" y="0"/>
                    <a:pt x="1" y="252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206" y="1040"/>
                  </a:lnTo>
                  <a:cubicBezTo>
                    <a:pt x="2490" y="1040"/>
                    <a:pt x="2710" y="788"/>
                    <a:pt x="2710" y="536"/>
                  </a:cubicBezTo>
                  <a:cubicBezTo>
                    <a:pt x="2710" y="252"/>
                    <a:pt x="2490" y="0"/>
                    <a:pt x="2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>
              <a:off x="-30546175" y="3424175"/>
              <a:ext cx="51225" cy="26025"/>
            </a:xfrm>
            <a:custGeom>
              <a:rect b="b" l="l" r="r" t="t"/>
              <a:pathLst>
                <a:path extrusionOk="0" h="1041" w="2049">
                  <a:moveTo>
                    <a:pt x="505" y="1"/>
                  </a:moveTo>
                  <a:cubicBezTo>
                    <a:pt x="221" y="1"/>
                    <a:pt x="1" y="253"/>
                    <a:pt x="1" y="505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1544" y="1040"/>
                  </a:lnTo>
                  <a:cubicBezTo>
                    <a:pt x="1796" y="1040"/>
                    <a:pt x="2048" y="788"/>
                    <a:pt x="2048" y="505"/>
                  </a:cubicBezTo>
                  <a:cubicBezTo>
                    <a:pt x="2048" y="253"/>
                    <a:pt x="1796" y="1"/>
                    <a:pt x="1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-30735200" y="3209325"/>
              <a:ext cx="174075" cy="275525"/>
            </a:xfrm>
            <a:custGeom>
              <a:rect b="b" l="l" r="r" t="t"/>
              <a:pathLst>
                <a:path extrusionOk="0" h="11021" w="6963">
                  <a:moveTo>
                    <a:pt x="3803" y="0"/>
                  </a:moveTo>
                  <a:cubicBezTo>
                    <a:pt x="3716" y="0"/>
                    <a:pt x="3637" y="52"/>
                    <a:pt x="3592" y="120"/>
                  </a:cubicBezTo>
                  <a:lnTo>
                    <a:pt x="1702" y="2231"/>
                  </a:lnTo>
                  <a:cubicBezTo>
                    <a:pt x="1544" y="2420"/>
                    <a:pt x="1418" y="2640"/>
                    <a:pt x="1418" y="2892"/>
                  </a:cubicBezTo>
                  <a:lnTo>
                    <a:pt x="1418" y="5917"/>
                  </a:lnTo>
                  <a:cubicBezTo>
                    <a:pt x="1418" y="6200"/>
                    <a:pt x="1292" y="6421"/>
                    <a:pt x="1103" y="6641"/>
                  </a:cubicBezTo>
                  <a:lnTo>
                    <a:pt x="126" y="7618"/>
                  </a:lnTo>
                  <a:cubicBezTo>
                    <a:pt x="0" y="7744"/>
                    <a:pt x="0" y="7965"/>
                    <a:pt x="126" y="8091"/>
                  </a:cubicBezTo>
                  <a:lnTo>
                    <a:pt x="2867" y="10926"/>
                  </a:lnTo>
                  <a:cubicBezTo>
                    <a:pt x="2930" y="10989"/>
                    <a:pt x="3017" y="11021"/>
                    <a:pt x="3104" y="11021"/>
                  </a:cubicBezTo>
                  <a:cubicBezTo>
                    <a:pt x="3190" y="11021"/>
                    <a:pt x="3277" y="10989"/>
                    <a:pt x="3340" y="10926"/>
                  </a:cubicBezTo>
                  <a:lnTo>
                    <a:pt x="4317" y="9949"/>
                  </a:lnTo>
                  <a:cubicBezTo>
                    <a:pt x="4537" y="9729"/>
                    <a:pt x="4758" y="9634"/>
                    <a:pt x="5041" y="9634"/>
                  </a:cubicBezTo>
                  <a:lnTo>
                    <a:pt x="6963" y="9634"/>
                  </a:lnTo>
                  <a:cubicBezTo>
                    <a:pt x="6900" y="9477"/>
                    <a:pt x="6837" y="9288"/>
                    <a:pt x="6837" y="9099"/>
                  </a:cubicBezTo>
                  <a:cubicBezTo>
                    <a:pt x="6837" y="9036"/>
                    <a:pt x="6837" y="8973"/>
                    <a:pt x="6900" y="8910"/>
                  </a:cubicBezTo>
                  <a:cubicBezTo>
                    <a:pt x="6774" y="8910"/>
                    <a:pt x="6648" y="8941"/>
                    <a:pt x="6522" y="8941"/>
                  </a:cubicBezTo>
                  <a:cubicBezTo>
                    <a:pt x="4096" y="8941"/>
                    <a:pt x="2080" y="6925"/>
                    <a:pt x="2080" y="4499"/>
                  </a:cubicBezTo>
                  <a:cubicBezTo>
                    <a:pt x="2080" y="2892"/>
                    <a:pt x="2962" y="1475"/>
                    <a:pt x="4254" y="687"/>
                  </a:cubicBezTo>
                  <a:cubicBezTo>
                    <a:pt x="4254" y="592"/>
                    <a:pt x="4222" y="529"/>
                    <a:pt x="4222" y="498"/>
                  </a:cubicBezTo>
                  <a:lnTo>
                    <a:pt x="4128" y="246"/>
                  </a:lnTo>
                  <a:cubicBezTo>
                    <a:pt x="4096" y="120"/>
                    <a:pt x="4002" y="57"/>
                    <a:pt x="3907" y="25"/>
                  </a:cubicBezTo>
                  <a:cubicBezTo>
                    <a:pt x="3872" y="8"/>
                    <a:pt x="3837" y="0"/>
                    <a:pt x="3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0" name="Google Shape;530;p24"/>
          <p:cNvSpPr/>
          <p:nvPr/>
        </p:nvSpPr>
        <p:spPr>
          <a:xfrm>
            <a:off x="3298524" y="3110514"/>
            <a:ext cx="279952" cy="279209"/>
          </a:xfrm>
          <a:custGeom>
            <a:rect b="b" l="l" r="r" t="t"/>
            <a:pathLst>
              <a:path extrusionOk="0" h="11658" w="11689">
                <a:moveTo>
                  <a:pt x="5829" y="2458"/>
                </a:moveTo>
                <a:cubicBezTo>
                  <a:pt x="6207" y="2458"/>
                  <a:pt x="6491" y="2773"/>
                  <a:pt x="6491" y="3120"/>
                </a:cubicBezTo>
                <a:cubicBezTo>
                  <a:pt x="6522" y="3466"/>
                  <a:pt x="6207" y="3781"/>
                  <a:pt x="5829" y="3781"/>
                </a:cubicBezTo>
                <a:cubicBezTo>
                  <a:pt x="5419" y="3781"/>
                  <a:pt x="5136" y="3466"/>
                  <a:pt x="5136" y="3120"/>
                </a:cubicBezTo>
                <a:cubicBezTo>
                  <a:pt x="5136" y="2742"/>
                  <a:pt x="5482" y="2458"/>
                  <a:pt x="5829" y="2458"/>
                </a:cubicBezTo>
                <a:close/>
                <a:moveTo>
                  <a:pt x="5860" y="4474"/>
                </a:moveTo>
                <a:cubicBezTo>
                  <a:pt x="6238" y="4474"/>
                  <a:pt x="6522" y="4789"/>
                  <a:pt x="6522" y="5136"/>
                </a:cubicBezTo>
                <a:lnTo>
                  <a:pt x="6522" y="8570"/>
                </a:lnTo>
                <a:cubicBezTo>
                  <a:pt x="6522" y="8948"/>
                  <a:pt x="6207" y="9232"/>
                  <a:pt x="5860" y="9232"/>
                </a:cubicBezTo>
                <a:cubicBezTo>
                  <a:pt x="5451" y="9232"/>
                  <a:pt x="5199" y="8917"/>
                  <a:pt x="5199" y="8570"/>
                </a:cubicBezTo>
                <a:lnTo>
                  <a:pt x="5199" y="5136"/>
                </a:lnTo>
                <a:cubicBezTo>
                  <a:pt x="5199" y="4726"/>
                  <a:pt x="5514" y="4474"/>
                  <a:pt x="5860" y="4474"/>
                </a:cubicBezTo>
                <a:close/>
                <a:moveTo>
                  <a:pt x="5829" y="1"/>
                </a:moveTo>
                <a:cubicBezTo>
                  <a:pt x="2615" y="1"/>
                  <a:pt x="0" y="2647"/>
                  <a:pt x="0" y="5829"/>
                </a:cubicBezTo>
                <a:cubicBezTo>
                  <a:pt x="0" y="9043"/>
                  <a:pt x="2615" y="11657"/>
                  <a:pt x="5829" y="11657"/>
                </a:cubicBezTo>
                <a:cubicBezTo>
                  <a:pt x="9011" y="11657"/>
                  <a:pt x="11657" y="9043"/>
                  <a:pt x="11657" y="5829"/>
                </a:cubicBezTo>
                <a:cubicBezTo>
                  <a:pt x="11689" y="2647"/>
                  <a:pt x="9042" y="1"/>
                  <a:pt x="582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1" name="Google Shape;531;p24"/>
          <p:cNvGrpSpPr/>
          <p:nvPr/>
        </p:nvGrpSpPr>
        <p:grpSpPr>
          <a:xfrm>
            <a:off x="7568708" y="3107679"/>
            <a:ext cx="285585" cy="284880"/>
            <a:chOff x="-62154300" y="3743950"/>
            <a:chExt cx="318200" cy="317450"/>
          </a:xfrm>
        </p:grpSpPr>
        <p:sp>
          <p:nvSpPr>
            <p:cNvPr id="532" name="Google Shape;532;p24"/>
            <p:cNvSpPr/>
            <p:nvPr/>
          </p:nvSpPr>
          <p:spPr>
            <a:xfrm>
              <a:off x="-61992850" y="3743950"/>
              <a:ext cx="63825" cy="69150"/>
            </a:xfrm>
            <a:custGeom>
              <a:rect b="b" l="l" r="r" t="t"/>
              <a:pathLst>
                <a:path extrusionOk="0" h="2766" w="2553">
                  <a:moveTo>
                    <a:pt x="1261" y="1"/>
                  </a:moveTo>
                  <a:cubicBezTo>
                    <a:pt x="1009" y="1"/>
                    <a:pt x="851" y="221"/>
                    <a:pt x="851" y="410"/>
                  </a:cubicBezTo>
                  <a:lnTo>
                    <a:pt x="851" y="1355"/>
                  </a:lnTo>
                  <a:lnTo>
                    <a:pt x="725" y="1229"/>
                  </a:lnTo>
                  <a:cubicBezTo>
                    <a:pt x="646" y="1151"/>
                    <a:pt x="544" y="1111"/>
                    <a:pt x="442" y="1111"/>
                  </a:cubicBezTo>
                  <a:cubicBezTo>
                    <a:pt x="339" y="1111"/>
                    <a:pt x="237" y="1151"/>
                    <a:pt x="158" y="1229"/>
                  </a:cubicBezTo>
                  <a:cubicBezTo>
                    <a:pt x="1" y="1387"/>
                    <a:pt x="1" y="1670"/>
                    <a:pt x="158" y="1828"/>
                  </a:cubicBezTo>
                  <a:lnTo>
                    <a:pt x="977" y="2647"/>
                  </a:lnTo>
                  <a:cubicBezTo>
                    <a:pt x="1056" y="2726"/>
                    <a:pt x="1166" y="2765"/>
                    <a:pt x="1277" y="2765"/>
                  </a:cubicBezTo>
                  <a:cubicBezTo>
                    <a:pt x="1387" y="2765"/>
                    <a:pt x="1497" y="2726"/>
                    <a:pt x="1576" y="2647"/>
                  </a:cubicBezTo>
                  <a:lnTo>
                    <a:pt x="2395" y="1828"/>
                  </a:lnTo>
                  <a:cubicBezTo>
                    <a:pt x="2553" y="1670"/>
                    <a:pt x="2553" y="1387"/>
                    <a:pt x="2395" y="1229"/>
                  </a:cubicBezTo>
                  <a:cubicBezTo>
                    <a:pt x="2316" y="1151"/>
                    <a:pt x="2206" y="1111"/>
                    <a:pt x="2096" y="1111"/>
                  </a:cubicBezTo>
                  <a:cubicBezTo>
                    <a:pt x="1985" y="1111"/>
                    <a:pt x="1875" y="1151"/>
                    <a:pt x="1796" y="1229"/>
                  </a:cubicBezTo>
                  <a:lnTo>
                    <a:pt x="1670" y="1355"/>
                  </a:lnTo>
                  <a:lnTo>
                    <a:pt x="1670" y="410"/>
                  </a:lnTo>
                  <a:cubicBezTo>
                    <a:pt x="1670" y="221"/>
                    <a:pt x="1481" y="1"/>
                    <a:pt x="1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4"/>
            <p:cNvSpPr/>
            <p:nvPr/>
          </p:nvSpPr>
          <p:spPr>
            <a:xfrm>
              <a:off x="-62154300" y="3785700"/>
              <a:ext cx="318200" cy="275700"/>
            </a:xfrm>
            <a:custGeom>
              <a:rect b="b" l="l" r="r" t="t"/>
              <a:pathLst>
                <a:path extrusionOk="0" h="11028" w="12728">
                  <a:moveTo>
                    <a:pt x="5261" y="3560"/>
                  </a:moveTo>
                  <a:cubicBezTo>
                    <a:pt x="5513" y="3560"/>
                    <a:pt x="5671" y="3781"/>
                    <a:pt x="5671" y="4002"/>
                  </a:cubicBezTo>
                  <a:lnTo>
                    <a:pt x="5671" y="5671"/>
                  </a:lnTo>
                  <a:cubicBezTo>
                    <a:pt x="5671" y="5892"/>
                    <a:pt x="5450" y="6112"/>
                    <a:pt x="5261" y="6112"/>
                  </a:cubicBezTo>
                  <a:cubicBezTo>
                    <a:pt x="5072" y="6112"/>
                    <a:pt x="4820" y="5892"/>
                    <a:pt x="4820" y="5671"/>
                  </a:cubicBezTo>
                  <a:lnTo>
                    <a:pt x="4820" y="4002"/>
                  </a:lnTo>
                  <a:cubicBezTo>
                    <a:pt x="4820" y="3781"/>
                    <a:pt x="5041" y="3560"/>
                    <a:pt x="5261" y="3560"/>
                  </a:cubicBezTo>
                  <a:close/>
                  <a:moveTo>
                    <a:pt x="7719" y="3560"/>
                  </a:moveTo>
                  <a:cubicBezTo>
                    <a:pt x="7908" y="3560"/>
                    <a:pt x="8128" y="3781"/>
                    <a:pt x="8128" y="4002"/>
                  </a:cubicBezTo>
                  <a:lnTo>
                    <a:pt x="8128" y="5671"/>
                  </a:lnTo>
                  <a:cubicBezTo>
                    <a:pt x="8128" y="5892"/>
                    <a:pt x="7939" y="6112"/>
                    <a:pt x="7719" y="6112"/>
                  </a:cubicBezTo>
                  <a:cubicBezTo>
                    <a:pt x="7467" y="6112"/>
                    <a:pt x="7309" y="5892"/>
                    <a:pt x="7309" y="5671"/>
                  </a:cubicBezTo>
                  <a:lnTo>
                    <a:pt x="7309" y="4002"/>
                  </a:lnTo>
                  <a:cubicBezTo>
                    <a:pt x="7309" y="3781"/>
                    <a:pt x="7498" y="3560"/>
                    <a:pt x="7719" y="3560"/>
                  </a:cubicBezTo>
                  <a:close/>
                  <a:moveTo>
                    <a:pt x="10239" y="3560"/>
                  </a:moveTo>
                  <a:cubicBezTo>
                    <a:pt x="10460" y="3560"/>
                    <a:pt x="10617" y="3781"/>
                    <a:pt x="10617" y="4002"/>
                  </a:cubicBezTo>
                  <a:lnTo>
                    <a:pt x="10617" y="5671"/>
                  </a:lnTo>
                  <a:cubicBezTo>
                    <a:pt x="10617" y="5892"/>
                    <a:pt x="10428" y="6112"/>
                    <a:pt x="10239" y="6112"/>
                  </a:cubicBezTo>
                  <a:cubicBezTo>
                    <a:pt x="9987" y="6112"/>
                    <a:pt x="9798" y="5892"/>
                    <a:pt x="9798" y="5671"/>
                  </a:cubicBezTo>
                  <a:lnTo>
                    <a:pt x="9798" y="4002"/>
                  </a:lnTo>
                  <a:cubicBezTo>
                    <a:pt x="9798" y="3781"/>
                    <a:pt x="9987" y="3560"/>
                    <a:pt x="10239" y="3560"/>
                  </a:cubicBezTo>
                  <a:close/>
                  <a:moveTo>
                    <a:pt x="5230" y="9357"/>
                  </a:moveTo>
                  <a:cubicBezTo>
                    <a:pt x="5450" y="9357"/>
                    <a:pt x="5608" y="9578"/>
                    <a:pt x="5608" y="9767"/>
                  </a:cubicBezTo>
                  <a:cubicBezTo>
                    <a:pt x="5608" y="9987"/>
                    <a:pt x="5419" y="10208"/>
                    <a:pt x="5230" y="10208"/>
                  </a:cubicBezTo>
                  <a:cubicBezTo>
                    <a:pt x="5041" y="10208"/>
                    <a:pt x="4789" y="9987"/>
                    <a:pt x="4789" y="9767"/>
                  </a:cubicBezTo>
                  <a:cubicBezTo>
                    <a:pt x="4820" y="9578"/>
                    <a:pt x="5041" y="9357"/>
                    <a:pt x="5230" y="9357"/>
                  </a:cubicBezTo>
                  <a:close/>
                  <a:moveTo>
                    <a:pt x="9924" y="9357"/>
                  </a:moveTo>
                  <a:cubicBezTo>
                    <a:pt x="10145" y="9357"/>
                    <a:pt x="10302" y="9578"/>
                    <a:pt x="10302" y="9767"/>
                  </a:cubicBezTo>
                  <a:cubicBezTo>
                    <a:pt x="10302" y="9987"/>
                    <a:pt x="10113" y="10208"/>
                    <a:pt x="9924" y="10208"/>
                  </a:cubicBezTo>
                  <a:cubicBezTo>
                    <a:pt x="9704" y="10208"/>
                    <a:pt x="9515" y="9987"/>
                    <a:pt x="9515" y="9767"/>
                  </a:cubicBezTo>
                  <a:cubicBezTo>
                    <a:pt x="9515" y="9578"/>
                    <a:pt x="9704" y="9357"/>
                    <a:pt x="9924" y="9357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378"/>
                  </a:cubicBezTo>
                  <a:cubicBezTo>
                    <a:pt x="0" y="599"/>
                    <a:pt x="347" y="820"/>
                    <a:pt x="536" y="820"/>
                  </a:cubicBezTo>
                  <a:lnTo>
                    <a:pt x="2111" y="820"/>
                  </a:lnTo>
                  <a:cubicBezTo>
                    <a:pt x="2174" y="1103"/>
                    <a:pt x="3245" y="6711"/>
                    <a:pt x="3308" y="6994"/>
                  </a:cubicBezTo>
                  <a:cubicBezTo>
                    <a:pt x="2867" y="7184"/>
                    <a:pt x="2584" y="7625"/>
                    <a:pt x="2584" y="8097"/>
                  </a:cubicBezTo>
                  <a:cubicBezTo>
                    <a:pt x="2584" y="8759"/>
                    <a:pt x="3151" y="9326"/>
                    <a:pt x="3812" y="9326"/>
                  </a:cubicBezTo>
                  <a:lnTo>
                    <a:pt x="4001" y="9326"/>
                  </a:lnTo>
                  <a:cubicBezTo>
                    <a:pt x="3970" y="9452"/>
                    <a:pt x="3938" y="9609"/>
                    <a:pt x="3938" y="9767"/>
                  </a:cubicBezTo>
                  <a:cubicBezTo>
                    <a:pt x="3938" y="10429"/>
                    <a:pt x="4474" y="11027"/>
                    <a:pt x="5167" y="11027"/>
                  </a:cubicBezTo>
                  <a:cubicBezTo>
                    <a:pt x="5829" y="11027"/>
                    <a:pt x="6364" y="10460"/>
                    <a:pt x="6364" y="9767"/>
                  </a:cubicBezTo>
                  <a:cubicBezTo>
                    <a:pt x="6364" y="9609"/>
                    <a:pt x="6333" y="9483"/>
                    <a:pt x="6301" y="9326"/>
                  </a:cubicBezTo>
                  <a:lnTo>
                    <a:pt x="8664" y="9326"/>
                  </a:lnTo>
                  <a:cubicBezTo>
                    <a:pt x="8632" y="9452"/>
                    <a:pt x="8569" y="9609"/>
                    <a:pt x="8569" y="9767"/>
                  </a:cubicBezTo>
                  <a:cubicBezTo>
                    <a:pt x="8569" y="10429"/>
                    <a:pt x="9137" y="11027"/>
                    <a:pt x="9798" y="11027"/>
                  </a:cubicBezTo>
                  <a:cubicBezTo>
                    <a:pt x="10460" y="11027"/>
                    <a:pt x="11027" y="10460"/>
                    <a:pt x="11027" y="9767"/>
                  </a:cubicBezTo>
                  <a:cubicBezTo>
                    <a:pt x="11027" y="9609"/>
                    <a:pt x="10995" y="9483"/>
                    <a:pt x="10932" y="9357"/>
                  </a:cubicBezTo>
                  <a:lnTo>
                    <a:pt x="11562" y="9357"/>
                  </a:lnTo>
                  <a:cubicBezTo>
                    <a:pt x="11814" y="9357"/>
                    <a:pt x="12003" y="9168"/>
                    <a:pt x="12003" y="8979"/>
                  </a:cubicBezTo>
                  <a:cubicBezTo>
                    <a:pt x="12003" y="8727"/>
                    <a:pt x="11814" y="8538"/>
                    <a:pt x="11562" y="8538"/>
                  </a:cubicBezTo>
                  <a:lnTo>
                    <a:pt x="3749" y="8538"/>
                  </a:lnTo>
                  <a:cubicBezTo>
                    <a:pt x="3497" y="8538"/>
                    <a:pt x="3308" y="8349"/>
                    <a:pt x="3308" y="8160"/>
                  </a:cubicBezTo>
                  <a:cubicBezTo>
                    <a:pt x="3308" y="7940"/>
                    <a:pt x="3497" y="7719"/>
                    <a:pt x="3749" y="7719"/>
                  </a:cubicBezTo>
                  <a:lnTo>
                    <a:pt x="11468" y="7719"/>
                  </a:lnTo>
                  <a:cubicBezTo>
                    <a:pt x="11657" y="7719"/>
                    <a:pt x="11846" y="7562"/>
                    <a:pt x="11846" y="7373"/>
                  </a:cubicBezTo>
                  <a:lnTo>
                    <a:pt x="12665" y="2395"/>
                  </a:lnTo>
                  <a:cubicBezTo>
                    <a:pt x="12728" y="2143"/>
                    <a:pt x="12508" y="1922"/>
                    <a:pt x="12287" y="1922"/>
                  </a:cubicBezTo>
                  <a:lnTo>
                    <a:pt x="3056" y="1922"/>
                  </a:lnTo>
                  <a:lnTo>
                    <a:pt x="2741" y="347"/>
                  </a:lnTo>
                  <a:cubicBezTo>
                    <a:pt x="2710" y="158"/>
                    <a:pt x="2552" y="0"/>
                    <a:pt x="2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2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Budget infographics</a:t>
            </a:r>
            <a:endParaRPr/>
          </a:p>
        </p:txBody>
      </p:sp>
      <p:sp>
        <p:nvSpPr>
          <p:cNvPr id="535" name="Google Shape;535;p24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1013250" y="1193013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37" name="Google Shape;537;p24"/>
          <p:cNvSpPr/>
          <p:nvPr/>
        </p:nvSpPr>
        <p:spPr>
          <a:xfrm>
            <a:off x="3122750" y="1193013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5232250" y="1193013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60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39" name="Google Shape;539;p24"/>
          <p:cNvSpPr/>
          <p:nvPr/>
        </p:nvSpPr>
        <p:spPr>
          <a:xfrm>
            <a:off x="7341750" y="1193013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0" name="Google Shape;540;p24"/>
          <p:cNvSpPr txBox="1"/>
          <p:nvPr/>
        </p:nvSpPr>
        <p:spPr>
          <a:xfrm>
            <a:off x="3833250" y="2061950"/>
            <a:ext cx="1477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1" name="Google Shape;541;p24"/>
          <p:cNvSpPr txBox="1"/>
          <p:nvPr/>
        </p:nvSpPr>
        <p:spPr>
          <a:xfrm>
            <a:off x="452550" y="3567825"/>
            <a:ext cx="18609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Neptune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2" name="Google Shape;542;p24"/>
          <p:cNvSpPr txBox="1"/>
          <p:nvPr/>
        </p:nvSpPr>
        <p:spPr>
          <a:xfrm>
            <a:off x="2508050" y="3567825"/>
            <a:ext cx="18609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3" name="Google Shape;543;p24"/>
          <p:cNvSpPr txBox="1"/>
          <p:nvPr/>
        </p:nvSpPr>
        <p:spPr>
          <a:xfrm>
            <a:off x="4563550" y="3567825"/>
            <a:ext cx="19689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4" name="Google Shape;544;p24"/>
          <p:cNvSpPr txBox="1"/>
          <p:nvPr/>
        </p:nvSpPr>
        <p:spPr>
          <a:xfrm>
            <a:off x="6727050" y="3567825"/>
            <a:ext cx="19689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45" name="Google Shape;545;p24"/>
          <p:cNvSpPr txBox="1"/>
          <p:nvPr/>
        </p:nvSpPr>
        <p:spPr>
          <a:xfrm>
            <a:off x="452550" y="3908625"/>
            <a:ext cx="1860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fourth-largest planet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6" name="Google Shape;546;p24"/>
          <p:cNvSpPr txBox="1"/>
          <p:nvPr/>
        </p:nvSpPr>
        <p:spPr>
          <a:xfrm>
            <a:off x="2508050" y="3908625"/>
            <a:ext cx="1860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 and has life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7" name="Google Shape;547;p24"/>
          <p:cNvSpPr txBox="1"/>
          <p:nvPr/>
        </p:nvSpPr>
        <p:spPr>
          <a:xfrm>
            <a:off x="4563550" y="3908625"/>
            <a:ext cx="1968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a gas giant and has around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eighty moons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48" name="Google Shape;548;p24"/>
          <p:cNvSpPr txBox="1"/>
          <p:nvPr/>
        </p:nvSpPr>
        <p:spPr>
          <a:xfrm>
            <a:off x="6727050" y="3908625"/>
            <a:ext cx="1968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is the second-largest planet in the Solar System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49" name="Google Shape;549;p24"/>
          <p:cNvCxnSpPr>
            <a:stCxn id="536" idx="2"/>
            <a:endCxn id="540" idx="0"/>
          </p:cNvCxnSpPr>
          <p:nvPr/>
        </p:nvCxnSpPr>
        <p:spPr>
          <a:xfrm flipH="1" rot="-5400000">
            <a:off x="2710500" y="200313"/>
            <a:ext cx="534000" cy="3189000"/>
          </a:xfrm>
          <a:prstGeom prst="bentConnector3">
            <a:avLst>
              <a:gd fmla="val 50013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24"/>
          <p:cNvCxnSpPr>
            <a:stCxn id="514" idx="0"/>
            <a:endCxn id="540" idx="2"/>
          </p:cNvCxnSpPr>
          <p:nvPr/>
        </p:nvCxnSpPr>
        <p:spPr>
          <a:xfrm rot="-5400000">
            <a:off x="2673900" y="1187919"/>
            <a:ext cx="607200" cy="3189000"/>
          </a:xfrm>
          <a:prstGeom prst="bentConnector3">
            <a:avLst>
              <a:gd fmla="val 49989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24"/>
          <p:cNvCxnSpPr>
            <a:stCxn id="515" idx="0"/>
            <a:endCxn id="540" idx="2"/>
          </p:cNvCxnSpPr>
          <p:nvPr/>
        </p:nvCxnSpPr>
        <p:spPr>
          <a:xfrm rot="-5400000">
            <a:off x="3701600" y="2215719"/>
            <a:ext cx="607200" cy="1133400"/>
          </a:xfrm>
          <a:prstGeom prst="bentConnector3">
            <a:avLst>
              <a:gd fmla="val 49989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24"/>
          <p:cNvCxnSpPr>
            <a:stCxn id="516" idx="0"/>
            <a:endCxn id="540" idx="2"/>
          </p:cNvCxnSpPr>
          <p:nvPr/>
        </p:nvCxnSpPr>
        <p:spPr>
          <a:xfrm flipH="1" rot="5400000">
            <a:off x="4756450" y="2294469"/>
            <a:ext cx="607200" cy="975900"/>
          </a:xfrm>
          <a:prstGeom prst="bentConnector3">
            <a:avLst>
              <a:gd fmla="val 49989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24"/>
          <p:cNvCxnSpPr>
            <a:stCxn id="517" idx="0"/>
            <a:endCxn id="540" idx="2"/>
          </p:cNvCxnSpPr>
          <p:nvPr/>
        </p:nvCxnSpPr>
        <p:spPr>
          <a:xfrm flipH="1" rot="5400000">
            <a:off x="5838150" y="1212669"/>
            <a:ext cx="607200" cy="3139500"/>
          </a:xfrm>
          <a:prstGeom prst="bentConnector3">
            <a:avLst>
              <a:gd fmla="val 49989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24"/>
          <p:cNvCxnSpPr>
            <a:stCxn id="539" idx="2"/>
            <a:endCxn id="540" idx="0"/>
          </p:cNvCxnSpPr>
          <p:nvPr/>
        </p:nvCxnSpPr>
        <p:spPr>
          <a:xfrm rot="5400000">
            <a:off x="5874750" y="225063"/>
            <a:ext cx="534000" cy="3139500"/>
          </a:xfrm>
          <a:prstGeom prst="bentConnector3">
            <a:avLst>
              <a:gd fmla="val 50013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24"/>
          <p:cNvCxnSpPr>
            <a:stCxn id="538" idx="2"/>
            <a:endCxn id="540" idx="0"/>
          </p:cNvCxnSpPr>
          <p:nvPr/>
        </p:nvCxnSpPr>
        <p:spPr>
          <a:xfrm rot="5400000">
            <a:off x="4820050" y="1279863"/>
            <a:ext cx="534000" cy="1029900"/>
          </a:xfrm>
          <a:prstGeom prst="bentConnector3">
            <a:avLst>
              <a:gd fmla="val 50013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24"/>
          <p:cNvCxnSpPr>
            <a:stCxn id="537" idx="2"/>
            <a:endCxn id="540" idx="0"/>
          </p:cNvCxnSpPr>
          <p:nvPr/>
        </p:nvCxnSpPr>
        <p:spPr>
          <a:xfrm flipH="1" rot="-5400000">
            <a:off x="3765200" y="1255113"/>
            <a:ext cx="534000" cy="1079400"/>
          </a:xfrm>
          <a:prstGeom prst="bentConnector3">
            <a:avLst>
              <a:gd fmla="val 50013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5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25"/>
          <p:cNvSpPr txBox="1"/>
          <p:nvPr/>
        </p:nvSpPr>
        <p:spPr>
          <a:xfrm>
            <a:off x="463025" y="2300086"/>
            <a:ext cx="2203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third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3" name="Google Shape;563;p25"/>
          <p:cNvSpPr txBox="1"/>
          <p:nvPr/>
        </p:nvSpPr>
        <p:spPr>
          <a:xfrm>
            <a:off x="463025" y="1959275"/>
            <a:ext cx="2203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4" name="Google Shape;564;p25"/>
          <p:cNvSpPr txBox="1"/>
          <p:nvPr/>
        </p:nvSpPr>
        <p:spPr>
          <a:xfrm>
            <a:off x="463025" y="4115813"/>
            <a:ext cx="2203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65" name="Google Shape;565;p25"/>
          <p:cNvSpPr txBox="1"/>
          <p:nvPr/>
        </p:nvSpPr>
        <p:spPr>
          <a:xfrm>
            <a:off x="463025" y="3775002"/>
            <a:ext cx="2203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Mercury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6" name="Google Shape;566;p25"/>
          <p:cNvSpPr txBox="1"/>
          <p:nvPr/>
        </p:nvSpPr>
        <p:spPr>
          <a:xfrm flipH="1">
            <a:off x="2825995" y="3011272"/>
            <a:ext cx="143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$100.00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7" name="Google Shape;567;p2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Budget infographics</a:t>
            </a:r>
            <a:endParaRPr/>
          </a:p>
        </p:txBody>
      </p:sp>
      <p:sp>
        <p:nvSpPr>
          <p:cNvPr id="568" name="Google Shape;568;p25"/>
          <p:cNvSpPr txBox="1"/>
          <p:nvPr/>
        </p:nvSpPr>
        <p:spPr>
          <a:xfrm>
            <a:off x="2825975" y="2413100"/>
            <a:ext cx="14385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Total budget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69" name="Google Shape;569;p25"/>
          <p:cNvSpPr txBox="1"/>
          <p:nvPr/>
        </p:nvSpPr>
        <p:spPr>
          <a:xfrm flipH="1">
            <a:off x="5149525" y="1288350"/>
            <a:ext cx="3564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also known as the Blue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0" name="Google Shape;570;p25"/>
          <p:cNvSpPr txBox="1"/>
          <p:nvPr/>
        </p:nvSpPr>
        <p:spPr>
          <a:xfrm flipH="1">
            <a:off x="5149525" y="1870375"/>
            <a:ext cx="3564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the eighth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1" name="Google Shape;571;p25"/>
          <p:cNvSpPr txBox="1"/>
          <p:nvPr/>
        </p:nvSpPr>
        <p:spPr>
          <a:xfrm flipH="1">
            <a:off x="5149525" y="2452400"/>
            <a:ext cx="3564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2" name="Google Shape;572;p25"/>
          <p:cNvSpPr txBox="1"/>
          <p:nvPr/>
        </p:nvSpPr>
        <p:spPr>
          <a:xfrm flipH="1">
            <a:off x="5149525" y="3034425"/>
            <a:ext cx="3564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3" name="Google Shape;573;p25"/>
          <p:cNvSpPr txBox="1"/>
          <p:nvPr/>
        </p:nvSpPr>
        <p:spPr>
          <a:xfrm flipH="1">
            <a:off x="5149525" y="3616450"/>
            <a:ext cx="3564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a hot planet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4" name="Google Shape;574;p25"/>
          <p:cNvSpPr txBox="1"/>
          <p:nvPr/>
        </p:nvSpPr>
        <p:spPr>
          <a:xfrm flipH="1">
            <a:off x="5149525" y="4198475"/>
            <a:ext cx="3564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4731701" y="1308600"/>
            <a:ext cx="328200" cy="328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4731701" y="1890625"/>
            <a:ext cx="328200" cy="328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4731701" y="2472650"/>
            <a:ext cx="328200" cy="328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4731701" y="3054675"/>
            <a:ext cx="328200" cy="328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4731701" y="3636700"/>
            <a:ext cx="328200" cy="328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0" name="Google Shape;580;p25"/>
          <p:cNvSpPr/>
          <p:nvPr/>
        </p:nvSpPr>
        <p:spPr>
          <a:xfrm>
            <a:off x="4731701" y="4218725"/>
            <a:ext cx="328200" cy="3282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81" name="Google Shape;581;p25"/>
          <p:cNvCxnSpPr>
            <a:endCxn id="575" idx="2"/>
          </p:cNvCxnSpPr>
          <p:nvPr/>
        </p:nvCxnSpPr>
        <p:spPr>
          <a:xfrm rot="-5400000">
            <a:off x="3778751" y="1970850"/>
            <a:ext cx="1451100" cy="454800"/>
          </a:xfrm>
          <a:prstGeom prst="bentConnector2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25"/>
          <p:cNvCxnSpPr>
            <a:endCxn id="580" idx="2"/>
          </p:cNvCxnSpPr>
          <p:nvPr/>
        </p:nvCxnSpPr>
        <p:spPr>
          <a:xfrm flipH="1" rot="-5400000">
            <a:off x="3774701" y="3425825"/>
            <a:ext cx="1459200" cy="454800"/>
          </a:xfrm>
          <a:prstGeom prst="bentConnector2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25"/>
          <p:cNvCxnSpPr>
            <a:endCxn id="579" idx="2"/>
          </p:cNvCxnSpPr>
          <p:nvPr/>
        </p:nvCxnSpPr>
        <p:spPr>
          <a:xfrm flipH="1" rot="-5400000">
            <a:off x="4065701" y="3134800"/>
            <a:ext cx="877200" cy="454800"/>
          </a:xfrm>
          <a:prstGeom prst="bentConnector2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25"/>
          <p:cNvCxnSpPr>
            <a:endCxn id="578" idx="2"/>
          </p:cNvCxnSpPr>
          <p:nvPr/>
        </p:nvCxnSpPr>
        <p:spPr>
          <a:xfrm>
            <a:off x="4276901" y="2923575"/>
            <a:ext cx="454800" cy="295200"/>
          </a:xfrm>
          <a:prstGeom prst="bentConnector3">
            <a:avLst>
              <a:gd fmla="val 50000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25"/>
          <p:cNvCxnSpPr>
            <a:endCxn id="577" idx="2"/>
          </p:cNvCxnSpPr>
          <p:nvPr/>
        </p:nvCxnSpPr>
        <p:spPr>
          <a:xfrm flipH="1" rot="10800000">
            <a:off x="4276901" y="2636750"/>
            <a:ext cx="454800" cy="287100"/>
          </a:xfrm>
          <a:prstGeom prst="bentConnector3">
            <a:avLst>
              <a:gd fmla="val 50000" name="adj1"/>
            </a:avLst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25"/>
          <p:cNvCxnSpPr>
            <a:endCxn id="576" idx="2"/>
          </p:cNvCxnSpPr>
          <p:nvPr/>
        </p:nvCxnSpPr>
        <p:spPr>
          <a:xfrm rot="-5400000">
            <a:off x="4069751" y="2261875"/>
            <a:ext cx="869100" cy="454800"/>
          </a:xfrm>
          <a:prstGeom prst="bentConnector2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587" name="Google Shape;587;p25"/>
          <p:cNvGrpSpPr/>
          <p:nvPr/>
        </p:nvGrpSpPr>
        <p:grpSpPr>
          <a:xfrm>
            <a:off x="4757917" y="4244941"/>
            <a:ext cx="275769" cy="275769"/>
            <a:chOff x="583100" y="3982600"/>
            <a:chExt cx="296175" cy="296175"/>
          </a:xfrm>
        </p:grpSpPr>
        <p:sp>
          <p:nvSpPr>
            <p:cNvPr id="588" name="Google Shape;588;p25"/>
            <p:cNvSpPr/>
            <p:nvPr/>
          </p:nvSpPr>
          <p:spPr>
            <a:xfrm>
              <a:off x="694925" y="3982600"/>
              <a:ext cx="70925" cy="68550"/>
            </a:xfrm>
            <a:custGeom>
              <a:rect b="b" l="l" r="r" t="t"/>
              <a:pathLst>
                <a:path extrusionOk="0" h="2742" w="2837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5"/>
            <p:cNvSpPr/>
            <p:nvPr/>
          </p:nvSpPr>
          <p:spPr>
            <a:xfrm>
              <a:off x="609075" y="4139350"/>
              <a:ext cx="69350" cy="68525"/>
            </a:xfrm>
            <a:custGeom>
              <a:rect b="b" l="l" r="r" t="t"/>
              <a:pathLst>
                <a:path extrusionOk="0" h="2741" w="2774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5"/>
            <p:cNvSpPr/>
            <p:nvPr/>
          </p:nvSpPr>
          <p:spPr>
            <a:xfrm>
              <a:off x="783925" y="4140125"/>
              <a:ext cx="68550" cy="68550"/>
            </a:xfrm>
            <a:custGeom>
              <a:rect b="b" l="l" r="r" t="t"/>
              <a:pathLst>
                <a:path extrusionOk="0" h="2742" w="2742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5"/>
            <p:cNvSpPr/>
            <p:nvPr/>
          </p:nvSpPr>
          <p:spPr>
            <a:xfrm>
              <a:off x="583100" y="4207075"/>
              <a:ext cx="122100" cy="71700"/>
            </a:xfrm>
            <a:custGeom>
              <a:rect b="b" l="l" r="r" t="t"/>
              <a:pathLst>
                <a:path extrusionOk="0" h="2868" w="4884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5"/>
            <p:cNvSpPr/>
            <p:nvPr/>
          </p:nvSpPr>
          <p:spPr>
            <a:xfrm>
              <a:off x="669725" y="4049550"/>
              <a:ext cx="122900" cy="72475"/>
            </a:xfrm>
            <a:custGeom>
              <a:rect b="b" l="l" r="r" t="t"/>
              <a:pathLst>
                <a:path extrusionOk="0" h="2899" w="4916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5"/>
            <p:cNvSpPr/>
            <p:nvPr/>
          </p:nvSpPr>
          <p:spPr>
            <a:xfrm>
              <a:off x="757150" y="4207075"/>
              <a:ext cx="122125" cy="71700"/>
            </a:xfrm>
            <a:custGeom>
              <a:rect b="b" l="l" r="r" t="t"/>
              <a:pathLst>
                <a:path extrusionOk="0" h="2868" w="4885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5"/>
            <p:cNvSpPr/>
            <p:nvPr/>
          </p:nvSpPr>
          <p:spPr>
            <a:xfrm>
              <a:off x="691775" y="4139350"/>
              <a:ext cx="77225" cy="64600"/>
            </a:xfrm>
            <a:custGeom>
              <a:rect b="b" l="l" r="r" t="t"/>
              <a:pathLst>
                <a:path extrusionOk="0" h="2584" w="3089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5" name="Google Shape;595;p25"/>
          <p:cNvGrpSpPr/>
          <p:nvPr/>
        </p:nvGrpSpPr>
        <p:grpSpPr>
          <a:xfrm>
            <a:off x="4806683" y="3080891"/>
            <a:ext cx="178236" cy="275769"/>
            <a:chOff x="6164975" y="3211525"/>
            <a:chExt cx="191425" cy="296175"/>
          </a:xfrm>
        </p:grpSpPr>
        <p:sp>
          <p:nvSpPr>
            <p:cNvPr id="596" name="Google Shape;596;p25"/>
            <p:cNvSpPr/>
            <p:nvPr/>
          </p:nvSpPr>
          <p:spPr>
            <a:xfrm>
              <a:off x="6269750" y="3371400"/>
              <a:ext cx="68525" cy="84300"/>
            </a:xfrm>
            <a:custGeom>
              <a:rect b="b" l="l" r="r" t="t"/>
              <a:pathLst>
                <a:path extrusionOk="0" h="3372" w="2741">
                  <a:moveTo>
                    <a:pt x="1670" y="1"/>
                  </a:moveTo>
                  <a:cubicBezTo>
                    <a:pt x="1166" y="316"/>
                    <a:pt x="599" y="505"/>
                    <a:pt x="0" y="568"/>
                  </a:cubicBezTo>
                  <a:lnTo>
                    <a:pt x="0" y="1482"/>
                  </a:lnTo>
                  <a:lnTo>
                    <a:pt x="1890" y="3372"/>
                  </a:lnTo>
                  <a:lnTo>
                    <a:pt x="2741" y="3372"/>
                  </a:lnTo>
                  <a:lnTo>
                    <a:pt x="2741" y="3340"/>
                  </a:lnTo>
                  <a:lnTo>
                    <a:pt x="2741" y="2301"/>
                  </a:lnTo>
                  <a:cubicBezTo>
                    <a:pt x="2741" y="1356"/>
                    <a:pt x="2300" y="536"/>
                    <a:pt x="1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5"/>
            <p:cNvSpPr/>
            <p:nvPr/>
          </p:nvSpPr>
          <p:spPr>
            <a:xfrm>
              <a:off x="6228775" y="3424175"/>
              <a:ext cx="62250" cy="30750"/>
            </a:xfrm>
            <a:custGeom>
              <a:rect b="b" l="l" r="r" t="t"/>
              <a:pathLst>
                <a:path extrusionOk="0" h="1230" w="2490">
                  <a:moveTo>
                    <a:pt x="1229" y="1"/>
                  </a:moveTo>
                  <a:lnTo>
                    <a:pt x="1" y="1229"/>
                  </a:lnTo>
                  <a:lnTo>
                    <a:pt x="2490" y="1229"/>
                  </a:lnTo>
                  <a:lnTo>
                    <a:pt x="12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5"/>
            <p:cNvSpPr/>
            <p:nvPr/>
          </p:nvSpPr>
          <p:spPr>
            <a:xfrm>
              <a:off x="6182300" y="3369825"/>
              <a:ext cx="69350" cy="85100"/>
            </a:xfrm>
            <a:custGeom>
              <a:rect b="b" l="l" r="r" t="t"/>
              <a:pathLst>
                <a:path extrusionOk="0" h="3404" w="2774">
                  <a:moveTo>
                    <a:pt x="1072" y="1"/>
                  </a:moveTo>
                  <a:cubicBezTo>
                    <a:pt x="411" y="599"/>
                    <a:pt x="1" y="1419"/>
                    <a:pt x="1" y="2332"/>
                  </a:cubicBezTo>
                  <a:lnTo>
                    <a:pt x="1" y="3403"/>
                  </a:lnTo>
                  <a:lnTo>
                    <a:pt x="883" y="3403"/>
                  </a:lnTo>
                  <a:lnTo>
                    <a:pt x="2773" y="1513"/>
                  </a:lnTo>
                  <a:lnTo>
                    <a:pt x="2773" y="599"/>
                  </a:lnTo>
                  <a:cubicBezTo>
                    <a:pt x="2143" y="568"/>
                    <a:pt x="1576" y="316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5"/>
            <p:cNvSpPr/>
            <p:nvPr/>
          </p:nvSpPr>
          <p:spPr>
            <a:xfrm>
              <a:off x="6164975" y="3472225"/>
              <a:ext cx="191425" cy="35475"/>
            </a:xfrm>
            <a:custGeom>
              <a:rect b="b" l="l" r="r" t="t"/>
              <a:pathLst>
                <a:path extrusionOk="0" h="1419" w="7657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lnTo>
                    <a:pt x="6932" y="1418"/>
                  </a:lnTo>
                  <a:cubicBezTo>
                    <a:pt x="7341" y="1418"/>
                    <a:pt x="7657" y="1103"/>
                    <a:pt x="7657" y="725"/>
                  </a:cubicBezTo>
                  <a:cubicBezTo>
                    <a:pt x="7594" y="316"/>
                    <a:pt x="7278" y="1"/>
                    <a:pt x="6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5"/>
            <p:cNvSpPr/>
            <p:nvPr/>
          </p:nvSpPr>
          <p:spPr>
            <a:xfrm>
              <a:off x="6164975" y="3211525"/>
              <a:ext cx="191425" cy="35475"/>
            </a:xfrm>
            <a:custGeom>
              <a:rect b="b" l="l" r="r" t="t"/>
              <a:pathLst>
                <a:path extrusionOk="0" h="1419" w="7657">
                  <a:moveTo>
                    <a:pt x="725" y="0"/>
                  </a:moveTo>
                  <a:cubicBezTo>
                    <a:pt x="316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lnTo>
                    <a:pt x="6932" y="1418"/>
                  </a:lnTo>
                  <a:cubicBezTo>
                    <a:pt x="7341" y="1418"/>
                    <a:pt x="7657" y="1103"/>
                    <a:pt x="7657" y="725"/>
                  </a:cubicBezTo>
                  <a:cubicBezTo>
                    <a:pt x="7594" y="284"/>
                    <a:pt x="7278" y="0"/>
                    <a:pt x="6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5"/>
            <p:cNvSpPr/>
            <p:nvPr/>
          </p:nvSpPr>
          <p:spPr>
            <a:xfrm>
              <a:off x="6183100" y="3262725"/>
              <a:ext cx="155175" cy="35650"/>
            </a:xfrm>
            <a:custGeom>
              <a:rect b="b" l="l" r="r" t="t"/>
              <a:pathLst>
                <a:path extrusionOk="0" h="1426" w="6207">
                  <a:moveTo>
                    <a:pt x="0" y="0"/>
                  </a:moveTo>
                  <a:lnTo>
                    <a:pt x="0" y="441"/>
                  </a:lnTo>
                  <a:lnTo>
                    <a:pt x="568" y="788"/>
                  </a:lnTo>
                  <a:cubicBezTo>
                    <a:pt x="1355" y="1213"/>
                    <a:pt x="2237" y="1426"/>
                    <a:pt x="3112" y="1426"/>
                  </a:cubicBezTo>
                  <a:cubicBezTo>
                    <a:pt x="3986" y="1426"/>
                    <a:pt x="4852" y="1213"/>
                    <a:pt x="5608" y="788"/>
                  </a:cubicBezTo>
                  <a:lnTo>
                    <a:pt x="6207" y="441"/>
                  </a:lnTo>
                  <a:lnTo>
                    <a:pt x="62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5"/>
            <p:cNvSpPr/>
            <p:nvPr/>
          </p:nvSpPr>
          <p:spPr>
            <a:xfrm>
              <a:off x="6181525" y="3294225"/>
              <a:ext cx="155975" cy="74050"/>
            </a:xfrm>
            <a:custGeom>
              <a:rect b="b" l="l" r="r" t="t"/>
              <a:pathLst>
                <a:path extrusionOk="0" h="2962" w="6239">
                  <a:moveTo>
                    <a:pt x="0" y="0"/>
                  </a:moveTo>
                  <a:cubicBezTo>
                    <a:pt x="126" y="1607"/>
                    <a:pt x="1481" y="2962"/>
                    <a:pt x="3119" y="2962"/>
                  </a:cubicBezTo>
                  <a:cubicBezTo>
                    <a:pt x="4758" y="2962"/>
                    <a:pt x="6112" y="1607"/>
                    <a:pt x="6238" y="0"/>
                  </a:cubicBezTo>
                  <a:lnTo>
                    <a:pt x="6238" y="0"/>
                  </a:lnTo>
                  <a:lnTo>
                    <a:pt x="5986" y="126"/>
                  </a:lnTo>
                  <a:cubicBezTo>
                    <a:pt x="5136" y="631"/>
                    <a:pt x="4096" y="883"/>
                    <a:pt x="3119" y="883"/>
                  </a:cubicBezTo>
                  <a:cubicBezTo>
                    <a:pt x="2143" y="883"/>
                    <a:pt x="1166" y="631"/>
                    <a:pt x="252" y="12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3" name="Google Shape;603;p25"/>
          <p:cNvGrpSpPr/>
          <p:nvPr/>
        </p:nvGrpSpPr>
        <p:grpSpPr>
          <a:xfrm>
            <a:off x="4757917" y="1334327"/>
            <a:ext cx="275769" cy="276746"/>
            <a:chOff x="4991425" y="3234750"/>
            <a:chExt cx="296175" cy="297225"/>
          </a:xfrm>
        </p:grpSpPr>
        <p:sp>
          <p:nvSpPr>
            <p:cNvPr id="604" name="Google Shape;604;p25"/>
            <p:cNvSpPr/>
            <p:nvPr/>
          </p:nvSpPr>
          <p:spPr>
            <a:xfrm>
              <a:off x="5077275" y="3304450"/>
              <a:ext cx="122100" cy="99275"/>
            </a:xfrm>
            <a:custGeom>
              <a:rect b="b" l="l" r="r" t="t"/>
              <a:pathLst>
                <a:path extrusionOk="0" h="3971" w="4884">
                  <a:moveTo>
                    <a:pt x="2426" y="1"/>
                  </a:moveTo>
                  <a:cubicBezTo>
                    <a:pt x="1103" y="1"/>
                    <a:pt x="0" y="1104"/>
                    <a:pt x="0" y="2427"/>
                  </a:cubicBezTo>
                  <a:cubicBezTo>
                    <a:pt x="0" y="3025"/>
                    <a:pt x="190" y="3530"/>
                    <a:pt x="536" y="3971"/>
                  </a:cubicBezTo>
                  <a:cubicBezTo>
                    <a:pt x="820" y="3624"/>
                    <a:pt x="1103" y="3309"/>
                    <a:pt x="1481" y="3057"/>
                  </a:cubicBezTo>
                  <a:cubicBezTo>
                    <a:pt x="1261" y="2805"/>
                    <a:pt x="1103" y="2458"/>
                    <a:pt x="1103" y="2112"/>
                  </a:cubicBezTo>
                  <a:cubicBezTo>
                    <a:pt x="1103" y="1356"/>
                    <a:pt x="1733" y="726"/>
                    <a:pt x="2489" y="726"/>
                  </a:cubicBezTo>
                  <a:cubicBezTo>
                    <a:pt x="3214" y="726"/>
                    <a:pt x="3844" y="1356"/>
                    <a:pt x="3844" y="2112"/>
                  </a:cubicBezTo>
                  <a:cubicBezTo>
                    <a:pt x="3844" y="2458"/>
                    <a:pt x="3687" y="2805"/>
                    <a:pt x="3466" y="3057"/>
                  </a:cubicBezTo>
                  <a:cubicBezTo>
                    <a:pt x="3844" y="3246"/>
                    <a:pt x="4128" y="3561"/>
                    <a:pt x="4317" y="3971"/>
                  </a:cubicBezTo>
                  <a:cubicBezTo>
                    <a:pt x="4695" y="3530"/>
                    <a:pt x="4884" y="3025"/>
                    <a:pt x="4884" y="2427"/>
                  </a:cubicBezTo>
                  <a:cubicBezTo>
                    <a:pt x="4884" y="1104"/>
                    <a:pt x="3781" y="1"/>
                    <a:pt x="2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5"/>
            <p:cNvSpPr/>
            <p:nvPr/>
          </p:nvSpPr>
          <p:spPr>
            <a:xfrm>
              <a:off x="5121375" y="3339900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5"/>
            <p:cNvSpPr/>
            <p:nvPr/>
          </p:nvSpPr>
          <p:spPr>
            <a:xfrm>
              <a:off x="5009550" y="3234750"/>
              <a:ext cx="259150" cy="261125"/>
            </a:xfrm>
            <a:custGeom>
              <a:rect b="b" l="l" r="r" t="t"/>
              <a:pathLst>
                <a:path extrusionOk="0" h="10445" w="10366">
                  <a:moveTo>
                    <a:pt x="5198" y="2159"/>
                  </a:moveTo>
                  <a:cubicBezTo>
                    <a:pt x="6931" y="2159"/>
                    <a:pt x="8286" y="3514"/>
                    <a:pt x="8286" y="5246"/>
                  </a:cubicBezTo>
                  <a:cubicBezTo>
                    <a:pt x="8286" y="6916"/>
                    <a:pt x="6931" y="8365"/>
                    <a:pt x="5198" y="8365"/>
                  </a:cubicBezTo>
                  <a:cubicBezTo>
                    <a:pt x="3340" y="8365"/>
                    <a:pt x="2079" y="6822"/>
                    <a:pt x="2079" y="5246"/>
                  </a:cubicBezTo>
                  <a:cubicBezTo>
                    <a:pt x="2079" y="3514"/>
                    <a:pt x="3497" y="2159"/>
                    <a:pt x="5198" y="2159"/>
                  </a:cubicBezTo>
                  <a:close/>
                  <a:moveTo>
                    <a:pt x="5167" y="1"/>
                  </a:moveTo>
                  <a:cubicBezTo>
                    <a:pt x="5088" y="1"/>
                    <a:pt x="5009" y="17"/>
                    <a:pt x="4946" y="48"/>
                  </a:cubicBezTo>
                  <a:lnTo>
                    <a:pt x="4001" y="836"/>
                  </a:lnTo>
                  <a:lnTo>
                    <a:pt x="2773" y="678"/>
                  </a:lnTo>
                  <a:cubicBezTo>
                    <a:pt x="2756" y="675"/>
                    <a:pt x="2739" y="673"/>
                    <a:pt x="2723" y="673"/>
                  </a:cubicBezTo>
                  <a:cubicBezTo>
                    <a:pt x="2583" y="673"/>
                    <a:pt x="2454" y="786"/>
                    <a:pt x="2426" y="899"/>
                  </a:cubicBezTo>
                  <a:lnTo>
                    <a:pt x="1953" y="2033"/>
                  </a:lnTo>
                  <a:lnTo>
                    <a:pt x="819" y="2505"/>
                  </a:lnTo>
                  <a:cubicBezTo>
                    <a:pt x="662" y="2568"/>
                    <a:pt x="567" y="2694"/>
                    <a:pt x="630" y="2852"/>
                  </a:cubicBezTo>
                  <a:lnTo>
                    <a:pt x="788" y="4081"/>
                  </a:lnTo>
                  <a:lnTo>
                    <a:pt x="32" y="5026"/>
                  </a:lnTo>
                  <a:cubicBezTo>
                    <a:pt x="0" y="5183"/>
                    <a:pt x="0" y="5341"/>
                    <a:pt x="63" y="5467"/>
                  </a:cubicBezTo>
                  <a:lnTo>
                    <a:pt x="819" y="6381"/>
                  </a:lnTo>
                  <a:lnTo>
                    <a:pt x="662" y="7609"/>
                  </a:lnTo>
                  <a:cubicBezTo>
                    <a:pt x="630" y="7767"/>
                    <a:pt x="725" y="7924"/>
                    <a:pt x="851" y="7956"/>
                  </a:cubicBezTo>
                  <a:lnTo>
                    <a:pt x="1985" y="8428"/>
                  </a:lnTo>
                  <a:lnTo>
                    <a:pt x="2457" y="9594"/>
                  </a:lnTo>
                  <a:cubicBezTo>
                    <a:pt x="2536" y="9725"/>
                    <a:pt x="2637" y="9791"/>
                    <a:pt x="2741" y="9791"/>
                  </a:cubicBezTo>
                  <a:cubicBezTo>
                    <a:pt x="2762" y="9791"/>
                    <a:pt x="2783" y="9788"/>
                    <a:pt x="2804" y="9783"/>
                  </a:cubicBezTo>
                  <a:lnTo>
                    <a:pt x="4033" y="9626"/>
                  </a:lnTo>
                  <a:lnTo>
                    <a:pt x="4978" y="10382"/>
                  </a:lnTo>
                  <a:cubicBezTo>
                    <a:pt x="5072" y="10413"/>
                    <a:pt x="5104" y="10445"/>
                    <a:pt x="5167" y="10445"/>
                  </a:cubicBezTo>
                  <a:cubicBezTo>
                    <a:pt x="5261" y="10445"/>
                    <a:pt x="5324" y="10413"/>
                    <a:pt x="5387" y="10382"/>
                  </a:cubicBezTo>
                  <a:lnTo>
                    <a:pt x="6333" y="9626"/>
                  </a:lnTo>
                  <a:lnTo>
                    <a:pt x="7530" y="9783"/>
                  </a:lnTo>
                  <a:cubicBezTo>
                    <a:pt x="7687" y="9783"/>
                    <a:pt x="7876" y="9689"/>
                    <a:pt x="7908" y="9594"/>
                  </a:cubicBezTo>
                  <a:lnTo>
                    <a:pt x="8380" y="8428"/>
                  </a:lnTo>
                  <a:lnTo>
                    <a:pt x="9515" y="7956"/>
                  </a:lnTo>
                  <a:cubicBezTo>
                    <a:pt x="9672" y="7893"/>
                    <a:pt x="9735" y="7767"/>
                    <a:pt x="9704" y="7609"/>
                  </a:cubicBezTo>
                  <a:lnTo>
                    <a:pt x="9546" y="6381"/>
                  </a:lnTo>
                  <a:lnTo>
                    <a:pt x="10302" y="5467"/>
                  </a:lnTo>
                  <a:cubicBezTo>
                    <a:pt x="10365" y="5341"/>
                    <a:pt x="10365" y="5120"/>
                    <a:pt x="10302" y="5026"/>
                  </a:cubicBezTo>
                  <a:lnTo>
                    <a:pt x="9546" y="4081"/>
                  </a:lnTo>
                  <a:lnTo>
                    <a:pt x="9704" y="2852"/>
                  </a:lnTo>
                  <a:cubicBezTo>
                    <a:pt x="9735" y="2694"/>
                    <a:pt x="9641" y="2537"/>
                    <a:pt x="9515" y="2505"/>
                  </a:cubicBezTo>
                  <a:lnTo>
                    <a:pt x="8380" y="2033"/>
                  </a:lnTo>
                  <a:lnTo>
                    <a:pt x="7908" y="899"/>
                  </a:lnTo>
                  <a:cubicBezTo>
                    <a:pt x="7826" y="762"/>
                    <a:pt x="7719" y="672"/>
                    <a:pt x="7589" y="672"/>
                  </a:cubicBezTo>
                  <a:cubicBezTo>
                    <a:pt x="7570" y="672"/>
                    <a:pt x="7550" y="674"/>
                    <a:pt x="7530" y="678"/>
                  </a:cubicBezTo>
                  <a:lnTo>
                    <a:pt x="6333" y="836"/>
                  </a:lnTo>
                  <a:lnTo>
                    <a:pt x="5387" y="48"/>
                  </a:lnTo>
                  <a:cubicBezTo>
                    <a:pt x="5324" y="17"/>
                    <a:pt x="5246" y="1"/>
                    <a:pt x="5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5"/>
            <p:cNvSpPr/>
            <p:nvPr/>
          </p:nvSpPr>
          <p:spPr>
            <a:xfrm>
              <a:off x="5105625" y="3391900"/>
              <a:ext cx="66975" cy="34675"/>
            </a:xfrm>
            <a:custGeom>
              <a:rect b="b" l="l" r="r" t="t"/>
              <a:pathLst>
                <a:path extrusionOk="0" h="1387" w="2679">
                  <a:moveTo>
                    <a:pt x="1355" y="0"/>
                  </a:moveTo>
                  <a:cubicBezTo>
                    <a:pt x="725" y="0"/>
                    <a:pt x="190" y="441"/>
                    <a:pt x="1" y="977"/>
                  </a:cubicBezTo>
                  <a:cubicBezTo>
                    <a:pt x="410" y="1229"/>
                    <a:pt x="820" y="1386"/>
                    <a:pt x="1355" y="1386"/>
                  </a:cubicBezTo>
                  <a:cubicBezTo>
                    <a:pt x="1859" y="1386"/>
                    <a:pt x="2301" y="1229"/>
                    <a:pt x="2679" y="977"/>
                  </a:cubicBezTo>
                  <a:cubicBezTo>
                    <a:pt x="2521" y="410"/>
                    <a:pt x="1985" y="0"/>
                    <a:pt x="1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5"/>
            <p:cNvSpPr/>
            <p:nvPr/>
          </p:nvSpPr>
          <p:spPr>
            <a:xfrm>
              <a:off x="5192275" y="3443075"/>
              <a:ext cx="95325" cy="86975"/>
            </a:xfrm>
            <a:custGeom>
              <a:rect b="b" l="l" r="r" t="t"/>
              <a:pathLst>
                <a:path extrusionOk="0" h="3479" w="3813">
                  <a:moveTo>
                    <a:pt x="2867" y="1"/>
                  </a:moveTo>
                  <a:cubicBezTo>
                    <a:pt x="2741" y="127"/>
                    <a:pt x="2647" y="221"/>
                    <a:pt x="2489" y="284"/>
                  </a:cubicBezTo>
                  <a:lnTo>
                    <a:pt x="1607" y="631"/>
                  </a:lnTo>
                  <a:lnTo>
                    <a:pt x="1260" y="1482"/>
                  </a:lnTo>
                  <a:cubicBezTo>
                    <a:pt x="1103" y="1891"/>
                    <a:pt x="693" y="2112"/>
                    <a:pt x="284" y="2112"/>
                  </a:cubicBezTo>
                  <a:lnTo>
                    <a:pt x="158" y="2112"/>
                  </a:lnTo>
                  <a:lnTo>
                    <a:pt x="0" y="2080"/>
                  </a:lnTo>
                  <a:lnTo>
                    <a:pt x="1166" y="3372"/>
                  </a:lnTo>
                  <a:cubicBezTo>
                    <a:pt x="1237" y="3443"/>
                    <a:pt x="1343" y="3478"/>
                    <a:pt x="1445" y="3478"/>
                  </a:cubicBezTo>
                  <a:cubicBezTo>
                    <a:pt x="1479" y="3478"/>
                    <a:pt x="1512" y="3474"/>
                    <a:pt x="1544" y="3466"/>
                  </a:cubicBezTo>
                  <a:cubicBezTo>
                    <a:pt x="1638" y="3403"/>
                    <a:pt x="1764" y="3340"/>
                    <a:pt x="1764" y="3183"/>
                  </a:cubicBezTo>
                  <a:lnTo>
                    <a:pt x="2080" y="1639"/>
                  </a:lnTo>
                  <a:lnTo>
                    <a:pt x="3497" y="1324"/>
                  </a:lnTo>
                  <a:cubicBezTo>
                    <a:pt x="3532" y="1338"/>
                    <a:pt x="3563" y="1344"/>
                    <a:pt x="3592" y="1344"/>
                  </a:cubicBezTo>
                  <a:cubicBezTo>
                    <a:pt x="3693" y="1344"/>
                    <a:pt x="3756" y="1265"/>
                    <a:pt x="3781" y="1167"/>
                  </a:cubicBezTo>
                  <a:cubicBezTo>
                    <a:pt x="3812" y="1072"/>
                    <a:pt x="3781" y="946"/>
                    <a:pt x="3686" y="820"/>
                  </a:cubicBezTo>
                  <a:lnTo>
                    <a:pt x="28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5"/>
            <p:cNvSpPr/>
            <p:nvPr/>
          </p:nvSpPr>
          <p:spPr>
            <a:xfrm>
              <a:off x="4991425" y="3444650"/>
              <a:ext cx="95325" cy="87325"/>
            </a:xfrm>
            <a:custGeom>
              <a:rect b="b" l="l" r="r" t="t"/>
              <a:pathLst>
                <a:path extrusionOk="0" h="3493" w="3813">
                  <a:moveTo>
                    <a:pt x="946" y="1"/>
                  </a:moveTo>
                  <a:lnTo>
                    <a:pt x="126" y="851"/>
                  </a:lnTo>
                  <a:cubicBezTo>
                    <a:pt x="0" y="851"/>
                    <a:pt x="0" y="1009"/>
                    <a:pt x="32" y="1104"/>
                  </a:cubicBezTo>
                  <a:cubicBezTo>
                    <a:pt x="95" y="1230"/>
                    <a:pt x="158" y="1324"/>
                    <a:pt x="315" y="1356"/>
                  </a:cubicBezTo>
                  <a:lnTo>
                    <a:pt x="1733" y="1671"/>
                  </a:lnTo>
                  <a:lnTo>
                    <a:pt x="2048" y="3214"/>
                  </a:lnTo>
                  <a:cubicBezTo>
                    <a:pt x="2080" y="3309"/>
                    <a:pt x="2174" y="3435"/>
                    <a:pt x="2300" y="3466"/>
                  </a:cubicBezTo>
                  <a:cubicBezTo>
                    <a:pt x="2328" y="3485"/>
                    <a:pt x="2361" y="3492"/>
                    <a:pt x="2396" y="3492"/>
                  </a:cubicBezTo>
                  <a:cubicBezTo>
                    <a:pt x="2482" y="3492"/>
                    <a:pt x="2580" y="3448"/>
                    <a:pt x="2647" y="3403"/>
                  </a:cubicBezTo>
                  <a:lnTo>
                    <a:pt x="3813" y="2112"/>
                  </a:lnTo>
                  <a:lnTo>
                    <a:pt x="3813" y="2112"/>
                  </a:lnTo>
                  <a:lnTo>
                    <a:pt x="3624" y="2143"/>
                  </a:lnTo>
                  <a:lnTo>
                    <a:pt x="3561" y="2143"/>
                  </a:lnTo>
                  <a:cubicBezTo>
                    <a:pt x="3119" y="2143"/>
                    <a:pt x="2773" y="1891"/>
                    <a:pt x="2552" y="1513"/>
                  </a:cubicBezTo>
                  <a:lnTo>
                    <a:pt x="2206" y="631"/>
                  </a:lnTo>
                  <a:lnTo>
                    <a:pt x="1355" y="284"/>
                  </a:lnTo>
                  <a:cubicBezTo>
                    <a:pt x="1198" y="221"/>
                    <a:pt x="1072" y="127"/>
                    <a:pt x="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0" name="Google Shape;610;p25"/>
          <p:cNvGrpSpPr/>
          <p:nvPr/>
        </p:nvGrpSpPr>
        <p:grpSpPr>
          <a:xfrm>
            <a:off x="4770021" y="1917213"/>
            <a:ext cx="251560" cy="275024"/>
            <a:chOff x="1687350" y="3618725"/>
            <a:chExt cx="270175" cy="295375"/>
          </a:xfrm>
        </p:grpSpPr>
        <p:sp>
          <p:nvSpPr>
            <p:cNvPr id="611" name="Google Shape;611;p25"/>
            <p:cNvSpPr/>
            <p:nvPr/>
          </p:nvSpPr>
          <p:spPr>
            <a:xfrm>
              <a:off x="1829900" y="3808550"/>
              <a:ext cx="18150" cy="35450"/>
            </a:xfrm>
            <a:custGeom>
              <a:rect b="b" l="l" r="r" t="t"/>
              <a:pathLst>
                <a:path extrusionOk="0" h="1418" w="726">
                  <a:moveTo>
                    <a:pt x="1" y="0"/>
                  </a:moveTo>
                  <a:lnTo>
                    <a:pt x="1" y="1418"/>
                  </a:lnTo>
                  <a:lnTo>
                    <a:pt x="379" y="1418"/>
                  </a:lnTo>
                  <a:cubicBezTo>
                    <a:pt x="568" y="1418"/>
                    <a:pt x="725" y="1260"/>
                    <a:pt x="725" y="1040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5"/>
            <p:cNvSpPr/>
            <p:nvPr/>
          </p:nvSpPr>
          <p:spPr>
            <a:xfrm>
              <a:off x="1795250" y="3755775"/>
              <a:ext cx="18125" cy="35450"/>
            </a:xfrm>
            <a:custGeom>
              <a:rect b="b" l="l" r="r" t="t"/>
              <a:pathLst>
                <a:path extrusionOk="0" h="1418" w="725">
                  <a:moveTo>
                    <a:pt x="378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89" y="1418"/>
                    <a:pt x="378" y="1418"/>
                  </a:cubicBezTo>
                  <a:lnTo>
                    <a:pt x="725" y="1418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5"/>
            <p:cNvSpPr/>
            <p:nvPr/>
          </p:nvSpPr>
          <p:spPr>
            <a:xfrm>
              <a:off x="1687350" y="3618725"/>
              <a:ext cx="270175" cy="295375"/>
            </a:xfrm>
            <a:custGeom>
              <a:rect b="b" l="l" r="r" t="t"/>
              <a:pathLst>
                <a:path extrusionOk="0" h="11815" w="10807">
                  <a:moveTo>
                    <a:pt x="6459" y="662"/>
                  </a:moveTo>
                  <a:cubicBezTo>
                    <a:pt x="6868" y="662"/>
                    <a:pt x="7183" y="977"/>
                    <a:pt x="7183" y="1355"/>
                  </a:cubicBezTo>
                  <a:cubicBezTo>
                    <a:pt x="7183" y="1765"/>
                    <a:pt x="6868" y="2080"/>
                    <a:pt x="6459" y="2080"/>
                  </a:cubicBezTo>
                  <a:lnTo>
                    <a:pt x="6459" y="1702"/>
                  </a:lnTo>
                  <a:cubicBezTo>
                    <a:pt x="6459" y="1513"/>
                    <a:pt x="6301" y="1355"/>
                    <a:pt x="6112" y="1355"/>
                  </a:cubicBezTo>
                  <a:lnTo>
                    <a:pt x="4726" y="1355"/>
                  </a:lnTo>
                  <a:cubicBezTo>
                    <a:pt x="4537" y="1355"/>
                    <a:pt x="4379" y="1513"/>
                    <a:pt x="4379" y="1702"/>
                  </a:cubicBezTo>
                  <a:lnTo>
                    <a:pt x="4379" y="2080"/>
                  </a:lnTo>
                  <a:cubicBezTo>
                    <a:pt x="3970" y="2017"/>
                    <a:pt x="3655" y="1702"/>
                    <a:pt x="3655" y="1355"/>
                  </a:cubicBezTo>
                  <a:cubicBezTo>
                    <a:pt x="3655" y="977"/>
                    <a:pt x="3970" y="662"/>
                    <a:pt x="4379" y="662"/>
                  </a:cubicBezTo>
                  <a:close/>
                  <a:moveTo>
                    <a:pt x="5387" y="4128"/>
                  </a:moveTo>
                  <a:cubicBezTo>
                    <a:pt x="5608" y="4128"/>
                    <a:pt x="5766" y="4285"/>
                    <a:pt x="5766" y="4474"/>
                  </a:cubicBezTo>
                  <a:lnTo>
                    <a:pt x="5766" y="4821"/>
                  </a:lnTo>
                  <a:lnTo>
                    <a:pt x="6112" y="4821"/>
                  </a:lnTo>
                  <a:cubicBezTo>
                    <a:pt x="6711" y="4821"/>
                    <a:pt x="7120" y="5293"/>
                    <a:pt x="7120" y="5860"/>
                  </a:cubicBezTo>
                  <a:cubicBezTo>
                    <a:pt x="7120" y="6049"/>
                    <a:pt x="6963" y="6207"/>
                    <a:pt x="6774" y="6207"/>
                  </a:cubicBezTo>
                  <a:cubicBezTo>
                    <a:pt x="6585" y="6207"/>
                    <a:pt x="6427" y="6049"/>
                    <a:pt x="6427" y="5860"/>
                  </a:cubicBezTo>
                  <a:cubicBezTo>
                    <a:pt x="6427" y="5640"/>
                    <a:pt x="6270" y="5482"/>
                    <a:pt x="6081" y="5482"/>
                  </a:cubicBezTo>
                  <a:lnTo>
                    <a:pt x="5703" y="5482"/>
                  </a:lnTo>
                  <a:lnTo>
                    <a:pt x="5703" y="6868"/>
                  </a:lnTo>
                  <a:lnTo>
                    <a:pt x="6081" y="6868"/>
                  </a:lnTo>
                  <a:cubicBezTo>
                    <a:pt x="6648" y="6868"/>
                    <a:pt x="7089" y="7341"/>
                    <a:pt x="7089" y="7908"/>
                  </a:cubicBezTo>
                  <a:lnTo>
                    <a:pt x="7089" y="8601"/>
                  </a:lnTo>
                  <a:cubicBezTo>
                    <a:pt x="7089" y="9200"/>
                    <a:pt x="6616" y="9641"/>
                    <a:pt x="6081" y="9641"/>
                  </a:cubicBezTo>
                  <a:lnTo>
                    <a:pt x="5703" y="9641"/>
                  </a:lnTo>
                  <a:lnTo>
                    <a:pt x="5703" y="9987"/>
                  </a:lnTo>
                  <a:cubicBezTo>
                    <a:pt x="5703" y="10176"/>
                    <a:pt x="5545" y="10334"/>
                    <a:pt x="5356" y="10334"/>
                  </a:cubicBezTo>
                  <a:cubicBezTo>
                    <a:pt x="5167" y="10334"/>
                    <a:pt x="5009" y="10176"/>
                    <a:pt x="5009" y="9987"/>
                  </a:cubicBezTo>
                  <a:lnTo>
                    <a:pt x="5009" y="9704"/>
                  </a:lnTo>
                  <a:lnTo>
                    <a:pt x="4631" y="9704"/>
                  </a:lnTo>
                  <a:cubicBezTo>
                    <a:pt x="4064" y="9704"/>
                    <a:pt x="3623" y="9231"/>
                    <a:pt x="3623" y="8664"/>
                  </a:cubicBezTo>
                  <a:cubicBezTo>
                    <a:pt x="3623" y="8475"/>
                    <a:pt x="3781" y="8318"/>
                    <a:pt x="3970" y="8318"/>
                  </a:cubicBezTo>
                  <a:cubicBezTo>
                    <a:pt x="4159" y="8318"/>
                    <a:pt x="4316" y="8475"/>
                    <a:pt x="4316" y="8664"/>
                  </a:cubicBezTo>
                  <a:cubicBezTo>
                    <a:pt x="4316" y="8885"/>
                    <a:pt x="4505" y="9042"/>
                    <a:pt x="4694" y="9042"/>
                  </a:cubicBezTo>
                  <a:lnTo>
                    <a:pt x="5041" y="9042"/>
                  </a:lnTo>
                  <a:lnTo>
                    <a:pt x="5041" y="7625"/>
                  </a:lnTo>
                  <a:lnTo>
                    <a:pt x="4694" y="7625"/>
                  </a:lnTo>
                  <a:lnTo>
                    <a:pt x="4694" y="7593"/>
                  </a:lnTo>
                  <a:cubicBezTo>
                    <a:pt x="4096" y="7593"/>
                    <a:pt x="3655" y="7120"/>
                    <a:pt x="3655" y="6553"/>
                  </a:cubicBezTo>
                  <a:lnTo>
                    <a:pt x="3655" y="5860"/>
                  </a:lnTo>
                  <a:cubicBezTo>
                    <a:pt x="3655" y="5262"/>
                    <a:pt x="4127" y="4821"/>
                    <a:pt x="4694" y="4821"/>
                  </a:cubicBezTo>
                  <a:lnTo>
                    <a:pt x="5041" y="4821"/>
                  </a:lnTo>
                  <a:lnTo>
                    <a:pt x="5041" y="4474"/>
                  </a:lnTo>
                  <a:cubicBezTo>
                    <a:pt x="5041" y="4285"/>
                    <a:pt x="5198" y="4128"/>
                    <a:pt x="5387" y="4128"/>
                  </a:cubicBezTo>
                  <a:close/>
                  <a:moveTo>
                    <a:pt x="4379" y="0"/>
                  </a:moveTo>
                  <a:cubicBezTo>
                    <a:pt x="3623" y="0"/>
                    <a:pt x="2993" y="662"/>
                    <a:pt x="2993" y="1387"/>
                  </a:cubicBezTo>
                  <a:cubicBezTo>
                    <a:pt x="2993" y="2143"/>
                    <a:pt x="3623" y="2773"/>
                    <a:pt x="4379" y="2773"/>
                  </a:cubicBezTo>
                  <a:lnTo>
                    <a:pt x="4379" y="2899"/>
                  </a:lnTo>
                  <a:cubicBezTo>
                    <a:pt x="3781" y="3025"/>
                    <a:pt x="3277" y="3277"/>
                    <a:pt x="2804" y="3592"/>
                  </a:cubicBezTo>
                  <a:lnTo>
                    <a:pt x="2332" y="3056"/>
                  </a:lnTo>
                  <a:lnTo>
                    <a:pt x="2584" y="2804"/>
                  </a:lnTo>
                  <a:cubicBezTo>
                    <a:pt x="2710" y="2710"/>
                    <a:pt x="2710" y="2458"/>
                    <a:pt x="2615" y="2332"/>
                  </a:cubicBezTo>
                  <a:lnTo>
                    <a:pt x="1701" y="1292"/>
                  </a:lnTo>
                  <a:cubicBezTo>
                    <a:pt x="1630" y="1203"/>
                    <a:pt x="1529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6"/>
                  </a:lnTo>
                  <a:cubicBezTo>
                    <a:pt x="1090" y="3770"/>
                    <a:pt x="1183" y="3809"/>
                    <a:pt x="1279" y="3809"/>
                  </a:cubicBezTo>
                  <a:cubicBezTo>
                    <a:pt x="1365" y="3809"/>
                    <a:pt x="1453" y="3777"/>
                    <a:pt x="1512" y="3718"/>
                  </a:cubicBezTo>
                  <a:lnTo>
                    <a:pt x="1764" y="3497"/>
                  </a:lnTo>
                  <a:lnTo>
                    <a:pt x="2237" y="4033"/>
                  </a:lnTo>
                  <a:cubicBezTo>
                    <a:pt x="1418" y="4852"/>
                    <a:pt x="914" y="5986"/>
                    <a:pt x="914" y="7247"/>
                  </a:cubicBezTo>
                  <a:cubicBezTo>
                    <a:pt x="914" y="9735"/>
                    <a:pt x="2930" y="11815"/>
                    <a:pt x="5387" y="11815"/>
                  </a:cubicBezTo>
                  <a:cubicBezTo>
                    <a:pt x="7876" y="11815"/>
                    <a:pt x="9893" y="9798"/>
                    <a:pt x="9893" y="7247"/>
                  </a:cubicBezTo>
                  <a:cubicBezTo>
                    <a:pt x="9893" y="5986"/>
                    <a:pt x="9389" y="4852"/>
                    <a:pt x="8538" y="4033"/>
                  </a:cubicBezTo>
                  <a:lnTo>
                    <a:pt x="9011" y="3497"/>
                  </a:lnTo>
                  <a:lnTo>
                    <a:pt x="9294" y="3718"/>
                  </a:lnTo>
                  <a:cubicBezTo>
                    <a:pt x="9368" y="3777"/>
                    <a:pt x="9450" y="3809"/>
                    <a:pt x="9528" y="3809"/>
                  </a:cubicBezTo>
                  <a:cubicBezTo>
                    <a:pt x="9616" y="3809"/>
                    <a:pt x="9700" y="3770"/>
                    <a:pt x="9767" y="3686"/>
                  </a:cubicBezTo>
                  <a:lnTo>
                    <a:pt x="10680" y="2615"/>
                  </a:lnTo>
                  <a:cubicBezTo>
                    <a:pt x="10806" y="2458"/>
                    <a:pt x="10806" y="2269"/>
                    <a:pt x="10649" y="2143"/>
                  </a:cubicBezTo>
                  <a:lnTo>
                    <a:pt x="9578" y="1229"/>
                  </a:lnTo>
                  <a:cubicBezTo>
                    <a:pt x="9509" y="1188"/>
                    <a:pt x="9434" y="1165"/>
                    <a:pt x="9361" y="1165"/>
                  </a:cubicBezTo>
                  <a:cubicBezTo>
                    <a:pt x="9267" y="1165"/>
                    <a:pt x="9176" y="1203"/>
                    <a:pt x="9105" y="1292"/>
                  </a:cubicBezTo>
                  <a:lnTo>
                    <a:pt x="8191" y="2332"/>
                  </a:lnTo>
                  <a:cubicBezTo>
                    <a:pt x="8065" y="2489"/>
                    <a:pt x="8065" y="2710"/>
                    <a:pt x="8223" y="2804"/>
                  </a:cubicBezTo>
                  <a:lnTo>
                    <a:pt x="8506" y="3056"/>
                  </a:lnTo>
                  <a:lnTo>
                    <a:pt x="8034" y="3592"/>
                  </a:lnTo>
                  <a:cubicBezTo>
                    <a:pt x="7561" y="3245"/>
                    <a:pt x="7057" y="3025"/>
                    <a:pt x="6459" y="2899"/>
                  </a:cubicBezTo>
                  <a:lnTo>
                    <a:pt x="6459" y="2773"/>
                  </a:lnTo>
                  <a:cubicBezTo>
                    <a:pt x="7215" y="2773"/>
                    <a:pt x="7845" y="2143"/>
                    <a:pt x="7845" y="1387"/>
                  </a:cubicBezTo>
                  <a:cubicBezTo>
                    <a:pt x="7845" y="662"/>
                    <a:pt x="7215" y="0"/>
                    <a:pt x="6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4" name="Google Shape;614;p25"/>
          <p:cNvGrpSpPr/>
          <p:nvPr/>
        </p:nvGrpSpPr>
        <p:grpSpPr>
          <a:xfrm>
            <a:off x="4760850" y="3711682"/>
            <a:ext cx="269903" cy="178236"/>
            <a:chOff x="5358450" y="4015675"/>
            <a:chExt cx="289875" cy="191425"/>
          </a:xfrm>
        </p:grpSpPr>
        <p:sp>
          <p:nvSpPr>
            <p:cNvPr id="615" name="Google Shape;615;p25"/>
            <p:cNvSpPr/>
            <p:nvPr/>
          </p:nvSpPr>
          <p:spPr>
            <a:xfrm>
              <a:off x="5358450" y="4015675"/>
              <a:ext cx="289875" cy="89025"/>
            </a:xfrm>
            <a:custGeom>
              <a:rect b="b" l="l" r="r" t="t"/>
              <a:pathLst>
                <a:path extrusionOk="0" h="3561" w="11595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5494725" y="4101525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5460050" y="4077125"/>
              <a:ext cx="86675" cy="78000"/>
            </a:xfrm>
            <a:custGeom>
              <a:rect b="b" l="l" r="r" t="t"/>
              <a:pathLst>
                <a:path extrusionOk="0" h="3120" w="3467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5362400" y="4084200"/>
              <a:ext cx="282000" cy="122900"/>
            </a:xfrm>
            <a:custGeom>
              <a:rect b="b" l="l" r="r" t="t"/>
              <a:pathLst>
                <a:path extrusionOk="0" h="4916" w="1128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25"/>
          <p:cNvGrpSpPr/>
          <p:nvPr/>
        </p:nvGrpSpPr>
        <p:grpSpPr>
          <a:xfrm>
            <a:off x="4757917" y="2499238"/>
            <a:ext cx="275769" cy="275024"/>
            <a:chOff x="2037825" y="3981825"/>
            <a:chExt cx="296175" cy="295375"/>
          </a:xfrm>
        </p:grpSpPr>
        <p:sp>
          <p:nvSpPr>
            <p:cNvPr id="620" name="Google Shape;620;p25"/>
            <p:cNvSpPr/>
            <p:nvPr/>
          </p:nvSpPr>
          <p:spPr>
            <a:xfrm>
              <a:off x="2072500" y="4085775"/>
              <a:ext cx="88225" cy="86675"/>
            </a:xfrm>
            <a:custGeom>
              <a:rect b="b" l="l" r="r" t="t"/>
              <a:pathLst>
                <a:path extrusionOk="0" h="3467" w="3529">
                  <a:moveTo>
                    <a:pt x="1764" y="1"/>
                  </a:moveTo>
                  <a:cubicBezTo>
                    <a:pt x="819" y="1"/>
                    <a:pt x="0" y="788"/>
                    <a:pt x="0" y="1734"/>
                  </a:cubicBezTo>
                  <a:cubicBezTo>
                    <a:pt x="0" y="2679"/>
                    <a:pt x="819" y="3466"/>
                    <a:pt x="1764" y="3466"/>
                  </a:cubicBezTo>
                  <a:cubicBezTo>
                    <a:pt x="2709" y="3466"/>
                    <a:pt x="3529" y="2679"/>
                    <a:pt x="3529" y="1734"/>
                  </a:cubicBezTo>
                  <a:cubicBezTo>
                    <a:pt x="3529" y="788"/>
                    <a:pt x="2741" y="1"/>
                    <a:pt x="1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5"/>
            <p:cNvSpPr/>
            <p:nvPr/>
          </p:nvSpPr>
          <p:spPr>
            <a:xfrm>
              <a:off x="2176450" y="3981825"/>
              <a:ext cx="157550" cy="155975"/>
            </a:xfrm>
            <a:custGeom>
              <a:rect b="b" l="l" r="r" t="t"/>
              <a:pathLst>
                <a:path extrusionOk="0" h="6239" w="6302">
                  <a:moveTo>
                    <a:pt x="3151" y="1733"/>
                  </a:moveTo>
                  <a:cubicBezTo>
                    <a:pt x="3372" y="1733"/>
                    <a:pt x="3529" y="1890"/>
                    <a:pt x="3529" y="2079"/>
                  </a:cubicBezTo>
                  <a:cubicBezTo>
                    <a:pt x="3529" y="2268"/>
                    <a:pt x="3372" y="2426"/>
                    <a:pt x="3151" y="2426"/>
                  </a:cubicBezTo>
                  <a:cubicBezTo>
                    <a:pt x="2962" y="2426"/>
                    <a:pt x="2805" y="2268"/>
                    <a:pt x="2805" y="2079"/>
                  </a:cubicBezTo>
                  <a:cubicBezTo>
                    <a:pt x="2805" y="1890"/>
                    <a:pt x="2962" y="1733"/>
                    <a:pt x="3151" y="1733"/>
                  </a:cubicBezTo>
                  <a:close/>
                  <a:moveTo>
                    <a:pt x="3151" y="2773"/>
                  </a:moveTo>
                  <a:cubicBezTo>
                    <a:pt x="3372" y="2773"/>
                    <a:pt x="3529" y="2930"/>
                    <a:pt x="3529" y="3151"/>
                  </a:cubicBezTo>
                  <a:lnTo>
                    <a:pt x="3529" y="4505"/>
                  </a:lnTo>
                  <a:cubicBezTo>
                    <a:pt x="3529" y="4726"/>
                    <a:pt x="3372" y="4883"/>
                    <a:pt x="3151" y="4883"/>
                  </a:cubicBezTo>
                  <a:cubicBezTo>
                    <a:pt x="2962" y="4883"/>
                    <a:pt x="2805" y="4726"/>
                    <a:pt x="2805" y="4505"/>
                  </a:cubicBezTo>
                  <a:lnTo>
                    <a:pt x="2805" y="3151"/>
                  </a:lnTo>
                  <a:cubicBezTo>
                    <a:pt x="2805" y="2930"/>
                    <a:pt x="2962" y="2773"/>
                    <a:pt x="3151" y="2773"/>
                  </a:cubicBezTo>
                  <a:close/>
                  <a:moveTo>
                    <a:pt x="3151" y="0"/>
                  </a:moveTo>
                  <a:cubicBezTo>
                    <a:pt x="1418" y="0"/>
                    <a:pt x="64" y="1418"/>
                    <a:pt x="64" y="3088"/>
                  </a:cubicBezTo>
                  <a:cubicBezTo>
                    <a:pt x="64" y="3655"/>
                    <a:pt x="158" y="4159"/>
                    <a:pt x="442" y="4631"/>
                  </a:cubicBezTo>
                  <a:lnTo>
                    <a:pt x="64" y="5765"/>
                  </a:lnTo>
                  <a:cubicBezTo>
                    <a:pt x="1" y="5892"/>
                    <a:pt x="64" y="6018"/>
                    <a:pt x="127" y="6112"/>
                  </a:cubicBezTo>
                  <a:cubicBezTo>
                    <a:pt x="190" y="6207"/>
                    <a:pt x="379" y="6238"/>
                    <a:pt x="473" y="6238"/>
                  </a:cubicBezTo>
                  <a:lnTo>
                    <a:pt x="1796" y="5923"/>
                  </a:lnTo>
                  <a:cubicBezTo>
                    <a:pt x="2206" y="6175"/>
                    <a:pt x="2679" y="6238"/>
                    <a:pt x="3214" y="6238"/>
                  </a:cubicBezTo>
                  <a:cubicBezTo>
                    <a:pt x="4947" y="6238"/>
                    <a:pt x="6302" y="4820"/>
                    <a:pt x="6302" y="3119"/>
                  </a:cubicBezTo>
                  <a:cubicBezTo>
                    <a:pt x="6270" y="1418"/>
                    <a:pt x="4884" y="0"/>
                    <a:pt x="3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5"/>
            <p:cNvSpPr/>
            <p:nvPr/>
          </p:nvSpPr>
          <p:spPr>
            <a:xfrm>
              <a:off x="2037825" y="4168475"/>
              <a:ext cx="157550" cy="108725"/>
            </a:xfrm>
            <a:custGeom>
              <a:rect b="b" l="l" r="r" t="t"/>
              <a:pathLst>
                <a:path extrusionOk="0" h="4349" w="6302">
                  <a:moveTo>
                    <a:pt x="1356" y="1"/>
                  </a:moveTo>
                  <a:cubicBezTo>
                    <a:pt x="568" y="568"/>
                    <a:pt x="1" y="1513"/>
                    <a:pt x="1" y="2553"/>
                  </a:cubicBezTo>
                  <a:lnTo>
                    <a:pt x="1" y="3970"/>
                  </a:lnTo>
                  <a:cubicBezTo>
                    <a:pt x="1" y="4222"/>
                    <a:pt x="158" y="4348"/>
                    <a:pt x="347" y="4348"/>
                  </a:cubicBezTo>
                  <a:lnTo>
                    <a:pt x="5955" y="4348"/>
                  </a:lnTo>
                  <a:cubicBezTo>
                    <a:pt x="6144" y="4348"/>
                    <a:pt x="6302" y="4191"/>
                    <a:pt x="6302" y="3970"/>
                  </a:cubicBezTo>
                  <a:lnTo>
                    <a:pt x="6302" y="2553"/>
                  </a:lnTo>
                  <a:cubicBezTo>
                    <a:pt x="6302" y="1513"/>
                    <a:pt x="5798" y="599"/>
                    <a:pt x="4947" y="1"/>
                  </a:cubicBezTo>
                  <a:cubicBezTo>
                    <a:pt x="4538" y="505"/>
                    <a:pt x="3844" y="820"/>
                    <a:pt x="3151" y="820"/>
                  </a:cubicBezTo>
                  <a:cubicBezTo>
                    <a:pt x="2427" y="820"/>
                    <a:pt x="1765" y="505"/>
                    <a:pt x="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3" name="Google Shape;623;p25"/>
          <p:cNvSpPr/>
          <p:nvPr/>
        </p:nvSpPr>
        <p:spPr>
          <a:xfrm>
            <a:off x="1493719" y="3632534"/>
            <a:ext cx="141812" cy="34289"/>
          </a:xfrm>
          <a:custGeom>
            <a:rect b="b" l="l" r="r" t="t"/>
            <a:pathLst>
              <a:path extrusionOk="0" h="45719" w="189083">
                <a:moveTo>
                  <a:pt x="188030" y="9620"/>
                </a:moveTo>
                <a:cubicBezTo>
                  <a:pt x="187839" y="4286"/>
                  <a:pt x="183362" y="0"/>
                  <a:pt x="178028" y="0"/>
                </a:cubicBezTo>
                <a:lnTo>
                  <a:pt x="10007" y="0"/>
                </a:lnTo>
                <a:cubicBezTo>
                  <a:pt x="4292" y="0"/>
                  <a:pt x="-185" y="4763"/>
                  <a:pt x="6" y="10382"/>
                </a:cubicBezTo>
                <a:lnTo>
                  <a:pt x="1054" y="36100"/>
                </a:lnTo>
                <a:cubicBezTo>
                  <a:pt x="1244" y="41529"/>
                  <a:pt x="5721" y="45720"/>
                  <a:pt x="11055" y="45720"/>
                </a:cubicBezTo>
                <a:lnTo>
                  <a:pt x="179076" y="45148"/>
                </a:lnTo>
                <a:cubicBezTo>
                  <a:pt x="184791" y="45148"/>
                  <a:pt x="189268" y="40386"/>
                  <a:pt x="189077" y="34766"/>
                </a:cubicBezTo>
                <a:lnTo>
                  <a:pt x="188030" y="9620"/>
                </a:lnTo>
                <a:close/>
              </a:path>
            </a:pathLst>
          </a:custGeom>
          <a:solidFill>
            <a:srgbClr val="F5BD2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4" name="Google Shape;624;p25"/>
          <p:cNvGrpSpPr/>
          <p:nvPr/>
        </p:nvGrpSpPr>
        <p:grpSpPr>
          <a:xfrm>
            <a:off x="1138034" y="3026376"/>
            <a:ext cx="853182" cy="716028"/>
            <a:chOff x="1156377" y="3026376"/>
            <a:chExt cx="853182" cy="716028"/>
          </a:xfrm>
        </p:grpSpPr>
        <p:sp>
          <p:nvSpPr>
            <p:cNvPr id="625" name="Google Shape;625;p25"/>
            <p:cNvSpPr/>
            <p:nvPr/>
          </p:nvSpPr>
          <p:spPr>
            <a:xfrm>
              <a:off x="1218360" y="3191020"/>
              <a:ext cx="638905" cy="475184"/>
            </a:xfrm>
            <a:custGeom>
              <a:rect b="b" l="l" r="r" t="t"/>
              <a:pathLst>
                <a:path extrusionOk="0" h="633579" w="851874">
                  <a:moveTo>
                    <a:pt x="761714" y="12168"/>
                  </a:moveTo>
                  <a:cubicBezTo>
                    <a:pt x="536638" y="-4405"/>
                    <a:pt x="243268" y="-405"/>
                    <a:pt x="94869" y="3215"/>
                  </a:cubicBezTo>
                  <a:cubicBezTo>
                    <a:pt x="42005" y="4453"/>
                    <a:pt x="0" y="47697"/>
                    <a:pt x="0" y="100465"/>
                  </a:cubicBezTo>
                  <a:lnTo>
                    <a:pt x="0" y="536234"/>
                  </a:lnTo>
                  <a:cubicBezTo>
                    <a:pt x="0" y="589955"/>
                    <a:pt x="43529" y="633579"/>
                    <a:pt x="97346" y="633579"/>
                  </a:cubicBezTo>
                  <a:lnTo>
                    <a:pt x="740188" y="633579"/>
                  </a:lnTo>
                  <a:cubicBezTo>
                    <a:pt x="792670" y="633579"/>
                    <a:pt x="835724" y="591955"/>
                    <a:pt x="837438" y="539568"/>
                  </a:cubicBezTo>
                  <a:lnTo>
                    <a:pt x="851821" y="112562"/>
                  </a:lnTo>
                  <a:cubicBezTo>
                    <a:pt x="853535" y="60365"/>
                    <a:pt x="813816" y="16074"/>
                    <a:pt x="761714" y="122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 rot="-892195">
              <a:off x="1293931" y="3101177"/>
              <a:ext cx="625393" cy="325164"/>
            </a:xfrm>
            <a:custGeom>
              <a:rect b="b" l="l" r="r" t="t"/>
              <a:pathLst>
                <a:path extrusionOk="0" h="433482" w="833723">
                  <a:moveTo>
                    <a:pt x="801243" y="0"/>
                  </a:moveTo>
                  <a:cubicBezTo>
                    <a:pt x="819182" y="0"/>
                    <a:pt x="833723" y="14542"/>
                    <a:pt x="833723" y="32480"/>
                  </a:cubicBezTo>
                  <a:lnTo>
                    <a:pt x="833723" y="401003"/>
                  </a:lnTo>
                  <a:cubicBezTo>
                    <a:pt x="833723" y="418941"/>
                    <a:pt x="819182" y="433483"/>
                    <a:pt x="801243" y="433483"/>
                  </a:cubicBezTo>
                  <a:lnTo>
                    <a:pt x="32480" y="433483"/>
                  </a:lnTo>
                  <a:cubicBezTo>
                    <a:pt x="14542" y="433483"/>
                    <a:pt x="0" y="418941"/>
                    <a:pt x="0" y="401002"/>
                  </a:cubicBezTo>
                  <a:lnTo>
                    <a:pt x="0" y="32480"/>
                  </a:lnTo>
                  <a:cubicBezTo>
                    <a:pt x="0" y="14542"/>
                    <a:pt x="14542" y="0"/>
                    <a:pt x="324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5"/>
            <p:cNvSpPr/>
            <p:nvPr/>
          </p:nvSpPr>
          <p:spPr>
            <a:xfrm>
              <a:off x="1268195" y="3130114"/>
              <a:ext cx="207697" cy="365431"/>
            </a:xfrm>
            <a:custGeom>
              <a:rect b="b" l="l" r="r" t="t"/>
              <a:pathLst>
                <a:path extrusionOk="0" h="487241" w="276929">
                  <a:moveTo>
                    <a:pt x="276929" y="0"/>
                  </a:moveTo>
                  <a:lnTo>
                    <a:pt x="24136" y="67246"/>
                  </a:lnTo>
                  <a:cubicBezTo>
                    <a:pt x="6800" y="71819"/>
                    <a:pt x="-3487" y="89630"/>
                    <a:pt x="1085" y="106966"/>
                  </a:cubicBezTo>
                  <a:lnTo>
                    <a:pt x="95859" y="463105"/>
                  </a:lnTo>
                  <a:cubicBezTo>
                    <a:pt x="100431" y="480441"/>
                    <a:pt x="118243" y="490728"/>
                    <a:pt x="135578" y="486156"/>
                  </a:cubicBezTo>
                  <a:lnTo>
                    <a:pt x="276929" y="448533"/>
                  </a:lnTo>
                </a:path>
              </a:pathLst>
            </a:custGeom>
            <a:solidFill>
              <a:schemeClr val="accent4"/>
            </a:solidFill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5"/>
            <p:cNvSpPr/>
            <p:nvPr/>
          </p:nvSpPr>
          <p:spPr>
            <a:xfrm>
              <a:off x="1323659" y="3080179"/>
              <a:ext cx="577143" cy="372761"/>
            </a:xfrm>
            <a:custGeom>
              <a:rect b="b" l="l" r="r" t="t"/>
              <a:pathLst>
                <a:path extrusionOk="0" h="497014" w="769524">
                  <a:moveTo>
                    <a:pt x="16764" y="169640"/>
                  </a:moveTo>
                  <a:lnTo>
                    <a:pt x="654272" y="0"/>
                  </a:lnTo>
                  <a:cubicBezTo>
                    <a:pt x="662464" y="53626"/>
                    <a:pt x="703040" y="40291"/>
                    <a:pt x="703040" y="40291"/>
                  </a:cubicBezTo>
                  <a:lnTo>
                    <a:pt x="769525" y="290322"/>
                  </a:lnTo>
                  <a:cubicBezTo>
                    <a:pt x="723709" y="288512"/>
                    <a:pt x="734377" y="337756"/>
                    <a:pt x="734377" y="337756"/>
                  </a:cubicBezTo>
                  <a:lnTo>
                    <a:pt x="97822" y="497014"/>
                  </a:lnTo>
                  <a:cubicBezTo>
                    <a:pt x="97441" y="445103"/>
                    <a:pt x="61532" y="457200"/>
                    <a:pt x="61532" y="457200"/>
                  </a:cubicBezTo>
                  <a:lnTo>
                    <a:pt x="0" y="226123"/>
                  </a:lnTo>
                  <a:cubicBezTo>
                    <a:pt x="57722" y="231077"/>
                    <a:pt x="16859" y="169640"/>
                    <a:pt x="16859" y="16964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1517969" y="3178346"/>
              <a:ext cx="165259" cy="167528"/>
            </a:xfrm>
            <a:custGeom>
              <a:rect b="b" l="l" r="r" t="t"/>
              <a:pathLst>
                <a:path extrusionOk="0" h="223370" w="220345">
                  <a:moveTo>
                    <a:pt x="0" y="118286"/>
                  </a:moveTo>
                  <a:cubicBezTo>
                    <a:pt x="2096" y="167244"/>
                    <a:pt x="40862" y="212202"/>
                    <a:pt x="88963" y="221537"/>
                  </a:cubicBezTo>
                  <a:cubicBezTo>
                    <a:pt x="137065" y="230871"/>
                    <a:pt x="189833" y="203725"/>
                    <a:pt x="210121" y="159148"/>
                  </a:cubicBezTo>
                  <a:cubicBezTo>
                    <a:pt x="220504" y="136288"/>
                    <a:pt x="222790" y="109999"/>
                    <a:pt x="217837" y="85329"/>
                  </a:cubicBezTo>
                  <a:cubicBezTo>
                    <a:pt x="212027" y="56659"/>
                    <a:pt x="195739" y="29417"/>
                    <a:pt x="170879" y="13892"/>
                  </a:cubicBezTo>
                  <a:cubicBezTo>
                    <a:pt x="116586" y="-20112"/>
                    <a:pt x="37719" y="12463"/>
                    <a:pt x="11240" y="66660"/>
                  </a:cubicBezTo>
                  <a:cubicBezTo>
                    <a:pt x="3429" y="82567"/>
                    <a:pt x="-667" y="100379"/>
                    <a:pt x="95" y="11819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1399320" y="3252272"/>
              <a:ext cx="81438" cy="112513"/>
            </a:xfrm>
            <a:custGeom>
              <a:rect b="b" l="l" r="r" t="t"/>
              <a:pathLst>
                <a:path extrusionOk="0" h="150018" w="108584">
                  <a:moveTo>
                    <a:pt x="99238" y="72676"/>
                  </a:moveTo>
                  <a:cubicBezTo>
                    <a:pt x="95523" y="69152"/>
                    <a:pt x="91142" y="66580"/>
                    <a:pt x="86188" y="65056"/>
                  </a:cubicBezTo>
                  <a:cubicBezTo>
                    <a:pt x="81236" y="63437"/>
                    <a:pt x="75997" y="62484"/>
                    <a:pt x="70568" y="62103"/>
                  </a:cubicBezTo>
                  <a:cubicBezTo>
                    <a:pt x="65138" y="61722"/>
                    <a:pt x="59900" y="61341"/>
                    <a:pt x="54756" y="61151"/>
                  </a:cubicBezTo>
                  <a:cubicBezTo>
                    <a:pt x="54470" y="61151"/>
                    <a:pt x="54280" y="61151"/>
                    <a:pt x="53994" y="61151"/>
                  </a:cubicBezTo>
                  <a:lnTo>
                    <a:pt x="47327" y="36004"/>
                  </a:lnTo>
                  <a:cubicBezTo>
                    <a:pt x="48660" y="35814"/>
                    <a:pt x="49994" y="35814"/>
                    <a:pt x="51422" y="35814"/>
                  </a:cubicBezTo>
                  <a:cubicBezTo>
                    <a:pt x="53899" y="36004"/>
                    <a:pt x="56089" y="36671"/>
                    <a:pt x="58185" y="37814"/>
                  </a:cubicBezTo>
                  <a:cubicBezTo>
                    <a:pt x="60185" y="38957"/>
                    <a:pt x="61804" y="40767"/>
                    <a:pt x="62947" y="43244"/>
                  </a:cubicBezTo>
                  <a:lnTo>
                    <a:pt x="89427" y="31052"/>
                  </a:lnTo>
                  <a:cubicBezTo>
                    <a:pt x="86093" y="24860"/>
                    <a:pt x="81807" y="20098"/>
                    <a:pt x="76663" y="16764"/>
                  </a:cubicBezTo>
                  <a:cubicBezTo>
                    <a:pt x="71520" y="13335"/>
                    <a:pt x="65519" y="11335"/>
                    <a:pt x="58756" y="10668"/>
                  </a:cubicBezTo>
                  <a:cubicBezTo>
                    <a:pt x="53232" y="10096"/>
                    <a:pt x="47231" y="10573"/>
                    <a:pt x="40850" y="11906"/>
                  </a:cubicBezTo>
                  <a:lnTo>
                    <a:pt x="37706" y="0"/>
                  </a:lnTo>
                  <a:lnTo>
                    <a:pt x="26753" y="2858"/>
                  </a:lnTo>
                  <a:lnTo>
                    <a:pt x="29991" y="14954"/>
                  </a:lnTo>
                  <a:cubicBezTo>
                    <a:pt x="24276" y="17050"/>
                    <a:pt x="19228" y="19717"/>
                    <a:pt x="14846" y="22955"/>
                  </a:cubicBezTo>
                  <a:cubicBezTo>
                    <a:pt x="8846" y="27432"/>
                    <a:pt x="4654" y="32861"/>
                    <a:pt x="2083" y="39243"/>
                  </a:cubicBezTo>
                  <a:cubicBezTo>
                    <a:pt x="-394" y="45625"/>
                    <a:pt x="-679" y="52578"/>
                    <a:pt x="1321" y="60198"/>
                  </a:cubicBezTo>
                  <a:cubicBezTo>
                    <a:pt x="2845" y="66485"/>
                    <a:pt x="5417" y="71342"/>
                    <a:pt x="8941" y="74867"/>
                  </a:cubicBezTo>
                  <a:cubicBezTo>
                    <a:pt x="12465" y="78391"/>
                    <a:pt x="16561" y="80867"/>
                    <a:pt x="21323" y="82391"/>
                  </a:cubicBezTo>
                  <a:cubicBezTo>
                    <a:pt x="26086" y="83915"/>
                    <a:pt x="31039" y="84868"/>
                    <a:pt x="36182" y="85344"/>
                  </a:cubicBezTo>
                  <a:cubicBezTo>
                    <a:pt x="40469" y="85725"/>
                    <a:pt x="44660" y="85915"/>
                    <a:pt x="48755" y="85915"/>
                  </a:cubicBezTo>
                  <a:lnTo>
                    <a:pt x="55994" y="113062"/>
                  </a:lnTo>
                  <a:cubicBezTo>
                    <a:pt x="55232" y="113062"/>
                    <a:pt x="54565" y="113062"/>
                    <a:pt x="53804" y="113062"/>
                  </a:cubicBezTo>
                  <a:cubicBezTo>
                    <a:pt x="50946" y="112871"/>
                    <a:pt x="48374" y="112014"/>
                    <a:pt x="46088" y="110490"/>
                  </a:cubicBezTo>
                  <a:cubicBezTo>
                    <a:pt x="43802" y="108966"/>
                    <a:pt x="41897" y="106585"/>
                    <a:pt x="40373" y="103346"/>
                  </a:cubicBezTo>
                  <a:lnTo>
                    <a:pt x="13798" y="116396"/>
                  </a:lnTo>
                  <a:cubicBezTo>
                    <a:pt x="17037" y="123063"/>
                    <a:pt x="21514" y="128302"/>
                    <a:pt x="27229" y="131921"/>
                  </a:cubicBezTo>
                  <a:cubicBezTo>
                    <a:pt x="32944" y="135636"/>
                    <a:pt x="39516" y="137731"/>
                    <a:pt x="47041" y="138398"/>
                  </a:cubicBezTo>
                  <a:cubicBezTo>
                    <a:pt x="51994" y="138875"/>
                    <a:pt x="57137" y="138589"/>
                    <a:pt x="62567" y="137731"/>
                  </a:cubicBezTo>
                  <a:lnTo>
                    <a:pt x="65805" y="150019"/>
                  </a:lnTo>
                  <a:lnTo>
                    <a:pt x="76759" y="147066"/>
                  </a:lnTo>
                  <a:lnTo>
                    <a:pt x="73615" y="135255"/>
                  </a:lnTo>
                  <a:cubicBezTo>
                    <a:pt x="82855" y="132588"/>
                    <a:pt x="90189" y="128873"/>
                    <a:pt x="95523" y="124301"/>
                  </a:cubicBezTo>
                  <a:cubicBezTo>
                    <a:pt x="101333" y="119253"/>
                    <a:pt x="105238" y="113633"/>
                    <a:pt x="107144" y="107252"/>
                  </a:cubicBezTo>
                  <a:cubicBezTo>
                    <a:pt x="109048" y="100965"/>
                    <a:pt x="109048" y="94393"/>
                    <a:pt x="107239" y="87535"/>
                  </a:cubicBezTo>
                  <a:cubicBezTo>
                    <a:pt x="105524" y="81153"/>
                    <a:pt x="102857" y="76200"/>
                    <a:pt x="99143" y="72676"/>
                  </a:cubicBezTo>
                  <a:close/>
                  <a:moveTo>
                    <a:pt x="36182" y="57436"/>
                  </a:moveTo>
                  <a:cubicBezTo>
                    <a:pt x="34087" y="56293"/>
                    <a:pt x="32658" y="54388"/>
                    <a:pt x="31991" y="51911"/>
                  </a:cubicBezTo>
                  <a:cubicBezTo>
                    <a:pt x="31420" y="49625"/>
                    <a:pt x="31515" y="47435"/>
                    <a:pt x="32563" y="45244"/>
                  </a:cubicBezTo>
                  <a:cubicBezTo>
                    <a:pt x="33420" y="43339"/>
                    <a:pt x="34849" y="41624"/>
                    <a:pt x="36659" y="40100"/>
                  </a:cubicBezTo>
                  <a:lnTo>
                    <a:pt x="41802" y="59436"/>
                  </a:lnTo>
                  <a:cubicBezTo>
                    <a:pt x="39611" y="58960"/>
                    <a:pt x="37706" y="58293"/>
                    <a:pt x="36182" y="57340"/>
                  </a:cubicBezTo>
                  <a:close/>
                  <a:moveTo>
                    <a:pt x="74473" y="105251"/>
                  </a:moveTo>
                  <a:cubicBezTo>
                    <a:pt x="72758" y="107442"/>
                    <a:pt x="70282" y="109156"/>
                    <a:pt x="67043" y="110490"/>
                  </a:cubicBezTo>
                  <a:lnTo>
                    <a:pt x="60662" y="86392"/>
                  </a:lnTo>
                  <a:cubicBezTo>
                    <a:pt x="61614" y="86392"/>
                    <a:pt x="62567" y="86582"/>
                    <a:pt x="63424" y="86678"/>
                  </a:cubicBezTo>
                  <a:cubicBezTo>
                    <a:pt x="66948" y="87059"/>
                    <a:pt x="69805" y="87821"/>
                    <a:pt x="72092" y="89154"/>
                  </a:cubicBezTo>
                  <a:cubicBezTo>
                    <a:pt x="74378" y="90392"/>
                    <a:pt x="75902" y="92488"/>
                    <a:pt x="76663" y="95345"/>
                  </a:cubicBezTo>
                  <a:cubicBezTo>
                    <a:pt x="77616" y="98965"/>
                    <a:pt x="76949" y="102203"/>
                    <a:pt x="74568" y="105251"/>
                  </a:cubicBezTo>
                  <a:close/>
                </a:path>
              </a:pathLst>
            </a:custGeom>
            <a:solidFill>
              <a:srgbClr val="00DC7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5"/>
            <p:cNvSpPr/>
            <p:nvPr/>
          </p:nvSpPr>
          <p:spPr>
            <a:xfrm>
              <a:off x="1737506" y="3162260"/>
              <a:ext cx="81438" cy="112585"/>
            </a:xfrm>
            <a:custGeom>
              <a:rect b="b" l="l" r="r" t="t"/>
              <a:pathLst>
                <a:path extrusionOk="0" h="150114" w="108584">
                  <a:moveTo>
                    <a:pt x="99238" y="72676"/>
                  </a:moveTo>
                  <a:cubicBezTo>
                    <a:pt x="95523" y="69152"/>
                    <a:pt x="91142" y="66580"/>
                    <a:pt x="86188" y="65056"/>
                  </a:cubicBezTo>
                  <a:cubicBezTo>
                    <a:pt x="81236" y="63437"/>
                    <a:pt x="75997" y="62484"/>
                    <a:pt x="70568" y="62103"/>
                  </a:cubicBezTo>
                  <a:cubicBezTo>
                    <a:pt x="65138" y="61722"/>
                    <a:pt x="59900" y="61341"/>
                    <a:pt x="54756" y="61151"/>
                  </a:cubicBezTo>
                  <a:cubicBezTo>
                    <a:pt x="54470" y="61151"/>
                    <a:pt x="54280" y="61151"/>
                    <a:pt x="53994" y="61151"/>
                  </a:cubicBezTo>
                  <a:lnTo>
                    <a:pt x="47327" y="36004"/>
                  </a:lnTo>
                  <a:cubicBezTo>
                    <a:pt x="48660" y="35814"/>
                    <a:pt x="49994" y="35814"/>
                    <a:pt x="51422" y="35814"/>
                  </a:cubicBezTo>
                  <a:cubicBezTo>
                    <a:pt x="53899" y="36004"/>
                    <a:pt x="56089" y="36671"/>
                    <a:pt x="58185" y="37814"/>
                  </a:cubicBezTo>
                  <a:cubicBezTo>
                    <a:pt x="60185" y="38957"/>
                    <a:pt x="61804" y="40767"/>
                    <a:pt x="62947" y="43244"/>
                  </a:cubicBezTo>
                  <a:lnTo>
                    <a:pt x="89427" y="31052"/>
                  </a:lnTo>
                  <a:cubicBezTo>
                    <a:pt x="86093" y="24860"/>
                    <a:pt x="81807" y="20098"/>
                    <a:pt x="76663" y="16764"/>
                  </a:cubicBezTo>
                  <a:cubicBezTo>
                    <a:pt x="71520" y="13335"/>
                    <a:pt x="65519" y="11335"/>
                    <a:pt x="58756" y="10668"/>
                  </a:cubicBezTo>
                  <a:cubicBezTo>
                    <a:pt x="53232" y="10096"/>
                    <a:pt x="47231" y="10573"/>
                    <a:pt x="40850" y="11906"/>
                  </a:cubicBezTo>
                  <a:lnTo>
                    <a:pt x="37706" y="0"/>
                  </a:lnTo>
                  <a:lnTo>
                    <a:pt x="26753" y="2953"/>
                  </a:lnTo>
                  <a:lnTo>
                    <a:pt x="29991" y="15050"/>
                  </a:lnTo>
                  <a:cubicBezTo>
                    <a:pt x="24276" y="17145"/>
                    <a:pt x="19228" y="19812"/>
                    <a:pt x="14846" y="23051"/>
                  </a:cubicBezTo>
                  <a:cubicBezTo>
                    <a:pt x="8846" y="27527"/>
                    <a:pt x="4654" y="32957"/>
                    <a:pt x="2083" y="39338"/>
                  </a:cubicBezTo>
                  <a:cubicBezTo>
                    <a:pt x="-394" y="45720"/>
                    <a:pt x="-679" y="52673"/>
                    <a:pt x="1321" y="60293"/>
                  </a:cubicBezTo>
                  <a:cubicBezTo>
                    <a:pt x="2845" y="66580"/>
                    <a:pt x="5417" y="71438"/>
                    <a:pt x="8941" y="74962"/>
                  </a:cubicBezTo>
                  <a:cubicBezTo>
                    <a:pt x="12465" y="78486"/>
                    <a:pt x="16561" y="80963"/>
                    <a:pt x="21323" y="82487"/>
                  </a:cubicBezTo>
                  <a:cubicBezTo>
                    <a:pt x="26086" y="84011"/>
                    <a:pt x="31039" y="84963"/>
                    <a:pt x="36182" y="85439"/>
                  </a:cubicBezTo>
                  <a:cubicBezTo>
                    <a:pt x="40469" y="85820"/>
                    <a:pt x="44660" y="86011"/>
                    <a:pt x="48755" y="86011"/>
                  </a:cubicBezTo>
                  <a:lnTo>
                    <a:pt x="55994" y="113157"/>
                  </a:lnTo>
                  <a:cubicBezTo>
                    <a:pt x="55232" y="113157"/>
                    <a:pt x="54566" y="113157"/>
                    <a:pt x="53804" y="113157"/>
                  </a:cubicBezTo>
                  <a:cubicBezTo>
                    <a:pt x="50946" y="112967"/>
                    <a:pt x="48374" y="112109"/>
                    <a:pt x="46088" y="110585"/>
                  </a:cubicBezTo>
                  <a:cubicBezTo>
                    <a:pt x="43802" y="109061"/>
                    <a:pt x="41897" y="106680"/>
                    <a:pt x="40373" y="103442"/>
                  </a:cubicBezTo>
                  <a:lnTo>
                    <a:pt x="13799" y="116491"/>
                  </a:lnTo>
                  <a:cubicBezTo>
                    <a:pt x="17037" y="123158"/>
                    <a:pt x="21514" y="128397"/>
                    <a:pt x="27229" y="132017"/>
                  </a:cubicBezTo>
                  <a:cubicBezTo>
                    <a:pt x="32944" y="135731"/>
                    <a:pt x="39516" y="137827"/>
                    <a:pt x="47041" y="138494"/>
                  </a:cubicBezTo>
                  <a:cubicBezTo>
                    <a:pt x="51994" y="138970"/>
                    <a:pt x="57137" y="138684"/>
                    <a:pt x="62567" y="137827"/>
                  </a:cubicBezTo>
                  <a:lnTo>
                    <a:pt x="65805" y="150114"/>
                  </a:lnTo>
                  <a:lnTo>
                    <a:pt x="76759" y="147257"/>
                  </a:lnTo>
                  <a:lnTo>
                    <a:pt x="73616" y="135446"/>
                  </a:lnTo>
                  <a:cubicBezTo>
                    <a:pt x="82855" y="132779"/>
                    <a:pt x="90189" y="129064"/>
                    <a:pt x="95523" y="124492"/>
                  </a:cubicBezTo>
                  <a:cubicBezTo>
                    <a:pt x="101333" y="119444"/>
                    <a:pt x="105238" y="113824"/>
                    <a:pt x="107144" y="107442"/>
                  </a:cubicBezTo>
                  <a:cubicBezTo>
                    <a:pt x="109049" y="101155"/>
                    <a:pt x="109049" y="94583"/>
                    <a:pt x="107239" y="87725"/>
                  </a:cubicBezTo>
                  <a:cubicBezTo>
                    <a:pt x="105524" y="81344"/>
                    <a:pt x="102857" y="76391"/>
                    <a:pt x="99143" y="72866"/>
                  </a:cubicBezTo>
                  <a:close/>
                  <a:moveTo>
                    <a:pt x="36182" y="57436"/>
                  </a:moveTo>
                  <a:cubicBezTo>
                    <a:pt x="34087" y="56293"/>
                    <a:pt x="32658" y="54388"/>
                    <a:pt x="31991" y="51911"/>
                  </a:cubicBezTo>
                  <a:cubicBezTo>
                    <a:pt x="31420" y="49625"/>
                    <a:pt x="31515" y="47435"/>
                    <a:pt x="32563" y="45244"/>
                  </a:cubicBezTo>
                  <a:cubicBezTo>
                    <a:pt x="33420" y="43339"/>
                    <a:pt x="34849" y="41624"/>
                    <a:pt x="36659" y="40100"/>
                  </a:cubicBezTo>
                  <a:lnTo>
                    <a:pt x="41802" y="59436"/>
                  </a:lnTo>
                  <a:cubicBezTo>
                    <a:pt x="39611" y="58960"/>
                    <a:pt x="37706" y="58293"/>
                    <a:pt x="36182" y="57341"/>
                  </a:cubicBezTo>
                  <a:close/>
                  <a:moveTo>
                    <a:pt x="74473" y="105251"/>
                  </a:moveTo>
                  <a:cubicBezTo>
                    <a:pt x="72758" y="107442"/>
                    <a:pt x="70282" y="109157"/>
                    <a:pt x="67043" y="110490"/>
                  </a:cubicBezTo>
                  <a:lnTo>
                    <a:pt x="60662" y="86392"/>
                  </a:lnTo>
                  <a:cubicBezTo>
                    <a:pt x="61614" y="86392"/>
                    <a:pt x="62567" y="86582"/>
                    <a:pt x="63424" y="86678"/>
                  </a:cubicBezTo>
                  <a:cubicBezTo>
                    <a:pt x="66948" y="87059"/>
                    <a:pt x="69805" y="87821"/>
                    <a:pt x="72092" y="89154"/>
                  </a:cubicBezTo>
                  <a:cubicBezTo>
                    <a:pt x="74378" y="90392"/>
                    <a:pt x="75902" y="92488"/>
                    <a:pt x="76663" y="95345"/>
                  </a:cubicBezTo>
                  <a:cubicBezTo>
                    <a:pt x="77616" y="98965"/>
                    <a:pt x="76949" y="102203"/>
                    <a:pt x="74568" y="1052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1361204" y="3260457"/>
              <a:ext cx="648355" cy="377107"/>
            </a:xfrm>
            <a:custGeom>
              <a:rect b="b" l="l" r="r" t="t"/>
              <a:pathLst>
                <a:path extrusionOk="0" h="502810" w="864473">
                  <a:moveTo>
                    <a:pt x="794997" y="502675"/>
                  </a:moveTo>
                  <a:lnTo>
                    <a:pt x="29473" y="431714"/>
                  </a:lnTo>
                  <a:cubicBezTo>
                    <a:pt x="11566" y="430094"/>
                    <a:pt x="-1483" y="414283"/>
                    <a:pt x="136" y="396376"/>
                  </a:cubicBezTo>
                  <a:lnTo>
                    <a:pt x="34140" y="29473"/>
                  </a:lnTo>
                  <a:cubicBezTo>
                    <a:pt x="35759" y="11566"/>
                    <a:pt x="51571" y="-1484"/>
                    <a:pt x="69478" y="136"/>
                  </a:cubicBezTo>
                  <a:lnTo>
                    <a:pt x="835002" y="71097"/>
                  </a:lnTo>
                  <a:cubicBezTo>
                    <a:pt x="852814" y="72716"/>
                    <a:pt x="865958" y="88528"/>
                    <a:pt x="864339" y="106435"/>
                  </a:cubicBezTo>
                  <a:lnTo>
                    <a:pt x="830335" y="473338"/>
                  </a:lnTo>
                  <a:cubicBezTo>
                    <a:pt x="828715" y="491245"/>
                    <a:pt x="812904" y="504294"/>
                    <a:pt x="794997" y="50267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1381380" y="3260458"/>
              <a:ext cx="569000" cy="80539"/>
            </a:xfrm>
            <a:custGeom>
              <a:rect b="b" l="l" r="r" t="t"/>
              <a:pathLst>
                <a:path extrusionOk="0" h="107386" w="758666">
                  <a:moveTo>
                    <a:pt x="758666" y="66524"/>
                  </a:moveTo>
                  <a:lnTo>
                    <a:pt x="42577" y="135"/>
                  </a:lnTo>
                  <a:cubicBezTo>
                    <a:pt x="24670" y="-1484"/>
                    <a:pt x="8858" y="11660"/>
                    <a:pt x="7239" y="29472"/>
                  </a:cubicBezTo>
                  <a:lnTo>
                    <a:pt x="0" y="107387"/>
                  </a:lnTo>
                </a:path>
              </a:pathLst>
            </a:custGeom>
            <a:noFill/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5"/>
            <p:cNvSpPr/>
            <p:nvPr/>
          </p:nvSpPr>
          <p:spPr>
            <a:xfrm>
              <a:off x="1407883" y="3302993"/>
              <a:ext cx="559498" cy="304181"/>
            </a:xfrm>
            <a:custGeom>
              <a:rect b="b" l="l" r="r" t="t"/>
              <a:pathLst>
                <a:path extrusionOk="0" h="405574" w="745998">
                  <a:moveTo>
                    <a:pt x="57341" y="0"/>
                  </a:moveTo>
                  <a:lnTo>
                    <a:pt x="714185" y="60865"/>
                  </a:lnTo>
                  <a:cubicBezTo>
                    <a:pt x="703326" y="114014"/>
                    <a:pt x="745998" y="115538"/>
                    <a:pt x="745998" y="115538"/>
                  </a:cubicBezTo>
                  <a:lnTo>
                    <a:pt x="722090" y="373189"/>
                  </a:lnTo>
                  <a:cubicBezTo>
                    <a:pt x="679704" y="355759"/>
                    <a:pt x="672751" y="405575"/>
                    <a:pt x="672751" y="405575"/>
                  </a:cubicBezTo>
                  <a:lnTo>
                    <a:pt x="20384" y="335280"/>
                  </a:lnTo>
                  <a:cubicBezTo>
                    <a:pt x="38005" y="286417"/>
                    <a:pt x="0" y="285369"/>
                    <a:pt x="0" y="285369"/>
                  </a:cubicBezTo>
                  <a:lnTo>
                    <a:pt x="22098" y="47244"/>
                  </a:lnTo>
                  <a:cubicBezTo>
                    <a:pt x="74486" y="71819"/>
                    <a:pt x="57436" y="0"/>
                    <a:pt x="574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1597316" y="3364416"/>
              <a:ext cx="166471" cy="164278"/>
            </a:xfrm>
            <a:custGeom>
              <a:rect b="b" l="l" r="r" t="t"/>
              <a:pathLst>
                <a:path extrusionOk="0" h="219037" w="221961">
                  <a:moveTo>
                    <a:pt x="4789" y="76312"/>
                  </a:moveTo>
                  <a:cubicBezTo>
                    <a:pt x="-10070" y="122985"/>
                    <a:pt x="10694" y="178516"/>
                    <a:pt x="52604" y="203947"/>
                  </a:cubicBezTo>
                  <a:cubicBezTo>
                    <a:pt x="94514" y="229283"/>
                    <a:pt x="153379" y="222044"/>
                    <a:pt x="187859" y="187278"/>
                  </a:cubicBezTo>
                  <a:cubicBezTo>
                    <a:pt x="205576" y="169371"/>
                    <a:pt x="216720" y="145559"/>
                    <a:pt x="220530" y="120699"/>
                  </a:cubicBezTo>
                  <a:cubicBezTo>
                    <a:pt x="225007" y="91742"/>
                    <a:pt x="219101" y="60596"/>
                    <a:pt x="201099" y="37450"/>
                  </a:cubicBezTo>
                  <a:cubicBezTo>
                    <a:pt x="161856" y="-13223"/>
                    <a:pt x="76703" y="-9889"/>
                    <a:pt x="33078" y="31926"/>
                  </a:cubicBezTo>
                  <a:cubicBezTo>
                    <a:pt x="20219" y="44213"/>
                    <a:pt x="10218" y="59453"/>
                    <a:pt x="4789" y="76407"/>
                  </a:cubicBezTo>
                  <a:close/>
                </a:path>
              </a:pathLst>
            </a:custGeom>
            <a:solidFill>
              <a:srgbClr val="00DC7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1474392" y="3375716"/>
              <a:ext cx="75080" cy="114657"/>
            </a:xfrm>
            <a:custGeom>
              <a:rect b="b" l="l" r="r" t="t"/>
              <a:pathLst>
                <a:path extrusionOk="0" h="152876" w="100107">
                  <a:moveTo>
                    <a:pt x="95060" y="90678"/>
                  </a:moveTo>
                  <a:cubicBezTo>
                    <a:pt x="92774" y="86106"/>
                    <a:pt x="89535" y="82201"/>
                    <a:pt x="85439" y="78962"/>
                  </a:cubicBezTo>
                  <a:cubicBezTo>
                    <a:pt x="81249" y="75724"/>
                    <a:pt x="76772" y="73057"/>
                    <a:pt x="71819" y="70771"/>
                  </a:cubicBezTo>
                  <a:cubicBezTo>
                    <a:pt x="66866" y="68485"/>
                    <a:pt x="62008" y="66390"/>
                    <a:pt x="57245" y="64389"/>
                  </a:cubicBezTo>
                  <a:cubicBezTo>
                    <a:pt x="56960" y="64294"/>
                    <a:pt x="56769" y="64198"/>
                    <a:pt x="56579" y="64103"/>
                  </a:cubicBezTo>
                  <a:lnTo>
                    <a:pt x="58960" y="38195"/>
                  </a:lnTo>
                  <a:cubicBezTo>
                    <a:pt x="60293" y="38481"/>
                    <a:pt x="61627" y="38957"/>
                    <a:pt x="62865" y="39529"/>
                  </a:cubicBezTo>
                  <a:cubicBezTo>
                    <a:pt x="65151" y="40481"/>
                    <a:pt x="66961" y="41910"/>
                    <a:pt x="68485" y="43720"/>
                  </a:cubicBezTo>
                  <a:cubicBezTo>
                    <a:pt x="70009" y="45529"/>
                    <a:pt x="70866" y="47816"/>
                    <a:pt x="71057" y="50483"/>
                  </a:cubicBezTo>
                  <a:lnTo>
                    <a:pt x="100108" y="48101"/>
                  </a:lnTo>
                  <a:cubicBezTo>
                    <a:pt x="99060" y="41148"/>
                    <a:pt x="96679" y="35243"/>
                    <a:pt x="93059" y="30289"/>
                  </a:cubicBezTo>
                  <a:cubicBezTo>
                    <a:pt x="89345" y="25337"/>
                    <a:pt x="84487" y="21336"/>
                    <a:pt x="78391" y="18383"/>
                  </a:cubicBezTo>
                  <a:cubicBezTo>
                    <a:pt x="73343" y="15907"/>
                    <a:pt x="67628" y="14288"/>
                    <a:pt x="61246" y="13335"/>
                  </a:cubicBezTo>
                  <a:lnTo>
                    <a:pt x="62389" y="1048"/>
                  </a:lnTo>
                  <a:lnTo>
                    <a:pt x="51149" y="0"/>
                  </a:lnTo>
                  <a:lnTo>
                    <a:pt x="50006" y="12478"/>
                  </a:lnTo>
                  <a:cubicBezTo>
                    <a:pt x="43910" y="12478"/>
                    <a:pt x="38195" y="13240"/>
                    <a:pt x="33052" y="14764"/>
                  </a:cubicBezTo>
                  <a:cubicBezTo>
                    <a:pt x="25908" y="16954"/>
                    <a:pt x="20003" y="20574"/>
                    <a:pt x="15431" y="25622"/>
                  </a:cubicBezTo>
                  <a:cubicBezTo>
                    <a:pt x="10859" y="30766"/>
                    <a:pt x="8192" y="37243"/>
                    <a:pt x="7525" y="45053"/>
                  </a:cubicBezTo>
                  <a:cubicBezTo>
                    <a:pt x="6763" y="51435"/>
                    <a:pt x="7525" y="56960"/>
                    <a:pt x="9620" y="61436"/>
                  </a:cubicBezTo>
                  <a:cubicBezTo>
                    <a:pt x="11716" y="65913"/>
                    <a:pt x="14764" y="69723"/>
                    <a:pt x="18669" y="72771"/>
                  </a:cubicBezTo>
                  <a:cubicBezTo>
                    <a:pt x="22574" y="75819"/>
                    <a:pt x="26861" y="78486"/>
                    <a:pt x="31623" y="80677"/>
                  </a:cubicBezTo>
                  <a:cubicBezTo>
                    <a:pt x="35528" y="82487"/>
                    <a:pt x="39434" y="84106"/>
                    <a:pt x="43244" y="85630"/>
                  </a:cubicBezTo>
                  <a:lnTo>
                    <a:pt x="40672" y="113633"/>
                  </a:lnTo>
                  <a:cubicBezTo>
                    <a:pt x="40005" y="113443"/>
                    <a:pt x="39338" y="113157"/>
                    <a:pt x="38672" y="112871"/>
                  </a:cubicBezTo>
                  <a:cubicBezTo>
                    <a:pt x="36100" y="111728"/>
                    <a:pt x="33909" y="110014"/>
                    <a:pt x="32290" y="107823"/>
                  </a:cubicBezTo>
                  <a:cubicBezTo>
                    <a:pt x="30671" y="105537"/>
                    <a:pt x="29718" y="102680"/>
                    <a:pt x="29433" y="99156"/>
                  </a:cubicBezTo>
                  <a:lnTo>
                    <a:pt x="0" y="102203"/>
                  </a:lnTo>
                  <a:cubicBezTo>
                    <a:pt x="762" y="109633"/>
                    <a:pt x="3143" y="116014"/>
                    <a:pt x="7239" y="121444"/>
                  </a:cubicBezTo>
                  <a:cubicBezTo>
                    <a:pt x="11335" y="126873"/>
                    <a:pt x="16764" y="131159"/>
                    <a:pt x="23622" y="134398"/>
                  </a:cubicBezTo>
                  <a:cubicBezTo>
                    <a:pt x="28099" y="136493"/>
                    <a:pt x="33052" y="138017"/>
                    <a:pt x="38386" y="139160"/>
                  </a:cubicBezTo>
                  <a:lnTo>
                    <a:pt x="37243" y="151829"/>
                  </a:lnTo>
                  <a:lnTo>
                    <a:pt x="48483" y="152876"/>
                  </a:lnTo>
                  <a:lnTo>
                    <a:pt x="49625" y="140684"/>
                  </a:lnTo>
                  <a:cubicBezTo>
                    <a:pt x="59150" y="141351"/>
                    <a:pt x="67342" y="140398"/>
                    <a:pt x="74009" y="137922"/>
                  </a:cubicBezTo>
                  <a:cubicBezTo>
                    <a:pt x="81249" y="135255"/>
                    <a:pt x="86773" y="131255"/>
                    <a:pt x="90774" y="126016"/>
                  </a:cubicBezTo>
                  <a:cubicBezTo>
                    <a:pt x="94774" y="120777"/>
                    <a:pt x="97060" y="114586"/>
                    <a:pt x="97727" y="107537"/>
                  </a:cubicBezTo>
                  <a:cubicBezTo>
                    <a:pt x="98298" y="100965"/>
                    <a:pt x="97536" y="95441"/>
                    <a:pt x="95250" y="90868"/>
                  </a:cubicBezTo>
                  <a:close/>
                  <a:moveTo>
                    <a:pt x="41148" y="54578"/>
                  </a:moveTo>
                  <a:cubicBezTo>
                    <a:pt x="39529" y="52769"/>
                    <a:pt x="38958" y="50578"/>
                    <a:pt x="39148" y="47911"/>
                  </a:cubicBezTo>
                  <a:cubicBezTo>
                    <a:pt x="39338" y="45529"/>
                    <a:pt x="40291" y="43529"/>
                    <a:pt x="42005" y="41910"/>
                  </a:cubicBezTo>
                  <a:cubicBezTo>
                    <a:pt x="43529" y="40386"/>
                    <a:pt x="45434" y="39243"/>
                    <a:pt x="47625" y="38576"/>
                  </a:cubicBezTo>
                  <a:lnTo>
                    <a:pt x="45816" y="58579"/>
                  </a:lnTo>
                  <a:cubicBezTo>
                    <a:pt x="43910" y="57341"/>
                    <a:pt x="42386" y="56007"/>
                    <a:pt x="41243" y="54673"/>
                  </a:cubicBezTo>
                  <a:close/>
                  <a:moveTo>
                    <a:pt x="60579" y="112681"/>
                  </a:moveTo>
                  <a:cubicBezTo>
                    <a:pt x="58293" y="114109"/>
                    <a:pt x="55341" y="114871"/>
                    <a:pt x="51816" y="115062"/>
                  </a:cubicBezTo>
                  <a:lnTo>
                    <a:pt x="54102" y="90202"/>
                  </a:lnTo>
                  <a:cubicBezTo>
                    <a:pt x="54959" y="90583"/>
                    <a:pt x="55817" y="90964"/>
                    <a:pt x="56579" y="91440"/>
                  </a:cubicBezTo>
                  <a:cubicBezTo>
                    <a:pt x="59722" y="92964"/>
                    <a:pt x="62199" y="94774"/>
                    <a:pt x="63818" y="96679"/>
                  </a:cubicBezTo>
                  <a:cubicBezTo>
                    <a:pt x="65532" y="98679"/>
                    <a:pt x="66199" y="101060"/>
                    <a:pt x="65913" y="104108"/>
                  </a:cubicBezTo>
                  <a:cubicBezTo>
                    <a:pt x="65532" y="107823"/>
                    <a:pt x="63818" y="110680"/>
                    <a:pt x="60484" y="112681"/>
                  </a:cubicBezTo>
                  <a:close/>
                </a:path>
              </a:pathLst>
            </a:custGeom>
            <a:solidFill>
              <a:srgbClr val="00DC7C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1822935" y="3408006"/>
              <a:ext cx="75080" cy="114657"/>
            </a:xfrm>
            <a:custGeom>
              <a:rect b="b" l="l" r="r" t="t"/>
              <a:pathLst>
                <a:path extrusionOk="0" h="152876" w="100107">
                  <a:moveTo>
                    <a:pt x="94964" y="90678"/>
                  </a:moveTo>
                  <a:cubicBezTo>
                    <a:pt x="92678" y="86106"/>
                    <a:pt x="89440" y="82201"/>
                    <a:pt x="85344" y="78962"/>
                  </a:cubicBezTo>
                  <a:cubicBezTo>
                    <a:pt x="81153" y="75724"/>
                    <a:pt x="76676" y="73057"/>
                    <a:pt x="71723" y="70771"/>
                  </a:cubicBezTo>
                  <a:cubicBezTo>
                    <a:pt x="66770" y="68485"/>
                    <a:pt x="61913" y="66389"/>
                    <a:pt x="57150" y="64389"/>
                  </a:cubicBezTo>
                  <a:cubicBezTo>
                    <a:pt x="56864" y="64294"/>
                    <a:pt x="56674" y="64198"/>
                    <a:pt x="56483" y="64103"/>
                  </a:cubicBezTo>
                  <a:lnTo>
                    <a:pt x="58864" y="38195"/>
                  </a:lnTo>
                  <a:cubicBezTo>
                    <a:pt x="60198" y="38481"/>
                    <a:pt x="61531" y="38957"/>
                    <a:pt x="62770" y="39528"/>
                  </a:cubicBezTo>
                  <a:cubicBezTo>
                    <a:pt x="65056" y="40481"/>
                    <a:pt x="66866" y="41910"/>
                    <a:pt x="68389" y="43719"/>
                  </a:cubicBezTo>
                  <a:cubicBezTo>
                    <a:pt x="69913" y="45529"/>
                    <a:pt x="70771" y="47815"/>
                    <a:pt x="71056" y="50482"/>
                  </a:cubicBezTo>
                  <a:lnTo>
                    <a:pt x="100108" y="48101"/>
                  </a:lnTo>
                  <a:cubicBezTo>
                    <a:pt x="99060" y="41148"/>
                    <a:pt x="96679" y="35243"/>
                    <a:pt x="93059" y="30289"/>
                  </a:cubicBezTo>
                  <a:cubicBezTo>
                    <a:pt x="89345" y="25336"/>
                    <a:pt x="84487" y="21336"/>
                    <a:pt x="78391" y="18383"/>
                  </a:cubicBezTo>
                  <a:cubicBezTo>
                    <a:pt x="73343" y="15907"/>
                    <a:pt x="67628" y="14288"/>
                    <a:pt x="61246" y="13335"/>
                  </a:cubicBezTo>
                  <a:lnTo>
                    <a:pt x="62389" y="1048"/>
                  </a:lnTo>
                  <a:lnTo>
                    <a:pt x="51149" y="0"/>
                  </a:lnTo>
                  <a:lnTo>
                    <a:pt x="50006" y="12478"/>
                  </a:lnTo>
                  <a:cubicBezTo>
                    <a:pt x="43910" y="12478"/>
                    <a:pt x="38195" y="13240"/>
                    <a:pt x="33052" y="14764"/>
                  </a:cubicBezTo>
                  <a:cubicBezTo>
                    <a:pt x="25908" y="16954"/>
                    <a:pt x="20003" y="20574"/>
                    <a:pt x="15430" y="25622"/>
                  </a:cubicBezTo>
                  <a:cubicBezTo>
                    <a:pt x="10859" y="30766"/>
                    <a:pt x="8192" y="37242"/>
                    <a:pt x="7525" y="45053"/>
                  </a:cubicBezTo>
                  <a:cubicBezTo>
                    <a:pt x="6763" y="51435"/>
                    <a:pt x="7525" y="56959"/>
                    <a:pt x="9620" y="61436"/>
                  </a:cubicBezTo>
                  <a:cubicBezTo>
                    <a:pt x="11716" y="65913"/>
                    <a:pt x="14764" y="69723"/>
                    <a:pt x="18669" y="72771"/>
                  </a:cubicBezTo>
                  <a:cubicBezTo>
                    <a:pt x="22574" y="75819"/>
                    <a:pt x="26861" y="78486"/>
                    <a:pt x="31623" y="80676"/>
                  </a:cubicBezTo>
                  <a:cubicBezTo>
                    <a:pt x="35528" y="82486"/>
                    <a:pt x="39434" y="84105"/>
                    <a:pt x="43244" y="85630"/>
                  </a:cubicBezTo>
                  <a:lnTo>
                    <a:pt x="40672" y="113633"/>
                  </a:lnTo>
                  <a:cubicBezTo>
                    <a:pt x="40005" y="113442"/>
                    <a:pt x="39338" y="113157"/>
                    <a:pt x="38671" y="112871"/>
                  </a:cubicBezTo>
                  <a:cubicBezTo>
                    <a:pt x="36100" y="111728"/>
                    <a:pt x="33909" y="110014"/>
                    <a:pt x="32290" y="107823"/>
                  </a:cubicBezTo>
                  <a:cubicBezTo>
                    <a:pt x="30671" y="105537"/>
                    <a:pt x="29718" y="102679"/>
                    <a:pt x="29432" y="99155"/>
                  </a:cubicBezTo>
                  <a:lnTo>
                    <a:pt x="0" y="102203"/>
                  </a:lnTo>
                  <a:cubicBezTo>
                    <a:pt x="762" y="109633"/>
                    <a:pt x="3143" y="116014"/>
                    <a:pt x="7239" y="121444"/>
                  </a:cubicBezTo>
                  <a:cubicBezTo>
                    <a:pt x="11335" y="126873"/>
                    <a:pt x="16764" y="131159"/>
                    <a:pt x="23622" y="134398"/>
                  </a:cubicBezTo>
                  <a:cubicBezTo>
                    <a:pt x="28099" y="136493"/>
                    <a:pt x="33052" y="138017"/>
                    <a:pt x="38386" y="139160"/>
                  </a:cubicBezTo>
                  <a:lnTo>
                    <a:pt x="37243" y="151829"/>
                  </a:lnTo>
                  <a:lnTo>
                    <a:pt x="48482" y="152876"/>
                  </a:lnTo>
                  <a:lnTo>
                    <a:pt x="49625" y="140684"/>
                  </a:lnTo>
                  <a:cubicBezTo>
                    <a:pt x="59150" y="141351"/>
                    <a:pt x="67342" y="140398"/>
                    <a:pt x="74009" y="137922"/>
                  </a:cubicBezTo>
                  <a:cubicBezTo>
                    <a:pt x="81248" y="135255"/>
                    <a:pt x="86773" y="131254"/>
                    <a:pt x="90773" y="126016"/>
                  </a:cubicBezTo>
                  <a:cubicBezTo>
                    <a:pt x="94774" y="120777"/>
                    <a:pt x="97060" y="114585"/>
                    <a:pt x="97727" y="107537"/>
                  </a:cubicBezTo>
                  <a:cubicBezTo>
                    <a:pt x="98298" y="100965"/>
                    <a:pt x="97536" y="95440"/>
                    <a:pt x="95250" y="90868"/>
                  </a:cubicBezTo>
                  <a:close/>
                  <a:moveTo>
                    <a:pt x="41053" y="54578"/>
                  </a:moveTo>
                  <a:cubicBezTo>
                    <a:pt x="39434" y="52768"/>
                    <a:pt x="38862" y="50578"/>
                    <a:pt x="39053" y="47910"/>
                  </a:cubicBezTo>
                  <a:cubicBezTo>
                    <a:pt x="39243" y="45529"/>
                    <a:pt x="40196" y="43529"/>
                    <a:pt x="41910" y="41910"/>
                  </a:cubicBezTo>
                  <a:cubicBezTo>
                    <a:pt x="43434" y="40386"/>
                    <a:pt x="45339" y="39243"/>
                    <a:pt x="47530" y="38576"/>
                  </a:cubicBezTo>
                  <a:lnTo>
                    <a:pt x="45720" y="58578"/>
                  </a:lnTo>
                  <a:cubicBezTo>
                    <a:pt x="43815" y="57340"/>
                    <a:pt x="42291" y="56007"/>
                    <a:pt x="41148" y="54673"/>
                  </a:cubicBezTo>
                  <a:close/>
                  <a:moveTo>
                    <a:pt x="60484" y="112680"/>
                  </a:moveTo>
                  <a:cubicBezTo>
                    <a:pt x="58198" y="114109"/>
                    <a:pt x="55245" y="114871"/>
                    <a:pt x="51721" y="115062"/>
                  </a:cubicBezTo>
                  <a:lnTo>
                    <a:pt x="54007" y="90201"/>
                  </a:lnTo>
                  <a:cubicBezTo>
                    <a:pt x="54864" y="90583"/>
                    <a:pt x="55721" y="90964"/>
                    <a:pt x="56483" y="91440"/>
                  </a:cubicBezTo>
                  <a:cubicBezTo>
                    <a:pt x="59627" y="92964"/>
                    <a:pt x="62103" y="94774"/>
                    <a:pt x="63722" y="96678"/>
                  </a:cubicBezTo>
                  <a:cubicBezTo>
                    <a:pt x="65437" y="98679"/>
                    <a:pt x="66104" y="101060"/>
                    <a:pt x="65818" y="104108"/>
                  </a:cubicBezTo>
                  <a:cubicBezTo>
                    <a:pt x="65437" y="107823"/>
                    <a:pt x="63722" y="110680"/>
                    <a:pt x="60388" y="1126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5"/>
            <p:cNvSpPr/>
            <p:nvPr/>
          </p:nvSpPr>
          <p:spPr>
            <a:xfrm>
              <a:off x="1169640" y="3267220"/>
              <a:ext cx="638906" cy="475184"/>
            </a:xfrm>
            <a:custGeom>
              <a:rect b="b" l="l" r="r" t="t"/>
              <a:pathLst>
                <a:path extrusionOk="0" h="633579" w="851874">
                  <a:moveTo>
                    <a:pt x="761714" y="12168"/>
                  </a:moveTo>
                  <a:cubicBezTo>
                    <a:pt x="536639" y="-4405"/>
                    <a:pt x="243269" y="-405"/>
                    <a:pt x="94869" y="3215"/>
                  </a:cubicBezTo>
                  <a:cubicBezTo>
                    <a:pt x="42005" y="4453"/>
                    <a:pt x="0" y="47697"/>
                    <a:pt x="0" y="100465"/>
                  </a:cubicBezTo>
                  <a:lnTo>
                    <a:pt x="0" y="536234"/>
                  </a:lnTo>
                  <a:cubicBezTo>
                    <a:pt x="0" y="589955"/>
                    <a:pt x="43529" y="633579"/>
                    <a:pt x="97346" y="633579"/>
                  </a:cubicBezTo>
                  <a:lnTo>
                    <a:pt x="740188" y="633579"/>
                  </a:lnTo>
                  <a:cubicBezTo>
                    <a:pt x="792671" y="633579"/>
                    <a:pt x="835724" y="591955"/>
                    <a:pt x="837438" y="539568"/>
                  </a:cubicBezTo>
                  <a:lnTo>
                    <a:pt x="851821" y="112562"/>
                  </a:lnTo>
                  <a:cubicBezTo>
                    <a:pt x="853535" y="60365"/>
                    <a:pt x="813816" y="16074"/>
                    <a:pt x="761714" y="1226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1208573" y="3306207"/>
              <a:ext cx="560999" cy="397264"/>
            </a:xfrm>
            <a:custGeom>
              <a:rect b="b" l="l" r="r" t="t"/>
              <a:pathLst>
                <a:path extrusionOk="0" h="529685" w="747998">
                  <a:moveTo>
                    <a:pt x="688277" y="529685"/>
                  </a:moveTo>
                  <a:lnTo>
                    <a:pt x="687038" y="529685"/>
                  </a:lnTo>
                  <a:cubicBezTo>
                    <a:pt x="682276" y="529685"/>
                    <a:pt x="678371" y="525780"/>
                    <a:pt x="678371" y="521018"/>
                  </a:cubicBezTo>
                  <a:cubicBezTo>
                    <a:pt x="678371" y="516255"/>
                    <a:pt x="682276" y="512350"/>
                    <a:pt x="687038" y="512350"/>
                  </a:cubicBezTo>
                  <a:lnTo>
                    <a:pt x="688277" y="512350"/>
                  </a:lnTo>
                  <a:cubicBezTo>
                    <a:pt x="692372" y="512350"/>
                    <a:pt x="696373" y="511493"/>
                    <a:pt x="700088" y="509778"/>
                  </a:cubicBezTo>
                  <a:cubicBezTo>
                    <a:pt x="704469" y="507778"/>
                    <a:pt x="709613" y="509778"/>
                    <a:pt x="711518" y="514064"/>
                  </a:cubicBezTo>
                  <a:cubicBezTo>
                    <a:pt x="713518" y="518446"/>
                    <a:pt x="711518" y="523589"/>
                    <a:pt x="707231" y="525494"/>
                  </a:cubicBezTo>
                  <a:cubicBezTo>
                    <a:pt x="701230" y="528256"/>
                    <a:pt x="694849" y="529590"/>
                    <a:pt x="688181" y="529590"/>
                  </a:cubicBezTo>
                  <a:close/>
                  <a:moveTo>
                    <a:pt x="644271" y="529685"/>
                  </a:moveTo>
                  <a:lnTo>
                    <a:pt x="627126" y="529685"/>
                  </a:lnTo>
                  <a:cubicBezTo>
                    <a:pt x="622363" y="529685"/>
                    <a:pt x="618458" y="525780"/>
                    <a:pt x="618458" y="521018"/>
                  </a:cubicBezTo>
                  <a:cubicBezTo>
                    <a:pt x="618458" y="516255"/>
                    <a:pt x="622363" y="512350"/>
                    <a:pt x="627126" y="512350"/>
                  </a:cubicBezTo>
                  <a:lnTo>
                    <a:pt x="644271" y="512350"/>
                  </a:lnTo>
                  <a:cubicBezTo>
                    <a:pt x="649034" y="512350"/>
                    <a:pt x="652939" y="516255"/>
                    <a:pt x="652939" y="521018"/>
                  </a:cubicBezTo>
                  <a:cubicBezTo>
                    <a:pt x="652939" y="525780"/>
                    <a:pt x="649034" y="529685"/>
                    <a:pt x="644271" y="529685"/>
                  </a:cubicBezTo>
                  <a:close/>
                  <a:moveTo>
                    <a:pt x="584454" y="529685"/>
                  </a:moveTo>
                  <a:lnTo>
                    <a:pt x="567309" y="529685"/>
                  </a:lnTo>
                  <a:cubicBezTo>
                    <a:pt x="562547" y="529685"/>
                    <a:pt x="558641" y="525780"/>
                    <a:pt x="558641" y="521018"/>
                  </a:cubicBezTo>
                  <a:cubicBezTo>
                    <a:pt x="558641" y="516255"/>
                    <a:pt x="562547" y="512350"/>
                    <a:pt x="567309" y="512350"/>
                  </a:cubicBezTo>
                  <a:lnTo>
                    <a:pt x="584454" y="512350"/>
                  </a:lnTo>
                  <a:cubicBezTo>
                    <a:pt x="589217" y="512350"/>
                    <a:pt x="593122" y="516255"/>
                    <a:pt x="593122" y="521018"/>
                  </a:cubicBezTo>
                  <a:cubicBezTo>
                    <a:pt x="593122" y="525780"/>
                    <a:pt x="589217" y="529685"/>
                    <a:pt x="584454" y="529685"/>
                  </a:cubicBezTo>
                  <a:close/>
                  <a:moveTo>
                    <a:pt x="524542" y="529685"/>
                  </a:moveTo>
                  <a:lnTo>
                    <a:pt x="507397" y="529685"/>
                  </a:lnTo>
                  <a:cubicBezTo>
                    <a:pt x="502634" y="529685"/>
                    <a:pt x="498729" y="525780"/>
                    <a:pt x="498729" y="521018"/>
                  </a:cubicBezTo>
                  <a:cubicBezTo>
                    <a:pt x="498729" y="516255"/>
                    <a:pt x="502634" y="512350"/>
                    <a:pt x="507397" y="512350"/>
                  </a:cubicBezTo>
                  <a:lnTo>
                    <a:pt x="524542" y="512350"/>
                  </a:lnTo>
                  <a:cubicBezTo>
                    <a:pt x="529304" y="512350"/>
                    <a:pt x="533210" y="516255"/>
                    <a:pt x="533210" y="521018"/>
                  </a:cubicBezTo>
                  <a:cubicBezTo>
                    <a:pt x="533210" y="525780"/>
                    <a:pt x="529304" y="529685"/>
                    <a:pt x="524542" y="529685"/>
                  </a:cubicBezTo>
                  <a:close/>
                  <a:moveTo>
                    <a:pt x="464725" y="529685"/>
                  </a:moveTo>
                  <a:lnTo>
                    <a:pt x="447580" y="529685"/>
                  </a:lnTo>
                  <a:cubicBezTo>
                    <a:pt x="442817" y="529685"/>
                    <a:pt x="438912" y="525780"/>
                    <a:pt x="438912" y="521018"/>
                  </a:cubicBezTo>
                  <a:cubicBezTo>
                    <a:pt x="438912" y="516255"/>
                    <a:pt x="442817" y="512350"/>
                    <a:pt x="447580" y="512350"/>
                  </a:cubicBezTo>
                  <a:lnTo>
                    <a:pt x="464725" y="512350"/>
                  </a:lnTo>
                  <a:cubicBezTo>
                    <a:pt x="469487" y="512350"/>
                    <a:pt x="473393" y="516255"/>
                    <a:pt x="473393" y="521018"/>
                  </a:cubicBezTo>
                  <a:cubicBezTo>
                    <a:pt x="473393" y="525780"/>
                    <a:pt x="469487" y="529685"/>
                    <a:pt x="464725" y="529685"/>
                  </a:cubicBezTo>
                  <a:close/>
                  <a:moveTo>
                    <a:pt x="404908" y="529685"/>
                  </a:moveTo>
                  <a:lnTo>
                    <a:pt x="387763" y="529685"/>
                  </a:lnTo>
                  <a:cubicBezTo>
                    <a:pt x="383000" y="529685"/>
                    <a:pt x="379095" y="525780"/>
                    <a:pt x="379095" y="521018"/>
                  </a:cubicBezTo>
                  <a:cubicBezTo>
                    <a:pt x="379095" y="516255"/>
                    <a:pt x="383000" y="512350"/>
                    <a:pt x="387763" y="512350"/>
                  </a:cubicBezTo>
                  <a:lnTo>
                    <a:pt x="404908" y="512350"/>
                  </a:lnTo>
                  <a:cubicBezTo>
                    <a:pt x="409670" y="512350"/>
                    <a:pt x="413576" y="516255"/>
                    <a:pt x="413576" y="521018"/>
                  </a:cubicBezTo>
                  <a:cubicBezTo>
                    <a:pt x="413576" y="525780"/>
                    <a:pt x="409670" y="529685"/>
                    <a:pt x="404908" y="529685"/>
                  </a:cubicBezTo>
                  <a:close/>
                  <a:moveTo>
                    <a:pt x="344996" y="529685"/>
                  </a:moveTo>
                  <a:lnTo>
                    <a:pt x="327851" y="529685"/>
                  </a:lnTo>
                  <a:cubicBezTo>
                    <a:pt x="323088" y="529685"/>
                    <a:pt x="319183" y="525780"/>
                    <a:pt x="319183" y="521018"/>
                  </a:cubicBezTo>
                  <a:cubicBezTo>
                    <a:pt x="319183" y="516255"/>
                    <a:pt x="323088" y="512350"/>
                    <a:pt x="327851" y="512350"/>
                  </a:cubicBezTo>
                  <a:lnTo>
                    <a:pt x="344996" y="512350"/>
                  </a:lnTo>
                  <a:cubicBezTo>
                    <a:pt x="349758" y="512350"/>
                    <a:pt x="353663" y="516255"/>
                    <a:pt x="353663" y="521018"/>
                  </a:cubicBezTo>
                  <a:cubicBezTo>
                    <a:pt x="353663" y="525780"/>
                    <a:pt x="349758" y="529685"/>
                    <a:pt x="344996" y="529685"/>
                  </a:cubicBezTo>
                  <a:close/>
                  <a:moveTo>
                    <a:pt x="285179" y="529685"/>
                  </a:moveTo>
                  <a:lnTo>
                    <a:pt x="268034" y="529685"/>
                  </a:lnTo>
                  <a:cubicBezTo>
                    <a:pt x="263271" y="529685"/>
                    <a:pt x="259366" y="525780"/>
                    <a:pt x="259366" y="521018"/>
                  </a:cubicBezTo>
                  <a:cubicBezTo>
                    <a:pt x="259366" y="516255"/>
                    <a:pt x="263271" y="512350"/>
                    <a:pt x="268034" y="512350"/>
                  </a:cubicBezTo>
                  <a:lnTo>
                    <a:pt x="285179" y="512350"/>
                  </a:lnTo>
                  <a:cubicBezTo>
                    <a:pt x="289941" y="512350"/>
                    <a:pt x="293846" y="516255"/>
                    <a:pt x="293846" y="521018"/>
                  </a:cubicBezTo>
                  <a:cubicBezTo>
                    <a:pt x="293846" y="525780"/>
                    <a:pt x="289941" y="529685"/>
                    <a:pt x="285179" y="529685"/>
                  </a:cubicBezTo>
                  <a:close/>
                  <a:moveTo>
                    <a:pt x="225362" y="529685"/>
                  </a:moveTo>
                  <a:lnTo>
                    <a:pt x="208217" y="529685"/>
                  </a:lnTo>
                  <a:cubicBezTo>
                    <a:pt x="203454" y="529685"/>
                    <a:pt x="199549" y="525780"/>
                    <a:pt x="199549" y="521018"/>
                  </a:cubicBezTo>
                  <a:cubicBezTo>
                    <a:pt x="199549" y="516255"/>
                    <a:pt x="203454" y="512350"/>
                    <a:pt x="208217" y="512350"/>
                  </a:cubicBezTo>
                  <a:lnTo>
                    <a:pt x="225362" y="512350"/>
                  </a:lnTo>
                  <a:cubicBezTo>
                    <a:pt x="230124" y="512350"/>
                    <a:pt x="234029" y="516255"/>
                    <a:pt x="234029" y="521018"/>
                  </a:cubicBezTo>
                  <a:cubicBezTo>
                    <a:pt x="234029" y="525780"/>
                    <a:pt x="230124" y="529685"/>
                    <a:pt x="225362" y="529685"/>
                  </a:cubicBezTo>
                  <a:close/>
                  <a:moveTo>
                    <a:pt x="165449" y="529685"/>
                  </a:moveTo>
                  <a:lnTo>
                    <a:pt x="148304" y="529685"/>
                  </a:lnTo>
                  <a:cubicBezTo>
                    <a:pt x="143542" y="529685"/>
                    <a:pt x="139637" y="525780"/>
                    <a:pt x="139637" y="521018"/>
                  </a:cubicBezTo>
                  <a:cubicBezTo>
                    <a:pt x="139637" y="516255"/>
                    <a:pt x="143542" y="512350"/>
                    <a:pt x="148304" y="512350"/>
                  </a:cubicBezTo>
                  <a:lnTo>
                    <a:pt x="165449" y="512350"/>
                  </a:lnTo>
                  <a:cubicBezTo>
                    <a:pt x="170212" y="512350"/>
                    <a:pt x="174117" y="516255"/>
                    <a:pt x="174117" y="521018"/>
                  </a:cubicBezTo>
                  <a:cubicBezTo>
                    <a:pt x="174117" y="525780"/>
                    <a:pt x="170212" y="529685"/>
                    <a:pt x="165449" y="529685"/>
                  </a:cubicBezTo>
                  <a:close/>
                  <a:moveTo>
                    <a:pt x="105632" y="529685"/>
                  </a:moveTo>
                  <a:lnTo>
                    <a:pt x="88487" y="529685"/>
                  </a:lnTo>
                  <a:cubicBezTo>
                    <a:pt x="83725" y="529685"/>
                    <a:pt x="79820" y="525780"/>
                    <a:pt x="79820" y="521018"/>
                  </a:cubicBezTo>
                  <a:cubicBezTo>
                    <a:pt x="79820" y="516255"/>
                    <a:pt x="83725" y="512350"/>
                    <a:pt x="88487" y="512350"/>
                  </a:cubicBezTo>
                  <a:lnTo>
                    <a:pt x="105632" y="512350"/>
                  </a:lnTo>
                  <a:cubicBezTo>
                    <a:pt x="110395" y="512350"/>
                    <a:pt x="114300" y="516255"/>
                    <a:pt x="114300" y="521018"/>
                  </a:cubicBezTo>
                  <a:cubicBezTo>
                    <a:pt x="114300" y="525780"/>
                    <a:pt x="110395" y="529685"/>
                    <a:pt x="105632" y="529685"/>
                  </a:cubicBezTo>
                  <a:close/>
                  <a:moveTo>
                    <a:pt x="45815" y="529685"/>
                  </a:moveTo>
                  <a:lnTo>
                    <a:pt x="45434" y="529685"/>
                  </a:lnTo>
                  <a:cubicBezTo>
                    <a:pt x="38386" y="529685"/>
                    <a:pt x="31337" y="527971"/>
                    <a:pt x="25051" y="524827"/>
                  </a:cubicBezTo>
                  <a:cubicBezTo>
                    <a:pt x="20765" y="522637"/>
                    <a:pt x="19050" y="517493"/>
                    <a:pt x="21241" y="513207"/>
                  </a:cubicBezTo>
                  <a:cubicBezTo>
                    <a:pt x="23432" y="508921"/>
                    <a:pt x="28575" y="507206"/>
                    <a:pt x="32861" y="509397"/>
                  </a:cubicBezTo>
                  <a:cubicBezTo>
                    <a:pt x="36767" y="511397"/>
                    <a:pt x="41053" y="512350"/>
                    <a:pt x="45434" y="512350"/>
                  </a:cubicBezTo>
                  <a:cubicBezTo>
                    <a:pt x="50197" y="512350"/>
                    <a:pt x="54293" y="516255"/>
                    <a:pt x="54293" y="521018"/>
                  </a:cubicBezTo>
                  <a:cubicBezTo>
                    <a:pt x="54293" y="525780"/>
                    <a:pt x="50578" y="529685"/>
                    <a:pt x="45815" y="529685"/>
                  </a:cubicBezTo>
                  <a:close/>
                  <a:moveTo>
                    <a:pt x="725043" y="492061"/>
                  </a:moveTo>
                  <a:cubicBezTo>
                    <a:pt x="725043" y="492061"/>
                    <a:pt x="724853" y="492061"/>
                    <a:pt x="724757" y="492061"/>
                  </a:cubicBezTo>
                  <a:cubicBezTo>
                    <a:pt x="719995" y="491871"/>
                    <a:pt x="716280" y="487870"/>
                    <a:pt x="716375" y="483108"/>
                  </a:cubicBezTo>
                  <a:lnTo>
                    <a:pt x="716947" y="466058"/>
                  </a:lnTo>
                  <a:cubicBezTo>
                    <a:pt x="717137" y="461391"/>
                    <a:pt x="720947" y="457676"/>
                    <a:pt x="725614" y="457676"/>
                  </a:cubicBezTo>
                  <a:cubicBezTo>
                    <a:pt x="725710" y="457676"/>
                    <a:pt x="725805" y="457676"/>
                    <a:pt x="725900" y="457676"/>
                  </a:cubicBezTo>
                  <a:cubicBezTo>
                    <a:pt x="730663" y="457867"/>
                    <a:pt x="734378" y="461867"/>
                    <a:pt x="734282" y="466630"/>
                  </a:cubicBezTo>
                  <a:lnTo>
                    <a:pt x="733711" y="483679"/>
                  </a:lnTo>
                  <a:cubicBezTo>
                    <a:pt x="733520" y="488346"/>
                    <a:pt x="729710" y="492061"/>
                    <a:pt x="725043" y="492061"/>
                  </a:cubicBezTo>
                  <a:close/>
                  <a:moveTo>
                    <a:pt x="8668" y="490823"/>
                  </a:moveTo>
                  <a:cubicBezTo>
                    <a:pt x="3905" y="490823"/>
                    <a:pt x="0" y="486918"/>
                    <a:pt x="0" y="482155"/>
                  </a:cubicBezTo>
                  <a:lnTo>
                    <a:pt x="0" y="465011"/>
                  </a:lnTo>
                  <a:cubicBezTo>
                    <a:pt x="0" y="460248"/>
                    <a:pt x="3905" y="456343"/>
                    <a:pt x="8668" y="456343"/>
                  </a:cubicBezTo>
                  <a:cubicBezTo>
                    <a:pt x="13430" y="456343"/>
                    <a:pt x="17336" y="460248"/>
                    <a:pt x="17336" y="465011"/>
                  </a:cubicBezTo>
                  <a:lnTo>
                    <a:pt x="17336" y="482155"/>
                  </a:lnTo>
                  <a:cubicBezTo>
                    <a:pt x="17336" y="486918"/>
                    <a:pt x="13430" y="490823"/>
                    <a:pt x="8668" y="490823"/>
                  </a:cubicBezTo>
                  <a:close/>
                  <a:moveTo>
                    <a:pt x="727043" y="432245"/>
                  </a:moveTo>
                  <a:cubicBezTo>
                    <a:pt x="727043" y="432245"/>
                    <a:pt x="726853" y="432245"/>
                    <a:pt x="726758" y="432245"/>
                  </a:cubicBezTo>
                  <a:cubicBezTo>
                    <a:pt x="721995" y="432054"/>
                    <a:pt x="718280" y="428054"/>
                    <a:pt x="718376" y="423291"/>
                  </a:cubicBezTo>
                  <a:lnTo>
                    <a:pt x="718947" y="406241"/>
                  </a:lnTo>
                  <a:cubicBezTo>
                    <a:pt x="719138" y="401574"/>
                    <a:pt x="722947" y="397859"/>
                    <a:pt x="727615" y="397859"/>
                  </a:cubicBezTo>
                  <a:cubicBezTo>
                    <a:pt x="727710" y="397859"/>
                    <a:pt x="727805" y="397859"/>
                    <a:pt x="727901" y="397859"/>
                  </a:cubicBezTo>
                  <a:cubicBezTo>
                    <a:pt x="732663" y="398050"/>
                    <a:pt x="736378" y="402050"/>
                    <a:pt x="736283" y="406812"/>
                  </a:cubicBezTo>
                  <a:lnTo>
                    <a:pt x="735711" y="423863"/>
                  </a:lnTo>
                  <a:cubicBezTo>
                    <a:pt x="735521" y="428530"/>
                    <a:pt x="731711" y="432245"/>
                    <a:pt x="727043" y="432245"/>
                  </a:cubicBezTo>
                  <a:close/>
                  <a:moveTo>
                    <a:pt x="8668" y="430911"/>
                  </a:moveTo>
                  <a:cubicBezTo>
                    <a:pt x="3905" y="430911"/>
                    <a:pt x="0" y="427005"/>
                    <a:pt x="0" y="422243"/>
                  </a:cubicBezTo>
                  <a:lnTo>
                    <a:pt x="0" y="405098"/>
                  </a:lnTo>
                  <a:cubicBezTo>
                    <a:pt x="0" y="400335"/>
                    <a:pt x="3905" y="396430"/>
                    <a:pt x="8668" y="396430"/>
                  </a:cubicBezTo>
                  <a:cubicBezTo>
                    <a:pt x="13430" y="396430"/>
                    <a:pt x="17336" y="400335"/>
                    <a:pt x="17336" y="405098"/>
                  </a:cubicBezTo>
                  <a:lnTo>
                    <a:pt x="17336" y="422243"/>
                  </a:lnTo>
                  <a:cubicBezTo>
                    <a:pt x="17336" y="427005"/>
                    <a:pt x="13430" y="430911"/>
                    <a:pt x="8668" y="430911"/>
                  </a:cubicBezTo>
                  <a:close/>
                  <a:moveTo>
                    <a:pt x="729044" y="372427"/>
                  </a:moveTo>
                  <a:cubicBezTo>
                    <a:pt x="729044" y="372427"/>
                    <a:pt x="728853" y="372427"/>
                    <a:pt x="728758" y="372427"/>
                  </a:cubicBezTo>
                  <a:cubicBezTo>
                    <a:pt x="723995" y="372237"/>
                    <a:pt x="720280" y="368236"/>
                    <a:pt x="720376" y="363474"/>
                  </a:cubicBezTo>
                  <a:lnTo>
                    <a:pt x="720947" y="346424"/>
                  </a:lnTo>
                  <a:cubicBezTo>
                    <a:pt x="721138" y="341662"/>
                    <a:pt x="725519" y="337851"/>
                    <a:pt x="729901" y="338042"/>
                  </a:cubicBezTo>
                  <a:cubicBezTo>
                    <a:pt x="734663" y="338233"/>
                    <a:pt x="738378" y="342233"/>
                    <a:pt x="738283" y="346996"/>
                  </a:cubicBezTo>
                  <a:lnTo>
                    <a:pt x="737711" y="364045"/>
                  </a:lnTo>
                  <a:cubicBezTo>
                    <a:pt x="737521" y="368712"/>
                    <a:pt x="733711" y="372427"/>
                    <a:pt x="729044" y="372427"/>
                  </a:cubicBezTo>
                  <a:close/>
                  <a:moveTo>
                    <a:pt x="8668" y="371094"/>
                  </a:moveTo>
                  <a:cubicBezTo>
                    <a:pt x="3905" y="371094"/>
                    <a:pt x="0" y="367189"/>
                    <a:pt x="0" y="362426"/>
                  </a:cubicBezTo>
                  <a:lnTo>
                    <a:pt x="0" y="345281"/>
                  </a:lnTo>
                  <a:cubicBezTo>
                    <a:pt x="0" y="340519"/>
                    <a:pt x="3905" y="336613"/>
                    <a:pt x="8668" y="336613"/>
                  </a:cubicBezTo>
                  <a:cubicBezTo>
                    <a:pt x="13430" y="336613"/>
                    <a:pt x="17336" y="340519"/>
                    <a:pt x="17336" y="345281"/>
                  </a:cubicBezTo>
                  <a:lnTo>
                    <a:pt x="17336" y="362426"/>
                  </a:lnTo>
                  <a:cubicBezTo>
                    <a:pt x="17336" y="367189"/>
                    <a:pt x="13430" y="371094"/>
                    <a:pt x="8668" y="371094"/>
                  </a:cubicBezTo>
                  <a:close/>
                  <a:moveTo>
                    <a:pt x="731044" y="312611"/>
                  </a:moveTo>
                  <a:cubicBezTo>
                    <a:pt x="731044" y="312611"/>
                    <a:pt x="730853" y="312611"/>
                    <a:pt x="730758" y="312611"/>
                  </a:cubicBezTo>
                  <a:cubicBezTo>
                    <a:pt x="725996" y="312420"/>
                    <a:pt x="722281" y="308420"/>
                    <a:pt x="722376" y="303657"/>
                  </a:cubicBezTo>
                  <a:lnTo>
                    <a:pt x="722947" y="286607"/>
                  </a:lnTo>
                  <a:cubicBezTo>
                    <a:pt x="723138" y="281940"/>
                    <a:pt x="726948" y="278225"/>
                    <a:pt x="731615" y="278225"/>
                  </a:cubicBezTo>
                  <a:cubicBezTo>
                    <a:pt x="731711" y="278225"/>
                    <a:pt x="731806" y="278225"/>
                    <a:pt x="731901" y="278225"/>
                  </a:cubicBezTo>
                  <a:cubicBezTo>
                    <a:pt x="736663" y="278416"/>
                    <a:pt x="740378" y="282416"/>
                    <a:pt x="740283" y="287178"/>
                  </a:cubicBezTo>
                  <a:lnTo>
                    <a:pt x="739712" y="304229"/>
                  </a:lnTo>
                  <a:cubicBezTo>
                    <a:pt x="739521" y="308896"/>
                    <a:pt x="735711" y="312611"/>
                    <a:pt x="731044" y="312611"/>
                  </a:cubicBezTo>
                  <a:close/>
                  <a:moveTo>
                    <a:pt x="8668" y="311277"/>
                  </a:moveTo>
                  <a:cubicBezTo>
                    <a:pt x="3905" y="311277"/>
                    <a:pt x="0" y="307371"/>
                    <a:pt x="0" y="302609"/>
                  </a:cubicBezTo>
                  <a:lnTo>
                    <a:pt x="0" y="285464"/>
                  </a:lnTo>
                  <a:cubicBezTo>
                    <a:pt x="0" y="280701"/>
                    <a:pt x="3905" y="276796"/>
                    <a:pt x="8668" y="276796"/>
                  </a:cubicBezTo>
                  <a:cubicBezTo>
                    <a:pt x="13430" y="276796"/>
                    <a:pt x="17336" y="280701"/>
                    <a:pt x="17336" y="285464"/>
                  </a:cubicBezTo>
                  <a:lnTo>
                    <a:pt x="17336" y="302609"/>
                  </a:lnTo>
                  <a:cubicBezTo>
                    <a:pt x="17336" y="307371"/>
                    <a:pt x="13430" y="311277"/>
                    <a:pt x="8668" y="311277"/>
                  </a:cubicBezTo>
                  <a:close/>
                  <a:moveTo>
                    <a:pt x="733044" y="252793"/>
                  </a:moveTo>
                  <a:cubicBezTo>
                    <a:pt x="733044" y="252793"/>
                    <a:pt x="732854" y="252793"/>
                    <a:pt x="732758" y="252793"/>
                  </a:cubicBezTo>
                  <a:cubicBezTo>
                    <a:pt x="727996" y="252603"/>
                    <a:pt x="724281" y="248602"/>
                    <a:pt x="724376" y="243840"/>
                  </a:cubicBezTo>
                  <a:lnTo>
                    <a:pt x="724948" y="226790"/>
                  </a:lnTo>
                  <a:cubicBezTo>
                    <a:pt x="725138" y="222028"/>
                    <a:pt x="729520" y="218122"/>
                    <a:pt x="733901" y="218408"/>
                  </a:cubicBezTo>
                  <a:cubicBezTo>
                    <a:pt x="738664" y="218599"/>
                    <a:pt x="742379" y="222599"/>
                    <a:pt x="742283" y="227362"/>
                  </a:cubicBezTo>
                  <a:lnTo>
                    <a:pt x="741712" y="244411"/>
                  </a:lnTo>
                  <a:cubicBezTo>
                    <a:pt x="741521" y="249078"/>
                    <a:pt x="737711" y="252793"/>
                    <a:pt x="733044" y="252793"/>
                  </a:cubicBezTo>
                  <a:close/>
                  <a:moveTo>
                    <a:pt x="8668" y="251365"/>
                  </a:moveTo>
                  <a:cubicBezTo>
                    <a:pt x="3905" y="251365"/>
                    <a:pt x="0" y="247459"/>
                    <a:pt x="0" y="242697"/>
                  </a:cubicBezTo>
                  <a:lnTo>
                    <a:pt x="0" y="225552"/>
                  </a:lnTo>
                  <a:cubicBezTo>
                    <a:pt x="0" y="220789"/>
                    <a:pt x="3905" y="216884"/>
                    <a:pt x="8668" y="216884"/>
                  </a:cubicBezTo>
                  <a:cubicBezTo>
                    <a:pt x="13430" y="216884"/>
                    <a:pt x="17336" y="220789"/>
                    <a:pt x="17336" y="225552"/>
                  </a:cubicBezTo>
                  <a:lnTo>
                    <a:pt x="17336" y="242697"/>
                  </a:lnTo>
                  <a:cubicBezTo>
                    <a:pt x="17336" y="247459"/>
                    <a:pt x="13430" y="251365"/>
                    <a:pt x="8668" y="251365"/>
                  </a:cubicBezTo>
                  <a:close/>
                  <a:moveTo>
                    <a:pt x="735139" y="192977"/>
                  </a:moveTo>
                  <a:cubicBezTo>
                    <a:pt x="735139" y="192977"/>
                    <a:pt x="734949" y="192977"/>
                    <a:pt x="734854" y="192977"/>
                  </a:cubicBezTo>
                  <a:cubicBezTo>
                    <a:pt x="730091" y="192786"/>
                    <a:pt x="726377" y="188786"/>
                    <a:pt x="726472" y="184023"/>
                  </a:cubicBezTo>
                  <a:lnTo>
                    <a:pt x="727043" y="166973"/>
                  </a:lnTo>
                  <a:cubicBezTo>
                    <a:pt x="727234" y="162210"/>
                    <a:pt x="731520" y="158496"/>
                    <a:pt x="735997" y="158591"/>
                  </a:cubicBezTo>
                  <a:cubicBezTo>
                    <a:pt x="740759" y="158782"/>
                    <a:pt x="744474" y="162782"/>
                    <a:pt x="744379" y="167544"/>
                  </a:cubicBezTo>
                  <a:lnTo>
                    <a:pt x="743807" y="184595"/>
                  </a:lnTo>
                  <a:cubicBezTo>
                    <a:pt x="743617" y="189262"/>
                    <a:pt x="739807" y="192977"/>
                    <a:pt x="735139" y="192977"/>
                  </a:cubicBezTo>
                  <a:close/>
                  <a:moveTo>
                    <a:pt x="8668" y="191548"/>
                  </a:moveTo>
                  <a:cubicBezTo>
                    <a:pt x="3905" y="191548"/>
                    <a:pt x="0" y="187643"/>
                    <a:pt x="0" y="182880"/>
                  </a:cubicBezTo>
                  <a:lnTo>
                    <a:pt x="0" y="165735"/>
                  </a:lnTo>
                  <a:cubicBezTo>
                    <a:pt x="0" y="160972"/>
                    <a:pt x="3905" y="157067"/>
                    <a:pt x="8668" y="157067"/>
                  </a:cubicBezTo>
                  <a:cubicBezTo>
                    <a:pt x="13430" y="157067"/>
                    <a:pt x="17336" y="160972"/>
                    <a:pt x="17336" y="165735"/>
                  </a:cubicBezTo>
                  <a:lnTo>
                    <a:pt x="17336" y="182880"/>
                  </a:lnTo>
                  <a:cubicBezTo>
                    <a:pt x="17336" y="187643"/>
                    <a:pt x="13430" y="191548"/>
                    <a:pt x="8668" y="191548"/>
                  </a:cubicBezTo>
                  <a:close/>
                  <a:moveTo>
                    <a:pt x="737140" y="133159"/>
                  </a:moveTo>
                  <a:cubicBezTo>
                    <a:pt x="737140" y="133159"/>
                    <a:pt x="736949" y="133159"/>
                    <a:pt x="736854" y="133159"/>
                  </a:cubicBezTo>
                  <a:cubicBezTo>
                    <a:pt x="732092" y="132969"/>
                    <a:pt x="728377" y="128968"/>
                    <a:pt x="728472" y="124206"/>
                  </a:cubicBezTo>
                  <a:lnTo>
                    <a:pt x="729044" y="107156"/>
                  </a:lnTo>
                  <a:cubicBezTo>
                    <a:pt x="729234" y="102489"/>
                    <a:pt x="733044" y="98774"/>
                    <a:pt x="737711" y="98774"/>
                  </a:cubicBezTo>
                  <a:cubicBezTo>
                    <a:pt x="737806" y="98774"/>
                    <a:pt x="737902" y="98774"/>
                    <a:pt x="737997" y="98774"/>
                  </a:cubicBezTo>
                  <a:cubicBezTo>
                    <a:pt x="742760" y="98965"/>
                    <a:pt x="746474" y="102965"/>
                    <a:pt x="746379" y="107728"/>
                  </a:cubicBezTo>
                  <a:lnTo>
                    <a:pt x="745808" y="124777"/>
                  </a:lnTo>
                  <a:cubicBezTo>
                    <a:pt x="745617" y="129445"/>
                    <a:pt x="741807" y="133159"/>
                    <a:pt x="737140" y="133159"/>
                  </a:cubicBezTo>
                  <a:close/>
                  <a:moveTo>
                    <a:pt x="8668" y="131731"/>
                  </a:moveTo>
                  <a:cubicBezTo>
                    <a:pt x="3905" y="131731"/>
                    <a:pt x="0" y="127825"/>
                    <a:pt x="0" y="123063"/>
                  </a:cubicBezTo>
                  <a:lnTo>
                    <a:pt x="0" y="105918"/>
                  </a:lnTo>
                  <a:cubicBezTo>
                    <a:pt x="0" y="101155"/>
                    <a:pt x="3905" y="97250"/>
                    <a:pt x="8668" y="97250"/>
                  </a:cubicBezTo>
                  <a:cubicBezTo>
                    <a:pt x="13430" y="97250"/>
                    <a:pt x="17336" y="101155"/>
                    <a:pt x="17336" y="105918"/>
                  </a:cubicBezTo>
                  <a:lnTo>
                    <a:pt x="17336" y="123063"/>
                  </a:lnTo>
                  <a:cubicBezTo>
                    <a:pt x="17336" y="127825"/>
                    <a:pt x="13430" y="131731"/>
                    <a:pt x="8668" y="131731"/>
                  </a:cubicBezTo>
                  <a:close/>
                  <a:moveTo>
                    <a:pt x="739140" y="73342"/>
                  </a:moveTo>
                  <a:cubicBezTo>
                    <a:pt x="739140" y="73342"/>
                    <a:pt x="738950" y="73342"/>
                    <a:pt x="738854" y="73342"/>
                  </a:cubicBezTo>
                  <a:cubicBezTo>
                    <a:pt x="734092" y="73152"/>
                    <a:pt x="730377" y="69151"/>
                    <a:pt x="730472" y="64389"/>
                  </a:cubicBezTo>
                  <a:lnTo>
                    <a:pt x="730663" y="57245"/>
                  </a:lnTo>
                  <a:cubicBezTo>
                    <a:pt x="730663" y="54769"/>
                    <a:pt x="730377" y="52292"/>
                    <a:pt x="729710" y="49911"/>
                  </a:cubicBezTo>
                  <a:cubicBezTo>
                    <a:pt x="728472" y="45244"/>
                    <a:pt x="731234" y="40576"/>
                    <a:pt x="735902" y="39338"/>
                  </a:cubicBezTo>
                  <a:cubicBezTo>
                    <a:pt x="740569" y="38100"/>
                    <a:pt x="745236" y="40862"/>
                    <a:pt x="746474" y="45529"/>
                  </a:cubicBezTo>
                  <a:cubicBezTo>
                    <a:pt x="747522" y="49339"/>
                    <a:pt x="747998" y="53245"/>
                    <a:pt x="747998" y="57245"/>
                  </a:cubicBezTo>
                  <a:lnTo>
                    <a:pt x="747713" y="65056"/>
                  </a:lnTo>
                  <a:cubicBezTo>
                    <a:pt x="747522" y="69723"/>
                    <a:pt x="743712" y="73438"/>
                    <a:pt x="739045" y="73438"/>
                  </a:cubicBezTo>
                  <a:close/>
                  <a:moveTo>
                    <a:pt x="8668" y="71818"/>
                  </a:moveTo>
                  <a:cubicBezTo>
                    <a:pt x="3905" y="71818"/>
                    <a:pt x="0" y="67913"/>
                    <a:pt x="0" y="63151"/>
                  </a:cubicBezTo>
                  <a:lnTo>
                    <a:pt x="0" y="48482"/>
                  </a:lnTo>
                  <a:cubicBezTo>
                    <a:pt x="0" y="47530"/>
                    <a:pt x="0" y="46482"/>
                    <a:pt x="0" y="45529"/>
                  </a:cubicBezTo>
                  <a:cubicBezTo>
                    <a:pt x="286" y="40767"/>
                    <a:pt x="4382" y="37242"/>
                    <a:pt x="9144" y="37433"/>
                  </a:cubicBezTo>
                  <a:cubicBezTo>
                    <a:pt x="13907" y="37719"/>
                    <a:pt x="17526" y="41815"/>
                    <a:pt x="17240" y="46577"/>
                  </a:cubicBezTo>
                  <a:cubicBezTo>
                    <a:pt x="17240" y="47244"/>
                    <a:pt x="17240" y="47815"/>
                    <a:pt x="17240" y="48482"/>
                  </a:cubicBezTo>
                  <a:lnTo>
                    <a:pt x="17240" y="63151"/>
                  </a:lnTo>
                  <a:cubicBezTo>
                    <a:pt x="17240" y="67913"/>
                    <a:pt x="13335" y="71818"/>
                    <a:pt x="8573" y="71818"/>
                  </a:cubicBezTo>
                  <a:close/>
                  <a:moveTo>
                    <a:pt x="707993" y="29527"/>
                  </a:moveTo>
                  <a:cubicBezTo>
                    <a:pt x="707993" y="29527"/>
                    <a:pt x="707136" y="29527"/>
                    <a:pt x="706755" y="29527"/>
                  </a:cubicBezTo>
                  <a:cubicBezTo>
                    <a:pt x="706088" y="29432"/>
                    <a:pt x="705422" y="29337"/>
                    <a:pt x="704755" y="29337"/>
                  </a:cubicBezTo>
                  <a:lnTo>
                    <a:pt x="690372" y="28289"/>
                  </a:lnTo>
                  <a:cubicBezTo>
                    <a:pt x="685610" y="27908"/>
                    <a:pt x="681990" y="23813"/>
                    <a:pt x="682371" y="19050"/>
                  </a:cubicBezTo>
                  <a:cubicBezTo>
                    <a:pt x="682752" y="14288"/>
                    <a:pt x="686943" y="10763"/>
                    <a:pt x="691610" y="11049"/>
                  </a:cubicBezTo>
                  <a:lnTo>
                    <a:pt x="706088" y="12097"/>
                  </a:lnTo>
                  <a:cubicBezTo>
                    <a:pt x="707231" y="12097"/>
                    <a:pt x="708279" y="12287"/>
                    <a:pt x="709327" y="12478"/>
                  </a:cubicBezTo>
                  <a:cubicBezTo>
                    <a:pt x="714089" y="13144"/>
                    <a:pt x="717328" y="17621"/>
                    <a:pt x="716661" y="22288"/>
                  </a:cubicBezTo>
                  <a:cubicBezTo>
                    <a:pt x="715994" y="26575"/>
                    <a:pt x="712280" y="29718"/>
                    <a:pt x="708088" y="29718"/>
                  </a:cubicBezTo>
                  <a:close/>
                  <a:moveTo>
                    <a:pt x="648272" y="25527"/>
                  </a:moveTo>
                  <a:cubicBezTo>
                    <a:pt x="648272" y="25527"/>
                    <a:pt x="647986" y="25527"/>
                    <a:pt x="647795" y="25527"/>
                  </a:cubicBezTo>
                  <a:cubicBezTo>
                    <a:pt x="642176" y="25241"/>
                    <a:pt x="636461" y="24955"/>
                    <a:pt x="630746" y="24574"/>
                  </a:cubicBezTo>
                  <a:cubicBezTo>
                    <a:pt x="625983" y="24289"/>
                    <a:pt x="622268" y="20288"/>
                    <a:pt x="622554" y="15526"/>
                  </a:cubicBezTo>
                  <a:cubicBezTo>
                    <a:pt x="622840" y="10763"/>
                    <a:pt x="626936" y="6953"/>
                    <a:pt x="631603" y="7334"/>
                  </a:cubicBezTo>
                  <a:cubicBezTo>
                    <a:pt x="637413" y="7620"/>
                    <a:pt x="643033" y="7906"/>
                    <a:pt x="648748" y="8287"/>
                  </a:cubicBezTo>
                  <a:cubicBezTo>
                    <a:pt x="653510" y="8572"/>
                    <a:pt x="657130" y="12668"/>
                    <a:pt x="656939" y="17431"/>
                  </a:cubicBezTo>
                  <a:cubicBezTo>
                    <a:pt x="656654" y="22003"/>
                    <a:pt x="652844" y="25622"/>
                    <a:pt x="648272" y="25622"/>
                  </a:cubicBezTo>
                  <a:close/>
                  <a:moveTo>
                    <a:pt x="588455" y="22669"/>
                  </a:moveTo>
                  <a:cubicBezTo>
                    <a:pt x="588455" y="22669"/>
                    <a:pt x="588169" y="22669"/>
                    <a:pt x="588074" y="22669"/>
                  </a:cubicBezTo>
                  <a:cubicBezTo>
                    <a:pt x="582454" y="22384"/>
                    <a:pt x="576739" y="22193"/>
                    <a:pt x="571024" y="22003"/>
                  </a:cubicBezTo>
                  <a:cubicBezTo>
                    <a:pt x="566261" y="21812"/>
                    <a:pt x="562547" y="17812"/>
                    <a:pt x="562737" y="13049"/>
                  </a:cubicBezTo>
                  <a:cubicBezTo>
                    <a:pt x="562928" y="8287"/>
                    <a:pt x="567309" y="4572"/>
                    <a:pt x="571691" y="4763"/>
                  </a:cubicBezTo>
                  <a:cubicBezTo>
                    <a:pt x="577501" y="4953"/>
                    <a:pt x="583121" y="5239"/>
                    <a:pt x="588836" y="5429"/>
                  </a:cubicBezTo>
                  <a:cubicBezTo>
                    <a:pt x="593598" y="5620"/>
                    <a:pt x="597313" y="9715"/>
                    <a:pt x="597122" y="14478"/>
                  </a:cubicBezTo>
                  <a:cubicBezTo>
                    <a:pt x="596932" y="19145"/>
                    <a:pt x="593122" y="22765"/>
                    <a:pt x="588455" y="22765"/>
                  </a:cubicBezTo>
                  <a:close/>
                  <a:moveTo>
                    <a:pt x="33052" y="22574"/>
                  </a:moveTo>
                  <a:cubicBezTo>
                    <a:pt x="29432" y="22574"/>
                    <a:pt x="26099" y="20383"/>
                    <a:pt x="24860" y="16764"/>
                  </a:cubicBezTo>
                  <a:cubicBezTo>
                    <a:pt x="23336" y="12287"/>
                    <a:pt x="25622" y="7334"/>
                    <a:pt x="30194" y="5715"/>
                  </a:cubicBezTo>
                  <a:cubicBezTo>
                    <a:pt x="34671" y="4191"/>
                    <a:pt x="39433" y="3334"/>
                    <a:pt x="44291" y="3143"/>
                  </a:cubicBezTo>
                  <a:lnTo>
                    <a:pt x="49721" y="3143"/>
                  </a:lnTo>
                  <a:cubicBezTo>
                    <a:pt x="49721" y="3143"/>
                    <a:pt x="49816" y="3048"/>
                    <a:pt x="49911" y="3048"/>
                  </a:cubicBezTo>
                  <a:cubicBezTo>
                    <a:pt x="54578" y="3048"/>
                    <a:pt x="58483" y="6763"/>
                    <a:pt x="58579" y="11525"/>
                  </a:cubicBezTo>
                  <a:cubicBezTo>
                    <a:pt x="58674" y="16288"/>
                    <a:pt x="54864" y="20288"/>
                    <a:pt x="50102" y="20383"/>
                  </a:cubicBezTo>
                  <a:lnTo>
                    <a:pt x="44672" y="20383"/>
                  </a:lnTo>
                  <a:cubicBezTo>
                    <a:pt x="41624" y="20574"/>
                    <a:pt x="38672" y="21145"/>
                    <a:pt x="35909" y="22098"/>
                  </a:cubicBezTo>
                  <a:cubicBezTo>
                    <a:pt x="34957" y="22384"/>
                    <a:pt x="34004" y="22574"/>
                    <a:pt x="33052" y="22574"/>
                  </a:cubicBezTo>
                  <a:close/>
                  <a:moveTo>
                    <a:pt x="528733" y="20479"/>
                  </a:moveTo>
                  <a:lnTo>
                    <a:pt x="528447" y="20479"/>
                  </a:lnTo>
                  <a:lnTo>
                    <a:pt x="511397" y="20002"/>
                  </a:lnTo>
                  <a:cubicBezTo>
                    <a:pt x="506635" y="19907"/>
                    <a:pt x="502825" y="15907"/>
                    <a:pt x="503015" y="11144"/>
                  </a:cubicBezTo>
                  <a:cubicBezTo>
                    <a:pt x="503111" y="6382"/>
                    <a:pt x="507016" y="2857"/>
                    <a:pt x="511874" y="2762"/>
                  </a:cubicBezTo>
                  <a:lnTo>
                    <a:pt x="529019" y="3238"/>
                  </a:lnTo>
                  <a:cubicBezTo>
                    <a:pt x="533781" y="3429"/>
                    <a:pt x="537591" y="7334"/>
                    <a:pt x="537401" y="12192"/>
                  </a:cubicBezTo>
                  <a:cubicBezTo>
                    <a:pt x="537210" y="16859"/>
                    <a:pt x="533400" y="20574"/>
                    <a:pt x="528733" y="20574"/>
                  </a:cubicBezTo>
                  <a:close/>
                  <a:moveTo>
                    <a:pt x="92678" y="19431"/>
                  </a:moveTo>
                  <a:cubicBezTo>
                    <a:pt x="88011" y="19431"/>
                    <a:pt x="84106" y="15716"/>
                    <a:pt x="84011" y="10954"/>
                  </a:cubicBezTo>
                  <a:cubicBezTo>
                    <a:pt x="84011" y="6191"/>
                    <a:pt x="87725" y="2191"/>
                    <a:pt x="92488" y="2095"/>
                  </a:cubicBezTo>
                  <a:lnTo>
                    <a:pt x="109633" y="1809"/>
                  </a:lnTo>
                  <a:cubicBezTo>
                    <a:pt x="114681" y="1714"/>
                    <a:pt x="118396" y="5524"/>
                    <a:pt x="118491" y="10287"/>
                  </a:cubicBezTo>
                  <a:cubicBezTo>
                    <a:pt x="118491" y="15049"/>
                    <a:pt x="114776" y="19050"/>
                    <a:pt x="110014" y="19145"/>
                  </a:cubicBezTo>
                  <a:lnTo>
                    <a:pt x="92964" y="19431"/>
                  </a:lnTo>
                  <a:lnTo>
                    <a:pt x="92774" y="19431"/>
                  </a:lnTo>
                  <a:close/>
                  <a:moveTo>
                    <a:pt x="468821" y="18955"/>
                  </a:moveTo>
                  <a:lnTo>
                    <a:pt x="468630" y="18955"/>
                  </a:lnTo>
                  <a:lnTo>
                    <a:pt x="451580" y="18574"/>
                  </a:lnTo>
                  <a:cubicBezTo>
                    <a:pt x="446818" y="18574"/>
                    <a:pt x="443008" y="14573"/>
                    <a:pt x="443103" y="9715"/>
                  </a:cubicBezTo>
                  <a:cubicBezTo>
                    <a:pt x="443103" y="4953"/>
                    <a:pt x="447008" y="1238"/>
                    <a:pt x="451771" y="1238"/>
                  </a:cubicBezTo>
                  <a:lnTo>
                    <a:pt x="451961" y="1238"/>
                  </a:lnTo>
                  <a:lnTo>
                    <a:pt x="469106" y="1619"/>
                  </a:lnTo>
                  <a:cubicBezTo>
                    <a:pt x="473869" y="1714"/>
                    <a:pt x="477679" y="5715"/>
                    <a:pt x="477584" y="10477"/>
                  </a:cubicBezTo>
                  <a:cubicBezTo>
                    <a:pt x="477488" y="15240"/>
                    <a:pt x="473583" y="18955"/>
                    <a:pt x="468916" y="18955"/>
                  </a:cubicBezTo>
                  <a:close/>
                  <a:moveTo>
                    <a:pt x="152495" y="18383"/>
                  </a:moveTo>
                  <a:cubicBezTo>
                    <a:pt x="147733" y="18383"/>
                    <a:pt x="143923" y="14573"/>
                    <a:pt x="143828" y="9811"/>
                  </a:cubicBezTo>
                  <a:cubicBezTo>
                    <a:pt x="143828" y="5048"/>
                    <a:pt x="147542" y="1143"/>
                    <a:pt x="152400" y="1048"/>
                  </a:cubicBezTo>
                  <a:lnTo>
                    <a:pt x="169545" y="857"/>
                  </a:lnTo>
                  <a:lnTo>
                    <a:pt x="169640" y="857"/>
                  </a:lnTo>
                  <a:cubicBezTo>
                    <a:pt x="174403" y="857"/>
                    <a:pt x="178213" y="4667"/>
                    <a:pt x="178308" y="9430"/>
                  </a:cubicBezTo>
                  <a:cubicBezTo>
                    <a:pt x="178308" y="14192"/>
                    <a:pt x="174593" y="18097"/>
                    <a:pt x="169736" y="18192"/>
                  </a:cubicBezTo>
                  <a:lnTo>
                    <a:pt x="152686" y="18383"/>
                  </a:lnTo>
                  <a:lnTo>
                    <a:pt x="152591" y="18383"/>
                  </a:lnTo>
                  <a:close/>
                  <a:moveTo>
                    <a:pt x="409004" y="17907"/>
                  </a:moveTo>
                  <a:lnTo>
                    <a:pt x="408908" y="17907"/>
                  </a:lnTo>
                  <a:lnTo>
                    <a:pt x="391859" y="17716"/>
                  </a:lnTo>
                  <a:cubicBezTo>
                    <a:pt x="387096" y="17716"/>
                    <a:pt x="383286" y="13716"/>
                    <a:pt x="383286" y="8953"/>
                  </a:cubicBezTo>
                  <a:cubicBezTo>
                    <a:pt x="383286" y="4191"/>
                    <a:pt x="387191" y="381"/>
                    <a:pt x="391954" y="381"/>
                  </a:cubicBezTo>
                  <a:lnTo>
                    <a:pt x="391954" y="381"/>
                  </a:lnTo>
                  <a:lnTo>
                    <a:pt x="409099" y="571"/>
                  </a:lnTo>
                  <a:cubicBezTo>
                    <a:pt x="413861" y="571"/>
                    <a:pt x="417671" y="4572"/>
                    <a:pt x="417671" y="9334"/>
                  </a:cubicBezTo>
                  <a:cubicBezTo>
                    <a:pt x="417671" y="14097"/>
                    <a:pt x="413766" y="17907"/>
                    <a:pt x="409004" y="17907"/>
                  </a:cubicBezTo>
                  <a:close/>
                  <a:moveTo>
                    <a:pt x="212312" y="17716"/>
                  </a:moveTo>
                  <a:cubicBezTo>
                    <a:pt x="207550" y="17716"/>
                    <a:pt x="203740" y="13906"/>
                    <a:pt x="203645" y="9144"/>
                  </a:cubicBezTo>
                  <a:cubicBezTo>
                    <a:pt x="203645" y="4381"/>
                    <a:pt x="207454" y="476"/>
                    <a:pt x="212217" y="381"/>
                  </a:cubicBezTo>
                  <a:lnTo>
                    <a:pt x="229362" y="190"/>
                  </a:lnTo>
                  <a:lnTo>
                    <a:pt x="229362" y="190"/>
                  </a:lnTo>
                  <a:cubicBezTo>
                    <a:pt x="234125" y="190"/>
                    <a:pt x="237935" y="4000"/>
                    <a:pt x="238030" y="8763"/>
                  </a:cubicBezTo>
                  <a:cubicBezTo>
                    <a:pt x="238030" y="13525"/>
                    <a:pt x="234220" y="17431"/>
                    <a:pt x="229457" y="17526"/>
                  </a:cubicBezTo>
                  <a:lnTo>
                    <a:pt x="212312" y="17526"/>
                  </a:lnTo>
                  <a:cubicBezTo>
                    <a:pt x="212312" y="17526"/>
                    <a:pt x="212312" y="17621"/>
                    <a:pt x="212312" y="17621"/>
                  </a:cubicBezTo>
                  <a:close/>
                  <a:moveTo>
                    <a:pt x="349187" y="17431"/>
                  </a:moveTo>
                  <a:lnTo>
                    <a:pt x="332042" y="17431"/>
                  </a:lnTo>
                  <a:cubicBezTo>
                    <a:pt x="327279" y="17431"/>
                    <a:pt x="323374" y="13430"/>
                    <a:pt x="323374" y="8667"/>
                  </a:cubicBezTo>
                  <a:cubicBezTo>
                    <a:pt x="323374" y="3905"/>
                    <a:pt x="327279" y="0"/>
                    <a:pt x="332042" y="0"/>
                  </a:cubicBezTo>
                  <a:lnTo>
                    <a:pt x="349187" y="0"/>
                  </a:lnTo>
                  <a:cubicBezTo>
                    <a:pt x="353949" y="95"/>
                    <a:pt x="357854" y="4000"/>
                    <a:pt x="357759" y="8763"/>
                  </a:cubicBezTo>
                  <a:cubicBezTo>
                    <a:pt x="357759" y="13525"/>
                    <a:pt x="353854" y="17335"/>
                    <a:pt x="349091" y="17335"/>
                  </a:cubicBezTo>
                  <a:close/>
                  <a:moveTo>
                    <a:pt x="272225" y="17335"/>
                  </a:moveTo>
                  <a:cubicBezTo>
                    <a:pt x="267462" y="17335"/>
                    <a:pt x="263557" y="13525"/>
                    <a:pt x="263557" y="8667"/>
                  </a:cubicBezTo>
                  <a:cubicBezTo>
                    <a:pt x="263557" y="3905"/>
                    <a:pt x="267367" y="0"/>
                    <a:pt x="272225" y="0"/>
                  </a:cubicBezTo>
                  <a:lnTo>
                    <a:pt x="289370" y="0"/>
                  </a:lnTo>
                  <a:cubicBezTo>
                    <a:pt x="289370" y="0"/>
                    <a:pt x="289370" y="0"/>
                    <a:pt x="289370" y="0"/>
                  </a:cubicBezTo>
                  <a:cubicBezTo>
                    <a:pt x="294132" y="0"/>
                    <a:pt x="298037" y="3905"/>
                    <a:pt x="298037" y="8667"/>
                  </a:cubicBezTo>
                  <a:cubicBezTo>
                    <a:pt x="298037" y="13430"/>
                    <a:pt x="294132" y="17335"/>
                    <a:pt x="289370" y="17335"/>
                  </a:cubicBezTo>
                  <a:lnTo>
                    <a:pt x="272320" y="17335"/>
                  </a:lnTo>
                  <a:cubicBezTo>
                    <a:pt x="272320" y="17335"/>
                    <a:pt x="272320" y="17335"/>
                    <a:pt x="272320" y="173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1156377" y="3446353"/>
              <a:ext cx="160191" cy="123175"/>
            </a:xfrm>
            <a:custGeom>
              <a:rect b="b" l="l" r="r" t="t"/>
              <a:pathLst>
                <a:path extrusionOk="0" h="164234" w="213588">
                  <a:moveTo>
                    <a:pt x="14826" y="4401"/>
                  </a:moveTo>
                  <a:lnTo>
                    <a:pt x="168940" y="20"/>
                  </a:lnTo>
                  <a:cubicBezTo>
                    <a:pt x="190752" y="-647"/>
                    <a:pt x="209136" y="15736"/>
                    <a:pt x="211517" y="37453"/>
                  </a:cubicBezTo>
                  <a:cubicBezTo>
                    <a:pt x="215232" y="71171"/>
                    <a:pt x="213327" y="103652"/>
                    <a:pt x="210660" y="127369"/>
                  </a:cubicBezTo>
                  <a:cubicBezTo>
                    <a:pt x="208183" y="148609"/>
                    <a:pt x="190086" y="164517"/>
                    <a:pt x="168750" y="164231"/>
                  </a:cubicBezTo>
                  <a:lnTo>
                    <a:pt x="15302" y="162135"/>
                  </a:lnTo>
                  <a:cubicBezTo>
                    <a:pt x="8730" y="162135"/>
                    <a:pt x="3205" y="156896"/>
                    <a:pt x="2729" y="150419"/>
                  </a:cubicBezTo>
                  <a:cubicBezTo>
                    <a:pt x="-2224" y="86602"/>
                    <a:pt x="729" y="37262"/>
                    <a:pt x="2538" y="16117"/>
                  </a:cubicBezTo>
                  <a:cubicBezTo>
                    <a:pt x="3110" y="9640"/>
                    <a:pt x="8444" y="4687"/>
                    <a:pt x="14921" y="4496"/>
                  </a:cubicBezTo>
                  <a:close/>
                </a:path>
              </a:pathLst>
            </a:custGeom>
            <a:solidFill>
              <a:srgbClr val="44738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1158209" y="3446353"/>
              <a:ext cx="158358" cy="123175"/>
            </a:xfrm>
            <a:custGeom>
              <a:rect b="b" l="l" r="r" t="t"/>
              <a:pathLst>
                <a:path extrusionOk="0" h="164234" w="211144">
                  <a:moveTo>
                    <a:pt x="0" y="16022"/>
                  </a:moveTo>
                  <a:cubicBezTo>
                    <a:pt x="571" y="9545"/>
                    <a:pt x="5905" y="4591"/>
                    <a:pt x="12382" y="4401"/>
                  </a:cubicBezTo>
                  <a:lnTo>
                    <a:pt x="166497" y="20"/>
                  </a:lnTo>
                  <a:cubicBezTo>
                    <a:pt x="188309" y="-647"/>
                    <a:pt x="206692" y="15736"/>
                    <a:pt x="209074" y="37453"/>
                  </a:cubicBezTo>
                  <a:cubicBezTo>
                    <a:pt x="212788" y="71171"/>
                    <a:pt x="210884" y="103652"/>
                    <a:pt x="208217" y="127369"/>
                  </a:cubicBezTo>
                  <a:cubicBezTo>
                    <a:pt x="205740" y="148609"/>
                    <a:pt x="187642" y="164517"/>
                    <a:pt x="166306" y="164231"/>
                  </a:cubicBezTo>
                  <a:lnTo>
                    <a:pt x="12859" y="162135"/>
                  </a:lnTo>
                  <a:cubicBezTo>
                    <a:pt x="6286" y="162135"/>
                    <a:pt x="762" y="156896"/>
                    <a:pt x="286" y="150419"/>
                  </a:cubicBezTo>
                </a:path>
              </a:pathLst>
            </a:custGeom>
            <a:solidFill>
              <a:schemeClr val="accent6"/>
            </a:solidFill>
            <a:ln cap="rnd" cmpd="sng" w="142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5"/>
            <p:cNvSpPr/>
            <p:nvPr/>
          </p:nvSpPr>
          <p:spPr>
            <a:xfrm>
              <a:off x="1243434" y="3470156"/>
              <a:ext cx="51649" cy="80367"/>
            </a:xfrm>
            <a:custGeom>
              <a:rect b="b" l="l" r="r" t="t"/>
              <a:pathLst>
                <a:path extrusionOk="0" h="107156" w="68865">
                  <a:moveTo>
                    <a:pt x="46006" y="0"/>
                  </a:moveTo>
                  <a:cubicBezTo>
                    <a:pt x="58631" y="0"/>
                    <a:pt x="68866" y="10235"/>
                    <a:pt x="68866" y="22860"/>
                  </a:cubicBezTo>
                  <a:lnTo>
                    <a:pt x="68866" y="84297"/>
                  </a:lnTo>
                  <a:cubicBezTo>
                    <a:pt x="68866" y="96922"/>
                    <a:pt x="58631" y="107157"/>
                    <a:pt x="46006" y="107157"/>
                  </a:cubicBezTo>
                  <a:lnTo>
                    <a:pt x="22860" y="107157"/>
                  </a:lnTo>
                  <a:cubicBezTo>
                    <a:pt x="10235" y="107157"/>
                    <a:pt x="0" y="96922"/>
                    <a:pt x="0" y="84297"/>
                  </a:cubicBezTo>
                  <a:lnTo>
                    <a:pt x="0" y="22860"/>
                  </a:lnTo>
                  <a:cubicBezTo>
                    <a:pt x="0" y="10235"/>
                    <a:pt x="10235" y="0"/>
                    <a:pt x="228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3" name="Google Shape;643;p25"/>
          <p:cNvGrpSpPr/>
          <p:nvPr/>
        </p:nvGrpSpPr>
        <p:grpSpPr>
          <a:xfrm>
            <a:off x="1178172" y="1090172"/>
            <a:ext cx="772906" cy="869564"/>
            <a:chOff x="2244772" y="1090172"/>
            <a:chExt cx="772906" cy="869564"/>
          </a:xfrm>
        </p:grpSpPr>
        <p:grpSp>
          <p:nvGrpSpPr>
            <p:cNvPr id="644" name="Google Shape;644;p25"/>
            <p:cNvGrpSpPr/>
            <p:nvPr/>
          </p:nvGrpSpPr>
          <p:grpSpPr>
            <a:xfrm>
              <a:off x="2244772" y="1090172"/>
              <a:ext cx="772906" cy="869564"/>
              <a:chOff x="2244772" y="1090172"/>
              <a:chExt cx="772906" cy="869564"/>
            </a:xfrm>
          </p:grpSpPr>
          <p:sp>
            <p:nvSpPr>
              <p:cNvPr id="645" name="Google Shape;645;p25"/>
              <p:cNvSpPr/>
              <p:nvPr/>
            </p:nvSpPr>
            <p:spPr>
              <a:xfrm>
                <a:off x="2244772" y="1216065"/>
                <a:ext cx="772906" cy="743671"/>
              </a:xfrm>
              <a:custGeom>
                <a:rect b="b" l="l" r="r" t="t"/>
                <a:pathLst>
                  <a:path extrusionOk="0" h="1043749" w="1084781">
                    <a:moveTo>
                      <a:pt x="383228" y="1043655"/>
                    </a:moveTo>
                    <a:lnTo>
                      <a:pt x="687932" y="1043655"/>
                    </a:lnTo>
                    <a:cubicBezTo>
                      <a:pt x="826140" y="1043655"/>
                      <a:pt x="947012" y="950595"/>
                      <a:pt x="982350" y="817055"/>
                    </a:cubicBezTo>
                    <a:cubicBezTo>
                      <a:pt x="1029785" y="637985"/>
                      <a:pt x="1063027" y="450056"/>
                      <a:pt x="1083696" y="254413"/>
                    </a:cubicBezTo>
                    <a:cubicBezTo>
                      <a:pt x="1089316" y="201263"/>
                      <a:pt x="1072933" y="148114"/>
                      <a:pt x="1038833" y="107061"/>
                    </a:cubicBezTo>
                    <a:lnTo>
                      <a:pt x="976254" y="31623"/>
                    </a:lnTo>
                    <a:cubicBezTo>
                      <a:pt x="959681" y="11621"/>
                      <a:pt x="935011" y="0"/>
                      <a:pt x="909008" y="0"/>
                    </a:cubicBezTo>
                    <a:lnTo>
                      <a:pt x="179393" y="0"/>
                    </a:lnTo>
                    <a:cubicBezTo>
                      <a:pt x="150056" y="0"/>
                      <a:pt x="122624" y="14764"/>
                      <a:pt x="106431" y="39243"/>
                    </a:cubicBezTo>
                    <a:lnTo>
                      <a:pt x="32993" y="150400"/>
                    </a:lnTo>
                    <a:cubicBezTo>
                      <a:pt x="10324" y="184690"/>
                      <a:pt x="-1392" y="225266"/>
                      <a:pt x="132" y="266414"/>
                    </a:cubicBezTo>
                    <a:cubicBezTo>
                      <a:pt x="6895" y="451580"/>
                      <a:pt x="36041" y="637318"/>
                      <a:pt x="90620" y="823722"/>
                    </a:cubicBezTo>
                    <a:cubicBezTo>
                      <a:pt x="128720" y="953833"/>
                      <a:pt x="247592" y="1043749"/>
                      <a:pt x="383228" y="104374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25"/>
              <p:cNvSpPr/>
              <p:nvPr/>
            </p:nvSpPr>
            <p:spPr>
              <a:xfrm>
                <a:off x="2295517" y="1264903"/>
                <a:ext cx="671398" cy="645945"/>
              </a:xfrm>
              <a:custGeom>
                <a:rect b="b" l="l" r="r" t="t"/>
                <a:pathLst>
                  <a:path extrusionOk="0" h="906589" w="942313">
                    <a:moveTo>
                      <a:pt x="332920" y="906590"/>
                    </a:moveTo>
                    <a:lnTo>
                      <a:pt x="597619" y="906590"/>
                    </a:lnTo>
                    <a:cubicBezTo>
                      <a:pt x="717634" y="906590"/>
                      <a:pt x="822695" y="825817"/>
                      <a:pt x="853366" y="709708"/>
                    </a:cubicBezTo>
                    <a:cubicBezTo>
                      <a:pt x="894514" y="554069"/>
                      <a:pt x="923470" y="390906"/>
                      <a:pt x="941377" y="220980"/>
                    </a:cubicBezTo>
                    <a:cubicBezTo>
                      <a:pt x="946234" y="174879"/>
                      <a:pt x="932042" y="128683"/>
                      <a:pt x="902419" y="92964"/>
                    </a:cubicBezTo>
                    <a:lnTo>
                      <a:pt x="848032" y="27432"/>
                    </a:lnTo>
                    <a:cubicBezTo>
                      <a:pt x="833649" y="10001"/>
                      <a:pt x="812218" y="0"/>
                      <a:pt x="789548" y="0"/>
                    </a:cubicBezTo>
                    <a:lnTo>
                      <a:pt x="155755" y="0"/>
                    </a:lnTo>
                    <a:cubicBezTo>
                      <a:pt x="130228" y="0"/>
                      <a:pt x="106415" y="12763"/>
                      <a:pt x="92413" y="34099"/>
                    </a:cubicBezTo>
                    <a:lnTo>
                      <a:pt x="28691" y="130683"/>
                    </a:lnTo>
                    <a:cubicBezTo>
                      <a:pt x="8974" y="160496"/>
                      <a:pt x="-1217" y="195739"/>
                      <a:pt x="116" y="231457"/>
                    </a:cubicBezTo>
                    <a:cubicBezTo>
                      <a:pt x="6022" y="392335"/>
                      <a:pt x="31263" y="553688"/>
                      <a:pt x="78793" y="715518"/>
                    </a:cubicBezTo>
                    <a:cubicBezTo>
                      <a:pt x="111940" y="828580"/>
                      <a:pt x="215191" y="906590"/>
                      <a:pt x="332920" y="90659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25"/>
              <p:cNvSpPr/>
              <p:nvPr/>
            </p:nvSpPr>
            <p:spPr>
              <a:xfrm>
                <a:off x="2477499" y="1796387"/>
                <a:ext cx="304210" cy="69997"/>
              </a:xfrm>
              <a:custGeom>
                <a:rect b="b" l="l" r="r" t="t"/>
                <a:pathLst>
                  <a:path extrusionOk="0" h="98242" w="426962">
                    <a:moveTo>
                      <a:pt x="416830" y="61285"/>
                    </a:moveTo>
                    <a:cubicBezTo>
                      <a:pt x="233474" y="-49586"/>
                      <a:pt x="82122" y="14708"/>
                      <a:pt x="9160" y="61952"/>
                    </a:cubicBezTo>
                    <a:cubicBezTo>
                      <a:pt x="-8270" y="73191"/>
                      <a:pt x="874" y="98242"/>
                      <a:pt x="22305" y="98242"/>
                    </a:cubicBezTo>
                    <a:lnTo>
                      <a:pt x="404829" y="98242"/>
                    </a:lnTo>
                    <a:cubicBezTo>
                      <a:pt x="426927" y="98242"/>
                      <a:pt x="435214" y="72429"/>
                      <a:pt x="416926" y="6128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25"/>
              <p:cNvSpPr/>
              <p:nvPr/>
            </p:nvSpPr>
            <p:spPr>
              <a:xfrm>
                <a:off x="2333311" y="1090172"/>
                <a:ext cx="588395" cy="42756"/>
              </a:xfrm>
              <a:custGeom>
                <a:rect b="b" l="l" r="r" t="t"/>
                <a:pathLst>
                  <a:path extrusionOk="0" h="60009" w="825817">
                    <a:moveTo>
                      <a:pt x="0" y="44007"/>
                    </a:moveTo>
                    <a:lnTo>
                      <a:pt x="11239" y="8670"/>
                    </a:lnTo>
                    <a:cubicBezTo>
                      <a:pt x="12859" y="3431"/>
                      <a:pt x="17716" y="-93"/>
                      <a:pt x="23241" y="2"/>
                    </a:cubicBezTo>
                    <a:lnTo>
                      <a:pt x="798195" y="7812"/>
                    </a:lnTo>
                    <a:cubicBezTo>
                      <a:pt x="803339" y="7812"/>
                      <a:pt x="808006" y="11146"/>
                      <a:pt x="809720" y="16004"/>
                    </a:cubicBezTo>
                    <a:lnTo>
                      <a:pt x="825818" y="60010"/>
                    </a:lnTo>
                    <a:lnTo>
                      <a:pt x="0" y="4400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25"/>
              <p:cNvSpPr/>
              <p:nvPr/>
            </p:nvSpPr>
            <p:spPr>
              <a:xfrm>
                <a:off x="2278952" y="1116219"/>
                <a:ext cx="698553" cy="117952"/>
              </a:xfrm>
              <a:custGeom>
                <a:rect b="b" l="l" r="r" t="t"/>
                <a:pathLst>
                  <a:path extrusionOk="0" h="165546" w="980425">
                    <a:moveTo>
                      <a:pt x="36428" y="165547"/>
                    </a:moveTo>
                    <a:lnTo>
                      <a:pt x="948637" y="165547"/>
                    </a:lnTo>
                    <a:cubicBezTo>
                      <a:pt x="961210" y="165547"/>
                      <a:pt x="971592" y="155831"/>
                      <a:pt x="972545" y="143354"/>
                    </a:cubicBezTo>
                    <a:lnTo>
                      <a:pt x="980355" y="38483"/>
                    </a:lnTo>
                    <a:cubicBezTo>
                      <a:pt x="981403" y="24672"/>
                      <a:pt x="970545" y="12861"/>
                      <a:pt x="956733" y="12671"/>
                    </a:cubicBezTo>
                    <a:lnTo>
                      <a:pt x="24331" y="2"/>
                    </a:lnTo>
                    <a:cubicBezTo>
                      <a:pt x="9948" y="-188"/>
                      <a:pt x="-1386" y="12194"/>
                      <a:pt x="138" y="26482"/>
                    </a:cubicBezTo>
                    <a:lnTo>
                      <a:pt x="12425" y="144020"/>
                    </a:lnTo>
                    <a:cubicBezTo>
                      <a:pt x="13663" y="156212"/>
                      <a:pt x="24045" y="165547"/>
                      <a:pt x="36333" y="1655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25"/>
              <p:cNvSpPr/>
              <p:nvPr/>
            </p:nvSpPr>
            <p:spPr>
              <a:xfrm>
                <a:off x="2292141" y="1228275"/>
                <a:ext cx="662708" cy="5836"/>
              </a:xfrm>
              <a:custGeom>
                <a:rect b="b" l="l" r="r" t="t"/>
                <a:pathLst>
                  <a:path extrusionOk="0" h="8191" w="930116">
                    <a:moveTo>
                      <a:pt x="0" y="0"/>
                    </a:moveTo>
                    <a:cubicBezTo>
                      <a:pt x="4382" y="5048"/>
                      <a:pt x="10763" y="8191"/>
                      <a:pt x="17907" y="8191"/>
                    </a:cubicBezTo>
                    <a:lnTo>
                      <a:pt x="930116" y="8191"/>
                    </a:ln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25"/>
              <p:cNvSpPr/>
              <p:nvPr/>
            </p:nvSpPr>
            <p:spPr>
              <a:xfrm>
                <a:off x="2279020" y="1116219"/>
                <a:ext cx="698553" cy="32848"/>
              </a:xfrm>
              <a:custGeom>
                <a:rect b="b" l="l" r="r" t="t"/>
                <a:pathLst>
                  <a:path extrusionOk="0" h="46103" w="980425">
                    <a:moveTo>
                      <a:pt x="980355" y="38483"/>
                    </a:moveTo>
                    <a:cubicBezTo>
                      <a:pt x="981403" y="24672"/>
                      <a:pt x="970545" y="12861"/>
                      <a:pt x="956733" y="12671"/>
                    </a:cubicBezTo>
                    <a:lnTo>
                      <a:pt x="24331" y="2"/>
                    </a:lnTo>
                    <a:cubicBezTo>
                      <a:pt x="9948" y="-188"/>
                      <a:pt x="-1386" y="12194"/>
                      <a:pt x="138" y="26482"/>
                    </a:cubicBezTo>
                    <a:lnTo>
                      <a:pt x="2233" y="46103"/>
                    </a:ln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25"/>
              <p:cNvSpPr/>
              <p:nvPr/>
            </p:nvSpPr>
            <p:spPr>
              <a:xfrm>
                <a:off x="2332903" y="1299008"/>
                <a:ext cx="212962" cy="337058"/>
              </a:xfrm>
              <a:custGeom>
                <a:rect b="b" l="l" r="r" t="t"/>
                <a:pathLst>
                  <a:path extrusionOk="0" h="473064" w="298894">
                    <a:moveTo>
                      <a:pt x="286896" y="183088"/>
                    </a:moveTo>
                    <a:cubicBezTo>
                      <a:pt x="303088" y="143369"/>
                      <a:pt x="304993" y="94696"/>
                      <a:pt x="279466" y="60311"/>
                    </a:cubicBezTo>
                    <a:cubicBezTo>
                      <a:pt x="262416" y="37165"/>
                      <a:pt x="235461" y="23449"/>
                      <a:pt x="208410" y="13733"/>
                    </a:cubicBezTo>
                    <a:cubicBezTo>
                      <a:pt x="185359" y="5542"/>
                      <a:pt x="161166" y="-364"/>
                      <a:pt x="136686" y="17"/>
                    </a:cubicBezTo>
                    <a:cubicBezTo>
                      <a:pt x="61439" y="1256"/>
                      <a:pt x="20577" y="65740"/>
                      <a:pt x="6099" y="133082"/>
                    </a:cubicBezTo>
                    <a:cubicBezTo>
                      <a:pt x="-2855" y="175087"/>
                      <a:pt x="-93" y="218616"/>
                      <a:pt x="2765" y="261479"/>
                    </a:cubicBezTo>
                    <a:cubicBezTo>
                      <a:pt x="5908" y="308913"/>
                      <a:pt x="9051" y="356443"/>
                      <a:pt x="15719" y="403496"/>
                    </a:cubicBezTo>
                    <a:cubicBezTo>
                      <a:pt x="17910" y="418736"/>
                      <a:pt x="20577" y="434358"/>
                      <a:pt x="28101" y="447788"/>
                    </a:cubicBezTo>
                    <a:cubicBezTo>
                      <a:pt x="35626" y="461218"/>
                      <a:pt x="49056" y="472362"/>
                      <a:pt x="64487" y="473029"/>
                    </a:cubicBezTo>
                    <a:cubicBezTo>
                      <a:pt x="88109" y="474077"/>
                      <a:pt x="105540" y="452074"/>
                      <a:pt x="118589" y="432262"/>
                    </a:cubicBezTo>
                    <a:cubicBezTo>
                      <a:pt x="150307" y="384256"/>
                      <a:pt x="181549" y="335869"/>
                      <a:pt x="216411" y="290054"/>
                    </a:cubicBezTo>
                    <a:cubicBezTo>
                      <a:pt x="242414" y="255954"/>
                      <a:pt x="270798" y="222712"/>
                      <a:pt x="286991" y="18299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3" name="Google Shape;653;p25"/>
            <p:cNvGrpSpPr/>
            <p:nvPr/>
          </p:nvGrpSpPr>
          <p:grpSpPr>
            <a:xfrm>
              <a:off x="2394040" y="1621983"/>
              <a:ext cx="200742" cy="207057"/>
              <a:chOff x="1908115" y="1056958"/>
              <a:chExt cx="200742" cy="207057"/>
            </a:xfrm>
          </p:grpSpPr>
          <p:sp>
            <p:nvSpPr>
              <p:cNvPr id="654" name="Google Shape;654;p25"/>
              <p:cNvSpPr/>
              <p:nvPr/>
            </p:nvSpPr>
            <p:spPr>
              <a:xfrm>
                <a:off x="1908115" y="1065441"/>
                <a:ext cx="192161" cy="198574"/>
              </a:xfrm>
              <a:custGeom>
                <a:rect b="b" l="l" r="r" t="t"/>
                <a:pathLst>
                  <a:path extrusionOk="0" h="278701" w="269700">
                    <a:moveTo>
                      <a:pt x="73295" y="197168"/>
                    </a:moveTo>
                    <a:cubicBezTo>
                      <a:pt x="68247" y="191834"/>
                      <a:pt x="63389" y="186404"/>
                      <a:pt x="58626" y="180784"/>
                    </a:cubicBezTo>
                    <a:cubicBezTo>
                      <a:pt x="55959" y="177736"/>
                      <a:pt x="53388" y="174593"/>
                      <a:pt x="50911" y="171450"/>
                    </a:cubicBezTo>
                    <a:cubicBezTo>
                      <a:pt x="40910" y="158972"/>
                      <a:pt x="31956" y="146304"/>
                      <a:pt x="24432" y="133731"/>
                    </a:cubicBezTo>
                    <a:cubicBezTo>
                      <a:pt x="22241" y="130111"/>
                      <a:pt x="20241" y="126492"/>
                      <a:pt x="18336" y="122967"/>
                    </a:cubicBezTo>
                    <a:cubicBezTo>
                      <a:pt x="16335" y="119348"/>
                      <a:pt x="14526" y="115729"/>
                      <a:pt x="12811" y="112109"/>
                    </a:cubicBezTo>
                    <a:cubicBezTo>
                      <a:pt x="6810" y="99346"/>
                      <a:pt x="3000" y="87344"/>
                      <a:pt x="1191" y="76581"/>
                    </a:cubicBezTo>
                    <a:cubicBezTo>
                      <a:pt x="238" y="71152"/>
                      <a:pt x="-143" y="66008"/>
                      <a:pt x="48" y="61246"/>
                    </a:cubicBezTo>
                    <a:cubicBezTo>
                      <a:pt x="333" y="49911"/>
                      <a:pt x="3286" y="40577"/>
                      <a:pt x="8811" y="33623"/>
                    </a:cubicBezTo>
                    <a:lnTo>
                      <a:pt x="8811" y="33623"/>
                    </a:lnTo>
                    <a:cubicBezTo>
                      <a:pt x="8811" y="33623"/>
                      <a:pt x="9001" y="33433"/>
                      <a:pt x="9001" y="33433"/>
                    </a:cubicBezTo>
                    <a:cubicBezTo>
                      <a:pt x="10430" y="31718"/>
                      <a:pt x="29289" y="12954"/>
                      <a:pt x="31004" y="11525"/>
                    </a:cubicBezTo>
                    <a:lnTo>
                      <a:pt x="42624" y="0"/>
                    </a:lnTo>
                    <a:lnTo>
                      <a:pt x="46911" y="4381"/>
                    </a:lnTo>
                    <a:cubicBezTo>
                      <a:pt x="51102" y="3524"/>
                      <a:pt x="55674" y="3238"/>
                      <a:pt x="60722" y="3524"/>
                    </a:cubicBezTo>
                    <a:cubicBezTo>
                      <a:pt x="103394" y="5905"/>
                      <a:pt x="171212" y="50292"/>
                      <a:pt x="216456" y="105442"/>
                    </a:cubicBezTo>
                    <a:cubicBezTo>
                      <a:pt x="232934" y="125444"/>
                      <a:pt x="245888" y="146399"/>
                      <a:pt x="254556" y="165830"/>
                    </a:cubicBezTo>
                    <a:cubicBezTo>
                      <a:pt x="265605" y="190405"/>
                      <a:pt x="268748" y="212789"/>
                      <a:pt x="264843" y="229743"/>
                    </a:cubicBezTo>
                    <a:lnTo>
                      <a:pt x="269700" y="234791"/>
                    </a:lnTo>
                    <a:lnTo>
                      <a:pt x="235887" y="268414"/>
                    </a:lnTo>
                    <a:lnTo>
                      <a:pt x="235887" y="268414"/>
                    </a:lnTo>
                    <a:cubicBezTo>
                      <a:pt x="229029" y="274891"/>
                      <a:pt x="219599" y="278511"/>
                      <a:pt x="207693" y="278702"/>
                    </a:cubicBezTo>
                    <a:cubicBezTo>
                      <a:pt x="202740" y="278702"/>
                      <a:pt x="197501" y="278225"/>
                      <a:pt x="191786" y="276987"/>
                    </a:cubicBezTo>
                    <a:cubicBezTo>
                      <a:pt x="185309" y="275654"/>
                      <a:pt x="178165" y="273368"/>
                      <a:pt x="170640" y="270224"/>
                    </a:cubicBezTo>
                    <a:cubicBezTo>
                      <a:pt x="162639" y="266795"/>
                      <a:pt x="154257" y="262509"/>
                      <a:pt x="145875" y="257366"/>
                    </a:cubicBezTo>
                    <a:cubicBezTo>
                      <a:pt x="142351" y="255270"/>
                      <a:pt x="138922" y="252984"/>
                      <a:pt x="135398" y="250603"/>
                    </a:cubicBezTo>
                    <a:cubicBezTo>
                      <a:pt x="123111" y="242411"/>
                      <a:pt x="110823" y="232696"/>
                      <a:pt x="99012" y="222123"/>
                    </a:cubicBezTo>
                    <a:cubicBezTo>
                      <a:pt x="95964" y="219456"/>
                      <a:pt x="93012" y="216694"/>
                      <a:pt x="90059" y="213932"/>
                    </a:cubicBezTo>
                    <a:cubicBezTo>
                      <a:pt x="84344" y="208502"/>
                      <a:pt x="78724" y="202882"/>
                      <a:pt x="73295" y="19716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5" name="Google Shape;655;p25"/>
              <p:cNvGrpSpPr/>
              <p:nvPr/>
            </p:nvGrpSpPr>
            <p:grpSpPr>
              <a:xfrm>
                <a:off x="1908211" y="1087298"/>
                <a:ext cx="174467" cy="176557"/>
                <a:chOff x="2344435" y="5561929"/>
                <a:chExt cx="245003" cy="247939"/>
              </a:xfrm>
            </p:grpSpPr>
            <p:sp>
              <p:nvSpPr>
                <p:cNvPr id="656" name="Google Shape;656;p25"/>
                <p:cNvSpPr/>
                <p:nvPr/>
              </p:nvSpPr>
              <p:spPr>
                <a:xfrm>
                  <a:off x="2536126" y="5766622"/>
                  <a:ext cx="53312" cy="43246"/>
                </a:xfrm>
                <a:custGeom>
                  <a:rect b="b" l="l" r="r" t="t"/>
                  <a:pathLst>
                    <a:path extrusionOk="0" h="43246" w="53312">
                      <a:moveTo>
                        <a:pt x="0" y="41437"/>
                      </a:moveTo>
                      <a:lnTo>
                        <a:pt x="44387" y="384"/>
                      </a:lnTo>
                      <a:cubicBezTo>
                        <a:pt x="46863" y="-1902"/>
                        <a:pt x="55340" y="6670"/>
                        <a:pt x="52864" y="8956"/>
                      </a:cubicBezTo>
                      <a:cubicBezTo>
                        <a:pt x="46292" y="15052"/>
                        <a:pt x="39624" y="21244"/>
                        <a:pt x="33052" y="27339"/>
                      </a:cubicBezTo>
                      <a:lnTo>
                        <a:pt x="15907" y="43247"/>
                      </a:lnTo>
                      <a:cubicBezTo>
                        <a:pt x="10954" y="43247"/>
                        <a:pt x="5715" y="42770"/>
                        <a:pt x="0" y="4153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7" name="Google Shape;657;p25"/>
                <p:cNvSpPr/>
                <p:nvPr/>
              </p:nvSpPr>
              <p:spPr>
                <a:xfrm>
                  <a:off x="2479738" y="5725664"/>
                  <a:ext cx="68933" cy="62773"/>
                </a:xfrm>
                <a:custGeom>
                  <a:rect b="b" l="l" r="r" t="t"/>
                  <a:pathLst>
                    <a:path extrusionOk="0" h="62773" w="68933">
                      <a:moveTo>
                        <a:pt x="0" y="56010"/>
                      </a:moveTo>
                      <a:lnTo>
                        <a:pt x="60007" y="384"/>
                      </a:lnTo>
                      <a:cubicBezTo>
                        <a:pt x="62484" y="-1902"/>
                        <a:pt x="70961" y="6671"/>
                        <a:pt x="68485" y="8957"/>
                      </a:cubicBezTo>
                      <a:cubicBezTo>
                        <a:pt x="61913" y="15053"/>
                        <a:pt x="55245" y="21244"/>
                        <a:pt x="48673" y="27340"/>
                      </a:cubicBezTo>
                      <a:lnTo>
                        <a:pt x="10478" y="62773"/>
                      </a:lnTo>
                      <a:cubicBezTo>
                        <a:pt x="6953" y="60677"/>
                        <a:pt x="3524" y="58391"/>
                        <a:pt x="0" y="5601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8" name="Google Shape;658;p25"/>
                <p:cNvSpPr/>
                <p:nvPr/>
              </p:nvSpPr>
              <p:spPr>
                <a:xfrm>
                  <a:off x="2434399" y="5684611"/>
                  <a:ext cx="73600" cy="68487"/>
                </a:xfrm>
                <a:custGeom>
                  <a:rect b="b" l="l" r="r" t="t"/>
                  <a:pathLst>
                    <a:path extrusionOk="0" h="68487" w="73600">
                      <a:moveTo>
                        <a:pt x="0" y="60297"/>
                      </a:moveTo>
                      <a:lnTo>
                        <a:pt x="64675" y="384"/>
                      </a:lnTo>
                      <a:cubicBezTo>
                        <a:pt x="67151" y="-1902"/>
                        <a:pt x="75629" y="6671"/>
                        <a:pt x="73152" y="8957"/>
                      </a:cubicBezTo>
                      <a:cubicBezTo>
                        <a:pt x="66580" y="15053"/>
                        <a:pt x="59912" y="21244"/>
                        <a:pt x="53340" y="27340"/>
                      </a:cubicBezTo>
                      <a:lnTo>
                        <a:pt x="8954" y="68488"/>
                      </a:lnTo>
                      <a:cubicBezTo>
                        <a:pt x="5906" y="65821"/>
                        <a:pt x="2953" y="63059"/>
                        <a:pt x="0" y="6029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9" name="Google Shape;659;p25"/>
                <p:cNvSpPr/>
                <p:nvPr/>
              </p:nvSpPr>
              <p:spPr>
                <a:xfrm>
                  <a:off x="2395251" y="5643749"/>
                  <a:ext cx="71981" cy="68106"/>
                </a:xfrm>
                <a:custGeom>
                  <a:rect b="b" l="l" r="r" t="t"/>
                  <a:pathLst>
                    <a:path extrusionOk="0" h="68106" w="71981">
                      <a:moveTo>
                        <a:pt x="7715" y="68107"/>
                      </a:moveTo>
                      <a:cubicBezTo>
                        <a:pt x="5048" y="65058"/>
                        <a:pt x="2477" y="61916"/>
                        <a:pt x="0" y="58772"/>
                      </a:cubicBezTo>
                      <a:lnTo>
                        <a:pt x="63056" y="384"/>
                      </a:lnTo>
                      <a:cubicBezTo>
                        <a:pt x="65532" y="-1902"/>
                        <a:pt x="74009" y="6670"/>
                        <a:pt x="71533" y="8957"/>
                      </a:cubicBezTo>
                      <a:cubicBezTo>
                        <a:pt x="64961" y="15052"/>
                        <a:pt x="58293" y="21244"/>
                        <a:pt x="51721" y="27340"/>
                      </a:cubicBezTo>
                      <a:lnTo>
                        <a:pt x="7715" y="68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0" name="Google Shape;660;p25"/>
                <p:cNvSpPr/>
                <p:nvPr/>
              </p:nvSpPr>
              <p:spPr>
                <a:xfrm>
                  <a:off x="2362676" y="5602792"/>
                  <a:ext cx="63789" cy="62010"/>
                </a:xfrm>
                <a:custGeom>
                  <a:rect b="b" l="l" r="r" t="t"/>
                  <a:pathLst>
                    <a:path extrusionOk="0" h="62010" w="63789">
                      <a:moveTo>
                        <a:pt x="6096" y="62010"/>
                      </a:moveTo>
                      <a:cubicBezTo>
                        <a:pt x="3905" y="58391"/>
                        <a:pt x="1905" y="54771"/>
                        <a:pt x="0" y="51247"/>
                      </a:cubicBezTo>
                      <a:lnTo>
                        <a:pt x="54864" y="384"/>
                      </a:lnTo>
                      <a:cubicBezTo>
                        <a:pt x="57341" y="-1902"/>
                        <a:pt x="65818" y="6671"/>
                        <a:pt x="63341" y="8956"/>
                      </a:cubicBezTo>
                      <a:cubicBezTo>
                        <a:pt x="56769" y="15052"/>
                        <a:pt x="50102" y="21244"/>
                        <a:pt x="43529" y="27340"/>
                      </a:cubicBezTo>
                      <a:lnTo>
                        <a:pt x="6096" y="6201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1" name="Google Shape;661;p25"/>
                <p:cNvSpPr/>
                <p:nvPr/>
              </p:nvSpPr>
              <p:spPr>
                <a:xfrm>
                  <a:off x="2344435" y="5561929"/>
                  <a:ext cx="41358" cy="45818"/>
                </a:xfrm>
                <a:custGeom>
                  <a:rect b="b" l="l" r="r" t="t"/>
                  <a:pathLst>
                    <a:path extrusionOk="0" h="45818" w="41358">
                      <a:moveTo>
                        <a:pt x="1191" y="45723"/>
                      </a:moveTo>
                      <a:cubicBezTo>
                        <a:pt x="238" y="40294"/>
                        <a:pt x="-143" y="35150"/>
                        <a:pt x="48" y="30388"/>
                      </a:cubicBezTo>
                      <a:lnTo>
                        <a:pt x="32433" y="384"/>
                      </a:lnTo>
                      <a:cubicBezTo>
                        <a:pt x="34909" y="-1902"/>
                        <a:pt x="43386" y="6670"/>
                        <a:pt x="40910" y="8956"/>
                      </a:cubicBezTo>
                      <a:cubicBezTo>
                        <a:pt x="34338" y="15053"/>
                        <a:pt x="27670" y="21244"/>
                        <a:pt x="21098" y="27340"/>
                      </a:cubicBezTo>
                      <a:lnTo>
                        <a:pt x="1191" y="458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62" name="Google Shape;662;p25"/>
              <p:cNvSpPr/>
              <p:nvPr/>
            </p:nvSpPr>
            <p:spPr>
              <a:xfrm>
                <a:off x="1931340" y="1056958"/>
                <a:ext cx="177517" cy="183944"/>
              </a:xfrm>
              <a:custGeom>
                <a:rect b="b" l="l" r="r" t="t"/>
                <a:pathLst>
                  <a:path extrusionOk="0" h="258167" w="249147">
                    <a:moveTo>
                      <a:pt x="199176" y="102019"/>
                    </a:moveTo>
                    <a:cubicBezTo>
                      <a:pt x="153932" y="46869"/>
                      <a:pt x="86115" y="2483"/>
                      <a:pt x="43443" y="101"/>
                    </a:cubicBezTo>
                    <a:cubicBezTo>
                      <a:pt x="770" y="-2280"/>
                      <a:pt x="-12565" y="37535"/>
                      <a:pt x="12867" y="91541"/>
                    </a:cubicBezTo>
                    <a:cubicBezTo>
                      <a:pt x="25917" y="119259"/>
                      <a:pt x="47729" y="149453"/>
                      <a:pt x="73351" y="176599"/>
                    </a:cubicBezTo>
                    <a:cubicBezTo>
                      <a:pt x="103164" y="208222"/>
                      <a:pt x="139169" y="236226"/>
                      <a:pt x="170697" y="249657"/>
                    </a:cubicBezTo>
                    <a:cubicBezTo>
                      <a:pt x="239753" y="278898"/>
                      <a:pt x="266899" y="228606"/>
                      <a:pt x="237276" y="162503"/>
                    </a:cubicBezTo>
                    <a:cubicBezTo>
                      <a:pt x="228609" y="143072"/>
                      <a:pt x="215559" y="122212"/>
                      <a:pt x="199176" y="1021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25"/>
              <p:cNvSpPr/>
              <p:nvPr/>
            </p:nvSpPr>
            <p:spPr>
              <a:xfrm>
                <a:off x="1931367" y="1057776"/>
                <a:ext cx="175886" cy="183103"/>
              </a:xfrm>
              <a:custGeom>
                <a:rect b="b" l="l" r="r" t="t"/>
                <a:pathLst>
                  <a:path extrusionOk="0" h="256987" w="246857">
                    <a:moveTo>
                      <a:pt x="28735" y="0"/>
                    </a:moveTo>
                    <a:cubicBezTo>
                      <a:pt x="-1936" y="6858"/>
                      <a:pt x="-9365" y="43148"/>
                      <a:pt x="12828" y="90392"/>
                    </a:cubicBezTo>
                    <a:cubicBezTo>
                      <a:pt x="25877" y="118110"/>
                      <a:pt x="47689" y="148304"/>
                      <a:pt x="73312" y="175450"/>
                    </a:cubicBezTo>
                    <a:cubicBezTo>
                      <a:pt x="103125" y="207073"/>
                      <a:pt x="139129" y="235077"/>
                      <a:pt x="170657" y="248508"/>
                    </a:cubicBezTo>
                    <a:cubicBezTo>
                      <a:pt x="212758" y="266319"/>
                      <a:pt x="239237" y="254508"/>
                      <a:pt x="246857" y="227648"/>
                    </a:cubicBez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25"/>
              <p:cNvSpPr/>
              <p:nvPr/>
            </p:nvSpPr>
            <p:spPr>
              <a:xfrm>
                <a:off x="1960298" y="1086418"/>
                <a:ext cx="119875" cy="124185"/>
              </a:xfrm>
              <a:custGeom>
                <a:rect b="b" l="l" r="r" t="t"/>
                <a:pathLst>
                  <a:path extrusionOk="0" h="174295" w="168246">
                    <a:moveTo>
                      <a:pt x="134506" y="68935"/>
                    </a:moveTo>
                    <a:cubicBezTo>
                      <a:pt x="103931" y="31692"/>
                      <a:pt x="58211" y="1689"/>
                      <a:pt x="29350" y="69"/>
                    </a:cubicBezTo>
                    <a:cubicBezTo>
                      <a:pt x="489" y="-1550"/>
                      <a:pt x="-8464" y="25311"/>
                      <a:pt x="8681" y="61791"/>
                    </a:cubicBezTo>
                    <a:cubicBezTo>
                      <a:pt x="17444" y="80556"/>
                      <a:pt x="32207" y="100939"/>
                      <a:pt x="49543" y="119227"/>
                    </a:cubicBezTo>
                    <a:cubicBezTo>
                      <a:pt x="69641" y="140563"/>
                      <a:pt x="93929" y="159518"/>
                      <a:pt x="115265" y="168566"/>
                    </a:cubicBezTo>
                    <a:cubicBezTo>
                      <a:pt x="161938" y="188283"/>
                      <a:pt x="180226" y="154279"/>
                      <a:pt x="160223" y="109702"/>
                    </a:cubicBezTo>
                    <a:cubicBezTo>
                      <a:pt x="154318" y="96558"/>
                      <a:pt x="145555" y="82461"/>
                      <a:pt x="134506" y="689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25"/>
              <p:cNvSpPr/>
              <p:nvPr/>
            </p:nvSpPr>
            <p:spPr>
              <a:xfrm>
                <a:off x="2046311" y="1124792"/>
                <a:ext cx="33828" cy="85578"/>
              </a:xfrm>
              <a:custGeom>
                <a:rect b="b" l="l" r="r" t="t"/>
                <a:pathLst>
                  <a:path extrusionOk="0" h="120110" w="47478">
                    <a:moveTo>
                      <a:pt x="23146" y="120110"/>
                    </a:moveTo>
                    <a:cubicBezTo>
                      <a:pt x="47720" y="117348"/>
                      <a:pt x="54674" y="89630"/>
                      <a:pt x="39433" y="55816"/>
                    </a:cubicBezTo>
                    <a:cubicBezTo>
                      <a:pt x="33528" y="42672"/>
                      <a:pt x="24765" y="28575"/>
                      <a:pt x="13716" y="15049"/>
                    </a:cubicBezTo>
                    <a:cubicBezTo>
                      <a:pt x="9430" y="9811"/>
                      <a:pt x="4763" y="4858"/>
                      <a:pt x="0" y="0"/>
                    </a:cubicBez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6" name="Google Shape;666;p25"/>
            <p:cNvGrpSpPr/>
            <p:nvPr/>
          </p:nvGrpSpPr>
          <p:grpSpPr>
            <a:xfrm rot="-5865151">
              <a:off x="2378281" y="1318500"/>
              <a:ext cx="200750" cy="207066"/>
              <a:chOff x="1908115" y="1056958"/>
              <a:chExt cx="200742" cy="207057"/>
            </a:xfrm>
          </p:grpSpPr>
          <p:sp>
            <p:nvSpPr>
              <p:cNvPr id="667" name="Google Shape;667;p25"/>
              <p:cNvSpPr/>
              <p:nvPr/>
            </p:nvSpPr>
            <p:spPr>
              <a:xfrm>
                <a:off x="1908115" y="1065441"/>
                <a:ext cx="192161" cy="198574"/>
              </a:xfrm>
              <a:custGeom>
                <a:rect b="b" l="l" r="r" t="t"/>
                <a:pathLst>
                  <a:path extrusionOk="0" h="278701" w="269700">
                    <a:moveTo>
                      <a:pt x="73295" y="197168"/>
                    </a:moveTo>
                    <a:cubicBezTo>
                      <a:pt x="68247" y="191834"/>
                      <a:pt x="63389" y="186404"/>
                      <a:pt x="58626" y="180784"/>
                    </a:cubicBezTo>
                    <a:cubicBezTo>
                      <a:pt x="55959" y="177736"/>
                      <a:pt x="53388" y="174593"/>
                      <a:pt x="50911" y="171450"/>
                    </a:cubicBezTo>
                    <a:cubicBezTo>
                      <a:pt x="40910" y="158972"/>
                      <a:pt x="31956" y="146304"/>
                      <a:pt x="24432" y="133731"/>
                    </a:cubicBezTo>
                    <a:cubicBezTo>
                      <a:pt x="22241" y="130111"/>
                      <a:pt x="20241" y="126492"/>
                      <a:pt x="18336" y="122967"/>
                    </a:cubicBezTo>
                    <a:cubicBezTo>
                      <a:pt x="16335" y="119348"/>
                      <a:pt x="14526" y="115729"/>
                      <a:pt x="12811" y="112109"/>
                    </a:cubicBezTo>
                    <a:cubicBezTo>
                      <a:pt x="6810" y="99346"/>
                      <a:pt x="3000" y="87344"/>
                      <a:pt x="1191" y="76581"/>
                    </a:cubicBezTo>
                    <a:cubicBezTo>
                      <a:pt x="238" y="71152"/>
                      <a:pt x="-143" y="66008"/>
                      <a:pt x="48" y="61246"/>
                    </a:cubicBezTo>
                    <a:cubicBezTo>
                      <a:pt x="333" y="49911"/>
                      <a:pt x="3286" y="40577"/>
                      <a:pt x="8811" y="33623"/>
                    </a:cubicBezTo>
                    <a:lnTo>
                      <a:pt x="8811" y="33623"/>
                    </a:lnTo>
                    <a:cubicBezTo>
                      <a:pt x="8811" y="33623"/>
                      <a:pt x="9001" y="33433"/>
                      <a:pt x="9001" y="33433"/>
                    </a:cubicBezTo>
                    <a:cubicBezTo>
                      <a:pt x="10430" y="31718"/>
                      <a:pt x="29289" y="12954"/>
                      <a:pt x="31004" y="11525"/>
                    </a:cubicBezTo>
                    <a:lnTo>
                      <a:pt x="42624" y="0"/>
                    </a:lnTo>
                    <a:lnTo>
                      <a:pt x="46911" y="4381"/>
                    </a:lnTo>
                    <a:cubicBezTo>
                      <a:pt x="51102" y="3524"/>
                      <a:pt x="55674" y="3238"/>
                      <a:pt x="60722" y="3524"/>
                    </a:cubicBezTo>
                    <a:cubicBezTo>
                      <a:pt x="103394" y="5905"/>
                      <a:pt x="171212" y="50292"/>
                      <a:pt x="216456" y="105442"/>
                    </a:cubicBezTo>
                    <a:cubicBezTo>
                      <a:pt x="232934" y="125444"/>
                      <a:pt x="245888" y="146399"/>
                      <a:pt x="254556" y="165830"/>
                    </a:cubicBezTo>
                    <a:cubicBezTo>
                      <a:pt x="265605" y="190405"/>
                      <a:pt x="268748" y="212789"/>
                      <a:pt x="264843" y="229743"/>
                    </a:cubicBezTo>
                    <a:lnTo>
                      <a:pt x="269700" y="234791"/>
                    </a:lnTo>
                    <a:lnTo>
                      <a:pt x="235887" y="268414"/>
                    </a:lnTo>
                    <a:lnTo>
                      <a:pt x="235887" y="268414"/>
                    </a:lnTo>
                    <a:cubicBezTo>
                      <a:pt x="229029" y="274891"/>
                      <a:pt x="219599" y="278511"/>
                      <a:pt x="207693" y="278702"/>
                    </a:cubicBezTo>
                    <a:cubicBezTo>
                      <a:pt x="202740" y="278702"/>
                      <a:pt x="197501" y="278225"/>
                      <a:pt x="191786" y="276987"/>
                    </a:cubicBezTo>
                    <a:cubicBezTo>
                      <a:pt x="185309" y="275654"/>
                      <a:pt x="178165" y="273368"/>
                      <a:pt x="170640" y="270224"/>
                    </a:cubicBezTo>
                    <a:cubicBezTo>
                      <a:pt x="162639" y="266795"/>
                      <a:pt x="154257" y="262509"/>
                      <a:pt x="145875" y="257366"/>
                    </a:cubicBezTo>
                    <a:cubicBezTo>
                      <a:pt x="142351" y="255270"/>
                      <a:pt x="138922" y="252984"/>
                      <a:pt x="135398" y="250603"/>
                    </a:cubicBezTo>
                    <a:cubicBezTo>
                      <a:pt x="123111" y="242411"/>
                      <a:pt x="110823" y="232696"/>
                      <a:pt x="99012" y="222123"/>
                    </a:cubicBezTo>
                    <a:cubicBezTo>
                      <a:pt x="95964" y="219456"/>
                      <a:pt x="93012" y="216694"/>
                      <a:pt x="90059" y="213932"/>
                    </a:cubicBezTo>
                    <a:cubicBezTo>
                      <a:pt x="84344" y="208502"/>
                      <a:pt x="78724" y="202882"/>
                      <a:pt x="73295" y="19716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68" name="Google Shape;668;p25"/>
              <p:cNvGrpSpPr/>
              <p:nvPr/>
            </p:nvGrpSpPr>
            <p:grpSpPr>
              <a:xfrm>
                <a:off x="1908211" y="1087298"/>
                <a:ext cx="174467" cy="176557"/>
                <a:chOff x="2344435" y="5561929"/>
                <a:chExt cx="245003" cy="247939"/>
              </a:xfrm>
            </p:grpSpPr>
            <p:sp>
              <p:nvSpPr>
                <p:cNvPr id="669" name="Google Shape;669;p25"/>
                <p:cNvSpPr/>
                <p:nvPr/>
              </p:nvSpPr>
              <p:spPr>
                <a:xfrm>
                  <a:off x="2536126" y="5766622"/>
                  <a:ext cx="53312" cy="43246"/>
                </a:xfrm>
                <a:custGeom>
                  <a:rect b="b" l="l" r="r" t="t"/>
                  <a:pathLst>
                    <a:path extrusionOk="0" h="43246" w="53312">
                      <a:moveTo>
                        <a:pt x="0" y="41437"/>
                      </a:moveTo>
                      <a:lnTo>
                        <a:pt x="44387" y="384"/>
                      </a:lnTo>
                      <a:cubicBezTo>
                        <a:pt x="46863" y="-1902"/>
                        <a:pt x="55340" y="6670"/>
                        <a:pt x="52864" y="8956"/>
                      </a:cubicBezTo>
                      <a:cubicBezTo>
                        <a:pt x="46292" y="15052"/>
                        <a:pt x="39624" y="21244"/>
                        <a:pt x="33052" y="27339"/>
                      </a:cubicBezTo>
                      <a:lnTo>
                        <a:pt x="15907" y="43247"/>
                      </a:lnTo>
                      <a:cubicBezTo>
                        <a:pt x="10954" y="43247"/>
                        <a:pt x="5715" y="42770"/>
                        <a:pt x="0" y="4153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0" name="Google Shape;670;p25"/>
                <p:cNvSpPr/>
                <p:nvPr/>
              </p:nvSpPr>
              <p:spPr>
                <a:xfrm>
                  <a:off x="2479738" y="5725664"/>
                  <a:ext cx="68933" cy="62773"/>
                </a:xfrm>
                <a:custGeom>
                  <a:rect b="b" l="l" r="r" t="t"/>
                  <a:pathLst>
                    <a:path extrusionOk="0" h="62773" w="68933">
                      <a:moveTo>
                        <a:pt x="0" y="56010"/>
                      </a:moveTo>
                      <a:lnTo>
                        <a:pt x="60007" y="384"/>
                      </a:lnTo>
                      <a:cubicBezTo>
                        <a:pt x="62484" y="-1902"/>
                        <a:pt x="70961" y="6671"/>
                        <a:pt x="68485" y="8957"/>
                      </a:cubicBezTo>
                      <a:cubicBezTo>
                        <a:pt x="61913" y="15053"/>
                        <a:pt x="55245" y="21244"/>
                        <a:pt x="48673" y="27340"/>
                      </a:cubicBezTo>
                      <a:lnTo>
                        <a:pt x="10478" y="62773"/>
                      </a:lnTo>
                      <a:cubicBezTo>
                        <a:pt x="6953" y="60677"/>
                        <a:pt x="3524" y="58391"/>
                        <a:pt x="0" y="5601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1" name="Google Shape;671;p25"/>
                <p:cNvSpPr/>
                <p:nvPr/>
              </p:nvSpPr>
              <p:spPr>
                <a:xfrm>
                  <a:off x="2434399" y="5684611"/>
                  <a:ext cx="73600" cy="68487"/>
                </a:xfrm>
                <a:custGeom>
                  <a:rect b="b" l="l" r="r" t="t"/>
                  <a:pathLst>
                    <a:path extrusionOk="0" h="68487" w="73600">
                      <a:moveTo>
                        <a:pt x="0" y="60297"/>
                      </a:moveTo>
                      <a:lnTo>
                        <a:pt x="64675" y="384"/>
                      </a:lnTo>
                      <a:cubicBezTo>
                        <a:pt x="67151" y="-1902"/>
                        <a:pt x="75629" y="6671"/>
                        <a:pt x="73152" y="8957"/>
                      </a:cubicBezTo>
                      <a:cubicBezTo>
                        <a:pt x="66580" y="15053"/>
                        <a:pt x="59912" y="21244"/>
                        <a:pt x="53340" y="27340"/>
                      </a:cubicBezTo>
                      <a:lnTo>
                        <a:pt x="8954" y="68488"/>
                      </a:lnTo>
                      <a:cubicBezTo>
                        <a:pt x="5906" y="65821"/>
                        <a:pt x="2953" y="63059"/>
                        <a:pt x="0" y="6029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2" name="Google Shape;672;p25"/>
                <p:cNvSpPr/>
                <p:nvPr/>
              </p:nvSpPr>
              <p:spPr>
                <a:xfrm>
                  <a:off x="2395251" y="5643749"/>
                  <a:ext cx="71981" cy="68106"/>
                </a:xfrm>
                <a:custGeom>
                  <a:rect b="b" l="l" r="r" t="t"/>
                  <a:pathLst>
                    <a:path extrusionOk="0" h="68106" w="71981">
                      <a:moveTo>
                        <a:pt x="7715" y="68107"/>
                      </a:moveTo>
                      <a:cubicBezTo>
                        <a:pt x="5048" y="65058"/>
                        <a:pt x="2477" y="61916"/>
                        <a:pt x="0" y="58772"/>
                      </a:cubicBezTo>
                      <a:lnTo>
                        <a:pt x="63056" y="384"/>
                      </a:lnTo>
                      <a:cubicBezTo>
                        <a:pt x="65532" y="-1902"/>
                        <a:pt x="74009" y="6670"/>
                        <a:pt x="71533" y="8957"/>
                      </a:cubicBezTo>
                      <a:cubicBezTo>
                        <a:pt x="64961" y="15052"/>
                        <a:pt x="58293" y="21244"/>
                        <a:pt x="51721" y="27340"/>
                      </a:cubicBezTo>
                      <a:lnTo>
                        <a:pt x="7715" y="68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3" name="Google Shape;673;p25"/>
                <p:cNvSpPr/>
                <p:nvPr/>
              </p:nvSpPr>
              <p:spPr>
                <a:xfrm>
                  <a:off x="2362676" y="5602792"/>
                  <a:ext cx="63789" cy="62010"/>
                </a:xfrm>
                <a:custGeom>
                  <a:rect b="b" l="l" r="r" t="t"/>
                  <a:pathLst>
                    <a:path extrusionOk="0" h="62010" w="63789">
                      <a:moveTo>
                        <a:pt x="6096" y="62010"/>
                      </a:moveTo>
                      <a:cubicBezTo>
                        <a:pt x="3905" y="58391"/>
                        <a:pt x="1905" y="54771"/>
                        <a:pt x="0" y="51247"/>
                      </a:cubicBezTo>
                      <a:lnTo>
                        <a:pt x="54864" y="384"/>
                      </a:lnTo>
                      <a:cubicBezTo>
                        <a:pt x="57341" y="-1902"/>
                        <a:pt x="65818" y="6671"/>
                        <a:pt x="63341" y="8956"/>
                      </a:cubicBezTo>
                      <a:cubicBezTo>
                        <a:pt x="56769" y="15052"/>
                        <a:pt x="50102" y="21244"/>
                        <a:pt x="43529" y="27340"/>
                      </a:cubicBezTo>
                      <a:lnTo>
                        <a:pt x="6096" y="6201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4" name="Google Shape;674;p25"/>
                <p:cNvSpPr/>
                <p:nvPr/>
              </p:nvSpPr>
              <p:spPr>
                <a:xfrm>
                  <a:off x="2344435" y="5561929"/>
                  <a:ext cx="41358" cy="45818"/>
                </a:xfrm>
                <a:custGeom>
                  <a:rect b="b" l="l" r="r" t="t"/>
                  <a:pathLst>
                    <a:path extrusionOk="0" h="45818" w="41358">
                      <a:moveTo>
                        <a:pt x="1191" y="45723"/>
                      </a:moveTo>
                      <a:cubicBezTo>
                        <a:pt x="238" y="40294"/>
                        <a:pt x="-143" y="35150"/>
                        <a:pt x="48" y="30388"/>
                      </a:cubicBezTo>
                      <a:lnTo>
                        <a:pt x="32433" y="384"/>
                      </a:lnTo>
                      <a:cubicBezTo>
                        <a:pt x="34909" y="-1902"/>
                        <a:pt x="43386" y="6670"/>
                        <a:pt x="40910" y="8956"/>
                      </a:cubicBezTo>
                      <a:cubicBezTo>
                        <a:pt x="34338" y="15053"/>
                        <a:pt x="27670" y="21244"/>
                        <a:pt x="21098" y="27340"/>
                      </a:cubicBezTo>
                      <a:lnTo>
                        <a:pt x="1191" y="458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75" name="Google Shape;675;p25"/>
              <p:cNvSpPr/>
              <p:nvPr/>
            </p:nvSpPr>
            <p:spPr>
              <a:xfrm>
                <a:off x="1931340" y="1056958"/>
                <a:ext cx="177517" cy="183944"/>
              </a:xfrm>
              <a:custGeom>
                <a:rect b="b" l="l" r="r" t="t"/>
                <a:pathLst>
                  <a:path extrusionOk="0" h="258167" w="249147">
                    <a:moveTo>
                      <a:pt x="199176" y="102019"/>
                    </a:moveTo>
                    <a:cubicBezTo>
                      <a:pt x="153932" y="46869"/>
                      <a:pt x="86115" y="2483"/>
                      <a:pt x="43443" y="101"/>
                    </a:cubicBezTo>
                    <a:cubicBezTo>
                      <a:pt x="770" y="-2280"/>
                      <a:pt x="-12565" y="37535"/>
                      <a:pt x="12867" y="91541"/>
                    </a:cubicBezTo>
                    <a:cubicBezTo>
                      <a:pt x="25917" y="119259"/>
                      <a:pt x="47729" y="149453"/>
                      <a:pt x="73351" y="176599"/>
                    </a:cubicBezTo>
                    <a:cubicBezTo>
                      <a:pt x="103164" y="208222"/>
                      <a:pt x="139169" y="236226"/>
                      <a:pt x="170697" y="249657"/>
                    </a:cubicBezTo>
                    <a:cubicBezTo>
                      <a:pt x="239753" y="278898"/>
                      <a:pt x="266899" y="228606"/>
                      <a:pt x="237276" y="162503"/>
                    </a:cubicBezTo>
                    <a:cubicBezTo>
                      <a:pt x="228609" y="143072"/>
                      <a:pt x="215559" y="122212"/>
                      <a:pt x="199176" y="1021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25"/>
              <p:cNvSpPr/>
              <p:nvPr/>
            </p:nvSpPr>
            <p:spPr>
              <a:xfrm>
                <a:off x="1931367" y="1057776"/>
                <a:ext cx="175886" cy="183103"/>
              </a:xfrm>
              <a:custGeom>
                <a:rect b="b" l="l" r="r" t="t"/>
                <a:pathLst>
                  <a:path extrusionOk="0" h="256987" w="246857">
                    <a:moveTo>
                      <a:pt x="28735" y="0"/>
                    </a:moveTo>
                    <a:cubicBezTo>
                      <a:pt x="-1936" y="6858"/>
                      <a:pt x="-9365" y="43148"/>
                      <a:pt x="12828" y="90392"/>
                    </a:cubicBezTo>
                    <a:cubicBezTo>
                      <a:pt x="25877" y="118110"/>
                      <a:pt x="47689" y="148304"/>
                      <a:pt x="73312" y="175450"/>
                    </a:cubicBezTo>
                    <a:cubicBezTo>
                      <a:pt x="103125" y="207073"/>
                      <a:pt x="139129" y="235077"/>
                      <a:pt x="170657" y="248508"/>
                    </a:cubicBezTo>
                    <a:cubicBezTo>
                      <a:pt x="212758" y="266319"/>
                      <a:pt x="239237" y="254508"/>
                      <a:pt x="246857" y="227648"/>
                    </a:cubicBez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25"/>
              <p:cNvSpPr/>
              <p:nvPr/>
            </p:nvSpPr>
            <p:spPr>
              <a:xfrm>
                <a:off x="1960298" y="1086418"/>
                <a:ext cx="119875" cy="124185"/>
              </a:xfrm>
              <a:custGeom>
                <a:rect b="b" l="l" r="r" t="t"/>
                <a:pathLst>
                  <a:path extrusionOk="0" h="174295" w="168246">
                    <a:moveTo>
                      <a:pt x="134506" y="68935"/>
                    </a:moveTo>
                    <a:cubicBezTo>
                      <a:pt x="103931" y="31692"/>
                      <a:pt x="58211" y="1689"/>
                      <a:pt x="29350" y="69"/>
                    </a:cubicBezTo>
                    <a:cubicBezTo>
                      <a:pt x="489" y="-1550"/>
                      <a:pt x="-8464" y="25311"/>
                      <a:pt x="8681" y="61791"/>
                    </a:cubicBezTo>
                    <a:cubicBezTo>
                      <a:pt x="17444" y="80556"/>
                      <a:pt x="32207" y="100939"/>
                      <a:pt x="49543" y="119227"/>
                    </a:cubicBezTo>
                    <a:cubicBezTo>
                      <a:pt x="69641" y="140563"/>
                      <a:pt x="93929" y="159518"/>
                      <a:pt x="115265" y="168566"/>
                    </a:cubicBezTo>
                    <a:cubicBezTo>
                      <a:pt x="161938" y="188283"/>
                      <a:pt x="180226" y="154279"/>
                      <a:pt x="160223" y="109702"/>
                    </a:cubicBezTo>
                    <a:cubicBezTo>
                      <a:pt x="154318" y="96558"/>
                      <a:pt x="145555" y="82461"/>
                      <a:pt x="134506" y="689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25"/>
              <p:cNvSpPr/>
              <p:nvPr/>
            </p:nvSpPr>
            <p:spPr>
              <a:xfrm>
                <a:off x="2046311" y="1124792"/>
                <a:ext cx="33828" cy="85578"/>
              </a:xfrm>
              <a:custGeom>
                <a:rect b="b" l="l" r="r" t="t"/>
                <a:pathLst>
                  <a:path extrusionOk="0" h="120110" w="47478">
                    <a:moveTo>
                      <a:pt x="23146" y="120110"/>
                    </a:moveTo>
                    <a:cubicBezTo>
                      <a:pt x="47720" y="117348"/>
                      <a:pt x="54674" y="89630"/>
                      <a:pt x="39433" y="55816"/>
                    </a:cubicBezTo>
                    <a:cubicBezTo>
                      <a:pt x="33528" y="42672"/>
                      <a:pt x="24765" y="28575"/>
                      <a:pt x="13716" y="15049"/>
                    </a:cubicBezTo>
                    <a:cubicBezTo>
                      <a:pt x="9430" y="9811"/>
                      <a:pt x="4763" y="4858"/>
                      <a:pt x="0" y="0"/>
                    </a:cubicBez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9" name="Google Shape;679;p25"/>
            <p:cNvGrpSpPr/>
            <p:nvPr/>
          </p:nvGrpSpPr>
          <p:grpSpPr>
            <a:xfrm rot="10800000">
              <a:off x="2727291" y="1318502"/>
              <a:ext cx="200742" cy="207057"/>
              <a:chOff x="1908115" y="1056958"/>
              <a:chExt cx="200742" cy="207057"/>
            </a:xfrm>
          </p:grpSpPr>
          <p:sp>
            <p:nvSpPr>
              <p:cNvPr id="680" name="Google Shape;680;p25"/>
              <p:cNvSpPr/>
              <p:nvPr/>
            </p:nvSpPr>
            <p:spPr>
              <a:xfrm>
                <a:off x="1908115" y="1065441"/>
                <a:ext cx="192161" cy="198574"/>
              </a:xfrm>
              <a:custGeom>
                <a:rect b="b" l="l" r="r" t="t"/>
                <a:pathLst>
                  <a:path extrusionOk="0" h="278701" w="269700">
                    <a:moveTo>
                      <a:pt x="73295" y="197168"/>
                    </a:moveTo>
                    <a:cubicBezTo>
                      <a:pt x="68247" y="191834"/>
                      <a:pt x="63389" y="186404"/>
                      <a:pt x="58626" y="180784"/>
                    </a:cubicBezTo>
                    <a:cubicBezTo>
                      <a:pt x="55959" y="177736"/>
                      <a:pt x="53388" y="174593"/>
                      <a:pt x="50911" y="171450"/>
                    </a:cubicBezTo>
                    <a:cubicBezTo>
                      <a:pt x="40910" y="158972"/>
                      <a:pt x="31956" y="146304"/>
                      <a:pt x="24432" y="133731"/>
                    </a:cubicBezTo>
                    <a:cubicBezTo>
                      <a:pt x="22241" y="130111"/>
                      <a:pt x="20241" y="126492"/>
                      <a:pt x="18336" y="122967"/>
                    </a:cubicBezTo>
                    <a:cubicBezTo>
                      <a:pt x="16335" y="119348"/>
                      <a:pt x="14526" y="115729"/>
                      <a:pt x="12811" y="112109"/>
                    </a:cubicBezTo>
                    <a:cubicBezTo>
                      <a:pt x="6810" y="99346"/>
                      <a:pt x="3000" y="87344"/>
                      <a:pt x="1191" y="76581"/>
                    </a:cubicBezTo>
                    <a:cubicBezTo>
                      <a:pt x="238" y="71152"/>
                      <a:pt x="-143" y="66008"/>
                      <a:pt x="48" y="61246"/>
                    </a:cubicBezTo>
                    <a:cubicBezTo>
                      <a:pt x="333" y="49911"/>
                      <a:pt x="3286" y="40577"/>
                      <a:pt x="8811" y="33623"/>
                    </a:cubicBezTo>
                    <a:lnTo>
                      <a:pt x="8811" y="33623"/>
                    </a:lnTo>
                    <a:cubicBezTo>
                      <a:pt x="8811" y="33623"/>
                      <a:pt x="9001" y="33433"/>
                      <a:pt x="9001" y="33433"/>
                    </a:cubicBezTo>
                    <a:cubicBezTo>
                      <a:pt x="10430" y="31718"/>
                      <a:pt x="29289" y="12954"/>
                      <a:pt x="31004" y="11525"/>
                    </a:cubicBezTo>
                    <a:lnTo>
                      <a:pt x="42624" y="0"/>
                    </a:lnTo>
                    <a:lnTo>
                      <a:pt x="46911" y="4381"/>
                    </a:lnTo>
                    <a:cubicBezTo>
                      <a:pt x="51102" y="3524"/>
                      <a:pt x="55674" y="3238"/>
                      <a:pt x="60722" y="3524"/>
                    </a:cubicBezTo>
                    <a:cubicBezTo>
                      <a:pt x="103394" y="5905"/>
                      <a:pt x="171212" y="50292"/>
                      <a:pt x="216456" y="105442"/>
                    </a:cubicBezTo>
                    <a:cubicBezTo>
                      <a:pt x="232934" y="125444"/>
                      <a:pt x="245888" y="146399"/>
                      <a:pt x="254556" y="165830"/>
                    </a:cubicBezTo>
                    <a:cubicBezTo>
                      <a:pt x="265605" y="190405"/>
                      <a:pt x="268748" y="212789"/>
                      <a:pt x="264843" y="229743"/>
                    </a:cubicBezTo>
                    <a:lnTo>
                      <a:pt x="269700" y="234791"/>
                    </a:lnTo>
                    <a:lnTo>
                      <a:pt x="235887" y="268414"/>
                    </a:lnTo>
                    <a:lnTo>
                      <a:pt x="235887" y="268414"/>
                    </a:lnTo>
                    <a:cubicBezTo>
                      <a:pt x="229029" y="274891"/>
                      <a:pt x="219599" y="278511"/>
                      <a:pt x="207693" y="278702"/>
                    </a:cubicBezTo>
                    <a:cubicBezTo>
                      <a:pt x="202740" y="278702"/>
                      <a:pt x="197501" y="278225"/>
                      <a:pt x="191786" y="276987"/>
                    </a:cubicBezTo>
                    <a:cubicBezTo>
                      <a:pt x="185309" y="275654"/>
                      <a:pt x="178165" y="273368"/>
                      <a:pt x="170640" y="270224"/>
                    </a:cubicBezTo>
                    <a:cubicBezTo>
                      <a:pt x="162639" y="266795"/>
                      <a:pt x="154257" y="262509"/>
                      <a:pt x="145875" y="257366"/>
                    </a:cubicBezTo>
                    <a:cubicBezTo>
                      <a:pt x="142351" y="255270"/>
                      <a:pt x="138922" y="252984"/>
                      <a:pt x="135398" y="250603"/>
                    </a:cubicBezTo>
                    <a:cubicBezTo>
                      <a:pt x="123111" y="242411"/>
                      <a:pt x="110823" y="232696"/>
                      <a:pt x="99012" y="222123"/>
                    </a:cubicBezTo>
                    <a:cubicBezTo>
                      <a:pt x="95964" y="219456"/>
                      <a:pt x="93012" y="216694"/>
                      <a:pt x="90059" y="213932"/>
                    </a:cubicBezTo>
                    <a:cubicBezTo>
                      <a:pt x="84344" y="208502"/>
                      <a:pt x="78724" y="202882"/>
                      <a:pt x="73295" y="19716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81" name="Google Shape;681;p25"/>
              <p:cNvGrpSpPr/>
              <p:nvPr/>
            </p:nvGrpSpPr>
            <p:grpSpPr>
              <a:xfrm>
                <a:off x="1908211" y="1087298"/>
                <a:ext cx="174467" cy="176557"/>
                <a:chOff x="2344435" y="5561929"/>
                <a:chExt cx="245003" cy="247939"/>
              </a:xfrm>
            </p:grpSpPr>
            <p:sp>
              <p:nvSpPr>
                <p:cNvPr id="682" name="Google Shape;682;p25"/>
                <p:cNvSpPr/>
                <p:nvPr/>
              </p:nvSpPr>
              <p:spPr>
                <a:xfrm>
                  <a:off x="2536126" y="5766622"/>
                  <a:ext cx="53312" cy="43246"/>
                </a:xfrm>
                <a:custGeom>
                  <a:rect b="b" l="l" r="r" t="t"/>
                  <a:pathLst>
                    <a:path extrusionOk="0" h="43246" w="53312">
                      <a:moveTo>
                        <a:pt x="0" y="41437"/>
                      </a:moveTo>
                      <a:lnTo>
                        <a:pt x="44387" y="384"/>
                      </a:lnTo>
                      <a:cubicBezTo>
                        <a:pt x="46863" y="-1902"/>
                        <a:pt x="55340" y="6670"/>
                        <a:pt x="52864" y="8956"/>
                      </a:cubicBezTo>
                      <a:cubicBezTo>
                        <a:pt x="46292" y="15052"/>
                        <a:pt x="39624" y="21244"/>
                        <a:pt x="33052" y="27339"/>
                      </a:cubicBezTo>
                      <a:lnTo>
                        <a:pt x="15907" y="43247"/>
                      </a:lnTo>
                      <a:cubicBezTo>
                        <a:pt x="10954" y="43247"/>
                        <a:pt x="5715" y="42770"/>
                        <a:pt x="0" y="4153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3" name="Google Shape;683;p25"/>
                <p:cNvSpPr/>
                <p:nvPr/>
              </p:nvSpPr>
              <p:spPr>
                <a:xfrm>
                  <a:off x="2479738" y="5725664"/>
                  <a:ext cx="68933" cy="62773"/>
                </a:xfrm>
                <a:custGeom>
                  <a:rect b="b" l="l" r="r" t="t"/>
                  <a:pathLst>
                    <a:path extrusionOk="0" h="62773" w="68933">
                      <a:moveTo>
                        <a:pt x="0" y="56010"/>
                      </a:moveTo>
                      <a:lnTo>
                        <a:pt x="60007" y="384"/>
                      </a:lnTo>
                      <a:cubicBezTo>
                        <a:pt x="62484" y="-1902"/>
                        <a:pt x="70961" y="6671"/>
                        <a:pt x="68485" y="8957"/>
                      </a:cubicBezTo>
                      <a:cubicBezTo>
                        <a:pt x="61913" y="15053"/>
                        <a:pt x="55245" y="21244"/>
                        <a:pt x="48673" y="27340"/>
                      </a:cubicBezTo>
                      <a:lnTo>
                        <a:pt x="10478" y="62773"/>
                      </a:lnTo>
                      <a:cubicBezTo>
                        <a:pt x="6953" y="60677"/>
                        <a:pt x="3524" y="58391"/>
                        <a:pt x="0" y="5601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4" name="Google Shape;684;p25"/>
                <p:cNvSpPr/>
                <p:nvPr/>
              </p:nvSpPr>
              <p:spPr>
                <a:xfrm>
                  <a:off x="2434399" y="5684611"/>
                  <a:ext cx="73600" cy="68487"/>
                </a:xfrm>
                <a:custGeom>
                  <a:rect b="b" l="l" r="r" t="t"/>
                  <a:pathLst>
                    <a:path extrusionOk="0" h="68487" w="73600">
                      <a:moveTo>
                        <a:pt x="0" y="60297"/>
                      </a:moveTo>
                      <a:lnTo>
                        <a:pt x="64675" y="384"/>
                      </a:lnTo>
                      <a:cubicBezTo>
                        <a:pt x="67151" y="-1902"/>
                        <a:pt x="75629" y="6671"/>
                        <a:pt x="73152" y="8957"/>
                      </a:cubicBezTo>
                      <a:cubicBezTo>
                        <a:pt x="66580" y="15053"/>
                        <a:pt x="59912" y="21244"/>
                        <a:pt x="53340" y="27340"/>
                      </a:cubicBezTo>
                      <a:lnTo>
                        <a:pt x="8954" y="68488"/>
                      </a:lnTo>
                      <a:cubicBezTo>
                        <a:pt x="5906" y="65821"/>
                        <a:pt x="2953" y="63059"/>
                        <a:pt x="0" y="6029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5" name="Google Shape;685;p25"/>
                <p:cNvSpPr/>
                <p:nvPr/>
              </p:nvSpPr>
              <p:spPr>
                <a:xfrm>
                  <a:off x="2395251" y="5643749"/>
                  <a:ext cx="71981" cy="68106"/>
                </a:xfrm>
                <a:custGeom>
                  <a:rect b="b" l="l" r="r" t="t"/>
                  <a:pathLst>
                    <a:path extrusionOk="0" h="68106" w="71981">
                      <a:moveTo>
                        <a:pt x="7715" y="68107"/>
                      </a:moveTo>
                      <a:cubicBezTo>
                        <a:pt x="5048" y="65058"/>
                        <a:pt x="2477" y="61916"/>
                        <a:pt x="0" y="58772"/>
                      </a:cubicBezTo>
                      <a:lnTo>
                        <a:pt x="63056" y="384"/>
                      </a:lnTo>
                      <a:cubicBezTo>
                        <a:pt x="65532" y="-1902"/>
                        <a:pt x="74009" y="6670"/>
                        <a:pt x="71533" y="8957"/>
                      </a:cubicBezTo>
                      <a:cubicBezTo>
                        <a:pt x="64961" y="15052"/>
                        <a:pt x="58293" y="21244"/>
                        <a:pt x="51721" y="27340"/>
                      </a:cubicBezTo>
                      <a:lnTo>
                        <a:pt x="7715" y="68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6" name="Google Shape;686;p25"/>
                <p:cNvSpPr/>
                <p:nvPr/>
              </p:nvSpPr>
              <p:spPr>
                <a:xfrm>
                  <a:off x="2362676" y="5602792"/>
                  <a:ext cx="63789" cy="62010"/>
                </a:xfrm>
                <a:custGeom>
                  <a:rect b="b" l="l" r="r" t="t"/>
                  <a:pathLst>
                    <a:path extrusionOk="0" h="62010" w="63789">
                      <a:moveTo>
                        <a:pt x="6096" y="62010"/>
                      </a:moveTo>
                      <a:cubicBezTo>
                        <a:pt x="3905" y="58391"/>
                        <a:pt x="1905" y="54771"/>
                        <a:pt x="0" y="51247"/>
                      </a:cubicBezTo>
                      <a:lnTo>
                        <a:pt x="54864" y="384"/>
                      </a:lnTo>
                      <a:cubicBezTo>
                        <a:pt x="57341" y="-1902"/>
                        <a:pt x="65818" y="6671"/>
                        <a:pt x="63341" y="8956"/>
                      </a:cubicBezTo>
                      <a:cubicBezTo>
                        <a:pt x="56769" y="15052"/>
                        <a:pt x="50102" y="21244"/>
                        <a:pt x="43529" y="27340"/>
                      </a:cubicBezTo>
                      <a:lnTo>
                        <a:pt x="6096" y="6201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7" name="Google Shape;687;p25"/>
                <p:cNvSpPr/>
                <p:nvPr/>
              </p:nvSpPr>
              <p:spPr>
                <a:xfrm>
                  <a:off x="2344435" y="5561929"/>
                  <a:ext cx="41358" cy="45818"/>
                </a:xfrm>
                <a:custGeom>
                  <a:rect b="b" l="l" r="r" t="t"/>
                  <a:pathLst>
                    <a:path extrusionOk="0" h="45818" w="41358">
                      <a:moveTo>
                        <a:pt x="1191" y="45723"/>
                      </a:moveTo>
                      <a:cubicBezTo>
                        <a:pt x="238" y="40294"/>
                        <a:pt x="-143" y="35150"/>
                        <a:pt x="48" y="30388"/>
                      </a:cubicBezTo>
                      <a:lnTo>
                        <a:pt x="32433" y="384"/>
                      </a:lnTo>
                      <a:cubicBezTo>
                        <a:pt x="34909" y="-1902"/>
                        <a:pt x="43386" y="6670"/>
                        <a:pt x="40910" y="8956"/>
                      </a:cubicBezTo>
                      <a:cubicBezTo>
                        <a:pt x="34338" y="15053"/>
                        <a:pt x="27670" y="21244"/>
                        <a:pt x="21098" y="27340"/>
                      </a:cubicBezTo>
                      <a:lnTo>
                        <a:pt x="1191" y="458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88" name="Google Shape;688;p25"/>
              <p:cNvSpPr/>
              <p:nvPr/>
            </p:nvSpPr>
            <p:spPr>
              <a:xfrm>
                <a:off x="1931340" y="1056958"/>
                <a:ext cx="177517" cy="183944"/>
              </a:xfrm>
              <a:custGeom>
                <a:rect b="b" l="l" r="r" t="t"/>
                <a:pathLst>
                  <a:path extrusionOk="0" h="258167" w="249147">
                    <a:moveTo>
                      <a:pt x="199176" y="102019"/>
                    </a:moveTo>
                    <a:cubicBezTo>
                      <a:pt x="153932" y="46869"/>
                      <a:pt x="86115" y="2483"/>
                      <a:pt x="43443" y="101"/>
                    </a:cubicBezTo>
                    <a:cubicBezTo>
                      <a:pt x="770" y="-2280"/>
                      <a:pt x="-12565" y="37535"/>
                      <a:pt x="12867" y="91541"/>
                    </a:cubicBezTo>
                    <a:cubicBezTo>
                      <a:pt x="25917" y="119259"/>
                      <a:pt x="47729" y="149453"/>
                      <a:pt x="73351" y="176599"/>
                    </a:cubicBezTo>
                    <a:cubicBezTo>
                      <a:pt x="103164" y="208222"/>
                      <a:pt x="139169" y="236226"/>
                      <a:pt x="170697" y="249657"/>
                    </a:cubicBezTo>
                    <a:cubicBezTo>
                      <a:pt x="239753" y="278898"/>
                      <a:pt x="266899" y="228606"/>
                      <a:pt x="237276" y="162503"/>
                    </a:cubicBezTo>
                    <a:cubicBezTo>
                      <a:pt x="228609" y="143072"/>
                      <a:pt x="215559" y="122212"/>
                      <a:pt x="199176" y="1021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25"/>
              <p:cNvSpPr/>
              <p:nvPr/>
            </p:nvSpPr>
            <p:spPr>
              <a:xfrm>
                <a:off x="1931367" y="1057776"/>
                <a:ext cx="175886" cy="183103"/>
              </a:xfrm>
              <a:custGeom>
                <a:rect b="b" l="l" r="r" t="t"/>
                <a:pathLst>
                  <a:path extrusionOk="0" h="256987" w="246857">
                    <a:moveTo>
                      <a:pt x="28735" y="0"/>
                    </a:moveTo>
                    <a:cubicBezTo>
                      <a:pt x="-1936" y="6858"/>
                      <a:pt x="-9365" y="43148"/>
                      <a:pt x="12828" y="90392"/>
                    </a:cubicBezTo>
                    <a:cubicBezTo>
                      <a:pt x="25877" y="118110"/>
                      <a:pt x="47689" y="148304"/>
                      <a:pt x="73312" y="175450"/>
                    </a:cubicBezTo>
                    <a:cubicBezTo>
                      <a:pt x="103125" y="207073"/>
                      <a:pt x="139129" y="235077"/>
                      <a:pt x="170657" y="248508"/>
                    </a:cubicBezTo>
                    <a:cubicBezTo>
                      <a:pt x="212758" y="266319"/>
                      <a:pt x="239237" y="254508"/>
                      <a:pt x="246857" y="227648"/>
                    </a:cubicBez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25"/>
              <p:cNvSpPr/>
              <p:nvPr/>
            </p:nvSpPr>
            <p:spPr>
              <a:xfrm>
                <a:off x="1960298" y="1086418"/>
                <a:ext cx="119875" cy="124185"/>
              </a:xfrm>
              <a:custGeom>
                <a:rect b="b" l="l" r="r" t="t"/>
                <a:pathLst>
                  <a:path extrusionOk="0" h="174295" w="168246">
                    <a:moveTo>
                      <a:pt x="134506" y="68935"/>
                    </a:moveTo>
                    <a:cubicBezTo>
                      <a:pt x="103931" y="31692"/>
                      <a:pt x="58211" y="1689"/>
                      <a:pt x="29350" y="69"/>
                    </a:cubicBezTo>
                    <a:cubicBezTo>
                      <a:pt x="489" y="-1550"/>
                      <a:pt x="-8464" y="25311"/>
                      <a:pt x="8681" y="61791"/>
                    </a:cubicBezTo>
                    <a:cubicBezTo>
                      <a:pt x="17444" y="80556"/>
                      <a:pt x="32207" y="100939"/>
                      <a:pt x="49543" y="119227"/>
                    </a:cubicBezTo>
                    <a:cubicBezTo>
                      <a:pt x="69641" y="140563"/>
                      <a:pt x="93929" y="159518"/>
                      <a:pt x="115265" y="168566"/>
                    </a:cubicBezTo>
                    <a:cubicBezTo>
                      <a:pt x="161938" y="188283"/>
                      <a:pt x="180226" y="154279"/>
                      <a:pt x="160223" y="109702"/>
                    </a:cubicBezTo>
                    <a:cubicBezTo>
                      <a:pt x="154318" y="96558"/>
                      <a:pt x="145555" y="82461"/>
                      <a:pt x="134506" y="689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25"/>
              <p:cNvSpPr/>
              <p:nvPr/>
            </p:nvSpPr>
            <p:spPr>
              <a:xfrm>
                <a:off x="2046311" y="1124792"/>
                <a:ext cx="33828" cy="85578"/>
              </a:xfrm>
              <a:custGeom>
                <a:rect b="b" l="l" r="r" t="t"/>
                <a:pathLst>
                  <a:path extrusionOk="0" h="120110" w="47478">
                    <a:moveTo>
                      <a:pt x="23146" y="120110"/>
                    </a:moveTo>
                    <a:cubicBezTo>
                      <a:pt x="47720" y="117348"/>
                      <a:pt x="54674" y="89630"/>
                      <a:pt x="39433" y="55816"/>
                    </a:cubicBezTo>
                    <a:cubicBezTo>
                      <a:pt x="33528" y="42672"/>
                      <a:pt x="24765" y="28575"/>
                      <a:pt x="13716" y="15049"/>
                    </a:cubicBezTo>
                    <a:cubicBezTo>
                      <a:pt x="9430" y="9811"/>
                      <a:pt x="4763" y="4858"/>
                      <a:pt x="0" y="0"/>
                    </a:cubicBez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2" name="Google Shape;692;p25"/>
            <p:cNvGrpSpPr/>
            <p:nvPr/>
          </p:nvGrpSpPr>
          <p:grpSpPr>
            <a:xfrm rot="-6864731">
              <a:off x="2521423" y="1421424"/>
              <a:ext cx="200743" cy="207058"/>
              <a:chOff x="1908115" y="1056958"/>
              <a:chExt cx="200742" cy="207057"/>
            </a:xfrm>
          </p:grpSpPr>
          <p:sp>
            <p:nvSpPr>
              <p:cNvPr id="693" name="Google Shape;693;p25"/>
              <p:cNvSpPr/>
              <p:nvPr/>
            </p:nvSpPr>
            <p:spPr>
              <a:xfrm>
                <a:off x="1908115" y="1065441"/>
                <a:ext cx="192161" cy="198574"/>
              </a:xfrm>
              <a:custGeom>
                <a:rect b="b" l="l" r="r" t="t"/>
                <a:pathLst>
                  <a:path extrusionOk="0" h="278701" w="269700">
                    <a:moveTo>
                      <a:pt x="73295" y="197168"/>
                    </a:moveTo>
                    <a:cubicBezTo>
                      <a:pt x="68247" y="191834"/>
                      <a:pt x="63389" y="186404"/>
                      <a:pt x="58626" y="180784"/>
                    </a:cubicBezTo>
                    <a:cubicBezTo>
                      <a:pt x="55959" y="177736"/>
                      <a:pt x="53388" y="174593"/>
                      <a:pt x="50911" y="171450"/>
                    </a:cubicBezTo>
                    <a:cubicBezTo>
                      <a:pt x="40910" y="158972"/>
                      <a:pt x="31956" y="146304"/>
                      <a:pt x="24432" y="133731"/>
                    </a:cubicBezTo>
                    <a:cubicBezTo>
                      <a:pt x="22241" y="130111"/>
                      <a:pt x="20241" y="126492"/>
                      <a:pt x="18336" y="122967"/>
                    </a:cubicBezTo>
                    <a:cubicBezTo>
                      <a:pt x="16335" y="119348"/>
                      <a:pt x="14526" y="115729"/>
                      <a:pt x="12811" y="112109"/>
                    </a:cubicBezTo>
                    <a:cubicBezTo>
                      <a:pt x="6810" y="99346"/>
                      <a:pt x="3000" y="87344"/>
                      <a:pt x="1191" y="76581"/>
                    </a:cubicBezTo>
                    <a:cubicBezTo>
                      <a:pt x="238" y="71152"/>
                      <a:pt x="-143" y="66008"/>
                      <a:pt x="48" y="61246"/>
                    </a:cubicBezTo>
                    <a:cubicBezTo>
                      <a:pt x="333" y="49911"/>
                      <a:pt x="3286" y="40577"/>
                      <a:pt x="8811" y="33623"/>
                    </a:cubicBezTo>
                    <a:lnTo>
                      <a:pt x="8811" y="33623"/>
                    </a:lnTo>
                    <a:cubicBezTo>
                      <a:pt x="8811" y="33623"/>
                      <a:pt x="9001" y="33433"/>
                      <a:pt x="9001" y="33433"/>
                    </a:cubicBezTo>
                    <a:cubicBezTo>
                      <a:pt x="10430" y="31718"/>
                      <a:pt x="29289" y="12954"/>
                      <a:pt x="31004" y="11525"/>
                    </a:cubicBezTo>
                    <a:lnTo>
                      <a:pt x="42624" y="0"/>
                    </a:lnTo>
                    <a:lnTo>
                      <a:pt x="46911" y="4381"/>
                    </a:lnTo>
                    <a:cubicBezTo>
                      <a:pt x="51102" y="3524"/>
                      <a:pt x="55674" y="3238"/>
                      <a:pt x="60722" y="3524"/>
                    </a:cubicBezTo>
                    <a:cubicBezTo>
                      <a:pt x="103394" y="5905"/>
                      <a:pt x="171212" y="50292"/>
                      <a:pt x="216456" y="105442"/>
                    </a:cubicBezTo>
                    <a:cubicBezTo>
                      <a:pt x="232934" y="125444"/>
                      <a:pt x="245888" y="146399"/>
                      <a:pt x="254556" y="165830"/>
                    </a:cubicBezTo>
                    <a:cubicBezTo>
                      <a:pt x="265605" y="190405"/>
                      <a:pt x="268748" y="212789"/>
                      <a:pt x="264843" y="229743"/>
                    </a:cubicBezTo>
                    <a:lnTo>
                      <a:pt x="269700" y="234791"/>
                    </a:lnTo>
                    <a:lnTo>
                      <a:pt x="235887" y="268414"/>
                    </a:lnTo>
                    <a:lnTo>
                      <a:pt x="235887" y="268414"/>
                    </a:lnTo>
                    <a:cubicBezTo>
                      <a:pt x="229029" y="274891"/>
                      <a:pt x="219599" y="278511"/>
                      <a:pt x="207693" y="278702"/>
                    </a:cubicBezTo>
                    <a:cubicBezTo>
                      <a:pt x="202740" y="278702"/>
                      <a:pt x="197501" y="278225"/>
                      <a:pt x="191786" y="276987"/>
                    </a:cubicBezTo>
                    <a:cubicBezTo>
                      <a:pt x="185309" y="275654"/>
                      <a:pt x="178165" y="273368"/>
                      <a:pt x="170640" y="270224"/>
                    </a:cubicBezTo>
                    <a:cubicBezTo>
                      <a:pt x="162639" y="266795"/>
                      <a:pt x="154257" y="262509"/>
                      <a:pt x="145875" y="257366"/>
                    </a:cubicBezTo>
                    <a:cubicBezTo>
                      <a:pt x="142351" y="255270"/>
                      <a:pt x="138922" y="252984"/>
                      <a:pt x="135398" y="250603"/>
                    </a:cubicBezTo>
                    <a:cubicBezTo>
                      <a:pt x="123111" y="242411"/>
                      <a:pt x="110823" y="232696"/>
                      <a:pt x="99012" y="222123"/>
                    </a:cubicBezTo>
                    <a:cubicBezTo>
                      <a:pt x="95964" y="219456"/>
                      <a:pt x="93012" y="216694"/>
                      <a:pt x="90059" y="213932"/>
                    </a:cubicBezTo>
                    <a:cubicBezTo>
                      <a:pt x="84344" y="208502"/>
                      <a:pt x="78724" y="202882"/>
                      <a:pt x="73295" y="19716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94" name="Google Shape;694;p25"/>
              <p:cNvGrpSpPr/>
              <p:nvPr/>
            </p:nvGrpSpPr>
            <p:grpSpPr>
              <a:xfrm>
                <a:off x="1908211" y="1087298"/>
                <a:ext cx="174467" cy="176557"/>
                <a:chOff x="2344435" y="5561929"/>
                <a:chExt cx="245003" cy="247939"/>
              </a:xfrm>
            </p:grpSpPr>
            <p:sp>
              <p:nvSpPr>
                <p:cNvPr id="695" name="Google Shape;695;p25"/>
                <p:cNvSpPr/>
                <p:nvPr/>
              </p:nvSpPr>
              <p:spPr>
                <a:xfrm>
                  <a:off x="2536126" y="5766622"/>
                  <a:ext cx="53312" cy="43246"/>
                </a:xfrm>
                <a:custGeom>
                  <a:rect b="b" l="l" r="r" t="t"/>
                  <a:pathLst>
                    <a:path extrusionOk="0" h="43246" w="53312">
                      <a:moveTo>
                        <a:pt x="0" y="41437"/>
                      </a:moveTo>
                      <a:lnTo>
                        <a:pt x="44387" y="384"/>
                      </a:lnTo>
                      <a:cubicBezTo>
                        <a:pt x="46863" y="-1902"/>
                        <a:pt x="55340" y="6670"/>
                        <a:pt x="52864" y="8956"/>
                      </a:cubicBezTo>
                      <a:cubicBezTo>
                        <a:pt x="46292" y="15052"/>
                        <a:pt x="39624" y="21244"/>
                        <a:pt x="33052" y="27339"/>
                      </a:cubicBezTo>
                      <a:lnTo>
                        <a:pt x="15907" y="43247"/>
                      </a:lnTo>
                      <a:cubicBezTo>
                        <a:pt x="10954" y="43247"/>
                        <a:pt x="5715" y="42770"/>
                        <a:pt x="0" y="4153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6" name="Google Shape;696;p25"/>
                <p:cNvSpPr/>
                <p:nvPr/>
              </p:nvSpPr>
              <p:spPr>
                <a:xfrm>
                  <a:off x="2479738" y="5725664"/>
                  <a:ext cx="68933" cy="62773"/>
                </a:xfrm>
                <a:custGeom>
                  <a:rect b="b" l="l" r="r" t="t"/>
                  <a:pathLst>
                    <a:path extrusionOk="0" h="62773" w="68933">
                      <a:moveTo>
                        <a:pt x="0" y="56010"/>
                      </a:moveTo>
                      <a:lnTo>
                        <a:pt x="60007" y="384"/>
                      </a:lnTo>
                      <a:cubicBezTo>
                        <a:pt x="62484" y="-1902"/>
                        <a:pt x="70961" y="6671"/>
                        <a:pt x="68485" y="8957"/>
                      </a:cubicBezTo>
                      <a:cubicBezTo>
                        <a:pt x="61913" y="15053"/>
                        <a:pt x="55245" y="21244"/>
                        <a:pt x="48673" y="27340"/>
                      </a:cubicBezTo>
                      <a:lnTo>
                        <a:pt x="10478" y="62773"/>
                      </a:lnTo>
                      <a:cubicBezTo>
                        <a:pt x="6953" y="60677"/>
                        <a:pt x="3524" y="58391"/>
                        <a:pt x="0" y="5601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7" name="Google Shape;697;p25"/>
                <p:cNvSpPr/>
                <p:nvPr/>
              </p:nvSpPr>
              <p:spPr>
                <a:xfrm>
                  <a:off x="2434399" y="5684611"/>
                  <a:ext cx="73600" cy="68487"/>
                </a:xfrm>
                <a:custGeom>
                  <a:rect b="b" l="l" r="r" t="t"/>
                  <a:pathLst>
                    <a:path extrusionOk="0" h="68487" w="73600">
                      <a:moveTo>
                        <a:pt x="0" y="60297"/>
                      </a:moveTo>
                      <a:lnTo>
                        <a:pt x="64675" y="384"/>
                      </a:lnTo>
                      <a:cubicBezTo>
                        <a:pt x="67151" y="-1902"/>
                        <a:pt x="75629" y="6671"/>
                        <a:pt x="73152" y="8957"/>
                      </a:cubicBezTo>
                      <a:cubicBezTo>
                        <a:pt x="66580" y="15053"/>
                        <a:pt x="59912" y="21244"/>
                        <a:pt x="53340" y="27340"/>
                      </a:cubicBezTo>
                      <a:lnTo>
                        <a:pt x="8954" y="68488"/>
                      </a:lnTo>
                      <a:cubicBezTo>
                        <a:pt x="5906" y="65821"/>
                        <a:pt x="2953" y="63059"/>
                        <a:pt x="0" y="6029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8" name="Google Shape;698;p25"/>
                <p:cNvSpPr/>
                <p:nvPr/>
              </p:nvSpPr>
              <p:spPr>
                <a:xfrm>
                  <a:off x="2395251" y="5643749"/>
                  <a:ext cx="71981" cy="68106"/>
                </a:xfrm>
                <a:custGeom>
                  <a:rect b="b" l="l" r="r" t="t"/>
                  <a:pathLst>
                    <a:path extrusionOk="0" h="68106" w="71981">
                      <a:moveTo>
                        <a:pt x="7715" y="68107"/>
                      </a:moveTo>
                      <a:cubicBezTo>
                        <a:pt x="5048" y="65058"/>
                        <a:pt x="2477" y="61916"/>
                        <a:pt x="0" y="58772"/>
                      </a:cubicBezTo>
                      <a:lnTo>
                        <a:pt x="63056" y="384"/>
                      </a:lnTo>
                      <a:cubicBezTo>
                        <a:pt x="65532" y="-1902"/>
                        <a:pt x="74009" y="6670"/>
                        <a:pt x="71533" y="8957"/>
                      </a:cubicBezTo>
                      <a:cubicBezTo>
                        <a:pt x="64961" y="15052"/>
                        <a:pt x="58293" y="21244"/>
                        <a:pt x="51721" y="27340"/>
                      </a:cubicBezTo>
                      <a:lnTo>
                        <a:pt x="7715" y="68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9" name="Google Shape;699;p25"/>
                <p:cNvSpPr/>
                <p:nvPr/>
              </p:nvSpPr>
              <p:spPr>
                <a:xfrm>
                  <a:off x="2362676" y="5602792"/>
                  <a:ext cx="63789" cy="62010"/>
                </a:xfrm>
                <a:custGeom>
                  <a:rect b="b" l="l" r="r" t="t"/>
                  <a:pathLst>
                    <a:path extrusionOk="0" h="62010" w="63789">
                      <a:moveTo>
                        <a:pt x="6096" y="62010"/>
                      </a:moveTo>
                      <a:cubicBezTo>
                        <a:pt x="3905" y="58391"/>
                        <a:pt x="1905" y="54771"/>
                        <a:pt x="0" y="51247"/>
                      </a:cubicBezTo>
                      <a:lnTo>
                        <a:pt x="54864" y="384"/>
                      </a:lnTo>
                      <a:cubicBezTo>
                        <a:pt x="57341" y="-1902"/>
                        <a:pt x="65818" y="6671"/>
                        <a:pt x="63341" y="8956"/>
                      </a:cubicBezTo>
                      <a:cubicBezTo>
                        <a:pt x="56769" y="15052"/>
                        <a:pt x="50102" y="21244"/>
                        <a:pt x="43529" y="27340"/>
                      </a:cubicBezTo>
                      <a:lnTo>
                        <a:pt x="6096" y="6201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0" name="Google Shape;700;p25"/>
                <p:cNvSpPr/>
                <p:nvPr/>
              </p:nvSpPr>
              <p:spPr>
                <a:xfrm>
                  <a:off x="2344435" y="5561929"/>
                  <a:ext cx="41358" cy="45818"/>
                </a:xfrm>
                <a:custGeom>
                  <a:rect b="b" l="l" r="r" t="t"/>
                  <a:pathLst>
                    <a:path extrusionOk="0" h="45818" w="41358">
                      <a:moveTo>
                        <a:pt x="1191" y="45723"/>
                      </a:moveTo>
                      <a:cubicBezTo>
                        <a:pt x="238" y="40294"/>
                        <a:pt x="-143" y="35150"/>
                        <a:pt x="48" y="30388"/>
                      </a:cubicBezTo>
                      <a:lnTo>
                        <a:pt x="32433" y="384"/>
                      </a:lnTo>
                      <a:cubicBezTo>
                        <a:pt x="34909" y="-1902"/>
                        <a:pt x="43386" y="6670"/>
                        <a:pt x="40910" y="8956"/>
                      </a:cubicBezTo>
                      <a:cubicBezTo>
                        <a:pt x="34338" y="15053"/>
                        <a:pt x="27670" y="21244"/>
                        <a:pt x="21098" y="27340"/>
                      </a:cubicBezTo>
                      <a:lnTo>
                        <a:pt x="1191" y="458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1" name="Google Shape;701;p25"/>
              <p:cNvSpPr/>
              <p:nvPr/>
            </p:nvSpPr>
            <p:spPr>
              <a:xfrm>
                <a:off x="1931340" y="1056958"/>
                <a:ext cx="177517" cy="183944"/>
              </a:xfrm>
              <a:custGeom>
                <a:rect b="b" l="l" r="r" t="t"/>
                <a:pathLst>
                  <a:path extrusionOk="0" h="258167" w="249147">
                    <a:moveTo>
                      <a:pt x="199176" y="102019"/>
                    </a:moveTo>
                    <a:cubicBezTo>
                      <a:pt x="153932" y="46869"/>
                      <a:pt x="86115" y="2483"/>
                      <a:pt x="43443" y="101"/>
                    </a:cubicBezTo>
                    <a:cubicBezTo>
                      <a:pt x="770" y="-2280"/>
                      <a:pt x="-12565" y="37535"/>
                      <a:pt x="12867" y="91541"/>
                    </a:cubicBezTo>
                    <a:cubicBezTo>
                      <a:pt x="25917" y="119259"/>
                      <a:pt x="47729" y="149453"/>
                      <a:pt x="73351" y="176599"/>
                    </a:cubicBezTo>
                    <a:cubicBezTo>
                      <a:pt x="103164" y="208222"/>
                      <a:pt x="139169" y="236226"/>
                      <a:pt x="170697" y="249657"/>
                    </a:cubicBezTo>
                    <a:cubicBezTo>
                      <a:pt x="239753" y="278898"/>
                      <a:pt x="266899" y="228606"/>
                      <a:pt x="237276" y="162503"/>
                    </a:cubicBezTo>
                    <a:cubicBezTo>
                      <a:pt x="228609" y="143072"/>
                      <a:pt x="215559" y="122212"/>
                      <a:pt x="199176" y="1021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25"/>
              <p:cNvSpPr/>
              <p:nvPr/>
            </p:nvSpPr>
            <p:spPr>
              <a:xfrm>
                <a:off x="1931367" y="1057776"/>
                <a:ext cx="175886" cy="183103"/>
              </a:xfrm>
              <a:custGeom>
                <a:rect b="b" l="l" r="r" t="t"/>
                <a:pathLst>
                  <a:path extrusionOk="0" h="256987" w="246857">
                    <a:moveTo>
                      <a:pt x="28735" y="0"/>
                    </a:moveTo>
                    <a:cubicBezTo>
                      <a:pt x="-1936" y="6858"/>
                      <a:pt x="-9365" y="43148"/>
                      <a:pt x="12828" y="90392"/>
                    </a:cubicBezTo>
                    <a:cubicBezTo>
                      <a:pt x="25877" y="118110"/>
                      <a:pt x="47689" y="148304"/>
                      <a:pt x="73312" y="175450"/>
                    </a:cubicBezTo>
                    <a:cubicBezTo>
                      <a:pt x="103125" y="207073"/>
                      <a:pt x="139129" y="235077"/>
                      <a:pt x="170657" y="248508"/>
                    </a:cubicBezTo>
                    <a:cubicBezTo>
                      <a:pt x="212758" y="266319"/>
                      <a:pt x="239237" y="254508"/>
                      <a:pt x="246857" y="227648"/>
                    </a:cubicBez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25"/>
              <p:cNvSpPr/>
              <p:nvPr/>
            </p:nvSpPr>
            <p:spPr>
              <a:xfrm>
                <a:off x="1960298" y="1086418"/>
                <a:ext cx="119875" cy="124185"/>
              </a:xfrm>
              <a:custGeom>
                <a:rect b="b" l="l" r="r" t="t"/>
                <a:pathLst>
                  <a:path extrusionOk="0" h="174295" w="168246">
                    <a:moveTo>
                      <a:pt x="134506" y="68935"/>
                    </a:moveTo>
                    <a:cubicBezTo>
                      <a:pt x="103931" y="31692"/>
                      <a:pt x="58211" y="1689"/>
                      <a:pt x="29350" y="69"/>
                    </a:cubicBezTo>
                    <a:cubicBezTo>
                      <a:pt x="489" y="-1550"/>
                      <a:pt x="-8464" y="25311"/>
                      <a:pt x="8681" y="61791"/>
                    </a:cubicBezTo>
                    <a:cubicBezTo>
                      <a:pt x="17444" y="80556"/>
                      <a:pt x="32207" y="100939"/>
                      <a:pt x="49543" y="119227"/>
                    </a:cubicBezTo>
                    <a:cubicBezTo>
                      <a:pt x="69641" y="140563"/>
                      <a:pt x="93929" y="159518"/>
                      <a:pt x="115265" y="168566"/>
                    </a:cubicBezTo>
                    <a:cubicBezTo>
                      <a:pt x="161938" y="188283"/>
                      <a:pt x="180226" y="154279"/>
                      <a:pt x="160223" y="109702"/>
                    </a:cubicBezTo>
                    <a:cubicBezTo>
                      <a:pt x="154318" y="96558"/>
                      <a:pt x="145555" y="82461"/>
                      <a:pt x="134506" y="689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25"/>
              <p:cNvSpPr/>
              <p:nvPr/>
            </p:nvSpPr>
            <p:spPr>
              <a:xfrm>
                <a:off x="2046311" y="1124792"/>
                <a:ext cx="33828" cy="85578"/>
              </a:xfrm>
              <a:custGeom>
                <a:rect b="b" l="l" r="r" t="t"/>
                <a:pathLst>
                  <a:path extrusionOk="0" h="120110" w="47478">
                    <a:moveTo>
                      <a:pt x="23146" y="120110"/>
                    </a:moveTo>
                    <a:cubicBezTo>
                      <a:pt x="47720" y="117348"/>
                      <a:pt x="54674" y="89630"/>
                      <a:pt x="39433" y="55816"/>
                    </a:cubicBezTo>
                    <a:cubicBezTo>
                      <a:pt x="33528" y="42672"/>
                      <a:pt x="24765" y="28575"/>
                      <a:pt x="13716" y="15049"/>
                    </a:cubicBezTo>
                    <a:cubicBezTo>
                      <a:pt x="9430" y="9811"/>
                      <a:pt x="4763" y="4858"/>
                      <a:pt x="0" y="0"/>
                    </a:cubicBez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5" name="Google Shape;705;p25"/>
            <p:cNvGrpSpPr/>
            <p:nvPr/>
          </p:nvGrpSpPr>
          <p:grpSpPr>
            <a:xfrm rot="2575757">
              <a:off x="2638407" y="1604920"/>
              <a:ext cx="200743" cy="207059"/>
              <a:chOff x="1908115" y="1056958"/>
              <a:chExt cx="200742" cy="207057"/>
            </a:xfrm>
          </p:grpSpPr>
          <p:sp>
            <p:nvSpPr>
              <p:cNvPr id="706" name="Google Shape;706;p25"/>
              <p:cNvSpPr/>
              <p:nvPr/>
            </p:nvSpPr>
            <p:spPr>
              <a:xfrm>
                <a:off x="1908115" y="1065441"/>
                <a:ext cx="192161" cy="198574"/>
              </a:xfrm>
              <a:custGeom>
                <a:rect b="b" l="l" r="r" t="t"/>
                <a:pathLst>
                  <a:path extrusionOk="0" h="278701" w="269700">
                    <a:moveTo>
                      <a:pt x="73295" y="197168"/>
                    </a:moveTo>
                    <a:cubicBezTo>
                      <a:pt x="68247" y="191834"/>
                      <a:pt x="63389" y="186404"/>
                      <a:pt x="58626" y="180784"/>
                    </a:cubicBezTo>
                    <a:cubicBezTo>
                      <a:pt x="55959" y="177736"/>
                      <a:pt x="53388" y="174593"/>
                      <a:pt x="50911" y="171450"/>
                    </a:cubicBezTo>
                    <a:cubicBezTo>
                      <a:pt x="40910" y="158972"/>
                      <a:pt x="31956" y="146304"/>
                      <a:pt x="24432" y="133731"/>
                    </a:cubicBezTo>
                    <a:cubicBezTo>
                      <a:pt x="22241" y="130111"/>
                      <a:pt x="20241" y="126492"/>
                      <a:pt x="18336" y="122967"/>
                    </a:cubicBezTo>
                    <a:cubicBezTo>
                      <a:pt x="16335" y="119348"/>
                      <a:pt x="14526" y="115729"/>
                      <a:pt x="12811" y="112109"/>
                    </a:cubicBezTo>
                    <a:cubicBezTo>
                      <a:pt x="6810" y="99346"/>
                      <a:pt x="3000" y="87344"/>
                      <a:pt x="1191" y="76581"/>
                    </a:cubicBezTo>
                    <a:cubicBezTo>
                      <a:pt x="238" y="71152"/>
                      <a:pt x="-143" y="66008"/>
                      <a:pt x="48" y="61246"/>
                    </a:cubicBezTo>
                    <a:cubicBezTo>
                      <a:pt x="333" y="49911"/>
                      <a:pt x="3286" y="40577"/>
                      <a:pt x="8811" y="33623"/>
                    </a:cubicBezTo>
                    <a:lnTo>
                      <a:pt x="8811" y="33623"/>
                    </a:lnTo>
                    <a:cubicBezTo>
                      <a:pt x="8811" y="33623"/>
                      <a:pt x="9001" y="33433"/>
                      <a:pt x="9001" y="33433"/>
                    </a:cubicBezTo>
                    <a:cubicBezTo>
                      <a:pt x="10430" y="31718"/>
                      <a:pt x="29289" y="12954"/>
                      <a:pt x="31004" y="11525"/>
                    </a:cubicBezTo>
                    <a:lnTo>
                      <a:pt x="42624" y="0"/>
                    </a:lnTo>
                    <a:lnTo>
                      <a:pt x="46911" y="4381"/>
                    </a:lnTo>
                    <a:cubicBezTo>
                      <a:pt x="51102" y="3524"/>
                      <a:pt x="55674" y="3238"/>
                      <a:pt x="60722" y="3524"/>
                    </a:cubicBezTo>
                    <a:cubicBezTo>
                      <a:pt x="103394" y="5905"/>
                      <a:pt x="171212" y="50292"/>
                      <a:pt x="216456" y="105442"/>
                    </a:cubicBezTo>
                    <a:cubicBezTo>
                      <a:pt x="232934" y="125444"/>
                      <a:pt x="245888" y="146399"/>
                      <a:pt x="254556" y="165830"/>
                    </a:cubicBezTo>
                    <a:cubicBezTo>
                      <a:pt x="265605" y="190405"/>
                      <a:pt x="268748" y="212789"/>
                      <a:pt x="264843" y="229743"/>
                    </a:cubicBezTo>
                    <a:lnTo>
                      <a:pt x="269700" y="234791"/>
                    </a:lnTo>
                    <a:lnTo>
                      <a:pt x="235887" y="268414"/>
                    </a:lnTo>
                    <a:lnTo>
                      <a:pt x="235887" y="268414"/>
                    </a:lnTo>
                    <a:cubicBezTo>
                      <a:pt x="229029" y="274891"/>
                      <a:pt x="219599" y="278511"/>
                      <a:pt x="207693" y="278702"/>
                    </a:cubicBezTo>
                    <a:cubicBezTo>
                      <a:pt x="202740" y="278702"/>
                      <a:pt x="197501" y="278225"/>
                      <a:pt x="191786" y="276987"/>
                    </a:cubicBezTo>
                    <a:cubicBezTo>
                      <a:pt x="185309" y="275654"/>
                      <a:pt x="178165" y="273368"/>
                      <a:pt x="170640" y="270224"/>
                    </a:cubicBezTo>
                    <a:cubicBezTo>
                      <a:pt x="162639" y="266795"/>
                      <a:pt x="154257" y="262509"/>
                      <a:pt x="145875" y="257366"/>
                    </a:cubicBezTo>
                    <a:cubicBezTo>
                      <a:pt x="142351" y="255270"/>
                      <a:pt x="138922" y="252984"/>
                      <a:pt x="135398" y="250603"/>
                    </a:cubicBezTo>
                    <a:cubicBezTo>
                      <a:pt x="123111" y="242411"/>
                      <a:pt x="110823" y="232696"/>
                      <a:pt x="99012" y="222123"/>
                    </a:cubicBezTo>
                    <a:cubicBezTo>
                      <a:pt x="95964" y="219456"/>
                      <a:pt x="93012" y="216694"/>
                      <a:pt x="90059" y="213932"/>
                    </a:cubicBezTo>
                    <a:cubicBezTo>
                      <a:pt x="84344" y="208502"/>
                      <a:pt x="78724" y="202882"/>
                      <a:pt x="73295" y="19716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07" name="Google Shape;707;p25"/>
              <p:cNvGrpSpPr/>
              <p:nvPr/>
            </p:nvGrpSpPr>
            <p:grpSpPr>
              <a:xfrm>
                <a:off x="1908211" y="1087298"/>
                <a:ext cx="174467" cy="176557"/>
                <a:chOff x="2344435" y="5561929"/>
                <a:chExt cx="245003" cy="247939"/>
              </a:xfrm>
            </p:grpSpPr>
            <p:sp>
              <p:nvSpPr>
                <p:cNvPr id="708" name="Google Shape;708;p25"/>
                <p:cNvSpPr/>
                <p:nvPr/>
              </p:nvSpPr>
              <p:spPr>
                <a:xfrm>
                  <a:off x="2536126" y="5766622"/>
                  <a:ext cx="53312" cy="43246"/>
                </a:xfrm>
                <a:custGeom>
                  <a:rect b="b" l="l" r="r" t="t"/>
                  <a:pathLst>
                    <a:path extrusionOk="0" h="43246" w="53312">
                      <a:moveTo>
                        <a:pt x="0" y="41437"/>
                      </a:moveTo>
                      <a:lnTo>
                        <a:pt x="44387" y="384"/>
                      </a:lnTo>
                      <a:cubicBezTo>
                        <a:pt x="46863" y="-1902"/>
                        <a:pt x="55340" y="6670"/>
                        <a:pt x="52864" y="8956"/>
                      </a:cubicBezTo>
                      <a:cubicBezTo>
                        <a:pt x="46292" y="15052"/>
                        <a:pt x="39624" y="21244"/>
                        <a:pt x="33052" y="27339"/>
                      </a:cubicBezTo>
                      <a:lnTo>
                        <a:pt x="15907" y="43247"/>
                      </a:lnTo>
                      <a:cubicBezTo>
                        <a:pt x="10954" y="43247"/>
                        <a:pt x="5715" y="42770"/>
                        <a:pt x="0" y="4153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9" name="Google Shape;709;p25"/>
                <p:cNvSpPr/>
                <p:nvPr/>
              </p:nvSpPr>
              <p:spPr>
                <a:xfrm>
                  <a:off x="2479738" y="5725664"/>
                  <a:ext cx="68933" cy="62773"/>
                </a:xfrm>
                <a:custGeom>
                  <a:rect b="b" l="l" r="r" t="t"/>
                  <a:pathLst>
                    <a:path extrusionOk="0" h="62773" w="68933">
                      <a:moveTo>
                        <a:pt x="0" y="56010"/>
                      </a:moveTo>
                      <a:lnTo>
                        <a:pt x="60007" y="384"/>
                      </a:lnTo>
                      <a:cubicBezTo>
                        <a:pt x="62484" y="-1902"/>
                        <a:pt x="70961" y="6671"/>
                        <a:pt x="68485" y="8957"/>
                      </a:cubicBezTo>
                      <a:cubicBezTo>
                        <a:pt x="61913" y="15053"/>
                        <a:pt x="55245" y="21244"/>
                        <a:pt x="48673" y="27340"/>
                      </a:cubicBezTo>
                      <a:lnTo>
                        <a:pt x="10478" y="62773"/>
                      </a:lnTo>
                      <a:cubicBezTo>
                        <a:pt x="6953" y="60677"/>
                        <a:pt x="3524" y="58391"/>
                        <a:pt x="0" y="5601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0" name="Google Shape;710;p25"/>
                <p:cNvSpPr/>
                <p:nvPr/>
              </p:nvSpPr>
              <p:spPr>
                <a:xfrm>
                  <a:off x="2434399" y="5684611"/>
                  <a:ext cx="73600" cy="68487"/>
                </a:xfrm>
                <a:custGeom>
                  <a:rect b="b" l="l" r="r" t="t"/>
                  <a:pathLst>
                    <a:path extrusionOk="0" h="68487" w="73600">
                      <a:moveTo>
                        <a:pt x="0" y="60297"/>
                      </a:moveTo>
                      <a:lnTo>
                        <a:pt x="64675" y="384"/>
                      </a:lnTo>
                      <a:cubicBezTo>
                        <a:pt x="67151" y="-1902"/>
                        <a:pt x="75629" y="6671"/>
                        <a:pt x="73152" y="8957"/>
                      </a:cubicBezTo>
                      <a:cubicBezTo>
                        <a:pt x="66580" y="15053"/>
                        <a:pt x="59912" y="21244"/>
                        <a:pt x="53340" y="27340"/>
                      </a:cubicBezTo>
                      <a:lnTo>
                        <a:pt x="8954" y="68488"/>
                      </a:lnTo>
                      <a:cubicBezTo>
                        <a:pt x="5906" y="65821"/>
                        <a:pt x="2953" y="63059"/>
                        <a:pt x="0" y="6029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1" name="Google Shape;711;p25"/>
                <p:cNvSpPr/>
                <p:nvPr/>
              </p:nvSpPr>
              <p:spPr>
                <a:xfrm>
                  <a:off x="2395251" y="5643749"/>
                  <a:ext cx="71981" cy="68106"/>
                </a:xfrm>
                <a:custGeom>
                  <a:rect b="b" l="l" r="r" t="t"/>
                  <a:pathLst>
                    <a:path extrusionOk="0" h="68106" w="71981">
                      <a:moveTo>
                        <a:pt x="7715" y="68107"/>
                      </a:moveTo>
                      <a:cubicBezTo>
                        <a:pt x="5048" y="65058"/>
                        <a:pt x="2477" y="61916"/>
                        <a:pt x="0" y="58772"/>
                      </a:cubicBezTo>
                      <a:lnTo>
                        <a:pt x="63056" y="384"/>
                      </a:lnTo>
                      <a:cubicBezTo>
                        <a:pt x="65532" y="-1902"/>
                        <a:pt x="74009" y="6670"/>
                        <a:pt x="71533" y="8957"/>
                      </a:cubicBezTo>
                      <a:cubicBezTo>
                        <a:pt x="64961" y="15052"/>
                        <a:pt x="58293" y="21244"/>
                        <a:pt x="51721" y="27340"/>
                      </a:cubicBezTo>
                      <a:lnTo>
                        <a:pt x="7715" y="6810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2" name="Google Shape;712;p25"/>
                <p:cNvSpPr/>
                <p:nvPr/>
              </p:nvSpPr>
              <p:spPr>
                <a:xfrm>
                  <a:off x="2362676" y="5602792"/>
                  <a:ext cx="63789" cy="62010"/>
                </a:xfrm>
                <a:custGeom>
                  <a:rect b="b" l="l" r="r" t="t"/>
                  <a:pathLst>
                    <a:path extrusionOk="0" h="62010" w="63789">
                      <a:moveTo>
                        <a:pt x="6096" y="62010"/>
                      </a:moveTo>
                      <a:cubicBezTo>
                        <a:pt x="3905" y="58391"/>
                        <a:pt x="1905" y="54771"/>
                        <a:pt x="0" y="51247"/>
                      </a:cubicBezTo>
                      <a:lnTo>
                        <a:pt x="54864" y="384"/>
                      </a:lnTo>
                      <a:cubicBezTo>
                        <a:pt x="57341" y="-1902"/>
                        <a:pt x="65818" y="6671"/>
                        <a:pt x="63341" y="8956"/>
                      </a:cubicBezTo>
                      <a:cubicBezTo>
                        <a:pt x="56769" y="15052"/>
                        <a:pt x="50102" y="21244"/>
                        <a:pt x="43529" y="27340"/>
                      </a:cubicBezTo>
                      <a:lnTo>
                        <a:pt x="6096" y="6201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3" name="Google Shape;713;p25"/>
                <p:cNvSpPr/>
                <p:nvPr/>
              </p:nvSpPr>
              <p:spPr>
                <a:xfrm>
                  <a:off x="2344435" y="5561929"/>
                  <a:ext cx="41358" cy="45818"/>
                </a:xfrm>
                <a:custGeom>
                  <a:rect b="b" l="l" r="r" t="t"/>
                  <a:pathLst>
                    <a:path extrusionOk="0" h="45818" w="41358">
                      <a:moveTo>
                        <a:pt x="1191" y="45723"/>
                      </a:moveTo>
                      <a:cubicBezTo>
                        <a:pt x="238" y="40294"/>
                        <a:pt x="-143" y="35150"/>
                        <a:pt x="48" y="30388"/>
                      </a:cubicBezTo>
                      <a:lnTo>
                        <a:pt x="32433" y="384"/>
                      </a:lnTo>
                      <a:cubicBezTo>
                        <a:pt x="34909" y="-1902"/>
                        <a:pt x="43386" y="6670"/>
                        <a:pt x="40910" y="8956"/>
                      </a:cubicBezTo>
                      <a:cubicBezTo>
                        <a:pt x="34338" y="15053"/>
                        <a:pt x="27670" y="21244"/>
                        <a:pt x="21098" y="27340"/>
                      </a:cubicBezTo>
                      <a:lnTo>
                        <a:pt x="1191" y="458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14" name="Google Shape;714;p25"/>
              <p:cNvSpPr/>
              <p:nvPr/>
            </p:nvSpPr>
            <p:spPr>
              <a:xfrm>
                <a:off x="1931340" y="1056958"/>
                <a:ext cx="177517" cy="183944"/>
              </a:xfrm>
              <a:custGeom>
                <a:rect b="b" l="l" r="r" t="t"/>
                <a:pathLst>
                  <a:path extrusionOk="0" h="258167" w="249147">
                    <a:moveTo>
                      <a:pt x="199176" y="102019"/>
                    </a:moveTo>
                    <a:cubicBezTo>
                      <a:pt x="153932" y="46869"/>
                      <a:pt x="86115" y="2483"/>
                      <a:pt x="43443" y="101"/>
                    </a:cubicBezTo>
                    <a:cubicBezTo>
                      <a:pt x="770" y="-2280"/>
                      <a:pt x="-12565" y="37535"/>
                      <a:pt x="12867" y="91541"/>
                    </a:cubicBezTo>
                    <a:cubicBezTo>
                      <a:pt x="25917" y="119259"/>
                      <a:pt x="47729" y="149453"/>
                      <a:pt x="73351" y="176599"/>
                    </a:cubicBezTo>
                    <a:cubicBezTo>
                      <a:pt x="103164" y="208222"/>
                      <a:pt x="139169" y="236226"/>
                      <a:pt x="170697" y="249657"/>
                    </a:cubicBezTo>
                    <a:cubicBezTo>
                      <a:pt x="239753" y="278898"/>
                      <a:pt x="266899" y="228606"/>
                      <a:pt x="237276" y="162503"/>
                    </a:cubicBezTo>
                    <a:cubicBezTo>
                      <a:pt x="228609" y="143072"/>
                      <a:pt x="215559" y="122212"/>
                      <a:pt x="199176" y="1021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25"/>
              <p:cNvSpPr/>
              <p:nvPr/>
            </p:nvSpPr>
            <p:spPr>
              <a:xfrm>
                <a:off x="1931367" y="1057776"/>
                <a:ext cx="175886" cy="183103"/>
              </a:xfrm>
              <a:custGeom>
                <a:rect b="b" l="l" r="r" t="t"/>
                <a:pathLst>
                  <a:path extrusionOk="0" h="256987" w="246857">
                    <a:moveTo>
                      <a:pt x="28735" y="0"/>
                    </a:moveTo>
                    <a:cubicBezTo>
                      <a:pt x="-1936" y="6858"/>
                      <a:pt x="-9365" y="43148"/>
                      <a:pt x="12828" y="90392"/>
                    </a:cubicBezTo>
                    <a:cubicBezTo>
                      <a:pt x="25877" y="118110"/>
                      <a:pt x="47689" y="148304"/>
                      <a:pt x="73312" y="175450"/>
                    </a:cubicBezTo>
                    <a:cubicBezTo>
                      <a:pt x="103125" y="207073"/>
                      <a:pt x="139129" y="235077"/>
                      <a:pt x="170657" y="248508"/>
                    </a:cubicBezTo>
                    <a:cubicBezTo>
                      <a:pt x="212758" y="266319"/>
                      <a:pt x="239237" y="254508"/>
                      <a:pt x="246857" y="227648"/>
                    </a:cubicBez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25"/>
              <p:cNvSpPr/>
              <p:nvPr/>
            </p:nvSpPr>
            <p:spPr>
              <a:xfrm>
                <a:off x="1960298" y="1086418"/>
                <a:ext cx="119875" cy="124185"/>
              </a:xfrm>
              <a:custGeom>
                <a:rect b="b" l="l" r="r" t="t"/>
                <a:pathLst>
                  <a:path extrusionOk="0" h="174295" w="168246">
                    <a:moveTo>
                      <a:pt x="134506" y="68935"/>
                    </a:moveTo>
                    <a:cubicBezTo>
                      <a:pt x="103931" y="31692"/>
                      <a:pt x="58211" y="1689"/>
                      <a:pt x="29350" y="69"/>
                    </a:cubicBezTo>
                    <a:cubicBezTo>
                      <a:pt x="489" y="-1550"/>
                      <a:pt x="-8464" y="25311"/>
                      <a:pt x="8681" y="61791"/>
                    </a:cubicBezTo>
                    <a:cubicBezTo>
                      <a:pt x="17444" y="80556"/>
                      <a:pt x="32207" y="100939"/>
                      <a:pt x="49543" y="119227"/>
                    </a:cubicBezTo>
                    <a:cubicBezTo>
                      <a:pt x="69641" y="140563"/>
                      <a:pt x="93929" y="159518"/>
                      <a:pt x="115265" y="168566"/>
                    </a:cubicBezTo>
                    <a:cubicBezTo>
                      <a:pt x="161938" y="188283"/>
                      <a:pt x="180226" y="154279"/>
                      <a:pt x="160223" y="109702"/>
                    </a:cubicBezTo>
                    <a:cubicBezTo>
                      <a:pt x="154318" y="96558"/>
                      <a:pt x="145555" y="82461"/>
                      <a:pt x="134506" y="689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25"/>
              <p:cNvSpPr/>
              <p:nvPr/>
            </p:nvSpPr>
            <p:spPr>
              <a:xfrm>
                <a:off x="2046311" y="1124792"/>
                <a:ext cx="33828" cy="85578"/>
              </a:xfrm>
              <a:custGeom>
                <a:rect b="b" l="l" r="r" t="t"/>
                <a:pathLst>
                  <a:path extrusionOk="0" h="120110" w="47478">
                    <a:moveTo>
                      <a:pt x="23146" y="120110"/>
                    </a:moveTo>
                    <a:cubicBezTo>
                      <a:pt x="47720" y="117348"/>
                      <a:pt x="54674" y="89630"/>
                      <a:pt x="39433" y="55816"/>
                    </a:cubicBezTo>
                    <a:cubicBezTo>
                      <a:pt x="33528" y="42672"/>
                      <a:pt x="24765" y="28575"/>
                      <a:pt x="13716" y="15049"/>
                    </a:cubicBezTo>
                    <a:cubicBezTo>
                      <a:pt x="9430" y="9811"/>
                      <a:pt x="4763" y="4858"/>
                      <a:pt x="0" y="0"/>
                    </a:cubicBezTo>
                  </a:path>
                </a:pathLst>
              </a:custGeom>
              <a:noFill/>
              <a:ln cap="rnd" cmpd="sng" w="142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Budget infographics</a:t>
            </a:r>
            <a:endParaRPr/>
          </a:p>
        </p:txBody>
      </p:sp>
      <p:sp>
        <p:nvSpPr>
          <p:cNvPr id="723" name="Google Shape;723;p2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4" name="Google Shape;724;p26"/>
          <p:cNvSpPr txBox="1"/>
          <p:nvPr/>
        </p:nvSpPr>
        <p:spPr>
          <a:xfrm>
            <a:off x="2405181" y="2404186"/>
            <a:ext cx="1741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Jupiter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25" name="Google Shape;725;p26"/>
          <p:cNvSpPr txBox="1"/>
          <p:nvPr/>
        </p:nvSpPr>
        <p:spPr>
          <a:xfrm>
            <a:off x="2405181" y="2741463"/>
            <a:ext cx="1741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Jupiter doesn’t have a solid surface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6" name="Google Shape;726;p26"/>
          <p:cNvSpPr txBox="1"/>
          <p:nvPr/>
        </p:nvSpPr>
        <p:spPr>
          <a:xfrm>
            <a:off x="5042031" y="2404185"/>
            <a:ext cx="1741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Saturn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27" name="Google Shape;727;p26"/>
          <p:cNvSpPr txBox="1"/>
          <p:nvPr/>
        </p:nvSpPr>
        <p:spPr>
          <a:xfrm>
            <a:off x="5042031" y="2741462"/>
            <a:ext cx="1741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Saturn was named after a Roman god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28" name="Google Shape;728;p26"/>
          <p:cNvSpPr/>
          <p:nvPr/>
        </p:nvSpPr>
        <p:spPr>
          <a:xfrm>
            <a:off x="759669" y="2686225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15%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29" name="Google Shape;729;p26"/>
          <p:cNvSpPr/>
          <p:nvPr/>
        </p:nvSpPr>
        <p:spPr>
          <a:xfrm flipH="1">
            <a:off x="7644831" y="2687875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730" name="Google Shape;730;p26"/>
          <p:cNvCxnSpPr>
            <a:stCxn id="728" idx="3"/>
            <a:endCxn id="731" idx="2"/>
          </p:cNvCxnSpPr>
          <p:nvPr/>
        </p:nvCxnSpPr>
        <p:spPr>
          <a:xfrm>
            <a:off x="1499169" y="2853625"/>
            <a:ext cx="4128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26"/>
          <p:cNvCxnSpPr>
            <a:stCxn id="729" idx="3"/>
            <a:endCxn id="733" idx="6"/>
          </p:cNvCxnSpPr>
          <p:nvPr/>
        </p:nvCxnSpPr>
        <p:spPr>
          <a:xfrm rot="10800000">
            <a:off x="7187631" y="2855275"/>
            <a:ext cx="4572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34" name="Google Shape;734;p26"/>
          <p:cNvSpPr txBox="1"/>
          <p:nvPr/>
        </p:nvSpPr>
        <p:spPr>
          <a:xfrm>
            <a:off x="2405181" y="1196263"/>
            <a:ext cx="1741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Mars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5" name="Google Shape;735;p26"/>
          <p:cNvSpPr txBox="1"/>
          <p:nvPr/>
        </p:nvSpPr>
        <p:spPr>
          <a:xfrm>
            <a:off x="2405181" y="1533538"/>
            <a:ext cx="1741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Mars is full of iron oxide dust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6" name="Google Shape;736;p26"/>
          <p:cNvSpPr txBox="1"/>
          <p:nvPr/>
        </p:nvSpPr>
        <p:spPr>
          <a:xfrm>
            <a:off x="5042031" y="1196263"/>
            <a:ext cx="1741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Neptune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7" name="Google Shape;737;p26"/>
          <p:cNvSpPr txBox="1"/>
          <p:nvPr/>
        </p:nvSpPr>
        <p:spPr>
          <a:xfrm>
            <a:off x="5042031" y="1533538"/>
            <a:ext cx="1741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 is far away from Earth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38" name="Google Shape;738;p26"/>
          <p:cNvSpPr/>
          <p:nvPr/>
        </p:nvSpPr>
        <p:spPr>
          <a:xfrm>
            <a:off x="759669" y="1478300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39" name="Google Shape;739;p26"/>
          <p:cNvSpPr/>
          <p:nvPr/>
        </p:nvSpPr>
        <p:spPr>
          <a:xfrm flipH="1">
            <a:off x="7644831" y="1478300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740" name="Google Shape;740;p26"/>
          <p:cNvCxnSpPr>
            <a:stCxn id="738" idx="3"/>
            <a:endCxn id="741" idx="2"/>
          </p:cNvCxnSpPr>
          <p:nvPr/>
        </p:nvCxnSpPr>
        <p:spPr>
          <a:xfrm>
            <a:off x="1499169" y="1645700"/>
            <a:ext cx="4128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26"/>
          <p:cNvCxnSpPr>
            <a:stCxn id="739" idx="3"/>
            <a:endCxn id="743" idx="6"/>
          </p:cNvCxnSpPr>
          <p:nvPr/>
        </p:nvCxnSpPr>
        <p:spPr>
          <a:xfrm rot="10800000">
            <a:off x="7232031" y="1645700"/>
            <a:ext cx="4128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744" name="Google Shape;744;p26"/>
          <p:cNvGrpSpPr/>
          <p:nvPr/>
        </p:nvGrpSpPr>
        <p:grpSpPr>
          <a:xfrm>
            <a:off x="6815019" y="1437200"/>
            <a:ext cx="417000" cy="417000"/>
            <a:chOff x="6501450" y="1773375"/>
            <a:chExt cx="417000" cy="417000"/>
          </a:xfrm>
        </p:grpSpPr>
        <p:sp>
          <p:nvSpPr>
            <p:cNvPr id="743" name="Google Shape;743;p26"/>
            <p:cNvSpPr/>
            <p:nvPr/>
          </p:nvSpPr>
          <p:spPr>
            <a:xfrm>
              <a:off x="6501450" y="1773375"/>
              <a:ext cx="417000" cy="4170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745" name="Google Shape;745;p26"/>
            <p:cNvGrpSpPr/>
            <p:nvPr/>
          </p:nvGrpSpPr>
          <p:grpSpPr>
            <a:xfrm>
              <a:off x="6585516" y="1841912"/>
              <a:ext cx="280667" cy="279927"/>
              <a:chOff x="-2670575" y="3956600"/>
              <a:chExt cx="293800" cy="293025"/>
            </a:xfrm>
          </p:grpSpPr>
          <p:sp>
            <p:nvSpPr>
              <p:cNvPr id="746" name="Google Shape;746;p26"/>
              <p:cNvSpPr/>
              <p:nvPr/>
            </p:nvSpPr>
            <p:spPr>
              <a:xfrm>
                <a:off x="-2670575" y="3975525"/>
                <a:ext cx="116575" cy="34675"/>
              </a:xfrm>
              <a:custGeom>
                <a:rect b="b" l="l" r="r" t="t"/>
                <a:pathLst>
                  <a:path extrusionOk="0" h="1387" w="4663">
                    <a:moveTo>
                      <a:pt x="1040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1386"/>
                    </a:lnTo>
                    <a:lnTo>
                      <a:pt x="3781" y="1386"/>
                    </a:lnTo>
                    <a:cubicBezTo>
                      <a:pt x="4001" y="882"/>
                      <a:pt x="4316" y="410"/>
                      <a:pt x="46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26"/>
              <p:cNvSpPr/>
              <p:nvPr/>
            </p:nvSpPr>
            <p:spPr>
              <a:xfrm>
                <a:off x="-2669800" y="4026700"/>
                <a:ext cx="170950" cy="136300"/>
              </a:xfrm>
              <a:custGeom>
                <a:rect b="b" l="l" r="r" t="t"/>
                <a:pathLst>
                  <a:path extrusionOk="0" h="5452" w="6838">
                    <a:moveTo>
                      <a:pt x="1" y="1"/>
                    </a:moveTo>
                    <a:lnTo>
                      <a:pt x="1" y="5451"/>
                    </a:lnTo>
                    <a:lnTo>
                      <a:pt x="6837" y="5451"/>
                    </a:lnTo>
                    <a:lnTo>
                      <a:pt x="6837" y="5357"/>
                    </a:lnTo>
                    <a:cubicBezTo>
                      <a:pt x="6522" y="5294"/>
                      <a:pt x="6207" y="5168"/>
                      <a:pt x="5924" y="5042"/>
                    </a:cubicBezTo>
                    <a:lnTo>
                      <a:pt x="5104" y="5325"/>
                    </a:lnTo>
                    <a:cubicBezTo>
                      <a:pt x="4975" y="5368"/>
                      <a:pt x="4845" y="5389"/>
                      <a:pt x="4720" y="5389"/>
                    </a:cubicBezTo>
                    <a:cubicBezTo>
                      <a:pt x="3931" y="5389"/>
                      <a:pt x="3289" y="4597"/>
                      <a:pt x="3561" y="3781"/>
                    </a:cubicBezTo>
                    <a:lnTo>
                      <a:pt x="3844" y="2962"/>
                    </a:lnTo>
                    <a:cubicBezTo>
                      <a:pt x="3561" y="2364"/>
                      <a:pt x="3403" y="1702"/>
                      <a:pt x="3403" y="1041"/>
                    </a:cubicBezTo>
                    <a:cubicBezTo>
                      <a:pt x="3403" y="662"/>
                      <a:pt x="3466" y="316"/>
                      <a:pt x="35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26"/>
              <p:cNvSpPr/>
              <p:nvPr/>
            </p:nvSpPr>
            <p:spPr>
              <a:xfrm>
                <a:off x="-2669800" y="4179500"/>
                <a:ext cx="170950" cy="70125"/>
              </a:xfrm>
              <a:custGeom>
                <a:rect b="b" l="l" r="r" t="t"/>
                <a:pathLst>
                  <a:path extrusionOk="0" h="2805" w="6838">
                    <a:moveTo>
                      <a:pt x="3403" y="757"/>
                    </a:moveTo>
                    <a:cubicBezTo>
                      <a:pt x="3592" y="757"/>
                      <a:pt x="3750" y="914"/>
                      <a:pt x="3750" y="1103"/>
                    </a:cubicBezTo>
                    <a:cubicBezTo>
                      <a:pt x="3750" y="1293"/>
                      <a:pt x="3592" y="1450"/>
                      <a:pt x="3403" y="1450"/>
                    </a:cubicBezTo>
                    <a:cubicBezTo>
                      <a:pt x="3214" y="1450"/>
                      <a:pt x="3057" y="1293"/>
                      <a:pt x="3057" y="1103"/>
                    </a:cubicBezTo>
                    <a:cubicBezTo>
                      <a:pt x="3057" y="914"/>
                      <a:pt x="3214" y="757"/>
                      <a:pt x="3403" y="757"/>
                    </a:cubicBezTo>
                    <a:close/>
                    <a:moveTo>
                      <a:pt x="1" y="1"/>
                    </a:moveTo>
                    <a:lnTo>
                      <a:pt x="1" y="1765"/>
                    </a:lnTo>
                    <a:cubicBezTo>
                      <a:pt x="1" y="2332"/>
                      <a:pt x="442" y="2805"/>
                      <a:pt x="1009" y="2805"/>
                    </a:cubicBezTo>
                    <a:lnTo>
                      <a:pt x="5829" y="2805"/>
                    </a:lnTo>
                    <a:cubicBezTo>
                      <a:pt x="6365" y="2805"/>
                      <a:pt x="6837" y="2332"/>
                      <a:pt x="6837" y="1765"/>
                    </a:cubicBezTo>
                    <a:lnTo>
                      <a:pt x="68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26"/>
              <p:cNvSpPr/>
              <p:nvPr/>
            </p:nvSpPr>
            <p:spPr>
              <a:xfrm>
                <a:off x="-2566625" y="3956600"/>
                <a:ext cx="189850" cy="190650"/>
              </a:xfrm>
              <a:custGeom>
                <a:rect b="b" l="l" r="r" t="t"/>
                <a:pathLst>
                  <a:path extrusionOk="0" h="7626" w="7594">
                    <a:moveTo>
                      <a:pt x="3759" y="1391"/>
                    </a:moveTo>
                    <a:cubicBezTo>
                      <a:pt x="3929" y="1391"/>
                      <a:pt x="4096" y="1502"/>
                      <a:pt x="4096" y="1734"/>
                    </a:cubicBezTo>
                    <a:lnTo>
                      <a:pt x="4096" y="2175"/>
                    </a:lnTo>
                    <a:cubicBezTo>
                      <a:pt x="4254" y="2206"/>
                      <a:pt x="4349" y="2301"/>
                      <a:pt x="4475" y="2427"/>
                    </a:cubicBezTo>
                    <a:cubicBezTo>
                      <a:pt x="4716" y="2669"/>
                      <a:pt x="4494" y="3003"/>
                      <a:pt x="4235" y="3003"/>
                    </a:cubicBezTo>
                    <a:cubicBezTo>
                      <a:pt x="4157" y="3003"/>
                      <a:pt x="4075" y="2973"/>
                      <a:pt x="4002" y="2899"/>
                    </a:cubicBezTo>
                    <a:cubicBezTo>
                      <a:pt x="3926" y="2823"/>
                      <a:pt x="3839" y="2791"/>
                      <a:pt x="3756" y="2791"/>
                    </a:cubicBezTo>
                    <a:cubicBezTo>
                      <a:pt x="3493" y="2791"/>
                      <a:pt x="3266" y="3109"/>
                      <a:pt x="3529" y="3372"/>
                    </a:cubicBezTo>
                    <a:cubicBezTo>
                      <a:pt x="3624" y="3435"/>
                      <a:pt x="3687" y="3466"/>
                      <a:pt x="3781" y="3466"/>
                    </a:cubicBezTo>
                    <a:cubicBezTo>
                      <a:pt x="4317" y="3466"/>
                      <a:pt x="4790" y="3939"/>
                      <a:pt x="4790" y="4506"/>
                    </a:cubicBezTo>
                    <a:cubicBezTo>
                      <a:pt x="4790" y="4884"/>
                      <a:pt x="4569" y="5294"/>
                      <a:pt x="4128" y="5451"/>
                    </a:cubicBezTo>
                    <a:lnTo>
                      <a:pt x="4128" y="5829"/>
                    </a:lnTo>
                    <a:cubicBezTo>
                      <a:pt x="4128" y="6054"/>
                      <a:pt x="3957" y="6172"/>
                      <a:pt x="3789" y="6172"/>
                    </a:cubicBezTo>
                    <a:cubicBezTo>
                      <a:pt x="3626" y="6172"/>
                      <a:pt x="3466" y="6062"/>
                      <a:pt x="3466" y="5829"/>
                    </a:cubicBezTo>
                    <a:lnTo>
                      <a:pt x="3466" y="5451"/>
                    </a:lnTo>
                    <a:cubicBezTo>
                      <a:pt x="3309" y="5420"/>
                      <a:pt x="3183" y="5325"/>
                      <a:pt x="3057" y="5199"/>
                    </a:cubicBezTo>
                    <a:cubicBezTo>
                      <a:pt x="2815" y="4957"/>
                      <a:pt x="3037" y="4623"/>
                      <a:pt x="3296" y="4623"/>
                    </a:cubicBezTo>
                    <a:cubicBezTo>
                      <a:pt x="3374" y="4623"/>
                      <a:pt x="3456" y="4653"/>
                      <a:pt x="3529" y="4727"/>
                    </a:cubicBezTo>
                    <a:cubicBezTo>
                      <a:pt x="3603" y="4800"/>
                      <a:pt x="3684" y="4831"/>
                      <a:pt x="3763" y="4831"/>
                    </a:cubicBezTo>
                    <a:cubicBezTo>
                      <a:pt x="4022" y="4831"/>
                      <a:pt x="4244" y="4496"/>
                      <a:pt x="4002" y="4254"/>
                    </a:cubicBezTo>
                    <a:cubicBezTo>
                      <a:pt x="3939" y="4191"/>
                      <a:pt x="3844" y="4160"/>
                      <a:pt x="3781" y="4160"/>
                    </a:cubicBezTo>
                    <a:cubicBezTo>
                      <a:pt x="3214" y="4160"/>
                      <a:pt x="2742" y="3687"/>
                      <a:pt x="2742" y="3120"/>
                    </a:cubicBezTo>
                    <a:cubicBezTo>
                      <a:pt x="2742" y="2710"/>
                      <a:pt x="2994" y="2332"/>
                      <a:pt x="3403" y="2175"/>
                    </a:cubicBezTo>
                    <a:lnTo>
                      <a:pt x="3403" y="1734"/>
                    </a:lnTo>
                    <a:cubicBezTo>
                      <a:pt x="3403" y="1509"/>
                      <a:pt x="3583" y="1391"/>
                      <a:pt x="3759" y="1391"/>
                    </a:cubicBezTo>
                    <a:close/>
                    <a:moveTo>
                      <a:pt x="3781" y="1"/>
                    </a:moveTo>
                    <a:cubicBezTo>
                      <a:pt x="1734" y="1"/>
                      <a:pt x="1" y="1671"/>
                      <a:pt x="1" y="3782"/>
                    </a:cubicBezTo>
                    <a:cubicBezTo>
                      <a:pt x="1" y="4380"/>
                      <a:pt x="158" y="5010"/>
                      <a:pt x="410" y="5514"/>
                    </a:cubicBezTo>
                    <a:cubicBezTo>
                      <a:pt x="473" y="5609"/>
                      <a:pt x="473" y="5735"/>
                      <a:pt x="473" y="5798"/>
                    </a:cubicBezTo>
                    <a:lnTo>
                      <a:pt x="158" y="6774"/>
                    </a:lnTo>
                    <a:cubicBezTo>
                      <a:pt x="46" y="7141"/>
                      <a:pt x="311" y="7482"/>
                      <a:pt x="684" y="7482"/>
                    </a:cubicBezTo>
                    <a:cubicBezTo>
                      <a:pt x="728" y="7482"/>
                      <a:pt x="774" y="7478"/>
                      <a:pt x="820" y="7468"/>
                    </a:cubicBezTo>
                    <a:lnTo>
                      <a:pt x="1797" y="7121"/>
                    </a:lnTo>
                    <a:cubicBezTo>
                      <a:pt x="1831" y="7110"/>
                      <a:pt x="1866" y="7102"/>
                      <a:pt x="1900" y="7102"/>
                    </a:cubicBezTo>
                    <a:cubicBezTo>
                      <a:pt x="1960" y="7102"/>
                      <a:pt x="2020" y="7124"/>
                      <a:pt x="2080" y="7184"/>
                    </a:cubicBezTo>
                    <a:cubicBezTo>
                      <a:pt x="2584" y="7468"/>
                      <a:pt x="3214" y="7625"/>
                      <a:pt x="3813" y="7625"/>
                    </a:cubicBezTo>
                    <a:cubicBezTo>
                      <a:pt x="5892" y="7625"/>
                      <a:pt x="7594" y="5924"/>
                      <a:pt x="7594" y="3813"/>
                    </a:cubicBezTo>
                    <a:cubicBezTo>
                      <a:pt x="7499" y="1702"/>
                      <a:pt x="5861" y="1"/>
                      <a:pt x="37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50" name="Google Shape;750;p26"/>
          <p:cNvGrpSpPr/>
          <p:nvPr/>
        </p:nvGrpSpPr>
        <p:grpSpPr>
          <a:xfrm>
            <a:off x="1911981" y="1437200"/>
            <a:ext cx="417000" cy="417000"/>
            <a:chOff x="3402350" y="1773375"/>
            <a:chExt cx="417000" cy="417000"/>
          </a:xfrm>
        </p:grpSpPr>
        <p:sp>
          <p:nvSpPr>
            <p:cNvPr id="741" name="Google Shape;741;p26"/>
            <p:cNvSpPr/>
            <p:nvPr/>
          </p:nvSpPr>
          <p:spPr>
            <a:xfrm>
              <a:off x="3402350" y="1773375"/>
              <a:ext cx="417000" cy="4170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751" name="Google Shape;751;p26"/>
            <p:cNvGrpSpPr/>
            <p:nvPr/>
          </p:nvGrpSpPr>
          <p:grpSpPr>
            <a:xfrm>
              <a:off x="3469235" y="1841033"/>
              <a:ext cx="283224" cy="281698"/>
              <a:chOff x="-4118225" y="3253275"/>
              <a:chExt cx="292225" cy="290650"/>
            </a:xfrm>
          </p:grpSpPr>
          <p:sp>
            <p:nvSpPr>
              <p:cNvPr id="752" name="Google Shape;752;p26"/>
              <p:cNvSpPr/>
              <p:nvPr/>
            </p:nvSpPr>
            <p:spPr>
              <a:xfrm>
                <a:off x="-4118225" y="3287125"/>
                <a:ext cx="256725" cy="256800"/>
              </a:xfrm>
              <a:custGeom>
                <a:rect b="b" l="l" r="r" t="t"/>
                <a:pathLst>
                  <a:path extrusionOk="0" h="10272" w="10269">
                    <a:moveTo>
                      <a:pt x="5104" y="1"/>
                    </a:moveTo>
                    <a:cubicBezTo>
                      <a:pt x="2268" y="1"/>
                      <a:pt x="0" y="2301"/>
                      <a:pt x="0" y="5136"/>
                    </a:cubicBezTo>
                    <a:cubicBezTo>
                      <a:pt x="0" y="7972"/>
                      <a:pt x="2268" y="10271"/>
                      <a:pt x="5104" y="10271"/>
                    </a:cubicBezTo>
                    <a:cubicBezTo>
                      <a:pt x="7939" y="10271"/>
                      <a:pt x="10239" y="8003"/>
                      <a:pt x="10239" y="5168"/>
                    </a:cubicBezTo>
                    <a:cubicBezTo>
                      <a:pt x="10268" y="4993"/>
                      <a:pt x="10108" y="4818"/>
                      <a:pt x="9910" y="4818"/>
                    </a:cubicBezTo>
                    <a:cubicBezTo>
                      <a:pt x="9894" y="4818"/>
                      <a:pt x="9877" y="4819"/>
                      <a:pt x="9861" y="4821"/>
                    </a:cubicBezTo>
                    <a:lnTo>
                      <a:pt x="5797" y="4821"/>
                    </a:lnTo>
                    <a:cubicBezTo>
                      <a:pt x="5639" y="4821"/>
                      <a:pt x="5450" y="4695"/>
                      <a:pt x="5450" y="4506"/>
                    </a:cubicBezTo>
                    <a:lnTo>
                      <a:pt x="5450" y="347"/>
                    </a:lnTo>
                    <a:cubicBezTo>
                      <a:pt x="5450" y="158"/>
                      <a:pt x="5324" y="1"/>
                      <a:pt x="51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u="sng"/>
              </a:p>
            </p:txBody>
          </p:sp>
          <p:sp>
            <p:nvSpPr>
              <p:cNvPr id="753" name="Google Shape;753;p26"/>
              <p:cNvSpPr/>
              <p:nvPr/>
            </p:nvSpPr>
            <p:spPr>
              <a:xfrm>
                <a:off x="-3963850" y="3253275"/>
                <a:ext cx="137850" cy="137850"/>
              </a:xfrm>
              <a:custGeom>
                <a:rect b="b" l="l" r="r" t="t"/>
                <a:pathLst>
                  <a:path extrusionOk="0" h="5514" w="5514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5135"/>
                    </a:lnTo>
                    <a:cubicBezTo>
                      <a:pt x="0" y="5356"/>
                      <a:pt x="158" y="5514"/>
                      <a:pt x="347" y="5514"/>
                    </a:cubicBezTo>
                    <a:lnTo>
                      <a:pt x="5167" y="5514"/>
                    </a:lnTo>
                    <a:cubicBezTo>
                      <a:pt x="5356" y="5514"/>
                      <a:pt x="5513" y="5356"/>
                      <a:pt x="5513" y="5135"/>
                    </a:cubicBezTo>
                    <a:cubicBezTo>
                      <a:pt x="5513" y="2269"/>
                      <a:pt x="3182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u="sng"/>
              </a:p>
            </p:txBody>
          </p:sp>
        </p:grpSp>
      </p:grpSp>
      <p:grpSp>
        <p:nvGrpSpPr>
          <p:cNvPr id="754" name="Google Shape;754;p26"/>
          <p:cNvGrpSpPr/>
          <p:nvPr/>
        </p:nvGrpSpPr>
        <p:grpSpPr>
          <a:xfrm>
            <a:off x="1911981" y="2645125"/>
            <a:ext cx="417000" cy="417000"/>
            <a:chOff x="3402350" y="3391250"/>
            <a:chExt cx="417000" cy="417000"/>
          </a:xfrm>
        </p:grpSpPr>
        <p:sp>
          <p:nvSpPr>
            <p:cNvPr id="731" name="Google Shape;731;p26"/>
            <p:cNvSpPr/>
            <p:nvPr/>
          </p:nvSpPr>
          <p:spPr>
            <a:xfrm>
              <a:off x="3402350" y="3391250"/>
              <a:ext cx="417000" cy="4170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755" name="Google Shape;755;p26"/>
            <p:cNvGrpSpPr/>
            <p:nvPr/>
          </p:nvGrpSpPr>
          <p:grpSpPr>
            <a:xfrm>
              <a:off x="3471701" y="3460261"/>
              <a:ext cx="278279" cy="278971"/>
              <a:chOff x="-3771675" y="3971775"/>
              <a:chExt cx="291300" cy="292025"/>
            </a:xfrm>
          </p:grpSpPr>
          <p:sp>
            <p:nvSpPr>
              <p:cNvPr id="756" name="Google Shape;756;p26"/>
              <p:cNvSpPr/>
              <p:nvPr/>
            </p:nvSpPr>
            <p:spPr>
              <a:xfrm>
                <a:off x="-3770100" y="3971775"/>
                <a:ext cx="218975" cy="66775"/>
              </a:xfrm>
              <a:custGeom>
                <a:rect b="b" l="l" r="r" t="t"/>
                <a:pathLst>
                  <a:path extrusionOk="0" h="2671" w="8759">
                    <a:moveTo>
                      <a:pt x="4391" y="0"/>
                    </a:moveTo>
                    <a:cubicBezTo>
                      <a:pt x="2410" y="0"/>
                      <a:pt x="426" y="449"/>
                      <a:pt x="0" y="1347"/>
                    </a:cubicBezTo>
                    <a:cubicBezTo>
                      <a:pt x="426" y="2229"/>
                      <a:pt x="2410" y="2670"/>
                      <a:pt x="4391" y="2670"/>
                    </a:cubicBezTo>
                    <a:cubicBezTo>
                      <a:pt x="6372" y="2670"/>
                      <a:pt x="8349" y="2229"/>
                      <a:pt x="8759" y="1347"/>
                    </a:cubicBezTo>
                    <a:cubicBezTo>
                      <a:pt x="8349" y="449"/>
                      <a:pt x="6372" y="0"/>
                      <a:pt x="43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u="sng"/>
              </a:p>
            </p:txBody>
          </p:sp>
          <p:sp>
            <p:nvSpPr>
              <p:cNvPr id="757" name="Google Shape;757;p26"/>
              <p:cNvSpPr/>
              <p:nvPr/>
            </p:nvSpPr>
            <p:spPr>
              <a:xfrm>
                <a:off x="-3771675" y="4030650"/>
                <a:ext cx="222125" cy="78000"/>
              </a:xfrm>
              <a:custGeom>
                <a:rect b="b" l="l" r="r" t="t"/>
                <a:pathLst>
                  <a:path extrusionOk="0" h="3120" w="8885">
                    <a:moveTo>
                      <a:pt x="0" y="0"/>
                    </a:moveTo>
                    <a:lnTo>
                      <a:pt x="0" y="1418"/>
                    </a:lnTo>
                    <a:cubicBezTo>
                      <a:pt x="0" y="2521"/>
                      <a:pt x="2048" y="3088"/>
                      <a:pt x="4127" y="3119"/>
                    </a:cubicBezTo>
                    <a:cubicBezTo>
                      <a:pt x="4915" y="1891"/>
                      <a:pt x="6301" y="1103"/>
                      <a:pt x="7877" y="1103"/>
                    </a:cubicBezTo>
                    <a:cubicBezTo>
                      <a:pt x="8223" y="1103"/>
                      <a:pt x="8570" y="1135"/>
                      <a:pt x="8885" y="1229"/>
                    </a:cubicBezTo>
                    <a:lnTo>
                      <a:pt x="8885" y="0"/>
                    </a:lnTo>
                    <a:cubicBezTo>
                      <a:pt x="7908" y="788"/>
                      <a:pt x="6112" y="1072"/>
                      <a:pt x="4443" y="1072"/>
                    </a:cubicBezTo>
                    <a:cubicBezTo>
                      <a:pt x="2804" y="1072"/>
                      <a:pt x="977" y="757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u="sng"/>
              </a:p>
            </p:txBody>
          </p:sp>
          <p:sp>
            <p:nvSpPr>
              <p:cNvPr id="758" name="Google Shape;758;p26"/>
              <p:cNvSpPr/>
              <p:nvPr/>
            </p:nvSpPr>
            <p:spPr>
              <a:xfrm>
                <a:off x="-3669425" y="4074750"/>
                <a:ext cx="189050" cy="189050"/>
              </a:xfrm>
              <a:custGeom>
                <a:rect b="b" l="l" r="r" t="t"/>
                <a:pathLst>
                  <a:path extrusionOk="0" h="7562" w="7562">
                    <a:moveTo>
                      <a:pt x="5501" y="2732"/>
                    </a:moveTo>
                    <a:cubicBezTo>
                      <a:pt x="5748" y="2732"/>
                      <a:pt x="6008" y="3067"/>
                      <a:pt x="5766" y="3309"/>
                    </a:cubicBezTo>
                    <a:lnTo>
                      <a:pt x="3718" y="5356"/>
                    </a:lnTo>
                    <a:cubicBezTo>
                      <a:pt x="3655" y="5420"/>
                      <a:pt x="3568" y="5451"/>
                      <a:pt x="3482" y="5451"/>
                    </a:cubicBezTo>
                    <a:cubicBezTo>
                      <a:pt x="3395" y="5451"/>
                      <a:pt x="3308" y="5420"/>
                      <a:pt x="3245" y="5356"/>
                    </a:cubicBezTo>
                    <a:lnTo>
                      <a:pt x="1859" y="4002"/>
                    </a:lnTo>
                    <a:cubicBezTo>
                      <a:pt x="1617" y="3760"/>
                      <a:pt x="1840" y="3425"/>
                      <a:pt x="2099" y="3425"/>
                    </a:cubicBezTo>
                    <a:cubicBezTo>
                      <a:pt x="2177" y="3425"/>
                      <a:pt x="2259" y="3456"/>
                      <a:pt x="2332" y="3529"/>
                    </a:cubicBezTo>
                    <a:lnTo>
                      <a:pt x="3466" y="4663"/>
                    </a:lnTo>
                    <a:lnTo>
                      <a:pt x="5293" y="2836"/>
                    </a:lnTo>
                    <a:cubicBezTo>
                      <a:pt x="5352" y="2763"/>
                      <a:pt x="5426" y="2732"/>
                      <a:pt x="5501" y="2732"/>
                    </a:cubicBezTo>
                    <a:close/>
                    <a:moveTo>
                      <a:pt x="3781" y="1"/>
                    </a:moveTo>
                    <a:cubicBezTo>
                      <a:pt x="1702" y="1"/>
                      <a:pt x="0" y="1702"/>
                      <a:pt x="0" y="3781"/>
                    </a:cubicBezTo>
                    <a:cubicBezTo>
                      <a:pt x="0" y="5892"/>
                      <a:pt x="1702" y="7562"/>
                      <a:pt x="3781" y="7562"/>
                    </a:cubicBezTo>
                    <a:cubicBezTo>
                      <a:pt x="5860" y="7562"/>
                      <a:pt x="7562" y="5892"/>
                      <a:pt x="7562" y="3781"/>
                    </a:cubicBezTo>
                    <a:cubicBezTo>
                      <a:pt x="7562" y="1702"/>
                      <a:pt x="5860" y="1"/>
                      <a:pt x="37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u="sng"/>
              </a:p>
            </p:txBody>
          </p:sp>
          <p:sp>
            <p:nvSpPr>
              <p:cNvPr id="759" name="Google Shape;759;p26"/>
              <p:cNvSpPr/>
              <p:nvPr/>
            </p:nvSpPr>
            <p:spPr>
              <a:xfrm>
                <a:off x="-3771675" y="4099950"/>
                <a:ext cx="94525" cy="76425"/>
              </a:xfrm>
              <a:custGeom>
                <a:rect b="b" l="l" r="r" t="t"/>
                <a:pathLst>
                  <a:path extrusionOk="0" h="3057" w="3781">
                    <a:moveTo>
                      <a:pt x="0" y="1"/>
                    </a:moveTo>
                    <a:lnTo>
                      <a:pt x="0" y="1419"/>
                    </a:lnTo>
                    <a:cubicBezTo>
                      <a:pt x="0" y="2364"/>
                      <a:pt x="1607" y="2899"/>
                      <a:pt x="3434" y="3057"/>
                    </a:cubicBezTo>
                    <a:cubicBezTo>
                      <a:pt x="3371" y="2364"/>
                      <a:pt x="3497" y="1671"/>
                      <a:pt x="3781" y="1040"/>
                    </a:cubicBezTo>
                    <a:cubicBezTo>
                      <a:pt x="2332" y="977"/>
                      <a:pt x="819" y="66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u="sng"/>
              </a:p>
            </p:txBody>
          </p:sp>
          <p:sp>
            <p:nvSpPr>
              <p:cNvPr id="760" name="Google Shape;760;p26"/>
              <p:cNvSpPr/>
              <p:nvPr/>
            </p:nvSpPr>
            <p:spPr>
              <a:xfrm>
                <a:off x="-3771675" y="4167700"/>
                <a:ext cx="135500" cy="95325"/>
              </a:xfrm>
              <a:custGeom>
                <a:rect b="b" l="l" r="r" t="t"/>
                <a:pathLst>
                  <a:path extrusionOk="0" h="3813" w="5420">
                    <a:moveTo>
                      <a:pt x="0" y="0"/>
                    </a:moveTo>
                    <a:lnTo>
                      <a:pt x="0" y="2111"/>
                    </a:lnTo>
                    <a:cubicBezTo>
                      <a:pt x="0" y="3277"/>
                      <a:pt x="2237" y="3812"/>
                      <a:pt x="4443" y="3812"/>
                    </a:cubicBezTo>
                    <a:cubicBezTo>
                      <a:pt x="4789" y="3812"/>
                      <a:pt x="5104" y="3812"/>
                      <a:pt x="5419" y="3781"/>
                    </a:cubicBezTo>
                    <a:cubicBezTo>
                      <a:pt x="4474" y="3151"/>
                      <a:pt x="3781" y="2206"/>
                      <a:pt x="3529" y="1071"/>
                    </a:cubicBezTo>
                    <a:cubicBezTo>
                      <a:pt x="2174" y="977"/>
                      <a:pt x="788" y="662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u="sng"/>
              </a:p>
            </p:txBody>
          </p:sp>
        </p:grpSp>
      </p:grpSp>
      <p:sp>
        <p:nvSpPr>
          <p:cNvPr id="761" name="Google Shape;761;p26"/>
          <p:cNvSpPr txBox="1"/>
          <p:nvPr/>
        </p:nvSpPr>
        <p:spPr>
          <a:xfrm>
            <a:off x="2405181" y="3612110"/>
            <a:ext cx="1741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Earth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2" name="Google Shape;762;p26"/>
          <p:cNvSpPr txBox="1"/>
          <p:nvPr/>
        </p:nvSpPr>
        <p:spPr>
          <a:xfrm>
            <a:off x="2405181" y="3949388"/>
            <a:ext cx="1741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Earth is the planet on which we all live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3" name="Google Shape;763;p26"/>
          <p:cNvSpPr txBox="1"/>
          <p:nvPr/>
        </p:nvSpPr>
        <p:spPr>
          <a:xfrm>
            <a:off x="5042031" y="3612109"/>
            <a:ext cx="17412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Venus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4" name="Google Shape;764;p26"/>
          <p:cNvSpPr txBox="1"/>
          <p:nvPr/>
        </p:nvSpPr>
        <p:spPr>
          <a:xfrm>
            <a:off x="5042031" y="3949387"/>
            <a:ext cx="17412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 is the second planet from the Sun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5" name="Google Shape;765;p26"/>
          <p:cNvSpPr/>
          <p:nvPr/>
        </p:nvSpPr>
        <p:spPr>
          <a:xfrm>
            <a:off x="759669" y="3894150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6" name="Google Shape;766;p26"/>
          <p:cNvSpPr/>
          <p:nvPr/>
        </p:nvSpPr>
        <p:spPr>
          <a:xfrm flipH="1">
            <a:off x="7644831" y="3894150"/>
            <a:ext cx="739500" cy="3348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35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767" name="Google Shape;767;p26"/>
          <p:cNvCxnSpPr>
            <a:stCxn id="765" idx="3"/>
            <a:endCxn id="768" idx="2"/>
          </p:cNvCxnSpPr>
          <p:nvPr/>
        </p:nvCxnSpPr>
        <p:spPr>
          <a:xfrm>
            <a:off x="1499169" y="4061550"/>
            <a:ext cx="4128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26"/>
          <p:cNvCxnSpPr>
            <a:stCxn id="766" idx="3"/>
            <a:endCxn id="770" idx="6"/>
          </p:cNvCxnSpPr>
          <p:nvPr/>
        </p:nvCxnSpPr>
        <p:spPr>
          <a:xfrm rot="10800000">
            <a:off x="7187631" y="4061550"/>
            <a:ext cx="4572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771" name="Google Shape;771;p26"/>
          <p:cNvGrpSpPr/>
          <p:nvPr/>
        </p:nvGrpSpPr>
        <p:grpSpPr>
          <a:xfrm>
            <a:off x="6859419" y="3897450"/>
            <a:ext cx="328200" cy="328200"/>
            <a:chOff x="6545850" y="3435650"/>
            <a:chExt cx="328200" cy="328200"/>
          </a:xfrm>
        </p:grpSpPr>
        <p:sp>
          <p:nvSpPr>
            <p:cNvPr id="770" name="Google Shape;770;p26"/>
            <p:cNvSpPr/>
            <p:nvPr/>
          </p:nvSpPr>
          <p:spPr>
            <a:xfrm>
              <a:off x="6545850" y="3435650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772" name="Google Shape;772;p26"/>
            <p:cNvGrpSpPr/>
            <p:nvPr/>
          </p:nvGrpSpPr>
          <p:grpSpPr>
            <a:xfrm>
              <a:off x="6567176" y="3458500"/>
              <a:ext cx="285526" cy="282473"/>
              <a:chOff x="-5611575" y="3272950"/>
              <a:chExt cx="294600" cy="291450"/>
            </a:xfrm>
          </p:grpSpPr>
          <p:sp>
            <p:nvSpPr>
              <p:cNvPr id="773" name="Google Shape;773;p26"/>
              <p:cNvSpPr/>
              <p:nvPr/>
            </p:nvSpPr>
            <p:spPr>
              <a:xfrm>
                <a:off x="-5594250" y="3273750"/>
                <a:ext cx="85875" cy="84300"/>
              </a:xfrm>
              <a:custGeom>
                <a:rect b="b" l="l" r="r" t="t"/>
                <a:pathLst>
                  <a:path extrusionOk="0" h="3372" w="3435">
                    <a:moveTo>
                      <a:pt x="1734" y="0"/>
                    </a:moveTo>
                    <a:cubicBezTo>
                      <a:pt x="788" y="0"/>
                      <a:pt x="32" y="756"/>
                      <a:pt x="32" y="1702"/>
                    </a:cubicBezTo>
                    <a:cubicBezTo>
                      <a:pt x="1" y="2678"/>
                      <a:pt x="820" y="3371"/>
                      <a:pt x="1702" y="3371"/>
                    </a:cubicBezTo>
                    <a:cubicBezTo>
                      <a:pt x="2269" y="3371"/>
                      <a:pt x="2899" y="3025"/>
                      <a:pt x="3214" y="2426"/>
                    </a:cubicBezTo>
                    <a:cubicBezTo>
                      <a:pt x="3340" y="2206"/>
                      <a:pt x="3435" y="1922"/>
                      <a:pt x="3435" y="1702"/>
                    </a:cubicBezTo>
                    <a:cubicBezTo>
                      <a:pt x="3435" y="756"/>
                      <a:pt x="2679" y="0"/>
                      <a:pt x="17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26"/>
              <p:cNvSpPr/>
              <p:nvPr/>
            </p:nvSpPr>
            <p:spPr>
              <a:xfrm>
                <a:off x="-5457200" y="3324950"/>
                <a:ext cx="67775" cy="67750"/>
              </a:xfrm>
              <a:custGeom>
                <a:rect b="b" l="l" r="r" t="t"/>
                <a:pathLst>
                  <a:path extrusionOk="0" h="2710" w="2711">
                    <a:moveTo>
                      <a:pt x="1009" y="0"/>
                    </a:moveTo>
                    <a:cubicBezTo>
                      <a:pt x="410" y="158"/>
                      <a:pt x="1" y="662"/>
                      <a:pt x="1" y="1323"/>
                    </a:cubicBezTo>
                    <a:cubicBezTo>
                      <a:pt x="1" y="2079"/>
                      <a:pt x="631" y="2710"/>
                      <a:pt x="1355" y="2710"/>
                    </a:cubicBezTo>
                    <a:cubicBezTo>
                      <a:pt x="1985" y="2710"/>
                      <a:pt x="2553" y="2268"/>
                      <a:pt x="2710" y="1701"/>
                    </a:cubicBezTo>
                    <a:lnTo>
                      <a:pt x="1355" y="1701"/>
                    </a:lnTo>
                    <a:cubicBezTo>
                      <a:pt x="1166" y="1701"/>
                      <a:pt x="1009" y="1544"/>
                      <a:pt x="1009" y="1323"/>
                    </a:cubicBezTo>
                    <a:lnTo>
                      <a:pt x="10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26"/>
              <p:cNvSpPr/>
              <p:nvPr/>
            </p:nvSpPr>
            <p:spPr>
              <a:xfrm>
                <a:off x="-5415450" y="3325725"/>
                <a:ext cx="25225" cy="24450"/>
              </a:xfrm>
              <a:custGeom>
                <a:rect b="b" l="l" r="r" t="t"/>
                <a:pathLst>
                  <a:path extrusionOk="0" h="978" w="1009">
                    <a:moveTo>
                      <a:pt x="0" y="1"/>
                    </a:moveTo>
                    <a:lnTo>
                      <a:pt x="0" y="977"/>
                    </a:lnTo>
                    <a:lnTo>
                      <a:pt x="1009" y="977"/>
                    </a:lnTo>
                    <a:cubicBezTo>
                      <a:pt x="883" y="473"/>
                      <a:pt x="473" y="127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6"/>
              <p:cNvSpPr/>
              <p:nvPr/>
            </p:nvSpPr>
            <p:spPr>
              <a:xfrm>
                <a:off x="-5611575" y="3359600"/>
                <a:ext cx="118950" cy="204800"/>
              </a:xfrm>
              <a:custGeom>
                <a:rect b="b" l="l" r="r" t="t"/>
                <a:pathLst>
                  <a:path extrusionOk="0" h="8192" w="4758">
                    <a:moveTo>
                      <a:pt x="694" y="0"/>
                    </a:moveTo>
                    <a:cubicBezTo>
                      <a:pt x="253" y="410"/>
                      <a:pt x="1" y="1008"/>
                      <a:pt x="1" y="1670"/>
                    </a:cubicBezTo>
                    <a:lnTo>
                      <a:pt x="1" y="3718"/>
                    </a:lnTo>
                    <a:cubicBezTo>
                      <a:pt x="1" y="4159"/>
                      <a:pt x="253" y="4569"/>
                      <a:pt x="662" y="4726"/>
                    </a:cubicBezTo>
                    <a:lnTo>
                      <a:pt x="662" y="7152"/>
                    </a:lnTo>
                    <a:cubicBezTo>
                      <a:pt x="662" y="7687"/>
                      <a:pt x="1135" y="8192"/>
                      <a:pt x="1670" y="8192"/>
                    </a:cubicBezTo>
                    <a:lnTo>
                      <a:pt x="3057" y="8192"/>
                    </a:lnTo>
                    <a:cubicBezTo>
                      <a:pt x="3624" y="8192"/>
                      <a:pt x="4096" y="7719"/>
                      <a:pt x="4096" y="7152"/>
                    </a:cubicBezTo>
                    <a:lnTo>
                      <a:pt x="4096" y="4726"/>
                    </a:lnTo>
                    <a:cubicBezTo>
                      <a:pt x="4474" y="4569"/>
                      <a:pt x="4758" y="4190"/>
                      <a:pt x="4758" y="3718"/>
                    </a:cubicBezTo>
                    <a:lnTo>
                      <a:pt x="4758" y="1670"/>
                    </a:lnTo>
                    <a:cubicBezTo>
                      <a:pt x="4758" y="1008"/>
                      <a:pt x="4474" y="410"/>
                      <a:pt x="4033" y="0"/>
                    </a:cubicBezTo>
                    <a:cubicBezTo>
                      <a:pt x="3718" y="347"/>
                      <a:pt x="3246" y="567"/>
                      <a:pt x="2742" y="662"/>
                    </a:cubicBezTo>
                    <a:lnTo>
                      <a:pt x="2742" y="2395"/>
                    </a:lnTo>
                    <a:cubicBezTo>
                      <a:pt x="2742" y="2584"/>
                      <a:pt x="2584" y="2741"/>
                      <a:pt x="2395" y="2741"/>
                    </a:cubicBezTo>
                    <a:cubicBezTo>
                      <a:pt x="2175" y="2741"/>
                      <a:pt x="2017" y="2584"/>
                      <a:pt x="2017" y="2395"/>
                    </a:cubicBezTo>
                    <a:lnTo>
                      <a:pt x="2017" y="662"/>
                    </a:lnTo>
                    <a:cubicBezTo>
                      <a:pt x="1513" y="567"/>
                      <a:pt x="1040" y="347"/>
                      <a:pt x="6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6"/>
              <p:cNvSpPr/>
              <p:nvPr/>
            </p:nvSpPr>
            <p:spPr>
              <a:xfrm>
                <a:off x="-5510750" y="3272950"/>
                <a:ext cx="193775" cy="187475"/>
              </a:xfrm>
              <a:custGeom>
                <a:rect b="b" l="l" r="r" t="t"/>
                <a:pathLst>
                  <a:path extrusionOk="0" h="7499" w="7751">
                    <a:moveTo>
                      <a:pt x="3497" y="1355"/>
                    </a:moveTo>
                    <a:cubicBezTo>
                      <a:pt x="4663" y="1355"/>
                      <a:pt x="5577" y="2269"/>
                      <a:pt x="5577" y="3403"/>
                    </a:cubicBezTo>
                    <a:cubicBezTo>
                      <a:pt x="5577" y="4569"/>
                      <a:pt x="4600" y="5451"/>
                      <a:pt x="3497" y="5451"/>
                    </a:cubicBezTo>
                    <a:cubicBezTo>
                      <a:pt x="2363" y="5451"/>
                      <a:pt x="1450" y="4569"/>
                      <a:pt x="1450" y="3403"/>
                    </a:cubicBezTo>
                    <a:cubicBezTo>
                      <a:pt x="1450" y="2269"/>
                      <a:pt x="2363" y="1355"/>
                      <a:pt x="3497" y="1355"/>
                    </a:cubicBezTo>
                    <a:close/>
                    <a:moveTo>
                      <a:pt x="0" y="1"/>
                    </a:moveTo>
                    <a:cubicBezTo>
                      <a:pt x="441" y="410"/>
                      <a:pt x="725" y="1009"/>
                      <a:pt x="725" y="1671"/>
                    </a:cubicBezTo>
                    <a:cubicBezTo>
                      <a:pt x="725" y="2112"/>
                      <a:pt x="599" y="2521"/>
                      <a:pt x="410" y="2868"/>
                    </a:cubicBezTo>
                    <a:cubicBezTo>
                      <a:pt x="1040" y="3403"/>
                      <a:pt x="1387" y="4191"/>
                      <a:pt x="1387" y="5105"/>
                    </a:cubicBezTo>
                    <a:lnTo>
                      <a:pt x="1387" y="7152"/>
                    </a:lnTo>
                    <a:cubicBezTo>
                      <a:pt x="1387" y="7278"/>
                      <a:pt x="1387" y="7404"/>
                      <a:pt x="1355" y="7499"/>
                    </a:cubicBezTo>
                    <a:lnTo>
                      <a:pt x="5829" y="7499"/>
                    </a:lnTo>
                    <a:cubicBezTo>
                      <a:pt x="6396" y="7499"/>
                      <a:pt x="6900" y="7026"/>
                      <a:pt x="6900" y="6491"/>
                    </a:cubicBezTo>
                    <a:lnTo>
                      <a:pt x="6900" y="694"/>
                    </a:lnTo>
                    <a:lnTo>
                      <a:pt x="7246" y="694"/>
                    </a:lnTo>
                    <a:cubicBezTo>
                      <a:pt x="7751" y="694"/>
                      <a:pt x="7751" y="1"/>
                      <a:pt x="72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8" name="Google Shape;778;p26"/>
          <p:cNvGrpSpPr/>
          <p:nvPr/>
        </p:nvGrpSpPr>
        <p:grpSpPr>
          <a:xfrm>
            <a:off x="1911981" y="3853050"/>
            <a:ext cx="417000" cy="417000"/>
            <a:chOff x="1759581" y="3853050"/>
            <a:chExt cx="417000" cy="417000"/>
          </a:xfrm>
        </p:grpSpPr>
        <p:sp>
          <p:nvSpPr>
            <p:cNvPr id="768" name="Google Shape;768;p26"/>
            <p:cNvSpPr/>
            <p:nvPr/>
          </p:nvSpPr>
          <p:spPr>
            <a:xfrm>
              <a:off x="1759581" y="3853050"/>
              <a:ext cx="417000" cy="4170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1828177" y="3921995"/>
              <a:ext cx="279810" cy="279095"/>
            </a:xfrm>
            <a:custGeom>
              <a:rect b="b" l="l" r="r" t="t"/>
              <a:pathLst>
                <a:path extrusionOk="0" h="12666" w="12697">
                  <a:moveTo>
                    <a:pt x="6301" y="1356"/>
                  </a:moveTo>
                  <a:cubicBezTo>
                    <a:pt x="6522" y="1356"/>
                    <a:pt x="6711" y="1576"/>
                    <a:pt x="6711" y="1797"/>
                  </a:cubicBezTo>
                  <a:lnTo>
                    <a:pt x="6711" y="2269"/>
                  </a:lnTo>
                  <a:cubicBezTo>
                    <a:pt x="7656" y="2458"/>
                    <a:pt x="8349" y="3309"/>
                    <a:pt x="8349" y="4285"/>
                  </a:cubicBezTo>
                  <a:cubicBezTo>
                    <a:pt x="8349" y="4538"/>
                    <a:pt x="8160" y="4727"/>
                    <a:pt x="7971" y="4727"/>
                  </a:cubicBezTo>
                  <a:cubicBezTo>
                    <a:pt x="7719" y="4727"/>
                    <a:pt x="7530" y="4538"/>
                    <a:pt x="7530" y="4285"/>
                  </a:cubicBezTo>
                  <a:cubicBezTo>
                    <a:pt x="7530" y="3624"/>
                    <a:pt x="6994" y="3057"/>
                    <a:pt x="6301" y="3057"/>
                  </a:cubicBezTo>
                  <a:cubicBezTo>
                    <a:pt x="5640" y="3057"/>
                    <a:pt x="5073" y="3624"/>
                    <a:pt x="5073" y="4285"/>
                  </a:cubicBezTo>
                  <a:cubicBezTo>
                    <a:pt x="5073" y="4947"/>
                    <a:pt x="5829" y="5483"/>
                    <a:pt x="6585" y="6018"/>
                  </a:cubicBezTo>
                  <a:cubicBezTo>
                    <a:pt x="7435" y="6648"/>
                    <a:pt x="8412" y="7310"/>
                    <a:pt x="8412" y="8413"/>
                  </a:cubicBezTo>
                  <a:cubicBezTo>
                    <a:pt x="8412" y="9421"/>
                    <a:pt x="7687" y="10271"/>
                    <a:pt x="6742" y="10429"/>
                  </a:cubicBezTo>
                  <a:lnTo>
                    <a:pt x="6742" y="10901"/>
                  </a:lnTo>
                  <a:cubicBezTo>
                    <a:pt x="6742" y="11154"/>
                    <a:pt x="6553" y="11311"/>
                    <a:pt x="6364" y="11311"/>
                  </a:cubicBezTo>
                  <a:cubicBezTo>
                    <a:pt x="6144" y="11311"/>
                    <a:pt x="5955" y="11091"/>
                    <a:pt x="5955" y="10901"/>
                  </a:cubicBezTo>
                  <a:lnTo>
                    <a:pt x="5955" y="10429"/>
                  </a:lnTo>
                  <a:cubicBezTo>
                    <a:pt x="5010" y="10240"/>
                    <a:pt x="4316" y="9421"/>
                    <a:pt x="4316" y="8413"/>
                  </a:cubicBezTo>
                  <a:cubicBezTo>
                    <a:pt x="4316" y="8192"/>
                    <a:pt x="4505" y="8035"/>
                    <a:pt x="4694" y="8035"/>
                  </a:cubicBezTo>
                  <a:cubicBezTo>
                    <a:pt x="4884" y="8035"/>
                    <a:pt x="5136" y="8224"/>
                    <a:pt x="5136" y="8413"/>
                  </a:cubicBezTo>
                  <a:cubicBezTo>
                    <a:pt x="5136" y="9106"/>
                    <a:pt x="5671" y="9641"/>
                    <a:pt x="6364" y="9641"/>
                  </a:cubicBezTo>
                  <a:cubicBezTo>
                    <a:pt x="7026" y="9641"/>
                    <a:pt x="7561" y="9106"/>
                    <a:pt x="7561" y="8413"/>
                  </a:cubicBezTo>
                  <a:cubicBezTo>
                    <a:pt x="7561" y="7751"/>
                    <a:pt x="6868" y="7247"/>
                    <a:pt x="6081" y="6680"/>
                  </a:cubicBezTo>
                  <a:cubicBezTo>
                    <a:pt x="5199" y="6050"/>
                    <a:pt x="4253" y="5388"/>
                    <a:pt x="4253" y="4285"/>
                  </a:cubicBezTo>
                  <a:cubicBezTo>
                    <a:pt x="4253" y="3309"/>
                    <a:pt x="4978" y="2427"/>
                    <a:pt x="5923" y="2269"/>
                  </a:cubicBezTo>
                  <a:lnTo>
                    <a:pt x="5923" y="1797"/>
                  </a:lnTo>
                  <a:cubicBezTo>
                    <a:pt x="5923" y="1576"/>
                    <a:pt x="6112" y="1356"/>
                    <a:pt x="6301" y="1356"/>
                  </a:cubicBezTo>
                  <a:close/>
                  <a:moveTo>
                    <a:pt x="6333" y="1"/>
                  </a:moveTo>
                  <a:cubicBezTo>
                    <a:pt x="2836" y="1"/>
                    <a:pt x="0" y="2836"/>
                    <a:pt x="0" y="6333"/>
                  </a:cubicBezTo>
                  <a:cubicBezTo>
                    <a:pt x="0" y="9830"/>
                    <a:pt x="2836" y="12666"/>
                    <a:pt x="6333" y="12666"/>
                  </a:cubicBezTo>
                  <a:cubicBezTo>
                    <a:pt x="9861" y="12666"/>
                    <a:pt x="12697" y="9830"/>
                    <a:pt x="12697" y="6333"/>
                  </a:cubicBezTo>
                  <a:cubicBezTo>
                    <a:pt x="12697" y="2836"/>
                    <a:pt x="9861" y="1"/>
                    <a:pt x="6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0" name="Google Shape;780;p26"/>
          <p:cNvGrpSpPr/>
          <p:nvPr/>
        </p:nvGrpSpPr>
        <p:grpSpPr>
          <a:xfrm>
            <a:off x="6859419" y="2691175"/>
            <a:ext cx="328200" cy="328200"/>
            <a:chOff x="7011819" y="2691175"/>
            <a:chExt cx="328200" cy="328200"/>
          </a:xfrm>
        </p:grpSpPr>
        <p:sp>
          <p:nvSpPr>
            <p:cNvPr id="733" name="Google Shape;733;p26"/>
            <p:cNvSpPr/>
            <p:nvPr/>
          </p:nvSpPr>
          <p:spPr>
            <a:xfrm>
              <a:off x="7011819" y="2691175"/>
              <a:ext cx="328200" cy="3282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7204910" y="2884165"/>
              <a:ext cx="18130" cy="18130"/>
            </a:xfrm>
            <a:custGeom>
              <a:rect b="b" l="l" r="r" t="t"/>
              <a:pathLst>
                <a:path extrusionOk="0" h="788" w="788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7128801" y="2808056"/>
              <a:ext cx="18130" cy="18130"/>
            </a:xfrm>
            <a:custGeom>
              <a:rect b="b" l="l" r="r" t="t"/>
              <a:pathLst>
                <a:path extrusionOk="0" h="788" w="788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7033113" y="2712552"/>
              <a:ext cx="285615" cy="285431"/>
            </a:xfrm>
            <a:custGeom>
              <a:rect b="b" l="l" r="r" t="t"/>
              <a:pathLst>
                <a:path extrusionOk="0" h="12406" w="12414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" name="Google Shape;788;p27"/>
          <p:cNvGrpSpPr/>
          <p:nvPr/>
        </p:nvGrpSpPr>
        <p:grpSpPr>
          <a:xfrm>
            <a:off x="1343061" y="3305297"/>
            <a:ext cx="291737" cy="289845"/>
            <a:chOff x="5049575" y="4993600"/>
            <a:chExt cx="482050" cy="478925"/>
          </a:xfrm>
        </p:grpSpPr>
        <p:sp>
          <p:nvSpPr>
            <p:cNvPr id="789" name="Google Shape;789;p27"/>
            <p:cNvSpPr/>
            <p:nvPr/>
          </p:nvSpPr>
          <p:spPr>
            <a:xfrm>
              <a:off x="5063200" y="5058825"/>
              <a:ext cx="315450" cy="164750"/>
            </a:xfrm>
            <a:custGeom>
              <a:rect b="b" l="l" r="r" t="t"/>
              <a:pathLst>
                <a:path extrusionOk="0" h="6590" w="12618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5299425" y="5133350"/>
              <a:ext cx="232200" cy="339175"/>
            </a:xfrm>
            <a:custGeom>
              <a:rect b="b" l="l" r="r" t="t"/>
              <a:pathLst>
                <a:path extrusionOk="0" h="13567" w="9288">
                  <a:moveTo>
                    <a:pt x="9284" y="1"/>
                  </a:moveTo>
                  <a:lnTo>
                    <a:pt x="4837" y="2202"/>
                  </a:lnTo>
                  <a:lnTo>
                    <a:pt x="4837" y="4680"/>
                  </a:lnTo>
                  <a:cubicBezTo>
                    <a:pt x="4837" y="4993"/>
                    <a:pt x="4584" y="5246"/>
                    <a:pt x="4271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1" y="4593"/>
                  </a:lnTo>
                  <a:lnTo>
                    <a:pt x="1" y="13566"/>
                  </a:lnTo>
                  <a:cubicBezTo>
                    <a:pt x="13" y="13560"/>
                    <a:pt x="25" y="13557"/>
                    <a:pt x="37" y="13551"/>
                  </a:cubicBezTo>
                  <a:lnTo>
                    <a:pt x="8553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91" name="Google Shape;791;p27"/>
            <p:cNvSpPr/>
            <p:nvPr/>
          </p:nvSpPr>
          <p:spPr>
            <a:xfrm>
              <a:off x="5184475" y="4993600"/>
              <a:ext cx="334125" cy="168525"/>
            </a:xfrm>
            <a:custGeom>
              <a:rect b="b" l="l" r="r" t="t"/>
              <a:pathLst>
                <a:path extrusionOk="0" h="6741" w="13365">
                  <a:moveTo>
                    <a:pt x="4040" y="0"/>
                  </a:moveTo>
                  <a:cubicBezTo>
                    <a:pt x="3830" y="0"/>
                    <a:pt x="3621" y="50"/>
                    <a:pt x="3430" y="149"/>
                  </a:cubicBezTo>
                  <a:lnTo>
                    <a:pt x="0" y="1971"/>
                  </a:lnTo>
                  <a:lnTo>
                    <a:pt x="9013" y="6741"/>
                  </a:lnTo>
                  <a:lnTo>
                    <a:pt x="13364" y="4588"/>
                  </a:lnTo>
                  <a:cubicBezTo>
                    <a:pt x="13298" y="4537"/>
                    <a:pt x="13226" y="4492"/>
                    <a:pt x="13151" y="4455"/>
                  </a:cubicBezTo>
                  <a:lnTo>
                    <a:pt x="4638" y="140"/>
                  </a:lnTo>
                  <a:lnTo>
                    <a:pt x="4635" y="140"/>
                  </a:lnTo>
                  <a:cubicBezTo>
                    <a:pt x="4446" y="47"/>
                    <a:pt x="4243" y="0"/>
                    <a:pt x="4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92" name="Google Shape;792;p27"/>
            <p:cNvSpPr/>
            <p:nvPr/>
          </p:nvSpPr>
          <p:spPr>
            <a:xfrm>
              <a:off x="5049575" y="5132450"/>
              <a:ext cx="221650" cy="339925"/>
            </a:xfrm>
            <a:custGeom>
              <a:rect b="b" l="l" r="r" t="t"/>
              <a:pathLst>
                <a:path extrusionOk="0" h="13597" w="8866">
                  <a:moveTo>
                    <a:pt x="5803" y="5648"/>
                  </a:moveTo>
                  <a:cubicBezTo>
                    <a:pt x="5997" y="5648"/>
                    <a:pt x="6186" y="5748"/>
                    <a:pt x="6291" y="5927"/>
                  </a:cubicBezTo>
                  <a:cubicBezTo>
                    <a:pt x="6450" y="6195"/>
                    <a:pt x="6360" y="6541"/>
                    <a:pt x="6092" y="6701"/>
                  </a:cubicBezTo>
                  <a:lnTo>
                    <a:pt x="3843" y="8016"/>
                  </a:lnTo>
                  <a:lnTo>
                    <a:pt x="3834" y="8023"/>
                  </a:lnTo>
                  <a:lnTo>
                    <a:pt x="3831" y="8026"/>
                  </a:lnTo>
                  <a:lnTo>
                    <a:pt x="3818" y="8029"/>
                  </a:lnTo>
                  <a:cubicBezTo>
                    <a:pt x="3812" y="8032"/>
                    <a:pt x="3806" y="8035"/>
                    <a:pt x="3800" y="8038"/>
                  </a:cubicBezTo>
                  <a:lnTo>
                    <a:pt x="3785" y="8047"/>
                  </a:lnTo>
                  <a:lnTo>
                    <a:pt x="3767" y="8053"/>
                  </a:lnTo>
                  <a:lnTo>
                    <a:pt x="3752" y="8059"/>
                  </a:lnTo>
                  <a:lnTo>
                    <a:pt x="3734" y="8065"/>
                  </a:lnTo>
                  <a:lnTo>
                    <a:pt x="3716" y="8071"/>
                  </a:lnTo>
                  <a:lnTo>
                    <a:pt x="3698" y="8077"/>
                  </a:lnTo>
                  <a:cubicBezTo>
                    <a:pt x="3692" y="8077"/>
                    <a:pt x="3686" y="8080"/>
                    <a:pt x="3680" y="8080"/>
                  </a:cubicBezTo>
                  <a:cubicBezTo>
                    <a:pt x="3671" y="8083"/>
                    <a:pt x="3668" y="8083"/>
                    <a:pt x="3665" y="8083"/>
                  </a:cubicBezTo>
                  <a:lnTo>
                    <a:pt x="3641" y="8089"/>
                  </a:lnTo>
                  <a:lnTo>
                    <a:pt x="3629" y="8089"/>
                  </a:lnTo>
                  <a:cubicBezTo>
                    <a:pt x="3620" y="8089"/>
                    <a:pt x="3611" y="8092"/>
                    <a:pt x="3602" y="8092"/>
                  </a:cubicBezTo>
                  <a:lnTo>
                    <a:pt x="3484" y="8092"/>
                  </a:lnTo>
                  <a:lnTo>
                    <a:pt x="3466" y="8089"/>
                  </a:lnTo>
                  <a:cubicBezTo>
                    <a:pt x="3460" y="8089"/>
                    <a:pt x="3454" y="8086"/>
                    <a:pt x="3448" y="8086"/>
                  </a:cubicBezTo>
                  <a:cubicBezTo>
                    <a:pt x="3442" y="8083"/>
                    <a:pt x="3436" y="8083"/>
                    <a:pt x="3433" y="8080"/>
                  </a:cubicBezTo>
                  <a:lnTo>
                    <a:pt x="3412" y="8077"/>
                  </a:lnTo>
                  <a:cubicBezTo>
                    <a:pt x="3406" y="8077"/>
                    <a:pt x="3403" y="8074"/>
                    <a:pt x="3397" y="8071"/>
                  </a:cubicBezTo>
                  <a:lnTo>
                    <a:pt x="3376" y="8065"/>
                  </a:lnTo>
                  <a:lnTo>
                    <a:pt x="3361" y="8062"/>
                  </a:lnTo>
                  <a:lnTo>
                    <a:pt x="3343" y="8053"/>
                  </a:lnTo>
                  <a:lnTo>
                    <a:pt x="3328" y="8047"/>
                  </a:lnTo>
                  <a:lnTo>
                    <a:pt x="3310" y="8038"/>
                  </a:lnTo>
                  <a:lnTo>
                    <a:pt x="3295" y="8032"/>
                  </a:lnTo>
                  <a:cubicBezTo>
                    <a:pt x="3289" y="8029"/>
                    <a:pt x="3282" y="8026"/>
                    <a:pt x="3276" y="8019"/>
                  </a:cubicBezTo>
                  <a:lnTo>
                    <a:pt x="3261" y="8013"/>
                  </a:lnTo>
                  <a:lnTo>
                    <a:pt x="3246" y="8001"/>
                  </a:lnTo>
                  <a:cubicBezTo>
                    <a:pt x="3240" y="7998"/>
                    <a:pt x="3237" y="7995"/>
                    <a:pt x="3231" y="7992"/>
                  </a:cubicBezTo>
                  <a:lnTo>
                    <a:pt x="3216" y="7980"/>
                  </a:lnTo>
                  <a:cubicBezTo>
                    <a:pt x="3210" y="7977"/>
                    <a:pt x="3207" y="7974"/>
                    <a:pt x="3201" y="7968"/>
                  </a:cubicBezTo>
                  <a:cubicBezTo>
                    <a:pt x="3198" y="7965"/>
                    <a:pt x="3192" y="7962"/>
                    <a:pt x="3186" y="7956"/>
                  </a:cubicBezTo>
                  <a:lnTo>
                    <a:pt x="3174" y="7944"/>
                  </a:lnTo>
                  <a:lnTo>
                    <a:pt x="3159" y="7932"/>
                  </a:lnTo>
                  <a:lnTo>
                    <a:pt x="3147" y="7917"/>
                  </a:lnTo>
                  <a:cubicBezTo>
                    <a:pt x="3141" y="7914"/>
                    <a:pt x="3138" y="7908"/>
                    <a:pt x="3135" y="7905"/>
                  </a:cubicBezTo>
                  <a:lnTo>
                    <a:pt x="3120" y="7890"/>
                  </a:lnTo>
                  <a:lnTo>
                    <a:pt x="3111" y="7875"/>
                  </a:lnTo>
                  <a:cubicBezTo>
                    <a:pt x="3105" y="7869"/>
                    <a:pt x="3102" y="7863"/>
                    <a:pt x="3096" y="7857"/>
                  </a:cubicBezTo>
                  <a:lnTo>
                    <a:pt x="3087" y="7845"/>
                  </a:lnTo>
                  <a:lnTo>
                    <a:pt x="3075" y="7827"/>
                  </a:lnTo>
                  <a:lnTo>
                    <a:pt x="3069" y="7815"/>
                  </a:lnTo>
                  <a:lnTo>
                    <a:pt x="3069" y="7812"/>
                  </a:lnTo>
                  <a:lnTo>
                    <a:pt x="3063" y="7803"/>
                  </a:lnTo>
                  <a:lnTo>
                    <a:pt x="2415" y="6631"/>
                  </a:lnTo>
                  <a:cubicBezTo>
                    <a:pt x="2265" y="6357"/>
                    <a:pt x="2367" y="6014"/>
                    <a:pt x="2641" y="5863"/>
                  </a:cubicBezTo>
                  <a:lnTo>
                    <a:pt x="2635" y="5863"/>
                  </a:lnTo>
                  <a:cubicBezTo>
                    <a:pt x="2722" y="5816"/>
                    <a:pt x="2815" y="5793"/>
                    <a:pt x="2908" y="5793"/>
                  </a:cubicBezTo>
                  <a:cubicBezTo>
                    <a:pt x="3107" y="5793"/>
                    <a:pt x="3300" y="5899"/>
                    <a:pt x="3403" y="6086"/>
                  </a:cubicBezTo>
                  <a:lnTo>
                    <a:pt x="3770" y="6752"/>
                  </a:lnTo>
                  <a:lnTo>
                    <a:pt x="5520" y="5725"/>
                  </a:lnTo>
                  <a:cubicBezTo>
                    <a:pt x="5609" y="5673"/>
                    <a:pt x="5707" y="5648"/>
                    <a:pt x="5803" y="5648"/>
                  </a:cubicBezTo>
                  <a:close/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93" name="Google Shape;793;p27"/>
          <p:cNvGrpSpPr/>
          <p:nvPr/>
        </p:nvGrpSpPr>
        <p:grpSpPr>
          <a:xfrm>
            <a:off x="1343052" y="2010830"/>
            <a:ext cx="291746" cy="286082"/>
            <a:chOff x="1490050" y="3805975"/>
            <a:chExt cx="491900" cy="482350"/>
          </a:xfrm>
        </p:grpSpPr>
        <p:sp>
          <p:nvSpPr>
            <p:cNvPr id="794" name="Google Shape;794;p27"/>
            <p:cNvSpPr/>
            <p:nvPr/>
          </p:nvSpPr>
          <p:spPr>
            <a:xfrm>
              <a:off x="1541775" y="3877050"/>
              <a:ext cx="302500" cy="277225"/>
            </a:xfrm>
            <a:custGeom>
              <a:rect b="b" l="l" r="r" t="t"/>
              <a:pathLst>
                <a:path extrusionOk="0" h="11089" w="1210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95" name="Google Shape;795;p27"/>
            <p:cNvSpPr/>
            <p:nvPr/>
          </p:nvSpPr>
          <p:spPr>
            <a:xfrm>
              <a:off x="1824450" y="3805975"/>
              <a:ext cx="157500" cy="150525"/>
            </a:xfrm>
            <a:custGeom>
              <a:rect b="b" l="l" r="r" t="t"/>
              <a:pathLst>
                <a:path extrusionOk="0" h="6021" w="630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96" name="Google Shape;796;p27"/>
            <p:cNvSpPr/>
            <p:nvPr/>
          </p:nvSpPr>
          <p:spPr>
            <a:xfrm>
              <a:off x="1626675" y="3936600"/>
              <a:ext cx="277225" cy="302600"/>
            </a:xfrm>
            <a:custGeom>
              <a:rect b="b" l="l" r="r" t="t"/>
              <a:pathLst>
                <a:path extrusionOk="0" h="12104" w="11089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97" name="Google Shape;797;p27"/>
            <p:cNvSpPr/>
            <p:nvPr/>
          </p:nvSpPr>
          <p:spPr>
            <a:xfrm>
              <a:off x="1490050" y="4166500"/>
              <a:ext cx="129950" cy="121825"/>
            </a:xfrm>
            <a:custGeom>
              <a:rect b="b" l="l" r="r" t="t"/>
              <a:pathLst>
                <a:path extrusionOk="0" h="4873" w="5198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98" name="Google Shape;798;p27"/>
          <p:cNvGrpSpPr/>
          <p:nvPr/>
        </p:nvGrpSpPr>
        <p:grpSpPr>
          <a:xfrm>
            <a:off x="942179" y="2419464"/>
            <a:ext cx="291890" cy="291890"/>
            <a:chOff x="2085525" y="4992125"/>
            <a:chExt cx="481825" cy="481825"/>
          </a:xfrm>
        </p:grpSpPr>
        <p:sp>
          <p:nvSpPr>
            <p:cNvPr id="799" name="Google Shape;799;p27"/>
            <p:cNvSpPr/>
            <p:nvPr/>
          </p:nvSpPr>
          <p:spPr>
            <a:xfrm>
              <a:off x="2244150" y="5152125"/>
              <a:ext cx="164500" cy="161825"/>
            </a:xfrm>
            <a:custGeom>
              <a:rect b="b" l="l" r="r" t="t"/>
              <a:pathLst>
                <a:path extrusionOk="0" h="6473" w="658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00" name="Google Shape;800;p27"/>
            <p:cNvSpPr/>
            <p:nvPr/>
          </p:nvSpPr>
          <p:spPr>
            <a:xfrm>
              <a:off x="208552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01" name="Google Shape;801;p27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802" name="Google Shape;802;p27"/>
          <p:cNvSpPr txBox="1"/>
          <p:nvPr/>
        </p:nvSpPr>
        <p:spPr>
          <a:xfrm>
            <a:off x="723400" y="1187975"/>
            <a:ext cx="769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you have a free account, in order to use this template, you must credit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Slidesgo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in your final presentation.</a:t>
            </a:r>
            <a:endParaRPr b="1"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27"/>
          <p:cNvSpPr txBox="1"/>
          <p:nvPr/>
        </p:nvSpPr>
        <p:spPr>
          <a:xfrm>
            <a:off x="559900" y="4339600"/>
            <a:ext cx="80241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more information about editing slides, please read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FAQs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or visit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blog</a:t>
            </a:r>
            <a:endParaRPr b="1"/>
          </a:p>
        </p:txBody>
      </p:sp>
      <p:sp>
        <p:nvSpPr>
          <p:cNvPr id="804" name="Google Shape;804;p27"/>
          <p:cNvSpPr txBox="1"/>
          <p:nvPr/>
        </p:nvSpPr>
        <p:spPr>
          <a:xfrm>
            <a:off x="1254000" y="15436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As a Free user, you are allowed to:</a:t>
            </a:r>
            <a:endParaRPr/>
          </a:p>
        </p:txBody>
      </p:sp>
      <p:grpSp>
        <p:nvGrpSpPr>
          <p:cNvPr id="805" name="Google Shape;805;p27"/>
          <p:cNvGrpSpPr/>
          <p:nvPr/>
        </p:nvGrpSpPr>
        <p:grpSpPr>
          <a:xfrm>
            <a:off x="942192" y="1551114"/>
            <a:ext cx="291890" cy="291890"/>
            <a:chOff x="1492675" y="4992125"/>
            <a:chExt cx="481825" cy="481825"/>
          </a:xfrm>
        </p:grpSpPr>
        <p:sp>
          <p:nvSpPr>
            <p:cNvPr id="806" name="Google Shape;806;p27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07" name="Google Shape;807;p27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08" name="Google Shape;808;p27"/>
          <p:cNvSpPr/>
          <p:nvPr/>
        </p:nvSpPr>
        <p:spPr>
          <a:xfrm>
            <a:off x="4541072" y="2011594"/>
            <a:ext cx="254859" cy="286108"/>
          </a:xfrm>
          <a:custGeom>
            <a:rect b="b" l="l" r="r" t="t"/>
            <a:pathLst>
              <a:path extrusionOk="0" h="19273" w="17168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809" name="Google Shape;809;p27"/>
          <p:cNvSpPr txBox="1"/>
          <p:nvPr/>
        </p:nvSpPr>
        <p:spPr>
          <a:xfrm>
            <a:off x="1616350" y="1943440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Modify this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0" name="Google Shape;810;p27"/>
          <p:cNvSpPr txBox="1"/>
          <p:nvPr/>
        </p:nvSpPr>
        <p:spPr>
          <a:xfrm>
            <a:off x="4814375" y="1943446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it for both personal and commercial projects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1" name="Google Shape;811;p27"/>
          <p:cNvSpPr txBox="1"/>
          <p:nvPr/>
        </p:nvSpPr>
        <p:spPr>
          <a:xfrm>
            <a:off x="1254000" y="24193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are not allowed to:</a:t>
            </a:r>
            <a:endParaRPr/>
          </a:p>
        </p:txBody>
      </p:sp>
      <p:sp>
        <p:nvSpPr>
          <p:cNvPr id="812" name="Google Shape;812;p27"/>
          <p:cNvSpPr txBox="1"/>
          <p:nvPr/>
        </p:nvSpPr>
        <p:spPr>
          <a:xfrm>
            <a:off x="1616350" y="2828225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Sublicense, sell or rent any of Slidesgo Content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3" name="Google Shape;813;p27"/>
          <p:cNvSpPr txBox="1"/>
          <p:nvPr/>
        </p:nvSpPr>
        <p:spPr>
          <a:xfrm>
            <a:off x="4814375" y="2828224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Distribute Slidesgo Content unless it has been expressly authorized by Slidesgo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4" name="Google Shape;814;p27"/>
          <p:cNvSpPr txBox="1"/>
          <p:nvPr/>
        </p:nvSpPr>
        <p:spPr>
          <a:xfrm>
            <a:off x="1616350" y="3296001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Include Slidesgo Content in an online or offline database or file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5" name="Google Shape;815;p27"/>
          <p:cNvSpPr txBox="1"/>
          <p:nvPr/>
        </p:nvSpPr>
        <p:spPr>
          <a:xfrm>
            <a:off x="4814375" y="3295999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Offer Slidesgo templates (or modified versions of Slidesgo templates) for download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6" name="Google Shape;816;p27"/>
          <p:cNvSpPr txBox="1"/>
          <p:nvPr/>
        </p:nvSpPr>
        <p:spPr>
          <a:xfrm>
            <a:off x="1616350" y="3763776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Acquire the copyright of 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Slidesgo Content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17" name="Google Shape;817;p27"/>
          <p:cNvGrpSpPr/>
          <p:nvPr/>
        </p:nvGrpSpPr>
        <p:grpSpPr>
          <a:xfrm>
            <a:off x="4522635" y="2884257"/>
            <a:ext cx="291741" cy="255607"/>
            <a:chOff x="899850" y="871450"/>
            <a:chExt cx="483175" cy="423400"/>
          </a:xfrm>
        </p:grpSpPr>
        <p:sp>
          <p:nvSpPr>
            <p:cNvPr id="818" name="Google Shape;818;p27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9" name="Google Shape;819;p27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0" name="Google Shape;820;p27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1" name="Google Shape;821;p27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22" name="Google Shape;822;p27"/>
          <p:cNvSpPr/>
          <p:nvPr/>
        </p:nvSpPr>
        <p:spPr>
          <a:xfrm>
            <a:off x="1343062" y="2889787"/>
            <a:ext cx="291729" cy="280808"/>
          </a:xfrm>
          <a:custGeom>
            <a:rect b="b" l="l" r="r" t="t"/>
            <a:pathLst>
              <a:path extrusionOk="0" h="19273" w="20026">
                <a:moveTo>
                  <a:pt x="14841" y="2901"/>
                </a:moveTo>
                <a:cubicBezTo>
                  <a:pt x="15282" y="2901"/>
                  <a:pt x="15717" y="3074"/>
                  <a:pt x="16042" y="3397"/>
                </a:cubicBezTo>
                <a:cubicBezTo>
                  <a:pt x="16704" y="4059"/>
                  <a:pt x="16704" y="5131"/>
                  <a:pt x="16042" y="5794"/>
                </a:cubicBezTo>
                <a:cubicBezTo>
                  <a:pt x="15717" y="6118"/>
                  <a:pt x="15284" y="6290"/>
                  <a:pt x="14843" y="6290"/>
                </a:cubicBezTo>
                <a:cubicBezTo>
                  <a:pt x="14625" y="6290"/>
                  <a:pt x="14405" y="6248"/>
                  <a:pt x="14196" y="6161"/>
                </a:cubicBezTo>
                <a:cubicBezTo>
                  <a:pt x="13563" y="5899"/>
                  <a:pt x="13151" y="5282"/>
                  <a:pt x="13151" y="4595"/>
                </a:cubicBezTo>
                <a:cubicBezTo>
                  <a:pt x="13151" y="3912"/>
                  <a:pt x="13563" y="3294"/>
                  <a:pt x="14196" y="3029"/>
                </a:cubicBezTo>
                <a:cubicBezTo>
                  <a:pt x="14404" y="2943"/>
                  <a:pt x="14623" y="2901"/>
                  <a:pt x="14841" y="2901"/>
                </a:cubicBezTo>
                <a:close/>
                <a:moveTo>
                  <a:pt x="10859" y="4837"/>
                </a:moveTo>
                <a:cubicBezTo>
                  <a:pt x="11001" y="4837"/>
                  <a:pt x="11142" y="4890"/>
                  <a:pt x="11251" y="4996"/>
                </a:cubicBezTo>
                <a:lnTo>
                  <a:pt x="12049" y="5794"/>
                </a:lnTo>
                <a:cubicBezTo>
                  <a:pt x="12269" y="6014"/>
                  <a:pt x="12269" y="6372"/>
                  <a:pt x="12049" y="6592"/>
                </a:cubicBezTo>
                <a:cubicBezTo>
                  <a:pt x="11939" y="6702"/>
                  <a:pt x="11794" y="6757"/>
                  <a:pt x="11650" y="6757"/>
                </a:cubicBezTo>
                <a:cubicBezTo>
                  <a:pt x="11505" y="6757"/>
                  <a:pt x="11361" y="6702"/>
                  <a:pt x="11251" y="6592"/>
                </a:cubicBezTo>
                <a:lnTo>
                  <a:pt x="10453" y="5794"/>
                </a:lnTo>
                <a:cubicBezTo>
                  <a:pt x="10239" y="5571"/>
                  <a:pt x="10242" y="5219"/>
                  <a:pt x="10459" y="5002"/>
                </a:cubicBezTo>
                <a:cubicBezTo>
                  <a:pt x="10570" y="4892"/>
                  <a:pt x="10715" y="4837"/>
                  <a:pt x="10859" y="4837"/>
                </a:cubicBezTo>
                <a:close/>
                <a:moveTo>
                  <a:pt x="13255" y="7232"/>
                </a:moveTo>
                <a:cubicBezTo>
                  <a:pt x="13396" y="7232"/>
                  <a:pt x="13538" y="7284"/>
                  <a:pt x="13648" y="7390"/>
                </a:cubicBezTo>
                <a:lnTo>
                  <a:pt x="14446" y="8188"/>
                </a:lnTo>
                <a:cubicBezTo>
                  <a:pt x="14665" y="8411"/>
                  <a:pt x="14665" y="8766"/>
                  <a:pt x="14446" y="8989"/>
                </a:cubicBezTo>
                <a:cubicBezTo>
                  <a:pt x="14336" y="9099"/>
                  <a:pt x="14191" y="9154"/>
                  <a:pt x="14047" y="9154"/>
                </a:cubicBezTo>
                <a:cubicBezTo>
                  <a:pt x="13902" y="9154"/>
                  <a:pt x="13758" y="9099"/>
                  <a:pt x="13648" y="8989"/>
                </a:cubicBezTo>
                <a:lnTo>
                  <a:pt x="12850" y="8188"/>
                </a:lnTo>
                <a:cubicBezTo>
                  <a:pt x="12633" y="7968"/>
                  <a:pt x="12636" y="7616"/>
                  <a:pt x="12856" y="7399"/>
                </a:cubicBezTo>
                <a:cubicBezTo>
                  <a:pt x="12966" y="7287"/>
                  <a:pt x="13110" y="7232"/>
                  <a:pt x="13255" y="7232"/>
                </a:cubicBezTo>
                <a:close/>
                <a:moveTo>
                  <a:pt x="10846" y="8029"/>
                </a:moveTo>
                <a:cubicBezTo>
                  <a:pt x="10991" y="8029"/>
                  <a:pt x="11135" y="8084"/>
                  <a:pt x="11245" y="8194"/>
                </a:cubicBezTo>
                <a:cubicBezTo>
                  <a:pt x="11462" y="8411"/>
                  <a:pt x="11465" y="8763"/>
                  <a:pt x="11251" y="8986"/>
                </a:cubicBezTo>
                <a:lnTo>
                  <a:pt x="11251" y="8989"/>
                </a:lnTo>
                <a:lnTo>
                  <a:pt x="10778" y="9461"/>
                </a:lnTo>
                <a:cubicBezTo>
                  <a:pt x="11088" y="10106"/>
                  <a:pt x="10959" y="10874"/>
                  <a:pt x="10453" y="11383"/>
                </a:cubicBezTo>
                <a:cubicBezTo>
                  <a:pt x="10343" y="11493"/>
                  <a:pt x="10198" y="11548"/>
                  <a:pt x="10054" y="11548"/>
                </a:cubicBezTo>
                <a:cubicBezTo>
                  <a:pt x="9909" y="11548"/>
                  <a:pt x="9765" y="11493"/>
                  <a:pt x="9655" y="11383"/>
                </a:cubicBezTo>
                <a:cubicBezTo>
                  <a:pt x="9435" y="11163"/>
                  <a:pt x="9435" y="10804"/>
                  <a:pt x="9655" y="10585"/>
                </a:cubicBezTo>
                <a:cubicBezTo>
                  <a:pt x="10010" y="10229"/>
                  <a:pt x="9757" y="9621"/>
                  <a:pt x="9254" y="9621"/>
                </a:cubicBezTo>
                <a:cubicBezTo>
                  <a:pt x="8751" y="9621"/>
                  <a:pt x="8498" y="10229"/>
                  <a:pt x="8857" y="10585"/>
                </a:cubicBezTo>
                <a:cubicBezTo>
                  <a:pt x="9441" y="11166"/>
                  <a:pt x="9519" y="12084"/>
                  <a:pt x="9043" y="12756"/>
                </a:cubicBezTo>
                <a:cubicBezTo>
                  <a:pt x="8717" y="13218"/>
                  <a:pt x="8196" y="13472"/>
                  <a:pt x="7661" y="13472"/>
                </a:cubicBezTo>
                <a:cubicBezTo>
                  <a:pt x="7415" y="13472"/>
                  <a:pt x="7167" y="13419"/>
                  <a:pt x="6933" y="13307"/>
                </a:cubicBezTo>
                <a:lnTo>
                  <a:pt x="6460" y="13777"/>
                </a:lnTo>
                <a:cubicBezTo>
                  <a:pt x="6351" y="13882"/>
                  <a:pt x="6210" y="13935"/>
                  <a:pt x="6068" y="13935"/>
                </a:cubicBezTo>
                <a:cubicBezTo>
                  <a:pt x="5924" y="13935"/>
                  <a:pt x="5779" y="13880"/>
                  <a:pt x="5668" y="13771"/>
                </a:cubicBezTo>
                <a:cubicBezTo>
                  <a:pt x="5451" y="13551"/>
                  <a:pt x="5448" y="13198"/>
                  <a:pt x="5662" y="12979"/>
                </a:cubicBezTo>
                <a:lnTo>
                  <a:pt x="6135" y="12506"/>
                </a:lnTo>
                <a:cubicBezTo>
                  <a:pt x="5824" y="11861"/>
                  <a:pt x="5957" y="11091"/>
                  <a:pt x="6460" y="10582"/>
                </a:cubicBezTo>
                <a:cubicBezTo>
                  <a:pt x="6570" y="10476"/>
                  <a:pt x="6711" y="10424"/>
                  <a:pt x="6852" y="10424"/>
                </a:cubicBezTo>
                <a:cubicBezTo>
                  <a:pt x="6997" y="10424"/>
                  <a:pt x="7142" y="10479"/>
                  <a:pt x="7252" y="10591"/>
                </a:cubicBezTo>
                <a:cubicBezTo>
                  <a:pt x="7469" y="10808"/>
                  <a:pt x="7472" y="11160"/>
                  <a:pt x="7258" y="11383"/>
                </a:cubicBezTo>
                <a:cubicBezTo>
                  <a:pt x="6902" y="11738"/>
                  <a:pt x="7155" y="12346"/>
                  <a:pt x="7658" y="12346"/>
                </a:cubicBezTo>
                <a:cubicBezTo>
                  <a:pt x="8161" y="12346"/>
                  <a:pt x="8414" y="11738"/>
                  <a:pt x="8059" y="11383"/>
                </a:cubicBezTo>
                <a:cubicBezTo>
                  <a:pt x="7475" y="10798"/>
                  <a:pt x="7393" y="9883"/>
                  <a:pt x="7869" y="9209"/>
                </a:cubicBezTo>
                <a:cubicBezTo>
                  <a:pt x="8195" y="8749"/>
                  <a:pt x="8716" y="8495"/>
                  <a:pt x="9251" y="8495"/>
                </a:cubicBezTo>
                <a:cubicBezTo>
                  <a:pt x="9497" y="8495"/>
                  <a:pt x="9746" y="8549"/>
                  <a:pt x="9980" y="8660"/>
                </a:cubicBezTo>
                <a:lnTo>
                  <a:pt x="10453" y="8188"/>
                </a:lnTo>
                <a:cubicBezTo>
                  <a:pt x="10563" y="8082"/>
                  <a:pt x="10705" y="8029"/>
                  <a:pt x="10846" y="8029"/>
                </a:cubicBezTo>
                <a:close/>
                <a:moveTo>
                  <a:pt x="13208" y="0"/>
                </a:moveTo>
                <a:cubicBezTo>
                  <a:pt x="11632" y="0"/>
                  <a:pt x="10059" y="597"/>
                  <a:pt x="8857" y="1801"/>
                </a:cubicBezTo>
                <a:lnTo>
                  <a:pt x="8456" y="2201"/>
                </a:lnTo>
                <a:lnTo>
                  <a:pt x="9655" y="3397"/>
                </a:lnTo>
                <a:cubicBezTo>
                  <a:pt x="9869" y="3620"/>
                  <a:pt x="9866" y="3972"/>
                  <a:pt x="9646" y="4189"/>
                </a:cubicBezTo>
                <a:cubicBezTo>
                  <a:pt x="9536" y="4300"/>
                  <a:pt x="9391" y="4356"/>
                  <a:pt x="9246" y="4356"/>
                </a:cubicBezTo>
                <a:cubicBezTo>
                  <a:pt x="9106" y="4356"/>
                  <a:pt x="8965" y="4303"/>
                  <a:pt x="8857" y="4198"/>
                </a:cubicBezTo>
                <a:lnTo>
                  <a:pt x="7658" y="2999"/>
                </a:lnTo>
                <a:lnTo>
                  <a:pt x="663" y="9994"/>
                </a:lnTo>
                <a:cubicBezTo>
                  <a:pt x="1" y="10654"/>
                  <a:pt x="1" y="11726"/>
                  <a:pt x="663" y="12388"/>
                </a:cubicBezTo>
                <a:lnTo>
                  <a:pt x="7053" y="18775"/>
                </a:lnTo>
                <a:cubicBezTo>
                  <a:pt x="7383" y="19107"/>
                  <a:pt x="7816" y="19272"/>
                  <a:pt x="8249" y="19272"/>
                </a:cubicBezTo>
                <a:cubicBezTo>
                  <a:pt x="8682" y="19272"/>
                  <a:pt x="9116" y="19107"/>
                  <a:pt x="9447" y="18775"/>
                </a:cubicBezTo>
                <a:lnTo>
                  <a:pt x="16442" y="11783"/>
                </a:lnTo>
                <a:lnTo>
                  <a:pt x="15244" y="10585"/>
                </a:lnTo>
                <a:cubicBezTo>
                  <a:pt x="15030" y="10362"/>
                  <a:pt x="15033" y="10010"/>
                  <a:pt x="15250" y="9793"/>
                </a:cubicBezTo>
                <a:cubicBezTo>
                  <a:pt x="15361" y="9683"/>
                  <a:pt x="15506" y="9628"/>
                  <a:pt x="15650" y="9628"/>
                </a:cubicBezTo>
                <a:cubicBezTo>
                  <a:pt x="15792" y="9628"/>
                  <a:pt x="15933" y="9681"/>
                  <a:pt x="16042" y="9787"/>
                </a:cubicBezTo>
                <a:lnTo>
                  <a:pt x="17240" y="10982"/>
                </a:lnTo>
                <a:lnTo>
                  <a:pt x="17641" y="10585"/>
                </a:lnTo>
                <a:cubicBezTo>
                  <a:pt x="19923" y="8299"/>
                  <a:pt x="20025" y="4677"/>
                  <a:pt x="17999" y="2240"/>
                </a:cubicBezTo>
                <a:lnTo>
                  <a:pt x="19237" y="1003"/>
                </a:lnTo>
                <a:cubicBezTo>
                  <a:pt x="19456" y="783"/>
                  <a:pt x="19456" y="425"/>
                  <a:pt x="19237" y="205"/>
                </a:cubicBezTo>
                <a:cubicBezTo>
                  <a:pt x="19127" y="95"/>
                  <a:pt x="18982" y="40"/>
                  <a:pt x="18838" y="40"/>
                </a:cubicBezTo>
                <a:cubicBezTo>
                  <a:pt x="18693" y="40"/>
                  <a:pt x="18548" y="95"/>
                  <a:pt x="18439" y="205"/>
                </a:cubicBezTo>
                <a:lnTo>
                  <a:pt x="17198" y="1443"/>
                </a:lnTo>
                <a:cubicBezTo>
                  <a:pt x="16045" y="483"/>
                  <a:pt x="14625" y="0"/>
                  <a:pt x="132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823" name="Google Shape;823;p27"/>
          <p:cNvGrpSpPr/>
          <p:nvPr/>
        </p:nvGrpSpPr>
        <p:grpSpPr>
          <a:xfrm>
            <a:off x="1343054" y="3797714"/>
            <a:ext cx="291752" cy="270260"/>
            <a:chOff x="4266025" y="3609275"/>
            <a:chExt cx="299325" cy="277275"/>
          </a:xfrm>
        </p:grpSpPr>
        <p:sp>
          <p:nvSpPr>
            <p:cNvPr id="824" name="Google Shape;824;p27"/>
            <p:cNvSpPr/>
            <p:nvPr/>
          </p:nvSpPr>
          <p:spPr>
            <a:xfrm>
              <a:off x="4266025" y="3609275"/>
              <a:ext cx="299325" cy="224500"/>
            </a:xfrm>
            <a:custGeom>
              <a:rect b="b" l="l" r="r" t="t"/>
              <a:pathLst>
                <a:path extrusionOk="0" h="8980" w="11973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7"/>
            <p:cNvSpPr/>
            <p:nvPr/>
          </p:nvSpPr>
          <p:spPr>
            <a:xfrm>
              <a:off x="4332975" y="3851850"/>
              <a:ext cx="157550" cy="34700"/>
            </a:xfrm>
            <a:custGeom>
              <a:rect b="b" l="l" r="r" t="t"/>
              <a:pathLst>
                <a:path extrusionOk="0" h="1388" w="6302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6" name="Google Shape;826;p27"/>
          <p:cNvGrpSpPr/>
          <p:nvPr/>
        </p:nvGrpSpPr>
        <p:grpSpPr>
          <a:xfrm>
            <a:off x="4541087" y="3353101"/>
            <a:ext cx="254844" cy="253474"/>
            <a:chOff x="-6329100" y="3632100"/>
            <a:chExt cx="293025" cy="291450"/>
          </a:xfrm>
        </p:grpSpPr>
        <p:sp>
          <p:nvSpPr>
            <p:cNvPr id="827" name="Google Shape;827;p27"/>
            <p:cNvSpPr/>
            <p:nvPr/>
          </p:nvSpPr>
          <p:spPr>
            <a:xfrm>
              <a:off x="-6210700" y="3751600"/>
              <a:ext cx="174625" cy="171950"/>
            </a:xfrm>
            <a:custGeom>
              <a:rect b="b" l="l" r="r" t="t"/>
              <a:pathLst>
                <a:path extrusionOk="0" h="6878" w="6985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-6272400" y="3691975"/>
              <a:ext cx="136300" cy="135500"/>
            </a:xfrm>
            <a:custGeom>
              <a:rect b="b" l="l" r="r" t="t"/>
              <a:pathLst>
                <a:path extrusionOk="0" h="5420" w="5452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-6329100" y="3632100"/>
              <a:ext cx="257575" cy="256025"/>
            </a:xfrm>
            <a:custGeom>
              <a:rect b="b" l="l" r="r" t="t"/>
              <a:pathLst>
                <a:path extrusionOk="0" h="10241" w="10303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28"/>
          <p:cNvGrpSpPr/>
          <p:nvPr/>
        </p:nvGrpSpPr>
        <p:grpSpPr>
          <a:xfrm>
            <a:off x="1343043" y="3832782"/>
            <a:ext cx="291745" cy="222188"/>
            <a:chOff x="3271200" y="3863875"/>
            <a:chExt cx="481825" cy="366950"/>
          </a:xfrm>
        </p:grpSpPr>
        <p:sp>
          <p:nvSpPr>
            <p:cNvPr id="835" name="Google Shape;835;p28"/>
            <p:cNvSpPr/>
            <p:nvPr/>
          </p:nvSpPr>
          <p:spPr>
            <a:xfrm>
              <a:off x="3271200" y="3920350"/>
              <a:ext cx="283225" cy="310475"/>
            </a:xfrm>
            <a:custGeom>
              <a:rect b="b" l="l" r="r" t="t"/>
              <a:pathLst>
                <a:path extrusionOk="0" h="12419" w="11329">
                  <a:moveTo>
                    <a:pt x="1693" y="0"/>
                  </a:moveTo>
                  <a:cubicBezTo>
                    <a:pt x="756" y="0"/>
                    <a:pt x="0" y="756"/>
                    <a:pt x="0" y="1693"/>
                  </a:cubicBezTo>
                  <a:lnTo>
                    <a:pt x="0" y="8468"/>
                  </a:lnTo>
                  <a:cubicBezTo>
                    <a:pt x="0" y="9405"/>
                    <a:pt x="756" y="10160"/>
                    <a:pt x="1693" y="10163"/>
                  </a:cubicBezTo>
                  <a:lnTo>
                    <a:pt x="2861" y="10163"/>
                  </a:lnTo>
                  <a:cubicBezTo>
                    <a:pt x="2861" y="11410"/>
                    <a:pt x="3870" y="12419"/>
                    <a:pt x="5120" y="12419"/>
                  </a:cubicBezTo>
                  <a:cubicBezTo>
                    <a:pt x="6366" y="12419"/>
                    <a:pt x="7378" y="11410"/>
                    <a:pt x="7378" y="10163"/>
                  </a:cubicBezTo>
                  <a:lnTo>
                    <a:pt x="9070" y="10163"/>
                  </a:lnTo>
                  <a:lnTo>
                    <a:pt x="9070" y="6679"/>
                  </a:lnTo>
                  <a:cubicBezTo>
                    <a:pt x="9070" y="6356"/>
                    <a:pt x="9350" y="6116"/>
                    <a:pt x="9645" y="6116"/>
                  </a:cubicBezTo>
                  <a:cubicBezTo>
                    <a:pt x="9705" y="6116"/>
                    <a:pt x="9765" y="6126"/>
                    <a:pt x="9823" y="6146"/>
                  </a:cubicBezTo>
                  <a:cubicBezTo>
                    <a:pt x="9938" y="6187"/>
                    <a:pt x="10055" y="6206"/>
                    <a:pt x="10172" y="6206"/>
                  </a:cubicBezTo>
                  <a:cubicBezTo>
                    <a:pt x="10766" y="6206"/>
                    <a:pt x="11329" y="5708"/>
                    <a:pt x="11329" y="5080"/>
                  </a:cubicBezTo>
                  <a:cubicBezTo>
                    <a:pt x="11329" y="4453"/>
                    <a:pt x="10766" y="3954"/>
                    <a:pt x="10172" y="3954"/>
                  </a:cubicBezTo>
                  <a:cubicBezTo>
                    <a:pt x="10055" y="3954"/>
                    <a:pt x="9938" y="3974"/>
                    <a:pt x="9823" y="4014"/>
                  </a:cubicBezTo>
                  <a:cubicBezTo>
                    <a:pt x="9759" y="4037"/>
                    <a:pt x="9695" y="4048"/>
                    <a:pt x="9632" y="4048"/>
                  </a:cubicBezTo>
                  <a:cubicBezTo>
                    <a:pt x="9333" y="4048"/>
                    <a:pt x="9070" y="3805"/>
                    <a:pt x="9070" y="3484"/>
                  </a:cubicBezTo>
                  <a:lnTo>
                    <a:pt x="9070" y="0"/>
                  </a:lnTo>
                  <a:lnTo>
                    <a:pt x="6381" y="0"/>
                  </a:lnTo>
                  <a:cubicBezTo>
                    <a:pt x="5894" y="0"/>
                    <a:pt x="5635" y="576"/>
                    <a:pt x="5960" y="940"/>
                  </a:cubicBezTo>
                  <a:cubicBezTo>
                    <a:pt x="6610" y="1669"/>
                    <a:pt x="6095" y="2822"/>
                    <a:pt x="5120" y="2822"/>
                  </a:cubicBezTo>
                  <a:cubicBezTo>
                    <a:pt x="4141" y="2822"/>
                    <a:pt x="3626" y="1669"/>
                    <a:pt x="4276" y="940"/>
                  </a:cubicBezTo>
                  <a:cubicBezTo>
                    <a:pt x="4602" y="576"/>
                    <a:pt x="4343" y="0"/>
                    <a:pt x="38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3526175" y="3863875"/>
              <a:ext cx="226850" cy="310575"/>
            </a:xfrm>
            <a:custGeom>
              <a:rect b="b" l="l" r="r" t="t"/>
              <a:pathLst>
                <a:path extrusionOk="0" h="12423" w="9074">
                  <a:moveTo>
                    <a:pt x="3954" y="1"/>
                  </a:moveTo>
                  <a:cubicBezTo>
                    <a:pt x="2705" y="1"/>
                    <a:pt x="1696" y="1010"/>
                    <a:pt x="1696" y="2259"/>
                  </a:cubicBezTo>
                  <a:lnTo>
                    <a:pt x="1" y="2259"/>
                  </a:lnTo>
                  <a:lnTo>
                    <a:pt x="1" y="5081"/>
                  </a:lnTo>
                  <a:cubicBezTo>
                    <a:pt x="1247" y="5081"/>
                    <a:pt x="2259" y="6093"/>
                    <a:pt x="2259" y="7339"/>
                  </a:cubicBezTo>
                  <a:cubicBezTo>
                    <a:pt x="2259" y="8586"/>
                    <a:pt x="1247" y="9598"/>
                    <a:pt x="1" y="9598"/>
                  </a:cubicBezTo>
                  <a:lnTo>
                    <a:pt x="1" y="12422"/>
                  </a:lnTo>
                  <a:lnTo>
                    <a:pt x="7378" y="12422"/>
                  </a:lnTo>
                  <a:cubicBezTo>
                    <a:pt x="8315" y="12419"/>
                    <a:pt x="9070" y="11664"/>
                    <a:pt x="9073" y="10727"/>
                  </a:cubicBezTo>
                  <a:lnTo>
                    <a:pt x="9073" y="3952"/>
                  </a:lnTo>
                  <a:cubicBezTo>
                    <a:pt x="9070" y="3015"/>
                    <a:pt x="8315" y="2259"/>
                    <a:pt x="7378" y="2259"/>
                  </a:cubicBezTo>
                  <a:lnTo>
                    <a:pt x="6213" y="2259"/>
                  </a:lnTo>
                  <a:cubicBezTo>
                    <a:pt x="6213" y="1010"/>
                    <a:pt x="5201" y="1"/>
                    <a:pt x="39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37" name="Google Shape;837;p28"/>
          <p:cNvGrpSpPr/>
          <p:nvPr/>
        </p:nvGrpSpPr>
        <p:grpSpPr>
          <a:xfrm>
            <a:off x="4541062" y="3799828"/>
            <a:ext cx="254864" cy="257380"/>
            <a:chOff x="-37804925" y="3953450"/>
            <a:chExt cx="315075" cy="318225"/>
          </a:xfrm>
        </p:grpSpPr>
        <p:sp>
          <p:nvSpPr>
            <p:cNvPr id="838" name="Google Shape;838;p28"/>
            <p:cNvSpPr/>
            <p:nvPr/>
          </p:nvSpPr>
          <p:spPr>
            <a:xfrm>
              <a:off x="-37614300" y="3955025"/>
              <a:ext cx="124450" cy="186200"/>
            </a:xfrm>
            <a:custGeom>
              <a:rect b="b" l="l" r="r" t="t"/>
              <a:pathLst>
                <a:path extrusionOk="0" h="7448" w="4978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-37761600" y="4230700"/>
              <a:ext cx="270175" cy="40975"/>
            </a:xfrm>
            <a:custGeom>
              <a:rect b="b" l="l" r="r" t="t"/>
              <a:pathLst>
                <a:path extrusionOk="0" h="1639" w="10807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-37804925" y="3953450"/>
              <a:ext cx="274125" cy="295675"/>
            </a:xfrm>
            <a:custGeom>
              <a:rect b="b" l="l" r="r" t="t"/>
              <a:pathLst>
                <a:path extrusionOk="0" h="11827" w="10965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28"/>
          <p:cNvGrpSpPr/>
          <p:nvPr/>
        </p:nvGrpSpPr>
        <p:grpSpPr>
          <a:xfrm>
            <a:off x="4522635" y="3285732"/>
            <a:ext cx="291741" cy="255607"/>
            <a:chOff x="899850" y="871450"/>
            <a:chExt cx="483175" cy="423400"/>
          </a:xfrm>
        </p:grpSpPr>
        <p:sp>
          <p:nvSpPr>
            <p:cNvPr id="842" name="Google Shape;842;p28"/>
            <p:cNvSpPr/>
            <p:nvPr/>
          </p:nvSpPr>
          <p:spPr>
            <a:xfrm>
              <a:off x="1325175" y="1040825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1323750" y="95610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1323750" y="1097250"/>
              <a:ext cx="59275" cy="56525"/>
            </a:xfrm>
            <a:custGeom>
              <a:rect b="b" l="l" r="r" t="t"/>
              <a:pathLst>
                <a:path extrusionOk="0" h="2261" w="2371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899850" y="871450"/>
              <a:ext cx="396150" cy="423400"/>
            </a:xfrm>
            <a:custGeom>
              <a:rect b="b" l="l" r="r" t="t"/>
              <a:pathLst>
                <a:path extrusionOk="0" h="16936" w="15846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46" name="Google Shape;846;p28"/>
          <p:cNvSpPr/>
          <p:nvPr/>
        </p:nvSpPr>
        <p:spPr>
          <a:xfrm>
            <a:off x="1343062" y="3291262"/>
            <a:ext cx="291729" cy="280808"/>
          </a:xfrm>
          <a:custGeom>
            <a:rect b="b" l="l" r="r" t="t"/>
            <a:pathLst>
              <a:path extrusionOk="0" h="19273" w="20026">
                <a:moveTo>
                  <a:pt x="14841" y="2901"/>
                </a:moveTo>
                <a:cubicBezTo>
                  <a:pt x="15282" y="2901"/>
                  <a:pt x="15717" y="3074"/>
                  <a:pt x="16042" y="3397"/>
                </a:cubicBezTo>
                <a:cubicBezTo>
                  <a:pt x="16704" y="4059"/>
                  <a:pt x="16704" y="5131"/>
                  <a:pt x="16042" y="5794"/>
                </a:cubicBezTo>
                <a:cubicBezTo>
                  <a:pt x="15717" y="6118"/>
                  <a:pt x="15284" y="6290"/>
                  <a:pt x="14843" y="6290"/>
                </a:cubicBezTo>
                <a:cubicBezTo>
                  <a:pt x="14625" y="6290"/>
                  <a:pt x="14405" y="6248"/>
                  <a:pt x="14196" y="6161"/>
                </a:cubicBezTo>
                <a:cubicBezTo>
                  <a:pt x="13563" y="5899"/>
                  <a:pt x="13151" y="5282"/>
                  <a:pt x="13151" y="4595"/>
                </a:cubicBezTo>
                <a:cubicBezTo>
                  <a:pt x="13151" y="3912"/>
                  <a:pt x="13563" y="3294"/>
                  <a:pt x="14196" y="3029"/>
                </a:cubicBezTo>
                <a:cubicBezTo>
                  <a:pt x="14404" y="2943"/>
                  <a:pt x="14623" y="2901"/>
                  <a:pt x="14841" y="2901"/>
                </a:cubicBezTo>
                <a:close/>
                <a:moveTo>
                  <a:pt x="10859" y="4837"/>
                </a:moveTo>
                <a:cubicBezTo>
                  <a:pt x="11001" y="4837"/>
                  <a:pt x="11142" y="4890"/>
                  <a:pt x="11251" y="4996"/>
                </a:cubicBezTo>
                <a:lnTo>
                  <a:pt x="12049" y="5794"/>
                </a:lnTo>
                <a:cubicBezTo>
                  <a:pt x="12269" y="6014"/>
                  <a:pt x="12269" y="6372"/>
                  <a:pt x="12049" y="6592"/>
                </a:cubicBezTo>
                <a:cubicBezTo>
                  <a:pt x="11939" y="6702"/>
                  <a:pt x="11794" y="6757"/>
                  <a:pt x="11650" y="6757"/>
                </a:cubicBezTo>
                <a:cubicBezTo>
                  <a:pt x="11505" y="6757"/>
                  <a:pt x="11361" y="6702"/>
                  <a:pt x="11251" y="6592"/>
                </a:cubicBezTo>
                <a:lnTo>
                  <a:pt x="10453" y="5794"/>
                </a:lnTo>
                <a:cubicBezTo>
                  <a:pt x="10239" y="5571"/>
                  <a:pt x="10242" y="5219"/>
                  <a:pt x="10459" y="5002"/>
                </a:cubicBezTo>
                <a:cubicBezTo>
                  <a:pt x="10570" y="4892"/>
                  <a:pt x="10715" y="4837"/>
                  <a:pt x="10859" y="4837"/>
                </a:cubicBezTo>
                <a:close/>
                <a:moveTo>
                  <a:pt x="13255" y="7232"/>
                </a:moveTo>
                <a:cubicBezTo>
                  <a:pt x="13396" y="7232"/>
                  <a:pt x="13538" y="7284"/>
                  <a:pt x="13648" y="7390"/>
                </a:cubicBezTo>
                <a:lnTo>
                  <a:pt x="14446" y="8188"/>
                </a:lnTo>
                <a:cubicBezTo>
                  <a:pt x="14665" y="8411"/>
                  <a:pt x="14665" y="8766"/>
                  <a:pt x="14446" y="8989"/>
                </a:cubicBezTo>
                <a:cubicBezTo>
                  <a:pt x="14336" y="9099"/>
                  <a:pt x="14191" y="9154"/>
                  <a:pt x="14047" y="9154"/>
                </a:cubicBezTo>
                <a:cubicBezTo>
                  <a:pt x="13902" y="9154"/>
                  <a:pt x="13758" y="9099"/>
                  <a:pt x="13648" y="8989"/>
                </a:cubicBezTo>
                <a:lnTo>
                  <a:pt x="12850" y="8188"/>
                </a:lnTo>
                <a:cubicBezTo>
                  <a:pt x="12633" y="7968"/>
                  <a:pt x="12636" y="7616"/>
                  <a:pt x="12856" y="7399"/>
                </a:cubicBezTo>
                <a:cubicBezTo>
                  <a:pt x="12966" y="7287"/>
                  <a:pt x="13110" y="7232"/>
                  <a:pt x="13255" y="7232"/>
                </a:cubicBezTo>
                <a:close/>
                <a:moveTo>
                  <a:pt x="10846" y="8029"/>
                </a:moveTo>
                <a:cubicBezTo>
                  <a:pt x="10991" y="8029"/>
                  <a:pt x="11135" y="8084"/>
                  <a:pt x="11245" y="8194"/>
                </a:cubicBezTo>
                <a:cubicBezTo>
                  <a:pt x="11462" y="8411"/>
                  <a:pt x="11465" y="8763"/>
                  <a:pt x="11251" y="8986"/>
                </a:cubicBezTo>
                <a:lnTo>
                  <a:pt x="11251" y="8989"/>
                </a:lnTo>
                <a:lnTo>
                  <a:pt x="10778" y="9461"/>
                </a:lnTo>
                <a:cubicBezTo>
                  <a:pt x="11088" y="10106"/>
                  <a:pt x="10959" y="10874"/>
                  <a:pt x="10453" y="11383"/>
                </a:cubicBezTo>
                <a:cubicBezTo>
                  <a:pt x="10343" y="11493"/>
                  <a:pt x="10198" y="11548"/>
                  <a:pt x="10054" y="11548"/>
                </a:cubicBezTo>
                <a:cubicBezTo>
                  <a:pt x="9909" y="11548"/>
                  <a:pt x="9765" y="11493"/>
                  <a:pt x="9655" y="11383"/>
                </a:cubicBezTo>
                <a:cubicBezTo>
                  <a:pt x="9435" y="11163"/>
                  <a:pt x="9435" y="10804"/>
                  <a:pt x="9655" y="10585"/>
                </a:cubicBezTo>
                <a:cubicBezTo>
                  <a:pt x="10010" y="10229"/>
                  <a:pt x="9757" y="9621"/>
                  <a:pt x="9254" y="9621"/>
                </a:cubicBezTo>
                <a:cubicBezTo>
                  <a:pt x="8751" y="9621"/>
                  <a:pt x="8498" y="10229"/>
                  <a:pt x="8857" y="10585"/>
                </a:cubicBezTo>
                <a:cubicBezTo>
                  <a:pt x="9441" y="11166"/>
                  <a:pt x="9519" y="12084"/>
                  <a:pt x="9043" y="12756"/>
                </a:cubicBezTo>
                <a:cubicBezTo>
                  <a:pt x="8717" y="13218"/>
                  <a:pt x="8196" y="13472"/>
                  <a:pt x="7661" y="13472"/>
                </a:cubicBezTo>
                <a:cubicBezTo>
                  <a:pt x="7415" y="13472"/>
                  <a:pt x="7167" y="13419"/>
                  <a:pt x="6933" y="13307"/>
                </a:cubicBezTo>
                <a:lnTo>
                  <a:pt x="6460" y="13777"/>
                </a:lnTo>
                <a:cubicBezTo>
                  <a:pt x="6351" y="13882"/>
                  <a:pt x="6210" y="13935"/>
                  <a:pt x="6068" y="13935"/>
                </a:cubicBezTo>
                <a:cubicBezTo>
                  <a:pt x="5924" y="13935"/>
                  <a:pt x="5779" y="13880"/>
                  <a:pt x="5668" y="13771"/>
                </a:cubicBezTo>
                <a:cubicBezTo>
                  <a:pt x="5451" y="13551"/>
                  <a:pt x="5448" y="13198"/>
                  <a:pt x="5662" y="12979"/>
                </a:cubicBezTo>
                <a:lnTo>
                  <a:pt x="6135" y="12506"/>
                </a:lnTo>
                <a:cubicBezTo>
                  <a:pt x="5824" y="11861"/>
                  <a:pt x="5957" y="11091"/>
                  <a:pt x="6460" y="10582"/>
                </a:cubicBezTo>
                <a:cubicBezTo>
                  <a:pt x="6570" y="10476"/>
                  <a:pt x="6711" y="10424"/>
                  <a:pt x="6852" y="10424"/>
                </a:cubicBezTo>
                <a:cubicBezTo>
                  <a:pt x="6997" y="10424"/>
                  <a:pt x="7142" y="10479"/>
                  <a:pt x="7252" y="10591"/>
                </a:cubicBezTo>
                <a:cubicBezTo>
                  <a:pt x="7469" y="10808"/>
                  <a:pt x="7472" y="11160"/>
                  <a:pt x="7258" y="11383"/>
                </a:cubicBezTo>
                <a:cubicBezTo>
                  <a:pt x="6902" y="11738"/>
                  <a:pt x="7155" y="12346"/>
                  <a:pt x="7658" y="12346"/>
                </a:cubicBezTo>
                <a:cubicBezTo>
                  <a:pt x="8161" y="12346"/>
                  <a:pt x="8414" y="11738"/>
                  <a:pt x="8059" y="11383"/>
                </a:cubicBezTo>
                <a:cubicBezTo>
                  <a:pt x="7475" y="10798"/>
                  <a:pt x="7393" y="9883"/>
                  <a:pt x="7869" y="9209"/>
                </a:cubicBezTo>
                <a:cubicBezTo>
                  <a:pt x="8195" y="8749"/>
                  <a:pt x="8716" y="8495"/>
                  <a:pt x="9251" y="8495"/>
                </a:cubicBezTo>
                <a:cubicBezTo>
                  <a:pt x="9497" y="8495"/>
                  <a:pt x="9746" y="8549"/>
                  <a:pt x="9980" y="8660"/>
                </a:cubicBezTo>
                <a:lnTo>
                  <a:pt x="10453" y="8188"/>
                </a:lnTo>
                <a:cubicBezTo>
                  <a:pt x="10563" y="8082"/>
                  <a:pt x="10705" y="8029"/>
                  <a:pt x="10846" y="8029"/>
                </a:cubicBezTo>
                <a:close/>
                <a:moveTo>
                  <a:pt x="13208" y="0"/>
                </a:moveTo>
                <a:cubicBezTo>
                  <a:pt x="11632" y="0"/>
                  <a:pt x="10059" y="597"/>
                  <a:pt x="8857" y="1801"/>
                </a:cubicBezTo>
                <a:lnTo>
                  <a:pt x="8456" y="2201"/>
                </a:lnTo>
                <a:lnTo>
                  <a:pt x="9655" y="3397"/>
                </a:lnTo>
                <a:cubicBezTo>
                  <a:pt x="9869" y="3620"/>
                  <a:pt x="9866" y="3972"/>
                  <a:pt x="9646" y="4189"/>
                </a:cubicBezTo>
                <a:cubicBezTo>
                  <a:pt x="9536" y="4300"/>
                  <a:pt x="9391" y="4356"/>
                  <a:pt x="9246" y="4356"/>
                </a:cubicBezTo>
                <a:cubicBezTo>
                  <a:pt x="9106" y="4356"/>
                  <a:pt x="8965" y="4303"/>
                  <a:pt x="8857" y="4198"/>
                </a:cubicBezTo>
                <a:lnTo>
                  <a:pt x="7658" y="2999"/>
                </a:lnTo>
                <a:lnTo>
                  <a:pt x="663" y="9994"/>
                </a:lnTo>
                <a:cubicBezTo>
                  <a:pt x="1" y="10654"/>
                  <a:pt x="1" y="11726"/>
                  <a:pt x="663" y="12388"/>
                </a:cubicBezTo>
                <a:lnTo>
                  <a:pt x="7053" y="18775"/>
                </a:lnTo>
                <a:cubicBezTo>
                  <a:pt x="7383" y="19107"/>
                  <a:pt x="7816" y="19272"/>
                  <a:pt x="8249" y="19272"/>
                </a:cubicBezTo>
                <a:cubicBezTo>
                  <a:pt x="8682" y="19272"/>
                  <a:pt x="9116" y="19107"/>
                  <a:pt x="9447" y="18775"/>
                </a:cubicBezTo>
                <a:lnTo>
                  <a:pt x="16442" y="11783"/>
                </a:lnTo>
                <a:lnTo>
                  <a:pt x="15244" y="10585"/>
                </a:lnTo>
                <a:cubicBezTo>
                  <a:pt x="15030" y="10362"/>
                  <a:pt x="15033" y="10010"/>
                  <a:pt x="15250" y="9793"/>
                </a:cubicBezTo>
                <a:cubicBezTo>
                  <a:pt x="15361" y="9683"/>
                  <a:pt x="15506" y="9628"/>
                  <a:pt x="15650" y="9628"/>
                </a:cubicBezTo>
                <a:cubicBezTo>
                  <a:pt x="15792" y="9628"/>
                  <a:pt x="15933" y="9681"/>
                  <a:pt x="16042" y="9787"/>
                </a:cubicBezTo>
                <a:lnTo>
                  <a:pt x="17240" y="10982"/>
                </a:lnTo>
                <a:lnTo>
                  <a:pt x="17641" y="10585"/>
                </a:lnTo>
                <a:cubicBezTo>
                  <a:pt x="19923" y="8299"/>
                  <a:pt x="20025" y="4677"/>
                  <a:pt x="17999" y="2240"/>
                </a:cubicBezTo>
                <a:lnTo>
                  <a:pt x="19237" y="1003"/>
                </a:lnTo>
                <a:cubicBezTo>
                  <a:pt x="19456" y="783"/>
                  <a:pt x="19456" y="425"/>
                  <a:pt x="19237" y="205"/>
                </a:cubicBezTo>
                <a:cubicBezTo>
                  <a:pt x="19127" y="95"/>
                  <a:pt x="18982" y="40"/>
                  <a:pt x="18838" y="40"/>
                </a:cubicBezTo>
                <a:cubicBezTo>
                  <a:pt x="18693" y="40"/>
                  <a:pt x="18548" y="95"/>
                  <a:pt x="18439" y="205"/>
                </a:cubicBezTo>
                <a:lnTo>
                  <a:pt x="17198" y="1443"/>
                </a:lnTo>
                <a:cubicBezTo>
                  <a:pt x="16045" y="483"/>
                  <a:pt x="14625" y="0"/>
                  <a:pt x="132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847" name="Google Shape;847;p28"/>
          <p:cNvGrpSpPr/>
          <p:nvPr/>
        </p:nvGrpSpPr>
        <p:grpSpPr>
          <a:xfrm>
            <a:off x="1343039" y="2440320"/>
            <a:ext cx="291768" cy="290652"/>
            <a:chOff x="2085450" y="842250"/>
            <a:chExt cx="483700" cy="481850"/>
          </a:xfrm>
        </p:grpSpPr>
        <p:sp>
          <p:nvSpPr>
            <p:cNvPr id="848" name="Google Shape;848;p28"/>
            <p:cNvSpPr/>
            <p:nvPr/>
          </p:nvSpPr>
          <p:spPr>
            <a:xfrm>
              <a:off x="2085525" y="926925"/>
              <a:ext cx="483625" cy="397175"/>
            </a:xfrm>
            <a:custGeom>
              <a:rect b="b" l="l" r="r" t="t"/>
              <a:pathLst>
                <a:path extrusionOk="0" h="15887" w="19345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2085450" y="1151875"/>
              <a:ext cx="143650" cy="87575"/>
            </a:xfrm>
            <a:custGeom>
              <a:rect b="b" l="l" r="r" t="t"/>
              <a:pathLst>
                <a:path extrusionOk="0" h="3503" w="5746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2274775" y="842250"/>
              <a:ext cx="294375" cy="197650"/>
            </a:xfrm>
            <a:custGeom>
              <a:rect b="b" l="l" r="r" t="t"/>
              <a:pathLst>
                <a:path extrusionOk="0" h="7906" w="11775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51" name="Google Shape;851;p28"/>
          <p:cNvGrpSpPr/>
          <p:nvPr/>
        </p:nvGrpSpPr>
        <p:grpSpPr>
          <a:xfrm>
            <a:off x="4541083" y="2436280"/>
            <a:ext cx="254847" cy="289962"/>
            <a:chOff x="2707500" y="249400"/>
            <a:chExt cx="423475" cy="481825"/>
          </a:xfrm>
        </p:grpSpPr>
        <p:sp>
          <p:nvSpPr>
            <p:cNvPr id="852" name="Google Shape;852;p28"/>
            <p:cNvSpPr/>
            <p:nvPr/>
          </p:nvSpPr>
          <p:spPr>
            <a:xfrm>
              <a:off x="2739175" y="420675"/>
              <a:ext cx="360100" cy="310550"/>
            </a:xfrm>
            <a:custGeom>
              <a:rect b="b" l="l" r="r" t="t"/>
              <a:pathLst>
                <a:path extrusionOk="0" h="12422" w="14404">
                  <a:moveTo>
                    <a:pt x="3816" y="1130"/>
                  </a:moveTo>
                  <a:cubicBezTo>
                    <a:pt x="4126" y="1130"/>
                    <a:pt x="4379" y="1382"/>
                    <a:pt x="4379" y="1696"/>
                  </a:cubicBezTo>
                  <a:lnTo>
                    <a:pt x="4379" y="8471"/>
                  </a:lnTo>
                  <a:cubicBezTo>
                    <a:pt x="4379" y="8781"/>
                    <a:pt x="4126" y="9034"/>
                    <a:pt x="3816" y="9034"/>
                  </a:cubicBezTo>
                  <a:cubicBezTo>
                    <a:pt x="3503" y="9034"/>
                    <a:pt x="3250" y="8781"/>
                    <a:pt x="3250" y="8471"/>
                  </a:cubicBezTo>
                  <a:lnTo>
                    <a:pt x="3250" y="1696"/>
                  </a:lnTo>
                  <a:cubicBezTo>
                    <a:pt x="3250" y="1382"/>
                    <a:pt x="3503" y="1130"/>
                    <a:pt x="3816" y="1130"/>
                  </a:cubicBezTo>
                  <a:close/>
                  <a:moveTo>
                    <a:pt x="7204" y="1130"/>
                  </a:moveTo>
                  <a:cubicBezTo>
                    <a:pt x="7514" y="1130"/>
                    <a:pt x="7767" y="1382"/>
                    <a:pt x="7767" y="1696"/>
                  </a:cubicBezTo>
                  <a:lnTo>
                    <a:pt x="7767" y="8471"/>
                  </a:lnTo>
                  <a:cubicBezTo>
                    <a:pt x="7767" y="8781"/>
                    <a:pt x="7514" y="9034"/>
                    <a:pt x="7204" y="9034"/>
                  </a:cubicBezTo>
                  <a:cubicBezTo>
                    <a:pt x="6891" y="9034"/>
                    <a:pt x="6638" y="8781"/>
                    <a:pt x="6638" y="8471"/>
                  </a:cubicBezTo>
                  <a:lnTo>
                    <a:pt x="6638" y="1696"/>
                  </a:lnTo>
                  <a:cubicBezTo>
                    <a:pt x="6638" y="1382"/>
                    <a:pt x="6891" y="1130"/>
                    <a:pt x="7204" y="1130"/>
                  </a:cubicBezTo>
                  <a:close/>
                  <a:moveTo>
                    <a:pt x="10592" y="1130"/>
                  </a:moveTo>
                  <a:cubicBezTo>
                    <a:pt x="10902" y="1130"/>
                    <a:pt x="11155" y="1382"/>
                    <a:pt x="11155" y="1696"/>
                  </a:cubicBezTo>
                  <a:lnTo>
                    <a:pt x="11155" y="8471"/>
                  </a:lnTo>
                  <a:cubicBezTo>
                    <a:pt x="11155" y="8781"/>
                    <a:pt x="10902" y="9034"/>
                    <a:pt x="10592" y="9034"/>
                  </a:cubicBezTo>
                  <a:cubicBezTo>
                    <a:pt x="10278" y="9034"/>
                    <a:pt x="10025" y="8781"/>
                    <a:pt x="10025" y="8471"/>
                  </a:cubicBezTo>
                  <a:lnTo>
                    <a:pt x="10025" y="1696"/>
                  </a:lnTo>
                  <a:cubicBezTo>
                    <a:pt x="10025" y="1382"/>
                    <a:pt x="10278" y="1130"/>
                    <a:pt x="10592" y="1130"/>
                  </a:cubicBezTo>
                  <a:close/>
                  <a:moveTo>
                    <a:pt x="1" y="0"/>
                  </a:moveTo>
                  <a:lnTo>
                    <a:pt x="901" y="10880"/>
                  </a:lnTo>
                  <a:cubicBezTo>
                    <a:pt x="976" y="11754"/>
                    <a:pt x="1705" y="12422"/>
                    <a:pt x="2582" y="12422"/>
                  </a:cubicBezTo>
                  <a:cubicBezTo>
                    <a:pt x="2584" y="12422"/>
                    <a:pt x="2586" y="12422"/>
                    <a:pt x="2588" y="12422"/>
                  </a:cubicBezTo>
                  <a:lnTo>
                    <a:pt x="11817" y="12422"/>
                  </a:lnTo>
                  <a:cubicBezTo>
                    <a:pt x="11819" y="12422"/>
                    <a:pt x="11821" y="12422"/>
                    <a:pt x="11823" y="12422"/>
                  </a:cubicBezTo>
                  <a:cubicBezTo>
                    <a:pt x="12700" y="12422"/>
                    <a:pt x="13431" y="11751"/>
                    <a:pt x="13503" y="10877"/>
                  </a:cubicBezTo>
                  <a:lnTo>
                    <a:pt x="1440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2707500" y="249400"/>
              <a:ext cx="423475" cy="141175"/>
            </a:xfrm>
            <a:custGeom>
              <a:rect b="b" l="l" r="r" t="t"/>
              <a:pathLst>
                <a:path extrusionOk="0" h="5647" w="16939">
                  <a:moveTo>
                    <a:pt x="9600" y="1130"/>
                  </a:moveTo>
                  <a:cubicBezTo>
                    <a:pt x="9910" y="1130"/>
                    <a:pt x="10163" y="1383"/>
                    <a:pt x="10163" y="1696"/>
                  </a:cubicBezTo>
                  <a:lnTo>
                    <a:pt x="10163" y="2259"/>
                  </a:lnTo>
                  <a:lnTo>
                    <a:pt x="6776" y="2259"/>
                  </a:lnTo>
                  <a:lnTo>
                    <a:pt x="6776" y="1696"/>
                  </a:lnTo>
                  <a:cubicBezTo>
                    <a:pt x="6776" y="1383"/>
                    <a:pt x="7029" y="1130"/>
                    <a:pt x="7342" y="1130"/>
                  </a:cubicBezTo>
                  <a:close/>
                  <a:moveTo>
                    <a:pt x="7342" y="1"/>
                  </a:moveTo>
                  <a:cubicBezTo>
                    <a:pt x="6405" y="1"/>
                    <a:pt x="5646" y="760"/>
                    <a:pt x="5646" y="1696"/>
                  </a:cubicBezTo>
                  <a:lnTo>
                    <a:pt x="5646" y="2259"/>
                  </a:lnTo>
                  <a:lnTo>
                    <a:pt x="1696" y="2259"/>
                  </a:lnTo>
                  <a:cubicBezTo>
                    <a:pt x="759" y="2259"/>
                    <a:pt x="0" y="3018"/>
                    <a:pt x="0" y="3954"/>
                  </a:cubicBezTo>
                  <a:lnTo>
                    <a:pt x="0" y="5084"/>
                  </a:lnTo>
                  <a:cubicBezTo>
                    <a:pt x="0" y="5394"/>
                    <a:pt x="253" y="5647"/>
                    <a:pt x="566" y="5647"/>
                  </a:cubicBezTo>
                  <a:lnTo>
                    <a:pt x="16375" y="5647"/>
                  </a:lnTo>
                  <a:cubicBezTo>
                    <a:pt x="16686" y="5647"/>
                    <a:pt x="16939" y="5394"/>
                    <a:pt x="16939" y="5084"/>
                  </a:cubicBezTo>
                  <a:lnTo>
                    <a:pt x="16939" y="3954"/>
                  </a:lnTo>
                  <a:cubicBezTo>
                    <a:pt x="16939" y="3018"/>
                    <a:pt x="16180" y="2259"/>
                    <a:pt x="15246" y="2259"/>
                  </a:cubicBezTo>
                  <a:lnTo>
                    <a:pt x="11292" y="2259"/>
                  </a:lnTo>
                  <a:lnTo>
                    <a:pt x="11292" y="1696"/>
                  </a:lnTo>
                  <a:cubicBezTo>
                    <a:pt x="11292" y="760"/>
                    <a:pt x="10534" y="1"/>
                    <a:pt x="96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54" name="Google Shape;854;p28"/>
          <p:cNvSpPr txBox="1"/>
          <p:nvPr/>
        </p:nvSpPr>
        <p:spPr>
          <a:xfrm>
            <a:off x="723450" y="1187975"/>
            <a:ext cx="769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As a Premium user, you can use this template without attributing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Slidesgo</a:t>
            </a:r>
            <a:endParaRPr b="1" sz="11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5" name="Google Shape;855;p28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 (premium users)</a:t>
            </a:r>
            <a:endParaRPr/>
          </a:p>
        </p:txBody>
      </p:sp>
      <p:grpSp>
        <p:nvGrpSpPr>
          <p:cNvPr id="856" name="Google Shape;856;p28"/>
          <p:cNvGrpSpPr/>
          <p:nvPr/>
        </p:nvGrpSpPr>
        <p:grpSpPr>
          <a:xfrm>
            <a:off x="1343052" y="2010830"/>
            <a:ext cx="291746" cy="286082"/>
            <a:chOff x="1490050" y="3805975"/>
            <a:chExt cx="491900" cy="482350"/>
          </a:xfrm>
        </p:grpSpPr>
        <p:sp>
          <p:nvSpPr>
            <p:cNvPr id="857" name="Google Shape;857;p28"/>
            <p:cNvSpPr/>
            <p:nvPr/>
          </p:nvSpPr>
          <p:spPr>
            <a:xfrm>
              <a:off x="1541775" y="3877050"/>
              <a:ext cx="302500" cy="277225"/>
            </a:xfrm>
            <a:custGeom>
              <a:rect b="b" l="l" r="r" t="t"/>
              <a:pathLst>
                <a:path extrusionOk="0" h="11089" w="1210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58" name="Google Shape;858;p28"/>
            <p:cNvSpPr/>
            <p:nvPr/>
          </p:nvSpPr>
          <p:spPr>
            <a:xfrm>
              <a:off x="1824450" y="3805975"/>
              <a:ext cx="157500" cy="150525"/>
            </a:xfrm>
            <a:custGeom>
              <a:rect b="b" l="l" r="r" t="t"/>
              <a:pathLst>
                <a:path extrusionOk="0" h="6021" w="630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59" name="Google Shape;859;p28"/>
            <p:cNvSpPr/>
            <p:nvPr/>
          </p:nvSpPr>
          <p:spPr>
            <a:xfrm>
              <a:off x="1626675" y="3936600"/>
              <a:ext cx="277225" cy="302600"/>
            </a:xfrm>
            <a:custGeom>
              <a:rect b="b" l="l" r="r" t="t"/>
              <a:pathLst>
                <a:path extrusionOk="0" h="12104" w="11089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0" name="Google Shape;860;p28"/>
            <p:cNvSpPr/>
            <p:nvPr/>
          </p:nvSpPr>
          <p:spPr>
            <a:xfrm>
              <a:off x="1490050" y="4166500"/>
              <a:ext cx="129950" cy="121825"/>
            </a:xfrm>
            <a:custGeom>
              <a:rect b="b" l="l" r="r" t="t"/>
              <a:pathLst>
                <a:path extrusionOk="0" h="4873" w="5198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61" name="Google Shape;861;p28"/>
          <p:cNvSpPr txBox="1"/>
          <p:nvPr/>
        </p:nvSpPr>
        <p:spPr>
          <a:xfrm>
            <a:off x="1254000" y="15436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are allowed to:</a:t>
            </a:r>
            <a:endParaRPr/>
          </a:p>
        </p:txBody>
      </p:sp>
      <p:sp>
        <p:nvSpPr>
          <p:cNvPr id="862" name="Google Shape;862;p28"/>
          <p:cNvSpPr/>
          <p:nvPr/>
        </p:nvSpPr>
        <p:spPr>
          <a:xfrm>
            <a:off x="4541072" y="2011594"/>
            <a:ext cx="254859" cy="286108"/>
          </a:xfrm>
          <a:custGeom>
            <a:rect b="b" l="l" r="r" t="t"/>
            <a:pathLst>
              <a:path extrusionOk="0" h="19273" w="17168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863" name="Google Shape;863;p28"/>
          <p:cNvSpPr txBox="1"/>
          <p:nvPr/>
        </p:nvSpPr>
        <p:spPr>
          <a:xfrm>
            <a:off x="1616350" y="1943440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Modify this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4" name="Google Shape;864;p28"/>
          <p:cNvSpPr txBox="1"/>
          <p:nvPr/>
        </p:nvSpPr>
        <p:spPr>
          <a:xfrm>
            <a:off x="4814375" y="1943446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it for both personal and commercial projects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5" name="Google Shape;865;p28"/>
          <p:cNvSpPr txBox="1"/>
          <p:nvPr/>
        </p:nvSpPr>
        <p:spPr>
          <a:xfrm>
            <a:off x="1254000" y="288646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are not allowed to:</a:t>
            </a:r>
            <a:endParaRPr/>
          </a:p>
        </p:txBody>
      </p:sp>
      <p:sp>
        <p:nvSpPr>
          <p:cNvPr id="866" name="Google Shape;866;p28"/>
          <p:cNvSpPr txBox="1"/>
          <p:nvPr/>
        </p:nvSpPr>
        <p:spPr>
          <a:xfrm>
            <a:off x="1616350" y="3287025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Sublicense, sell or rent any of Slidesgo Content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7" name="Google Shape;867;p28"/>
          <p:cNvSpPr txBox="1"/>
          <p:nvPr/>
        </p:nvSpPr>
        <p:spPr>
          <a:xfrm>
            <a:off x="4814375" y="3287024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Distribute Slidesgo Content unless it has been expressly authorized by Slidesgo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8" name="Google Shape;868;p28"/>
          <p:cNvSpPr txBox="1"/>
          <p:nvPr/>
        </p:nvSpPr>
        <p:spPr>
          <a:xfrm>
            <a:off x="1616350" y="3751379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any of the elements that are part in a separated way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9" name="Google Shape;869;p28"/>
          <p:cNvSpPr txBox="1"/>
          <p:nvPr/>
        </p:nvSpPr>
        <p:spPr>
          <a:xfrm>
            <a:off x="4814375" y="3751378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Register any of the elements as a trademark or logo in an intellectual property registry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0" name="Google Shape;870;p28"/>
          <p:cNvSpPr txBox="1"/>
          <p:nvPr/>
        </p:nvSpPr>
        <p:spPr>
          <a:xfrm>
            <a:off x="1616350" y="2408933"/>
            <a:ext cx="25968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Share this template in an 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editable format 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1" name="Google Shape;871;p28"/>
          <p:cNvSpPr txBox="1"/>
          <p:nvPr/>
        </p:nvSpPr>
        <p:spPr>
          <a:xfrm>
            <a:off x="4814375" y="2408939"/>
            <a:ext cx="361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Hide or delete the “Thanks” slide and the mention to Slidesgo in the credits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2" name="Google Shape;872;p28"/>
          <p:cNvSpPr txBox="1"/>
          <p:nvPr/>
        </p:nvSpPr>
        <p:spPr>
          <a:xfrm>
            <a:off x="559900" y="4339600"/>
            <a:ext cx="80241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more information about editing slides, please read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FAQs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or visit our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>blog</a:t>
            </a:r>
            <a:endParaRPr b="1"/>
          </a:p>
        </p:txBody>
      </p:sp>
      <p:grpSp>
        <p:nvGrpSpPr>
          <p:cNvPr id="873" name="Google Shape;873;p28"/>
          <p:cNvGrpSpPr/>
          <p:nvPr/>
        </p:nvGrpSpPr>
        <p:grpSpPr>
          <a:xfrm>
            <a:off x="8430787" y="228418"/>
            <a:ext cx="346490" cy="311075"/>
            <a:chOff x="5655285" y="1922218"/>
            <a:chExt cx="2946347" cy="2645192"/>
          </a:xfrm>
        </p:grpSpPr>
        <p:sp>
          <p:nvSpPr>
            <p:cNvPr id="874" name="Google Shape;874;p28"/>
            <p:cNvSpPr/>
            <p:nvPr/>
          </p:nvSpPr>
          <p:spPr>
            <a:xfrm>
              <a:off x="5944020" y="4048928"/>
              <a:ext cx="2362667" cy="518482"/>
            </a:xfrm>
            <a:custGeom>
              <a:rect b="b" l="l" r="r" t="t"/>
              <a:pathLst>
                <a:path extrusionOk="0" h="518482" w="2362667">
                  <a:moveTo>
                    <a:pt x="0" y="0"/>
                  </a:moveTo>
                  <a:lnTo>
                    <a:pt x="2362667" y="0"/>
                  </a:lnTo>
                  <a:lnTo>
                    <a:pt x="2362667" y="518483"/>
                  </a:lnTo>
                  <a:lnTo>
                    <a:pt x="0" y="518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28"/>
            <p:cNvSpPr/>
            <p:nvPr/>
          </p:nvSpPr>
          <p:spPr>
            <a:xfrm>
              <a:off x="5928497" y="1922218"/>
              <a:ext cx="2412342" cy="1716891"/>
            </a:xfrm>
            <a:custGeom>
              <a:rect b="b" l="l" r="r" t="t"/>
              <a:pathLst>
                <a:path extrusionOk="0" h="1716891" w="2412342">
                  <a:moveTo>
                    <a:pt x="0" y="1716892"/>
                  </a:moveTo>
                  <a:lnTo>
                    <a:pt x="1195305" y="0"/>
                  </a:lnTo>
                  <a:lnTo>
                    <a:pt x="2412342" y="1716892"/>
                  </a:lnTo>
                  <a:lnTo>
                    <a:pt x="0" y="17168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28"/>
            <p:cNvSpPr/>
            <p:nvPr/>
          </p:nvSpPr>
          <p:spPr>
            <a:xfrm>
              <a:off x="6235861" y="2397235"/>
              <a:ext cx="2365771" cy="1518191"/>
            </a:xfrm>
            <a:custGeom>
              <a:rect b="b" l="l" r="r" t="t"/>
              <a:pathLst>
                <a:path extrusionOk="0" h="1518191" w="2365771">
                  <a:moveTo>
                    <a:pt x="2086350" y="1518192"/>
                  </a:moveTo>
                  <a:lnTo>
                    <a:pt x="2365772" y="0"/>
                  </a:lnTo>
                  <a:lnTo>
                    <a:pt x="0" y="1518192"/>
                  </a:lnTo>
                  <a:lnTo>
                    <a:pt x="2086350" y="15181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28"/>
            <p:cNvSpPr/>
            <p:nvPr/>
          </p:nvSpPr>
          <p:spPr>
            <a:xfrm>
              <a:off x="5655285" y="2394130"/>
              <a:ext cx="2207432" cy="1521296"/>
            </a:xfrm>
            <a:custGeom>
              <a:rect b="b" l="l" r="r" t="t"/>
              <a:pathLst>
                <a:path extrusionOk="0" h="1521296" w="2207432">
                  <a:moveTo>
                    <a:pt x="270108" y="1521297"/>
                  </a:moveTo>
                  <a:lnTo>
                    <a:pt x="0" y="0"/>
                  </a:lnTo>
                  <a:lnTo>
                    <a:pt x="2207433" y="1521297"/>
                  </a:lnTo>
                  <a:lnTo>
                    <a:pt x="270108" y="15212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8" name="Google Shape;878;p28"/>
          <p:cNvGrpSpPr/>
          <p:nvPr/>
        </p:nvGrpSpPr>
        <p:grpSpPr>
          <a:xfrm>
            <a:off x="942179" y="2910127"/>
            <a:ext cx="291890" cy="291890"/>
            <a:chOff x="2085525" y="4992125"/>
            <a:chExt cx="481825" cy="481825"/>
          </a:xfrm>
        </p:grpSpPr>
        <p:sp>
          <p:nvSpPr>
            <p:cNvPr id="879" name="Google Shape;879;p28"/>
            <p:cNvSpPr/>
            <p:nvPr/>
          </p:nvSpPr>
          <p:spPr>
            <a:xfrm>
              <a:off x="2244150" y="5152125"/>
              <a:ext cx="164500" cy="161825"/>
            </a:xfrm>
            <a:custGeom>
              <a:rect b="b" l="l" r="r" t="t"/>
              <a:pathLst>
                <a:path extrusionOk="0" h="6473" w="658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0" name="Google Shape;880;p28"/>
            <p:cNvSpPr/>
            <p:nvPr/>
          </p:nvSpPr>
          <p:spPr>
            <a:xfrm>
              <a:off x="208552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1" name="Google Shape;881;p28"/>
          <p:cNvGrpSpPr/>
          <p:nvPr/>
        </p:nvGrpSpPr>
        <p:grpSpPr>
          <a:xfrm>
            <a:off x="942192" y="1551114"/>
            <a:ext cx="291890" cy="291890"/>
            <a:chOff x="1492675" y="4992125"/>
            <a:chExt cx="481825" cy="481825"/>
          </a:xfrm>
        </p:grpSpPr>
        <p:sp>
          <p:nvSpPr>
            <p:cNvPr id="882" name="Google Shape;882;p28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3" name="Google Shape;883;p28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9"/>
          <p:cNvSpPr txBox="1"/>
          <p:nvPr/>
        </p:nvSpPr>
        <p:spPr>
          <a:xfrm>
            <a:off x="723450" y="1187975"/>
            <a:ext cx="769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can add and edit some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infographics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to your presentation to present your data in a visual way.</a:t>
            </a:r>
            <a:endParaRPr b="1"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Google Shape;889;p29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Infographics</a:t>
            </a:r>
            <a:endParaRPr/>
          </a:p>
        </p:txBody>
      </p:sp>
      <p:sp>
        <p:nvSpPr>
          <p:cNvPr id="890" name="Google Shape;890;p29"/>
          <p:cNvSpPr txBox="1"/>
          <p:nvPr/>
        </p:nvSpPr>
        <p:spPr>
          <a:xfrm>
            <a:off x="1149925" y="1690373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Choose your favourite infographic and insert it in your presentation using Ctrl C + Ctrl V or Cmd C + Cmd V in Mac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Google Shape;891;p29"/>
          <p:cNvSpPr txBox="1"/>
          <p:nvPr/>
        </p:nvSpPr>
        <p:spPr>
          <a:xfrm>
            <a:off x="1149925" y="3228441"/>
            <a:ext cx="3259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Change the color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by clicking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 the paint bucket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Google Shape;892;p29"/>
          <p:cNvSpPr txBox="1"/>
          <p:nvPr/>
        </p:nvSpPr>
        <p:spPr>
          <a:xfrm>
            <a:off x="5169296" y="3228441"/>
            <a:ext cx="3259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Group 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elements again by selecting them, right-clicking and choosing “Group”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Google Shape;893;p29"/>
          <p:cNvSpPr txBox="1"/>
          <p:nvPr/>
        </p:nvSpPr>
        <p:spPr>
          <a:xfrm>
            <a:off x="5169296" y="1690373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Remember to choose the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“Keep source formatting”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option so that it keeps the design. For more info, please visit </a:t>
            </a:r>
            <a:r>
              <a:rPr b="1" lang="en" sz="11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our blog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29"/>
          <p:cNvSpPr txBox="1"/>
          <p:nvPr/>
        </p:nvSpPr>
        <p:spPr>
          <a:xfrm>
            <a:off x="1149925" y="2459407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Select one of the parts and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ungroup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it by right-clicking and choosing “Ungroup”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5" name="Google Shape;895;p29"/>
          <p:cNvSpPr txBox="1"/>
          <p:nvPr/>
        </p:nvSpPr>
        <p:spPr>
          <a:xfrm>
            <a:off x="2079000" y="3995375"/>
            <a:ext cx="53934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Then </a:t>
            </a:r>
            <a:r>
              <a:rPr b="1"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resize </a:t>
            </a: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element by clicking and dragging one of the square-shaped points of its bounding box (the cursor should look like a double-headed arrow). Remember to hold Shift while dragging to keep the proportions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6" name="Google Shape;896;p29"/>
          <p:cNvSpPr txBox="1"/>
          <p:nvPr/>
        </p:nvSpPr>
        <p:spPr>
          <a:xfrm>
            <a:off x="5169296" y="2459407"/>
            <a:ext cx="3259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Repeat the steps above with the other parts and when you’re done editing, copy the end result and paste it into your presentation</a:t>
            </a:r>
            <a:endParaRPr sz="1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7" name="Google Shape;897;p29"/>
          <p:cNvSpPr/>
          <p:nvPr/>
        </p:nvSpPr>
        <p:spPr>
          <a:xfrm>
            <a:off x="713235" y="1793273"/>
            <a:ext cx="407400" cy="40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8" name="Google Shape;898;p29"/>
          <p:cNvSpPr/>
          <p:nvPr/>
        </p:nvSpPr>
        <p:spPr>
          <a:xfrm>
            <a:off x="4737645" y="1793273"/>
            <a:ext cx="407400" cy="40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9" name="Google Shape;899;p29"/>
          <p:cNvSpPr/>
          <p:nvPr/>
        </p:nvSpPr>
        <p:spPr>
          <a:xfrm>
            <a:off x="713235" y="2562307"/>
            <a:ext cx="407400" cy="407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0" name="Google Shape;900;p29"/>
          <p:cNvSpPr/>
          <p:nvPr/>
        </p:nvSpPr>
        <p:spPr>
          <a:xfrm>
            <a:off x="4737645" y="2562307"/>
            <a:ext cx="407400" cy="407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1" name="Google Shape;901;p29"/>
          <p:cNvSpPr/>
          <p:nvPr/>
        </p:nvSpPr>
        <p:spPr>
          <a:xfrm>
            <a:off x="713235" y="3330291"/>
            <a:ext cx="407400" cy="40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2" name="Google Shape;902;p29"/>
          <p:cNvSpPr/>
          <p:nvPr/>
        </p:nvSpPr>
        <p:spPr>
          <a:xfrm>
            <a:off x="4737645" y="3330291"/>
            <a:ext cx="407400" cy="40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3" name="Google Shape;903;p29"/>
          <p:cNvSpPr/>
          <p:nvPr/>
        </p:nvSpPr>
        <p:spPr>
          <a:xfrm>
            <a:off x="1671610" y="4098270"/>
            <a:ext cx="407400" cy="407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4" name="Google Shape;904;p29"/>
          <p:cNvCxnSpPr>
            <a:stCxn id="897" idx="4"/>
            <a:endCxn id="899" idx="0"/>
          </p:cNvCxnSpPr>
          <p:nvPr/>
        </p:nvCxnSpPr>
        <p:spPr>
          <a:xfrm>
            <a:off x="916935" y="2200673"/>
            <a:ext cx="0" cy="361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5" name="Google Shape;905;p29"/>
          <p:cNvCxnSpPr>
            <a:stCxn id="899" idx="4"/>
            <a:endCxn id="901" idx="0"/>
          </p:cNvCxnSpPr>
          <p:nvPr/>
        </p:nvCxnSpPr>
        <p:spPr>
          <a:xfrm>
            <a:off x="916935" y="2969707"/>
            <a:ext cx="0" cy="36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6" name="Google Shape;906;p29"/>
          <p:cNvCxnSpPr>
            <a:stCxn id="901" idx="4"/>
            <a:endCxn id="903" idx="2"/>
          </p:cNvCxnSpPr>
          <p:nvPr/>
        </p:nvCxnSpPr>
        <p:spPr>
          <a:xfrm flipH="1" rot="-5400000">
            <a:off x="1012185" y="3642441"/>
            <a:ext cx="564300" cy="7548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29"/>
          <p:cNvCxnSpPr>
            <a:stCxn id="903" idx="0"/>
            <a:endCxn id="902" idx="4"/>
          </p:cNvCxnSpPr>
          <p:nvPr/>
        </p:nvCxnSpPr>
        <p:spPr>
          <a:xfrm rot="-5400000">
            <a:off x="3228010" y="2384970"/>
            <a:ext cx="360600" cy="30660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29"/>
          <p:cNvCxnSpPr>
            <a:stCxn id="902" idx="0"/>
            <a:endCxn id="900" idx="4"/>
          </p:cNvCxnSpPr>
          <p:nvPr/>
        </p:nvCxnSpPr>
        <p:spPr>
          <a:xfrm rot="-5400000">
            <a:off x="4761345" y="3149691"/>
            <a:ext cx="3606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29"/>
          <p:cNvCxnSpPr>
            <a:stCxn id="900" idx="0"/>
            <a:endCxn id="898" idx="4"/>
          </p:cNvCxnSpPr>
          <p:nvPr/>
        </p:nvCxnSpPr>
        <p:spPr>
          <a:xfrm rot="-5400000">
            <a:off x="4760895" y="2381257"/>
            <a:ext cx="361500" cy="600"/>
          </a:xfrm>
          <a:prstGeom prst="bentConnector3">
            <a:avLst>
              <a:gd fmla="val 5001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udget Infographics by Slidesgo">
  <a:themeElements>
    <a:clrScheme name="Simple Light">
      <a:dk1>
        <a:srgbClr val="000000"/>
      </a:dk1>
      <a:lt1>
        <a:srgbClr val="FFFFFF"/>
      </a:lt1>
      <a:dk2>
        <a:srgbClr val="E2E2E2"/>
      </a:dk2>
      <a:lt2>
        <a:srgbClr val="BBBBBB"/>
      </a:lt2>
      <a:accent1>
        <a:srgbClr val="FFC275"/>
      </a:accent1>
      <a:accent2>
        <a:srgbClr val="E29D48"/>
      </a:accent2>
      <a:accent3>
        <a:srgbClr val="90DBD9"/>
      </a:accent3>
      <a:accent4>
        <a:srgbClr val="5BC3C1"/>
      </a:accent4>
      <a:accent5>
        <a:srgbClr val="F88787"/>
      </a:accent5>
      <a:accent6>
        <a:srgbClr val="CE5252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